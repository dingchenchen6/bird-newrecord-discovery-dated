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8585200" cy="6032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26320" y="571680"/>
            <a:ext cx="7531560" cy="8866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26320" y="1602720"/>
            <a:ext cx="7531560" cy="30805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213372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9"/>
                </a:lnTo>
                <a:lnTo>
                  <a:pt x="122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1" y="27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3" y="30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5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39" y="37"/>
                </a:lnTo>
                <a:lnTo>
                  <a:pt x="141" y="37"/>
                </a:lnTo>
                <a:lnTo>
                  <a:pt x="142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4" y="38"/>
                </a:lnTo>
                <a:lnTo>
                  <a:pt x="155" y="38"/>
                </a:lnTo>
                <a:lnTo>
                  <a:pt x="156" y="38"/>
                </a:lnTo>
                <a:lnTo>
                  <a:pt x="157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40"/>
                </a:lnTo>
                <a:lnTo>
                  <a:pt x="166" y="39"/>
                </a:lnTo>
                <a:lnTo>
                  <a:pt x="166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39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1" y="46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50"/>
                </a:lnTo>
                <a:lnTo>
                  <a:pt x="180" y="51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7" y="53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0"/>
                </a:lnTo>
                <a:lnTo>
                  <a:pt x="173" y="49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6" y="58"/>
                </a:lnTo>
                <a:lnTo>
                  <a:pt x="164" y="57"/>
                </a:lnTo>
                <a:lnTo>
                  <a:pt x="163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4" y="73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6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8" y="79"/>
                </a:lnTo>
                <a:lnTo>
                  <a:pt x="169" y="80"/>
                </a:lnTo>
                <a:lnTo>
                  <a:pt x="169" y="81"/>
                </a:lnTo>
                <a:lnTo>
                  <a:pt x="169" y="82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90"/>
                </a:lnTo>
                <a:lnTo>
                  <a:pt x="177" y="90"/>
                </a:lnTo>
                <a:lnTo>
                  <a:pt x="177" y="91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69" y="98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3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7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3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50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8" y="152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6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3" y="8"/>
                </a:lnTo>
                <a:lnTo>
                  <a:pt x="103" y="7"/>
                </a:lnTo>
                <a:lnTo>
                  <a:pt x="104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217548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7" y="0"/>
                </a:moveTo>
                <a:lnTo>
                  <a:pt x="69" y="1"/>
                </a:lnTo>
                <a:lnTo>
                  <a:pt x="70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3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6" y="3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8" y="8"/>
                </a:lnTo>
                <a:lnTo>
                  <a:pt x="79" y="8"/>
                </a:lnTo>
                <a:lnTo>
                  <a:pt x="79" y="9"/>
                </a:lnTo>
                <a:lnTo>
                  <a:pt x="80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1" y="10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5" y="17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3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8" y="27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80" y="26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8" y="27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2" y="35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60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4" y="66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3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3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8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0" y="71"/>
                </a:lnTo>
                <a:lnTo>
                  <a:pt x="109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2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4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1"/>
                </a:lnTo>
                <a:lnTo>
                  <a:pt x="103" y="90"/>
                </a:lnTo>
                <a:lnTo>
                  <a:pt x="104" y="91"/>
                </a:lnTo>
                <a:lnTo>
                  <a:pt x="104" y="92"/>
                </a:lnTo>
                <a:lnTo>
                  <a:pt x="103" y="92"/>
                </a:lnTo>
                <a:lnTo>
                  <a:pt x="103" y="93"/>
                </a:lnTo>
                <a:lnTo>
                  <a:pt x="102" y="93"/>
                </a:lnTo>
                <a:lnTo>
                  <a:pt x="102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4" y="97"/>
                </a:lnTo>
                <a:lnTo>
                  <a:pt x="114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1" y="105"/>
                </a:lnTo>
                <a:lnTo>
                  <a:pt x="117" y="105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2" y="106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10"/>
                </a:lnTo>
                <a:lnTo>
                  <a:pt x="110" y="107"/>
                </a:lnTo>
                <a:lnTo>
                  <a:pt x="109" y="107"/>
                </a:lnTo>
                <a:lnTo>
                  <a:pt x="105" y="108"/>
                </a:lnTo>
                <a:lnTo>
                  <a:pt x="106" y="110"/>
                </a:lnTo>
                <a:lnTo>
                  <a:pt x="106" y="111"/>
                </a:lnTo>
                <a:lnTo>
                  <a:pt x="106" y="110"/>
                </a:lnTo>
                <a:lnTo>
                  <a:pt x="105" y="109"/>
                </a:lnTo>
                <a:lnTo>
                  <a:pt x="105" y="110"/>
                </a:lnTo>
                <a:lnTo>
                  <a:pt x="106" y="111"/>
                </a:lnTo>
                <a:lnTo>
                  <a:pt x="105" y="111"/>
                </a:lnTo>
                <a:lnTo>
                  <a:pt x="104" y="109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2" y="110"/>
                </a:lnTo>
                <a:lnTo>
                  <a:pt x="101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101" y="112"/>
                </a:lnTo>
                <a:lnTo>
                  <a:pt x="100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4"/>
                </a:lnTo>
                <a:lnTo>
                  <a:pt x="103" y="118"/>
                </a:lnTo>
                <a:lnTo>
                  <a:pt x="102" y="118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2" y="119"/>
                </a:lnTo>
                <a:lnTo>
                  <a:pt x="93" y="119"/>
                </a:lnTo>
                <a:lnTo>
                  <a:pt x="93" y="120"/>
                </a:lnTo>
                <a:lnTo>
                  <a:pt x="95" y="120"/>
                </a:lnTo>
                <a:lnTo>
                  <a:pt x="96" y="121"/>
                </a:lnTo>
                <a:lnTo>
                  <a:pt x="97" y="121"/>
                </a:lnTo>
                <a:lnTo>
                  <a:pt x="99" y="122"/>
                </a:lnTo>
                <a:lnTo>
                  <a:pt x="100" y="126"/>
                </a:lnTo>
                <a:lnTo>
                  <a:pt x="100" y="127"/>
                </a:lnTo>
                <a:lnTo>
                  <a:pt x="101" y="127"/>
                </a:lnTo>
                <a:lnTo>
                  <a:pt x="102" y="127"/>
                </a:lnTo>
                <a:lnTo>
                  <a:pt x="102" y="128"/>
                </a:lnTo>
                <a:lnTo>
                  <a:pt x="102" y="129"/>
                </a:lnTo>
                <a:lnTo>
                  <a:pt x="101" y="129"/>
                </a:lnTo>
                <a:lnTo>
                  <a:pt x="101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5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7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1" y="129"/>
                </a:lnTo>
                <a:lnTo>
                  <a:pt x="92" y="130"/>
                </a:lnTo>
                <a:lnTo>
                  <a:pt x="94" y="130"/>
                </a:lnTo>
                <a:lnTo>
                  <a:pt x="94" y="131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3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100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2"/>
                </a:lnTo>
                <a:lnTo>
                  <a:pt x="92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5" y="133"/>
                </a:lnTo>
                <a:lnTo>
                  <a:pt x="95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6"/>
                </a:lnTo>
                <a:lnTo>
                  <a:pt x="98" y="134"/>
                </a:lnTo>
                <a:lnTo>
                  <a:pt x="101" y="135"/>
                </a:lnTo>
                <a:lnTo>
                  <a:pt x="100" y="137"/>
                </a:lnTo>
                <a:lnTo>
                  <a:pt x="101" y="137"/>
                </a:lnTo>
                <a:lnTo>
                  <a:pt x="102" y="136"/>
                </a:lnTo>
                <a:lnTo>
                  <a:pt x="104" y="136"/>
                </a:lnTo>
                <a:lnTo>
                  <a:pt x="102" y="139"/>
                </a:lnTo>
                <a:lnTo>
                  <a:pt x="102" y="140"/>
                </a:lnTo>
                <a:lnTo>
                  <a:pt x="103" y="141"/>
                </a:lnTo>
                <a:lnTo>
                  <a:pt x="102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9"/>
                </a:lnTo>
                <a:lnTo>
                  <a:pt x="88" y="138"/>
                </a:lnTo>
                <a:lnTo>
                  <a:pt x="88" y="139"/>
                </a:lnTo>
                <a:lnTo>
                  <a:pt x="89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4" y="143"/>
                </a:lnTo>
                <a:lnTo>
                  <a:pt x="93" y="142"/>
                </a:lnTo>
                <a:lnTo>
                  <a:pt x="89" y="141"/>
                </a:lnTo>
                <a:lnTo>
                  <a:pt x="88" y="143"/>
                </a:lnTo>
                <a:lnTo>
                  <a:pt x="93" y="144"/>
                </a:lnTo>
                <a:lnTo>
                  <a:pt x="93" y="146"/>
                </a:lnTo>
                <a:lnTo>
                  <a:pt x="92" y="146"/>
                </a:lnTo>
                <a:lnTo>
                  <a:pt x="90" y="145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1" y="146"/>
                </a:lnTo>
                <a:lnTo>
                  <a:pt x="81" y="147"/>
                </a:lnTo>
                <a:lnTo>
                  <a:pt x="81" y="148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1" y="152"/>
                </a:lnTo>
                <a:lnTo>
                  <a:pt x="80" y="152"/>
                </a:lnTo>
                <a:lnTo>
                  <a:pt x="79" y="153"/>
                </a:lnTo>
                <a:lnTo>
                  <a:pt x="81" y="153"/>
                </a:lnTo>
                <a:lnTo>
                  <a:pt x="82" y="153"/>
                </a:lnTo>
                <a:lnTo>
                  <a:pt x="82" y="158"/>
                </a:lnTo>
                <a:lnTo>
                  <a:pt x="83" y="158"/>
                </a:lnTo>
                <a:lnTo>
                  <a:pt x="83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5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5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3" y="154"/>
                </a:lnTo>
                <a:lnTo>
                  <a:pt x="3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6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0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4"/>
                </a:lnTo>
                <a:lnTo>
                  <a:pt x="54" y="13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7"/>
                </a:lnTo>
                <a:lnTo>
                  <a:pt x="61" y="6"/>
                </a:lnTo>
                <a:lnTo>
                  <a:pt x="60" y="6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1" y="3"/>
                </a:lnTo>
                <a:lnTo>
                  <a:pt x="62" y="3"/>
                </a:lnTo>
                <a:lnTo>
                  <a:pt x="61" y="3"/>
                </a:lnTo>
                <a:lnTo>
                  <a:pt x="62" y="2"/>
                </a:lnTo>
                <a:lnTo>
                  <a:pt x="63" y="2"/>
                </a:lnTo>
                <a:lnTo>
                  <a:pt x="64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1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207000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5"/>
                </a:lnTo>
                <a:lnTo>
                  <a:pt x="393" y="4"/>
                </a:lnTo>
                <a:lnTo>
                  <a:pt x="394" y="4"/>
                </a:lnTo>
                <a:lnTo>
                  <a:pt x="394" y="5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1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3" y="27"/>
                </a:lnTo>
                <a:lnTo>
                  <a:pt x="412" y="27"/>
                </a:lnTo>
                <a:lnTo>
                  <a:pt x="411" y="29"/>
                </a:lnTo>
                <a:lnTo>
                  <a:pt x="412" y="31"/>
                </a:lnTo>
                <a:lnTo>
                  <a:pt x="413" y="31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3"/>
                </a:lnTo>
                <a:lnTo>
                  <a:pt x="416" y="34"/>
                </a:lnTo>
                <a:lnTo>
                  <a:pt x="416" y="35"/>
                </a:lnTo>
                <a:lnTo>
                  <a:pt x="416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2" y="38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9"/>
                </a:lnTo>
                <a:lnTo>
                  <a:pt x="408" y="40"/>
                </a:lnTo>
                <a:lnTo>
                  <a:pt x="409" y="41"/>
                </a:lnTo>
                <a:lnTo>
                  <a:pt x="411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4" y="44"/>
                </a:lnTo>
                <a:lnTo>
                  <a:pt x="414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6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20" y="54"/>
                </a:lnTo>
                <a:lnTo>
                  <a:pt x="421" y="54"/>
                </a:lnTo>
                <a:lnTo>
                  <a:pt x="422" y="55"/>
                </a:lnTo>
                <a:lnTo>
                  <a:pt x="422" y="54"/>
                </a:lnTo>
                <a:lnTo>
                  <a:pt x="423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5" y="58"/>
                </a:lnTo>
                <a:lnTo>
                  <a:pt x="425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3" y="58"/>
                </a:lnTo>
                <a:lnTo>
                  <a:pt x="423" y="59"/>
                </a:lnTo>
                <a:lnTo>
                  <a:pt x="424" y="59"/>
                </a:lnTo>
                <a:lnTo>
                  <a:pt x="423" y="59"/>
                </a:lnTo>
                <a:lnTo>
                  <a:pt x="423" y="60"/>
                </a:lnTo>
                <a:lnTo>
                  <a:pt x="422" y="60"/>
                </a:lnTo>
                <a:lnTo>
                  <a:pt x="421" y="60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60"/>
                </a:lnTo>
                <a:lnTo>
                  <a:pt x="430" y="59"/>
                </a:lnTo>
                <a:lnTo>
                  <a:pt x="431" y="59"/>
                </a:lnTo>
                <a:lnTo>
                  <a:pt x="431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2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7" y="64"/>
                </a:lnTo>
                <a:lnTo>
                  <a:pt x="437" y="65"/>
                </a:lnTo>
                <a:lnTo>
                  <a:pt x="438" y="65"/>
                </a:lnTo>
                <a:lnTo>
                  <a:pt x="438" y="66"/>
                </a:lnTo>
                <a:lnTo>
                  <a:pt x="439" y="66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8" y="70"/>
                </a:lnTo>
                <a:lnTo>
                  <a:pt x="438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8" y="75"/>
                </a:lnTo>
                <a:lnTo>
                  <a:pt x="439" y="76"/>
                </a:lnTo>
                <a:lnTo>
                  <a:pt x="440" y="77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1" y="80"/>
                </a:lnTo>
                <a:lnTo>
                  <a:pt x="442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9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7"/>
                </a:lnTo>
                <a:lnTo>
                  <a:pt x="432" y="86"/>
                </a:lnTo>
                <a:lnTo>
                  <a:pt x="433" y="86"/>
                </a:lnTo>
                <a:lnTo>
                  <a:pt x="433" y="85"/>
                </a:lnTo>
                <a:lnTo>
                  <a:pt x="432" y="84"/>
                </a:lnTo>
                <a:lnTo>
                  <a:pt x="431" y="84"/>
                </a:lnTo>
                <a:lnTo>
                  <a:pt x="431" y="83"/>
                </a:lnTo>
                <a:lnTo>
                  <a:pt x="430" y="83"/>
                </a:lnTo>
                <a:lnTo>
                  <a:pt x="430" y="84"/>
                </a:lnTo>
                <a:lnTo>
                  <a:pt x="429" y="84"/>
                </a:lnTo>
                <a:lnTo>
                  <a:pt x="428" y="84"/>
                </a:lnTo>
                <a:lnTo>
                  <a:pt x="427" y="83"/>
                </a:lnTo>
                <a:lnTo>
                  <a:pt x="425" y="84"/>
                </a:lnTo>
                <a:lnTo>
                  <a:pt x="425" y="85"/>
                </a:lnTo>
                <a:lnTo>
                  <a:pt x="424" y="85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3" y="91"/>
                </a:lnTo>
                <a:lnTo>
                  <a:pt x="423" y="92"/>
                </a:lnTo>
                <a:lnTo>
                  <a:pt x="424" y="93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7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40" y="115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20"/>
                </a:lnTo>
                <a:lnTo>
                  <a:pt x="437" y="119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5" y="131"/>
                </a:lnTo>
                <a:lnTo>
                  <a:pt x="457" y="131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0"/>
                </a:lnTo>
                <a:lnTo>
                  <a:pt x="461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1" y="130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3" y="133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7" y="134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7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08" y="137"/>
                </a:lnTo>
                <a:lnTo>
                  <a:pt x="510" y="137"/>
                </a:lnTo>
                <a:lnTo>
                  <a:pt x="510" y="136"/>
                </a:lnTo>
                <a:lnTo>
                  <a:pt x="511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1" y="166"/>
                </a:lnTo>
                <a:lnTo>
                  <a:pt x="502" y="166"/>
                </a:lnTo>
                <a:lnTo>
                  <a:pt x="503" y="166"/>
                </a:lnTo>
                <a:lnTo>
                  <a:pt x="502" y="167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9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5" y="208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2" y="209"/>
                </a:lnTo>
                <a:lnTo>
                  <a:pt x="521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6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5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2"/>
                </a:lnTo>
                <a:lnTo>
                  <a:pt x="538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3" y="297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30" y="305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5" y="321"/>
                </a:lnTo>
                <a:lnTo>
                  <a:pt x="526" y="322"/>
                </a:lnTo>
                <a:lnTo>
                  <a:pt x="527" y="324"/>
                </a:lnTo>
                <a:lnTo>
                  <a:pt x="528" y="325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2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499" y="353"/>
                </a:lnTo>
                <a:lnTo>
                  <a:pt x="499" y="354"/>
                </a:lnTo>
                <a:lnTo>
                  <a:pt x="498" y="355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9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6"/>
                </a:lnTo>
                <a:lnTo>
                  <a:pt x="470" y="355"/>
                </a:lnTo>
                <a:lnTo>
                  <a:pt x="468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5" y="362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7"/>
                </a:lnTo>
                <a:lnTo>
                  <a:pt x="459" y="368"/>
                </a:lnTo>
                <a:lnTo>
                  <a:pt x="460" y="369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6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9"/>
                </a:lnTo>
                <a:lnTo>
                  <a:pt x="451" y="368"/>
                </a:lnTo>
                <a:lnTo>
                  <a:pt x="452" y="368"/>
                </a:lnTo>
                <a:lnTo>
                  <a:pt x="452" y="367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2"/>
                </a:lnTo>
                <a:lnTo>
                  <a:pt x="420" y="351"/>
                </a:lnTo>
                <a:lnTo>
                  <a:pt x="420" y="350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10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8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3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3" y="315"/>
                </a:lnTo>
                <a:lnTo>
                  <a:pt x="403" y="314"/>
                </a:lnTo>
                <a:lnTo>
                  <a:pt x="404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8" y="311"/>
                </a:lnTo>
                <a:lnTo>
                  <a:pt x="397" y="311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7" y="310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7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9" y="268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60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4" y="252"/>
                </a:lnTo>
                <a:lnTo>
                  <a:pt x="373" y="252"/>
                </a:lnTo>
                <a:lnTo>
                  <a:pt x="373" y="251"/>
                </a:lnTo>
                <a:lnTo>
                  <a:pt x="372" y="251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6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4" y="244"/>
                </a:lnTo>
                <a:lnTo>
                  <a:pt x="363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4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8" y="245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40"/>
                </a:lnTo>
                <a:lnTo>
                  <a:pt x="349" y="240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0"/>
                </a:lnTo>
                <a:lnTo>
                  <a:pt x="347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5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4" y="224"/>
                </a:lnTo>
                <a:lnTo>
                  <a:pt x="343" y="223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7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2" y="216"/>
                </a:lnTo>
                <a:lnTo>
                  <a:pt x="344" y="217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2"/>
                </a:lnTo>
                <a:lnTo>
                  <a:pt x="345" y="211"/>
                </a:lnTo>
                <a:lnTo>
                  <a:pt x="345" y="212"/>
                </a:lnTo>
                <a:lnTo>
                  <a:pt x="346" y="212"/>
                </a:lnTo>
                <a:lnTo>
                  <a:pt x="346" y="211"/>
                </a:lnTo>
                <a:lnTo>
                  <a:pt x="347" y="211"/>
                </a:lnTo>
                <a:lnTo>
                  <a:pt x="348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0"/>
                </a:lnTo>
                <a:lnTo>
                  <a:pt x="354" y="211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9" y="198"/>
                </a:lnTo>
                <a:lnTo>
                  <a:pt x="337" y="198"/>
                </a:lnTo>
                <a:lnTo>
                  <a:pt x="336" y="198"/>
                </a:lnTo>
                <a:lnTo>
                  <a:pt x="335" y="198"/>
                </a:lnTo>
                <a:lnTo>
                  <a:pt x="334" y="198"/>
                </a:lnTo>
                <a:lnTo>
                  <a:pt x="333" y="198"/>
                </a:lnTo>
                <a:lnTo>
                  <a:pt x="332" y="198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4" y="198"/>
                </a:lnTo>
                <a:lnTo>
                  <a:pt x="323" y="198"/>
                </a:lnTo>
                <a:lnTo>
                  <a:pt x="320" y="198"/>
                </a:lnTo>
                <a:lnTo>
                  <a:pt x="319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3"/>
                </a:lnTo>
                <a:lnTo>
                  <a:pt x="313" y="192"/>
                </a:lnTo>
                <a:lnTo>
                  <a:pt x="314" y="191"/>
                </a:lnTo>
                <a:lnTo>
                  <a:pt x="313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10" y="187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0" y="179"/>
                </a:lnTo>
                <a:lnTo>
                  <a:pt x="299" y="179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1" y="168"/>
                </a:lnTo>
                <a:lnTo>
                  <a:pt x="280" y="167"/>
                </a:lnTo>
                <a:lnTo>
                  <a:pt x="280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39" y="204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4" y="230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7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2" y="276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6" y="282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2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5" y="311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9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7" y="310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5" y="331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1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9" y="366"/>
                </a:lnTo>
                <a:lnTo>
                  <a:pt x="308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6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6"/>
                </a:lnTo>
                <a:lnTo>
                  <a:pt x="296" y="397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299" y="398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8" y="398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9" y="400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20" y="402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40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8" y="417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3" y="410"/>
                </a:lnTo>
                <a:lnTo>
                  <a:pt x="364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4"/>
                </a:lnTo>
                <a:lnTo>
                  <a:pt x="378" y="423"/>
                </a:lnTo>
                <a:lnTo>
                  <a:pt x="378" y="424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8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7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0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5"/>
                </a:lnTo>
                <a:lnTo>
                  <a:pt x="381" y="466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2" y="485"/>
                </a:lnTo>
                <a:lnTo>
                  <a:pt x="360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6" y="490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1" y="492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4" y="523"/>
                </a:lnTo>
                <a:lnTo>
                  <a:pt x="254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4" y="528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7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1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1" y="593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7" y="637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4" y="660"/>
                </a:lnTo>
                <a:lnTo>
                  <a:pt x="144" y="661"/>
                </a:lnTo>
                <a:lnTo>
                  <a:pt x="144" y="662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3" y="660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2" y="652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3" y="651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8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8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6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5" y="311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9" y="114"/>
                </a:lnTo>
                <a:lnTo>
                  <a:pt x="50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70" y="106"/>
                </a:lnTo>
                <a:lnTo>
                  <a:pt x="70" y="105"/>
                </a:lnTo>
                <a:lnTo>
                  <a:pt x="70" y="104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9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9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2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6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8" y="61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1" y="73"/>
                </a:lnTo>
                <a:lnTo>
                  <a:pt x="132" y="73"/>
                </a:lnTo>
                <a:lnTo>
                  <a:pt x="132" y="74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2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8"/>
                </a:lnTo>
                <a:lnTo>
                  <a:pt x="130" y="101"/>
                </a:lnTo>
                <a:lnTo>
                  <a:pt x="130" y="102"/>
                </a:lnTo>
                <a:lnTo>
                  <a:pt x="129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5" y="104"/>
                </a:lnTo>
                <a:lnTo>
                  <a:pt x="136" y="104"/>
                </a:lnTo>
                <a:lnTo>
                  <a:pt x="136" y="105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4" y="105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2" y="105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7" y="108"/>
                </a:lnTo>
                <a:lnTo>
                  <a:pt x="158" y="108"/>
                </a:lnTo>
                <a:lnTo>
                  <a:pt x="160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5"/>
                </a:lnTo>
                <a:lnTo>
                  <a:pt x="172" y="104"/>
                </a:lnTo>
                <a:lnTo>
                  <a:pt x="171" y="103"/>
                </a:lnTo>
                <a:lnTo>
                  <a:pt x="170" y="102"/>
                </a:lnTo>
                <a:lnTo>
                  <a:pt x="170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6"/>
                </a:lnTo>
                <a:lnTo>
                  <a:pt x="167" y="96"/>
                </a:lnTo>
                <a:lnTo>
                  <a:pt x="167" y="95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1" y="93"/>
                </a:lnTo>
                <a:lnTo>
                  <a:pt x="172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5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6" y="76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1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1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5" y="77"/>
                </a:lnTo>
                <a:lnTo>
                  <a:pt x="226" y="77"/>
                </a:lnTo>
                <a:lnTo>
                  <a:pt x="226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6" y="79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49" y="71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5" y="67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8" y="71"/>
                </a:lnTo>
                <a:lnTo>
                  <a:pt x="271" y="69"/>
                </a:lnTo>
                <a:lnTo>
                  <a:pt x="272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8" y="71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2" y="71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6" y="66"/>
                </a:lnTo>
                <a:lnTo>
                  <a:pt x="299" y="65"/>
                </a:lnTo>
                <a:lnTo>
                  <a:pt x="300" y="65"/>
                </a:lnTo>
                <a:lnTo>
                  <a:pt x="300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8" y="64"/>
                </a:lnTo>
                <a:lnTo>
                  <a:pt x="309" y="63"/>
                </a:lnTo>
                <a:lnTo>
                  <a:pt x="310" y="63"/>
                </a:lnTo>
                <a:lnTo>
                  <a:pt x="310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7"/>
                </a:lnTo>
                <a:lnTo>
                  <a:pt x="310" y="56"/>
                </a:lnTo>
                <a:lnTo>
                  <a:pt x="310" y="55"/>
                </a:lnTo>
                <a:lnTo>
                  <a:pt x="311" y="54"/>
                </a:lnTo>
                <a:lnTo>
                  <a:pt x="310" y="53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8"/>
                </a:lnTo>
                <a:lnTo>
                  <a:pt x="306" y="49"/>
                </a:lnTo>
                <a:lnTo>
                  <a:pt x="304" y="49"/>
                </a:lnTo>
                <a:lnTo>
                  <a:pt x="304" y="48"/>
                </a:lnTo>
                <a:lnTo>
                  <a:pt x="304" y="47"/>
                </a:lnTo>
                <a:lnTo>
                  <a:pt x="303" y="46"/>
                </a:lnTo>
                <a:lnTo>
                  <a:pt x="302" y="46"/>
                </a:lnTo>
                <a:lnTo>
                  <a:pt x="302" y="44"/>
                </a:lnTo>
                <a:lnTo>
                  <a:pt x="301" y="44"/>
                </a:lnTo>
                <a:lnTo>
                  <a:pt x="301" y="43"/>
                </a:lnTo>
                <a:lnTo>
                  <a:pt x="302" y="43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4" y="43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0"/>
                </a:lnTo>
                <a:lnTo>
                  <a:pt x="312" y="39"/>
                </a:lnTo>
                <a:lnTo>
                  <a:pt x="312" y="38"/>
                </a:lnTo>
                <a:lnTo>
                  <a:pt x="312" y="37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1" y="32"/>
                </a:lnTo>
                <a:lnTo>
                  <a:pt x="311" y="31"/>
                </a:lnTo>
                <a:lnTo>
                  <a:pt x="310" y="30"/>
                </a:lnTo>
                <a:lnTo>
                  <a:pt x="310" y="28"/>
                </a:lnTo>
                <a:lnTo>
                  <a:pt x="310" y="27"/>
                </a:lnTo>
                <a:lnTo>
                  <a:pt x="311" y="26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1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3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8" y="14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0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2176920" y="141336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8" y="18"/>
                </a:lnTo>
                <a:lnTo>
                  <a:pt x="38" y="19"/>
                </a:lnTo>
                <a:lnTo>
                  <a:pt x="37" y="19"/>
                </a:lnTo>
                <a:lnTo>
                  <a:pt x="37" y="20"/>
                </a:lnTo>
                <a:lnTo>
                  <a:pt x="38" y="20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40" y="22"/>
                </a:lnTo>
                <a:lnTo>
                  <a:pt x="40" y="23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7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1" y="27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8" y="27"/>
                </a:lnTo>
                <a:lnTo>
                  <a:pt x="37" y="28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2" y="33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9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8" y="40"/>
                </a:lnTo>
                <a:lnTo>
                  <a:pt x="39" y="41"/>
                </a:lnTo>
                <a:lnTo>
                  <a:pt x="38" y="41"/>
                </a:lnTo>
                <a:lnTo>
                  <a:pt x="38" y="42"/>
                </a:lnTo>
                <a:lnTo>
                  <a:pt x="39" y="42"/>
                </a:lnTo>
                <a:lnTo>
                  <a:pt x="38" y="43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7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8"/>
                </a:lnTo>
                <a:lnTo>
                  <a:pt x="30" y="47"/>
                </a:lnTo>
                <a:lnTo>
                  <a:pt x="29" y="45"/>
                </a:lnTo>
                <a:lnTo>
                  <a:pt x="27" y="45"/>
                </a:lnTo>
                <a:lnTo>
                  <a:pt x="26" y="45"/>
                </a:lnTo>
                <a:lnTo>
                  <a:pt x="25" y="44"/>
                </a:lnTo>
                <a:lnTo>
                  <a:pt x="24" y="45"/>
                </a:lnTo>
                <a:lnTo>
                  <a:pt x="23" y="45"/>
                </a:lnTo>
                <a:lnTo>
                  <a:pt x="22" y="47"/>
                </a:lnTo>
                <a:lnTo>
                  <a:pt x="21" y="47"/>
                </a:lnTo>
                <a:lnTo>
                  <a:pt x="21" y="45"/>
                </a:lnTo>
                <a:lnTo>
                  <a:pt x="20" y="45"/>
                </a:lnTo>
                <a:lnTo>
                  <a:pt x="19" y="45"/>
                </a:lnTo>
                <a:lnTo>
                  <a:pt x="19" y="44"/>
                </a:lnTo>
                <a:lnTo>
                  <a:pt x="19" y="43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1"/>
                </a:lnTo>
                <a:lnTo>
                  <a:pt x="19" y="40"/>
                </a:lnTo>
                <a:lnTo>
                  <a:pt x="19" y="39"/>
                </a:lnTo>
                <a:lnTo>
                  <a:pt x="16" y="39"/>
                </a:lnTo>
                <a:lnTo>
                  <a:pt x="16" y="40"/>
                </a:lnTo>
                <a:lnTo>
                  <a:pt x="15" y="40"/>
                </a:lnTo>
                <a:lnTo>
                  <a:pt x="15" y="41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4" y="39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6" y="35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5" y="33"/>
                </a:lnTo>
                <a:lnTo>
                  <a:pt x="15" y="32"/>
                </a:lnTo>
                <a:lnTo>
                  <a:pt x="16" y="32"/>
                </a:lnTo>
                <a:lnTo>
                  <a:pt x="16" y="31"/>
                </a:lnTo>
                <a:lnTo>
                  <a:pt x="18" y="31"/>
                </a:lnTo>
                <a:lnTo>
                  <a:pt x="18" y="32"/>
                </a:lnTo>
                <a:lnTo>
                  <a:pt x="19" y="31"/>
                </a:lnTo>
                <a:lnTo>
                  <a:pt x="18" y="31"/>
                </a:lnTo>
                <a:lnTo>
                  <a:pt x="18" y="30"/>
                </a:lnTo>
                <a:lnTo>
                  <a:pt x="17" y="29"/>
                </a:lnTo>
                <a:lnTo>
                  <a:pt x="18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5"/>
                </a:lnTo>
                <a:lnTo>
                  <a:pt x="16" y="24"/>
                </a:lnTo>
                <a:lnTo>
                  <a:pt x="15" y="24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2" y="24"/>
                </a:lnTo>
                <a:lnTo>
                  <a:pt x="11" y="24"/>
                </a:lnTo>
                <a:lnTo>
                  <a:pt x="10" y="24"/>
                </a:lnTo>
                <a:lnTo>
                  <a:pt x="9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38" y="1"/>
                </a:lnTo>
                <a:lnTo>
                  <a:pt x="39" y="2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196560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3" y="13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4" y="39"/>
                </a:lnTo>
                <a:lnTo>
                  <a:pt x="374" y="40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4" y="40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6" y="40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9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6"/>
                </a:lnTo>
                <a:lnTo>
                  <a:pt x="360" y="56"/>
                </a:lnTo>
                <a:lnTo>
                  <a:pt x="359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39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2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5"/>
                </a:lnTo>
                <a:lnTo>
                  <a:pt x="361" y="86"/>
                </a:lnTo>
                <a:lnTo>
                  <a:pt x="359" y="87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5" y="118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3" y="135"/>
                </a:lnTo>
                <a:lnTo>
                  <a:pt x="383" y="136"/>
                </a:lnTo>
                <a:lnTo>
                  <a:pt x="383" y="138"/>
                </a:lnTo>
                <a:lnTo>
                  <a:pt x="383" y="139"/>
                </a:lnTo>
                <a:lnTo>
                  <a:pt x="382" y="139"/>
                </a:lnTo>
                <a:lnTo>
                  <a:pt x="382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1"/>
                </a:lnTo>
                <a:lnTo>
                  <a:pt x="379" y="152"/>
                </a:lnTo>
                <a:lnTo>
                  <a:pt x="378" y="153"/>
                </a:lnTo>
                <a:lnTo>
                  <a:pt x="377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2" y="157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2" y="164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0"/>
                </a:lnTo>
                <a:lnTo>
                  <a:pt x="369" y="170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9" y="173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19" y="189"/>
                </a:lnTo>
                <a:lnTo>
                  <a:pt x="320" y="189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1" y="203"/>
                </a:lnTo>
                <a:lnTo>
                  <a:pt x="320" y="206"/>
                </a:lnTo>
                <a:lnTo>
                  <a:pt x="320" y="207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2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7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29" y="282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8" y="326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7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4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7" y="453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5" y="523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9" y="556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5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3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1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3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6"/>
                </a:lnTo>
                <a:lnTo>
                  <a:pt x="138" y="587"/>
                </a:lnTo>
                <a:lnTo>
                  <a:pt x="137" y="587"/>
                </a:lnTo>
                <a:lnTo>
                  <a:pt x="137" y="586"/>
                </a:lnTo>
                <a:lnTo>
                  <a:pt x="136" y="587"/>
                </a:lnTo>
                <a:lnTo>
                  <a:pt x="135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1" y="588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3" y="599"/>
                </a:lnTo>
                <a:lnTo>
                  <a:pt x="122" y="600"/>
                </a:lnTo>
                <a:lnTo>
                  <a:pt x="122" y="602"/>
                </a:lnTo>
                <a:lnTo>
                  <a:pt x="122" y="603"/>
                </a:lnTo>
                <a:lnTo>
                  <a:pt x="121" y="603"/>
                </a:lnTo>
                <a:lnTo>
                  <a:pt x="120" y="604"/>
                </a:lnTo>
                <a:lnTo>
                  <a:pt x="119" y="604"/>
                </a:lnTo>
                <a:lnTo>
                  <a:pt x="119" y="603"/>
                </a:lnTo>
                <a:lnTo>
                  <a:pt x="117" y="603"/>
                </a:lnTo>
                <a:lnTo>
                  <a:pt x="116" y="603"/>
                </a:lnTo>
                <a:lnTo>
                  <a:pt x="116" y="604"/>
                </a:lnTo>
                <a:lnTo>
                  <a:pt x="115" y="604"/>
                </a:lnTo>
                <a:lnTo>
                  <a:pt x="114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0" y="606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5" y="606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9" y="606"/>
                </a:lnTo>
                <a:lnTo>
                  <a:pt x="98" y="606"/>
                </a:lnTo>
                <a:lnTo>
                  <a:pt x="97" y="607"/>
                </a:lnTo>
                <a:lnTo>
                  <a:pt x="96" y="607"/>
                </a:lnTo>
                <a:lnTo>
                  <a:pt x="95" y="608"/>
                </a:lnTo>
                <a:lnTo>
                  <a:pt x="94" y="608"/>
                </a:lnTo>
                <a:lnTo>
                  <a:pt x="94" y="607"/>
                </a:lnTo>
                <a:lnTo>
                  <a:pt x="93" y="607"/>
                </a:lnTo>
                <a:lnTo>
                  <a:pt x="92" y="606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7" y="608"/>
                </a:lnTo>
                <a:lnTo>
                  <a:pt x="85" y="608"/>
                </a:lnTo>
                <a:lnTo>
                  <a:pt x="84" y="608"/>
                </a:lnTo>
                <a:lnTo>
                  <a:pt x="84" y="607"/>
                </a:lnTo>
                <a:lnTo>
                  <a:pt x="83" y="607"/>
                </a:lnTo>
                <a:lnTo>
                  <a:pt x="82" y="607"/>
                </a:lnTo>
                <a:lnTo>
                  <a:pt x="82" y="608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0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5" y="614"/>
                </a:lnTo>
                <a:lnTo>
                  <a:pt x="74" y="614"/>
                </a:lnTo>
                <a:lnTo>
                  <a:pt x="73" y="614"/>
                </a:lnTo>
                <a:lnTo>
                  <a:pt x="72" y="615"/>
                </a:lnTo>
                <a:lnTo>
                  <a:pt x="71" y="615"/>
                </a:lnTo>
                <a:lnTo>
                  <a:pt x="70" y="616"/>
                </a:lnTo>
                <a:lnTo>
                  <a:pt x="69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6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1" y="616"/>
                </a:lnTo>
                <a:lnTo>
                  <a:pt x="61" y="617"/>
                </a:lnTo>
                <a:lnTo>
                  <a:pt x="62" y="617"/>
                </a:lnTo>
                <a:lnTo>
                  <a:pt x="61" y="618"/>
                </a:lnTo>
                <a:lnTo>
                  <a:pt x="61" y="619"/>
                </a:lnTo>
                <a:lnTo>
                  <a:pt x="60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8" y="630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7"/>
                </a:lnTo>
                <a:lnTo>
                  <a:pt x="20" y="628"/>
                </a:lnTo>
                <a:lnTo>
                  <a:pt x="19" y="628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1" y="616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1" y="593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8" y="584"/>
                </a:lnTo>
                <a:lnTo>
                  <a:pt x="9" y="584"/>
                </a:lnTo>
                <a:lnTo>
                  <a:pt x="9" y="583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4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5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3" y="438"/>
                </a:lnTo>
                <a:lnTo>
                  <a:pt x="24" y="437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7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5"/>
                </a:lnTo>
                <a:lnTo>
                  <a:pt x="16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4"/>
                </a:lnTo>
                <a:lnTo>
                  <a:pt x="47" y="313"/>
                </a:lnTo>
                <a:lnTo>
                  <a:pt x="45" y="313"/>
                </a:lnTo>
                <a:lnTo>
                  <a:pt x="44" y="313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0" y="224"/>
                </a:lnTo>
                <a:lnTo>
                  <a:pt x="60" y="223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2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4" y="205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5" y="200"/>
                </a:lnTo>
                <a:lnTo>
                  <a:pt x="66" y="200"/>
                </a:lnTo>
                <a:lnTo>
                  <a:pt x="67" y="200"/>
                </a:lnTo>
                <a:lnTo>
                  <a:pt x="67" y="199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2"/>
                </a:lnTo>
                <a:lnTo>
                  <a:pt x="69" y="191"/>
                </a:lnTo>
                <a:lnTo>
                  <a:pt x="70" y="190"/>
                </a:lnTo>
                <a:lnTo>
                  <a:pt x="70" y="189"/>
                </a:lnTo>
                <a:lnTo>
                  <a:pt x="70" y="187"/>
                </a:lnTo>
                <a:lnTo>
                  <a:pt x="70" y="186"/>
                </a:lnTo>
                <a:lnTo>
                  <a:pt x="70" y="185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8"/>
                </a:lnTo>
                <a:lnTo>
                  <a:pt x="71" y="176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8" y="174"/>
                </a:lnTo>
                <a:lnTo>
                  <a:pt x="79" y="174"/>
                </a:lnTo>
                <a:lnTo>
                  <a:pt x="79" y="173"/>
                </a:lnTo>
                <a:lnTo>
                  <a:pt x="81" y="172"/>
                </a:lnTo>
                <a:lnTo>
                  <a:pt x="81" y="171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3" y="167"/>
                </a:lnTo>
                <a:lnTo>
                  <a:pt x="84" y="166"/>
                </a:lnTo>
                <a:lnTo>
                  <a:pt x="84" y="164"/>
                </a:lnTo>
                <a:lnTo>
                  <a:pt x="84" y="163"/>
                </a:lnTo>
                <a:lnTo>
                  <a:pt x="83" y="163"/>
                </a:lnTo>
                <a:lnTo>
                  <a:pt x="83" y="162"/>
                </a:lnTo>
                <a:lnTo>
                  <a:pt x="84" y="161"/>
                </a:lnTo>
                <a:lnTo>
                  <a:pt x="85" y="160"/>
                </a:lnTo>
                <a:lnTo>
                  <a:pt x="85" y="159"/>
                </a:lnTo>
                <a:lnTo>
                  <a:pt x="86" y="159"/>
                </a:lnTo>
                <a:lnTo>
                  <a:pt x="86" y="157"/>
                </a:lnTo>
                <a:lnTo>
                  <a:pt x="87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49"/>
                </a:lnTo>
                <a:lnTo>
                  <a:pt x="90" y="149"/>
                </a:lnTo>
                <a:lnTo>
                  <a:pt x="91" y="148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6" y="143"/>
                </a:lnTo>
                <a:lnTo>
                  <a:pt x="86" y="142"/>
                </a:lnTo>
                <a:lnTo>
                  <a:pt x="85" y="142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79" y="139"/>
                </a:lnTo>
                <a:lnTo>
                  <a:pt x="81" y="139"/>
                </a:lnTo>
                <a:lnTo>
                  <a:pt x="81" y="137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6"/>
                </a:lnTo>
                <a:lnTo>
                  <a:pt x="95" y="135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0"/>
                </a:lnTo>
                <a:lnTo>
                  <a:pt x="102" y="129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7" y="121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5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0"/>
                </a:lnTo>
                <a:lnTo>
                  <a:pt x="115" y="110"/>
                </a:lnTo>
                <a:lnTo>
                  <a:pt x="116" y="111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5" y="113"/>
                </a:lnTo>
                <a:lnTo>
                  <a:pt x="126" y="113"/>
                </a:lnTo>
                <a:lnTo>
                  <a:pt x="126" y="112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0" y="114"/>
                </a:lnTo>
                <a:lnTo>
                  <a:pt x="131" y="114"/>
                </a:lnTo>
                <a:lnTo>
                  <a:pt x="133" y="115"/>
                </a:lnTo>
                <a:lnTo>
                  <a:pt x="133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2" y="116"/>
                </a:lnTo>
                <a:lnTo>
                  <a:pt x="153" y="116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2" y="111"/>
                </a:lnTo>
                <a:lnTo>
                  <a:pt x="152" y="110"/>
                </a:lnTo>
                <a:lnTo>
                  <a:pt x="154" y="108"/>
                </a:lnTo>
                <a:lnTo>
                  <a:pt x="155" y="108"/>
                </a:lnTo>
                <a:lnTo>
                  <a:pt x="155" y="107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6" y="98"/>
                </a:lnTo>
                <a:lnTo>
                  <a:pt x="156" y="97"/>
                </a:lnTo>
                <a:lnTo>
                  <a:pt x="158" y="95"/>
                </a:lnTo>
                <a:lnTo>
                  <a:pt x="159" y="94"/>
                </a:lnTo>
                <a:lnTo>
                  <a:pt x="161" y="92"/>
                </a:lnTo>
                <a:lnTo>
                  <a:pt x="161" y="91"/>
                </a:lnTo>
                <a:lnTo>
                  <a:pt x="162" y="91"/>
                </a:lnTo>
                <a:lnTo>
                  <a:pt x="162" y="90"/>
                </a:lnTo>
                <a:lnTo>
                  <a:pt x="163" y="89"/>
                </a:lnTo>
                <a:lnTo>
                  <a:pt x="163" y="88"/>
                </a:lnTo>
                <a:lnTo>
                  <a:pt x="163" y="87"/>
                </a:lnTo>
                <a:lnTo>
                  <a:pt x="164" y="86"/>
                </a:lnTo>
                <a:lnTo>
                  <a:pt x="165" y="85"/>
                </a:lnTo>
                <a:lnTo>
                  <a:pt x="165" y="84"/>
                </a:lnTo>
                <a:lnTo>
                  <a:pt x="166" y="84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7" y="81"/>
                </a:lnTo>
                <a:lnTo>
                  <a:pt x="168" y="80"/>
                </a:lnTo>
                <a:lnTo>
                  <a:pt x="169" y="79"/>
                </a:lnTo>
                <a:lnTo>
                  <a:pt x="169" y="78"/>
                </a:lnTo>
                <a:lnTo>
                  <a:pt x="169" y="77"/>
                </a:lnTo>
                <a:lnTo>
                  <a:pt x="170" y="77"/>
                </a:lnTo>
                <a:lnTo>
                  <a:pt x="171" y="76"/>
                </a:lnTo>
                <a:lnTo>
                  <a:pt x="171" y="75"/>
                </a:lnTo>
                <a:lnTo>
                  <a:pt x="171" y="74"/>
                </a:lnTo>
                <a:lnTo>
                  <a:pt x="172" y="74"/>
                </a:lnTo>
                <a:lnTo>
                  <a:pt x="172" y="73"/>
                </a:lnTo>
                <a:lnTo>
                  <a:pt x="173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8"/>
                </a:lnTo>
                <a:lnTo>
                  <a:pt x="175" y="67"/>
                </a:lnTo>
                <a:lnTo>
                  <a:pt x="176" y="67"/>
                </a:lnTo>
                <a:lnTo>
                  <a:pt x="177" y="66"/>
                </a:lnTo>
                <a:lnTo>
                  <a:pt x="177" y="65"/>
                </a:lnTo>
                <a:lnTo>
                  <a:pt x="178" y="64"/>
                </a:lnTo>
                <a:lnTo>
                  <a:pt x="179" y="63"/>
                </a:lnTo>
                <a:lnTo>
                  <a:pt x="179" y="62"/>
                </a:lnTo>
                <a:lnTo>
                  <a:pt x="180" y="62"/>
                </a:lnTo>
                <a:lnTo>
                  <a:pt x="179" y="61"/>
                </a:lnTo>
                <a:lnTo>
                  <a:pt x="179" y="60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6"/>
                </a:lnTo>
                <a:lnTo>
                  <a:pt x="184" y="56"/>
                </a:lnTo>
                <a:lnTo>
                  <a:pt x="185" y="56"/>
                </a:lnTo>
                <a:lnTo>
                  <a:pt x="185" y="55"/>
                </a:lnTo>
                <a:lnTo>
                  <a:pt x="186" y="54"/>
                </a:lnTo>
                <a:lnTo>
                  <a:pt x="185" y="53"/>
                </a:lnTo>
                <a:lnTo>
                  <a:pt x="186" y="52"/>
                </a:lnTo>
                <a:lnTo>
                  <a:pt x="186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50"/>
                </a:lnTo>
                <a:lnTo>
                  <a:pt x="189" y="50"/>
                </a:lnTo>
                <a:lnTo>
                  <a:pt x="191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1" y="44"/>
                </a:lnTo>
                <a:lnTo>
                  <a:pt x="241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0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5" y="4"/>
                </a:lnTo>
                <a:lnTo>
                  <a:pt x="345" y="2"/>
                </a:lnTo>
                <a:lnTo>
                  <a:pt x="346" y="2"/>
                </a:lnTo>
                <a:lnTo>
                  <a:pt x="346" y="1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close/>
              </a:path>
            </a:pathLst>
          </a:custGeom>
          <a:solidFill>
            <a:srgbClr val="9DC7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154188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2" y="2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8" y="87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30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7"/>
                </a:lnTo>
                <a:lnTo>
                  <a:pt x="2233" y="106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1" y="89"/>
                </a:lnTo>
                <a:lnTo>
                  <a:pt x="2262" y="89"/>
                </a:lnTo>
                <a:lnTo>
                  <a:pt x="2262" y="88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1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80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90" y="443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2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1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6"/>
                </a:lnTo>
                <a:lnTo>
                  <a:pt x="2407" y="517"/>
                </a:lnTo>
                <a:lnTo>
                  <a:pt x="2406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8" y="655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7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0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60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5"/>
                </a:lnTo>
                <a:lnTo>
                  <a:pt x="2329" y="706"/>
                </a:lnTo>
                <a:lnTo>
                  <a:pt x="2336" y="715"/>
                </a:lnTo>
                <a:lnTo>
                  <a:pt x="2340" y="719"/>
                </a:lnTo>
                <a:lnTo>
                  <a:pt x="2340" y="720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2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1" y="749"/>
                </a:lnTo>
                <a:lnTo>
                  <a:pt x="2230" y="749"/>
                </a:lnTo>
                <a:lnTo>
                  <a:pt x="2230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19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4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3"/>
                </a:lnTo>
                <a:lnTo>
                  <a:pt x="2209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29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6" y="783"/>
                </a:lnTo>
                <a:lnTo>
                  <a:pt x="2237" y="785"/>
                </a:lnTo>
                <a:lnTo>
                  <a:pt x="2237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8" y="791"/>
                </a:lnTo>
                <a:lnTo>
                  <a:pt x="2236" y="792"/>
                </a:lnTo>
                <a:lnTo>
                  <a:pt x="2236" y="791"/>
                </a:lnTo>
                <a:lnTo>
                  <a:pt x="2235" y="791"/>
                </a:lnTo>
                <a:lnTo>
                  <a:pt x="2235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6" y="794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7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8" y="883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2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2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9" y="915"/>
                </a:lnTo>
                <a:lnTo>
                  <a:pt x="2339" y="917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7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5"/>
                </a:lnTo>
                <a:lnTo>
                  <a:pt x="2363" y="956"/>
                </a:lnTo>
                <a:lnTo>
                  <a:pt x="2363" y="957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7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7" y="1014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5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69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7" y="1088"/>
                </a:lnTo>
                <a:lnTo>
                  <a:pt x="2237" y="1089"/>
                </a:lnTo>
                <a:lnTo>
                  <a:pt x="2236" y="1088"/>
                </a:lnTo>
                <a:lnTo>
                  <a:pt x="2235" y="1088"/>
                </a:lnTo>
                <a:lnTo>
                  <a:pt x="2234" y="1088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31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7"/>
                </a:lnTo>
                <a:lnTo>
                  <a:pt x="2231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31" y="1099"/>
                </a:lnTo>
                <a:lnTo>
                  <a:pt x="2230" y="1099"/>
                </a:lnTo>
                <a:lnTo>
                  <a:pt x="2230" y="1100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1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4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1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1" y="1127"/>
                </a:lnTo>
                <a:lnTo>
                  <a:pt x="2160" y="1127"/>
                </a:lnTo>
                <a:lnTo>
                  <a:pt x="2160" y="1128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58" y="1130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7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1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59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59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0" y="1181"/>
                </a:lnTo>
                <a:lnTo>
                  <a:pt x="2060" y="1180"/>
                </a:lnTo>
                <a:lnTo>
                  <a:pt x="2061" y="1180"/>
                </a:lnTo>
                <a:lnTo>
                  <a:pt x="2061" y="1179"/>
                </a:lnTo>
                <a:lnTo>
                  <a:pt x="2060" y="1178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3" y="1143"/>
                </a:lnTo>
                <a:lnTo>
                  <a:pt x="2044" y="1143"/>
                </a:lnTo>
                <a:lnTo>
                  <a:pt x="2043" y="1143"/>
                </a:lnTo>
                <a:lnTo>
                  <a:pt x="2043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5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6" y="1126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0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1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0" y="1152"/>
                </a:lnTo>
                <a:lnTo>
                  <a:pt x="2000" y="1153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3" y="1189"/>
                </a:lnTo>
                <a:lnTo>
                  <a:pt x="1993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4" y="1194"/>
                </a:lnTo>
                <a:lnTo>
                  <a:pt x="1994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8" y="1229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0" y="1227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1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8" y="1181"/>
                </a:lnTo>
                <a:lnTo>
                  <a:pt x="1899" y="1182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5" y="1177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8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8" y="1157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6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5" y="1102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1" y="1106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21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4" y="1112"/>
                </a:lnTo>
                <a:lnTo>
                  <a:pt x="1802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8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79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3" y="1140"/>
                </a:lnTo>
                <a:lnTo>
                  <a:pt x="1773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1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6" y="1150"/>
                </a:lnTo>
                <a:lnTo>
                  <a:pt x="1776" y="1151"/>
                </a:lnTo>
                <a:lnTo>
                  <a:pt x="1775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3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49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0" y="1162"/>
                </a:lnTo>
                <a:lnTo>
                  <a:pt x="1739" y="1163"/>
                </a:lnTo>
                <a:lnTo>
                  <a:pt x="1738" y="1164"/>
                </a:lnTo>
                <a:lnTo>
                  <a:pt x="1735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4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6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7" y="1178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5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39" y="1188"/>
                </a:lnTo>
                <a:lnTo>
                  <a:pt x="1638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4" y="1190"/>
                </a:lnTo>
                <a:lnTo>
                  <a:pt x="1634" y="1191"/>
                </a:lnTo>
                <a:lnTo>
                  <a:pt x="1635" y="1191"/>
                </a:lnTo>
                <a:lnTo>
                  <a:pt x="1636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7" y="1203"/>
                </a:lnTo>
                <a:lnTo>
                  <a:pt x="1625" y="1203"/>
                </a:lnTo>
                <a:lnTo>
                  <a:pt x="1624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19" y="1200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5" y="1200"/>
                </a:lnTo>
                <a:lnTo>
                  <a:pt x="1603" y="1200"/>
                </a:lnTo>
                <a:lnTo>
                  <a:pt x="1603" y="1199"/>
                </a:lnTo>
                <a:lnTo>
                  <a:pt x="1602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4" y="1199"/>
                </a:lnTo>
                <a:lnTo>
                  <a:pt x="1595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7" y="1193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1"/>
                </a:lnTo>
                <a:lnTo>
                  <a:pt x="1595" y="1180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599" y="1176"/>
                </a:lnTo>
                <a:lnTo>
                  <a:pt x="1600" y="1176"/>
                </a:lnTo>
                <a:lnTo>
                  <a:pt x="1600" y="1175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8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3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7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8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1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2"/>
                </a:lnTo>
                <a:lnTo>
                  <a:pt x="1542" y="1173"/>
                </a:lnTo>
                <a:lnTo>
                  <a:pt x="1541" y="1173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6" y="1179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3"/>
                </a:lnTo>
                <a:lnTo>
                  <a:pt x="1537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6" y="1198"/>
                </a:lnTo>
                <a:lnTo>
                  <a:pt x="1536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7" y="1209"/>
                </a:lnTo>
                <a:lnTo>
                  <a:pt x="1516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09" y="1212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5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4" y="1219"/>
                </a:lnTo>
                <a:lnTo>
                  <a:pt x="1505" y="1219"/>
                </a:lnTo>
                <a:lnTo>
                  <a:pt x="1506" y="1220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6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3" y="1243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1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2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8"/>
                </a:lnTo>
                <a:lnTo>
                  <a:pt x="1526" y="1289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89"/>
                </a:lnTo>
                <a:lnTo>
                  <a:pt x="1522" y="1290"/>
                </a:lnTo>
                <a:lnTo>
                  <a:pt x="1521" y="1290"/>
                </a:lnTo>
                <a:lnTo>
                  <a:pt x="1521" y="1292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1" y="1300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6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3"/>
                </a:lnTo>
                <a:lnTo>
                  <a:pt x="1499" y="1312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3"/>
                </a:lnTo>
                <a:lnTo>
                  <a:pt x="1496" y="1314"/>
                </a:lnTo>
                <a:lnTo>
                  <a:pt x="1495" y="1315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0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8" y="1330"/>
                </a:lnTo>
                <a:lnTo>
                  <a:pt x="1417" y="1330"/>
                </a:lnTo>
                <a:lnTo>
                  <a:pt x="1416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6" y="1332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7" y="1338"/>
                </a:lnTo>
                <a:lnTo>
                  <a:pt x="1386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6" y="1365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8" y="1379"/>
                </a:lnTo>
                <a:lnTo>
                  <a:pt x="1338" y="1380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8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0" y="1404"/>
                </a:lnTo>
                <a:lnTo>
                  <a:pt x="1310" y="1403"/>
                </a:lnTo>
                <a:lnTo>
                  <a:pt x="1308" y="1402"/>
                </a:lnTo>
                <a:lnTo>
                  <a:pt x="1307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7" y="1403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8" y="1418"/>
                </a:lnTo>
                <a:lnTo>
                  <a:pt x="1278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5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6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5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3" y="1416"/>
                </a:lnTo>
                <a:lnTo>
                  <a:pt x="1233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2" y="1430"/>
                </a:lnTo>
                <a:lnTo>
                  <a:pt x="1221" y="1436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0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4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7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5" y="1430"/>
                </a:lnTo>
                <a:lnTo>
                  <a:pt x="854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2" y="1467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89" y="1486"/>
                </a:lnTo>
                <a:lnTo>
                  <a:pt x="790" y="1486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1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7" y="1480"/>
                </a:lnTo>
                <a:lnTo>
                  <a:pt x="366" y="1478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9"/>
                </a:lnTo>
                <a:lnTo>
                  <a:pt x="364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6" y="1386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3" y="1363"/>
                </a:lnTo>
                <a:lnTo>
                  <a:pt x="235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2"/>
                </a:lnTo>
                <a:lnTo>
                  <a:pt x="260" y="1341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39" y="1270"/>
                </a:lnTo>
                <a:lnTo>
                  <a:pt x="233" y="1269"/>
                </a:lnTo>
                <a:lnTo>
                  <a:pt x="225" y="1269"/>
                </a:lnTo>
                <a:lnTo>
                  <a:pt x="216" y="1277"/>
                </a:lnTo>
                <a:lnTo>
                  <a:pt x="205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6" y="1288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4"/>
                </a:lnTo>
                <a:lnTo>
                  <a:pt x="163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9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41" y="1297"/>
                </a:lnTo>
                <a:lnTo>
                  <a:pt x="140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8"/>
                </a:lnTo>
                <a:lnTo>
                  <a:pt x="106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5"/>
                </a:lnTo>
                <a:lnTo>
                  <a:pt x="105" y="1280"/>
                </a:lnTo>
                <a:lnTo>
                  <a:pt x="105" y="1279"/>
                </a:lnTo>
                <a:lnTo>
                  <a:pt x="105" y="1275"/>
                </a:lnTo>
                <a:lnTo>
                  <a:pt x="105" y="1274"/>
                </a:lnTo>
                <a:lnTo>
                  <a:pt x="105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41" y="1217"/>
                </a:lnTo>
                <a:lnTo>
                  <a:pt x="41" y="1216"/>
                </a:lnTo>
                <a:lnTo>
                  <a:pt x="42" y="1216"/>
                </a:lnTo>
                <a:lnTo>
                  <a:pt x="42" y="1215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2" y="1202"/>
                </a:lnTo>
                <a:lnTo>
                  <a:pt x="54" y="1201"/>
                </a:lnTo>
                <a:lnTo>
                  <a:pt x="54" y="1200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4"/>
                </a:lnTo>
                <a:lnTo>
                  <a:pt x="34" y="1142"/>
                </a:lnTo>
                <a:lnTo>
                  <a:pt x="33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4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0" y="1112"/>
                </a:lnTo>
                <a:lnTo>
                  <a:pt x="937" y="1117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3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0" y="1118"/>
                </a:lnTo>
                <a:lnTo>
                  <a:pt x="1051" y="1119"/>
                </a:lnTo>
                <a:lnTo>
                  <a:pt x="1062" y="1114"/>
                </a:lnTo>
                <a:lnTo>
                  <a:pt x="1065" y="1113"/>
                </a:lnTo>
                <a:lnTo>
                  <a:pt x="1066" y="1114"/>
                </a:lnTo>
                <a:lnTo>
                  <a:pt x="1068" y="1112"/>
                </a:lnTo>
                <a:lnTo>
                  <a:pt x="1092" y="1115"/>
                </a:lnTo>
                <a:lnTo>
                  <a:pt x="1093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2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6" y="1013"/>
                </a:lnTo>
                <a:lnTo>
                  <a:pt x="1278" y="1012"/>
                </a:lnTo>
                <a:lnTo>
                  <a:pt x="1281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0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3"/>
                </a:lnTo>
                <a:lnTo>
                  <a:pt x="1299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2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8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1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2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3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0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7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599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3" y="813"/>
                </a:lnTo>
                <a:lnTo>
                  <a:pt x="1615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0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4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0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5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4" y="714"/>
                </a:lnTo>
                <a:lnTo>
                  <a:pt x="1808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2" y="695"/>
                </a:lnTo>
                <a:lnTo>
                  <a:pt x="1864" y="695"/>
                </a:lnTo>
                <a:lnTo>
                  <a:pt x="1864" y="694"/>
                </a:lnTo>
                <a:lnTo>
                  <a:pt x="1864" y="692"/>
                </a:lnTo>
                <a:lnTo>
                  <a:pt x="1864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7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3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6"/>
                </a:lnTo>
                <a:lnTo>
                  <a:pt x="1880" y="686"/>
                </a:lnTo>
                <a:lnTo>
                  <a:pt x="1881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29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2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59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0" y="685"/>
                </a:lnTo>
                <a:lnTo>
                  <a:pt x="1992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3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39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49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2" y="652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8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6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2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2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6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7" y="556"/>
                </a:lnTo>
                <a:lnTo>
                  <a:pt x="1757" y="557"/>
                </a:lnTo>
                <a:lnTo>
                  <a:pt x="1736" y="562"/>
                </a:lnTo>
                <a:lnTo>
                  <a:pt x="1720" y="558"/>
                </a:lnTo>
                <a:lnTo>
                  <a:pt x="1706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7" y="545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9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5" y="365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0" y="345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5" y="318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3" y="306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1" y="273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4" y="230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8" y="85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7" y="5"/>
                </a:lnTo>
                <a:lnTo>
                  <a:pt x="2138" y="5"/>
                </a:lnTo>
                <a:lnTo>
                  <a:pt x="2139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AACF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234180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232200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244960" y="1288080"/>
            <a:ext cx="225360" cy="176040"/>
          </a:xfrm>
          <a:custGeom>
            <a:avLst/>
            <a:gdLst/>
            <a:ahLst/>
            <a:rect l="0" t="0" r="r" b="b"/>
            <a:pathLst>
              <a:path w="626" h="489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2" y="3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8" y="25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89" y="26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8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8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2" y="85"/>
                </a:lnTo>
                <a:lnTo>
                  <a:pt x="553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2" y="93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1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2"/>
                </a:lnTo>
                <a:lnTo>
                  <a:pt x="577" y="121"/>
                </a:lnTo>
                <a:lnTo>
                  <a:pt x="577" y="122"/>
                </a:lnTo>
                <a:lnTo>
                  <a:pt x="578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0" y="130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0" y="135"/>
                </a:lnTo>
                <a:lnTo>
                  <a:pt x="580" y="136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7" y="138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6" y="137"/>
                </a:lnTo>
                <a:lnTo>
                  <a:pt x="597" y="137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1" y="148"/>
                </a:lnTo>
                <a:lnTo>
                  <a:pt x="591" y="149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3" y="159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4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4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6" y="186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7" y="230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1"/>
                </a:lnTo>
                <a:lnTo>
                  <a:pt x="621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1" y="236"/>
                </a:lnTo>
                <a:lnTo>
                  <a:pt x="622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6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6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2"/>
                </a:lnTo>
                <a:lnTo>
                  <a:pt x="615" y="273"/>
                </a:lnTo>
                <a:lnTo>
                  <a:pt x="614" y="273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09" y="278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3" y="282"/>
                </a:lnTo>
                <a:lnTo>
                  <a:pt x="603" y="281"/>
                </a:lnTo>
                <a:lnTo>
                  <a:pt x="603" y="282"/>
                </a:lnTo>
                <a:lnTo>
                  <a:pt x="603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1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9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6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7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4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4" y="370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4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0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5"/>
                </a:lnTo>
                <a:lnTo>
                  <a:pt x="434" y="374"/>
                </a:lnTo>
                <a:lnTo>
                  <a:pt x="434" y="373"/>
                </a:lnTo>
                <a:lnTo>
                  <a:pt x="433" y="372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30" y="381"/>
                </a:lnTo>
                <a:lnTo>
                  <a:pt x="429" y="381"/>
                </a:lnTo>
                <a:lnTo>
                  <a:pt x="428" y="381"/>
                </a:lnTo>
                <a:lnTo>
                  <a:pt x="427" y="380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5" y="382"/>
                </a:lnTo>
                <a:lnTo>
                  <a:pt x="425" y="383"/>
                </a:lnTo>
                <a:lnTo>
                  <a:pt x="424" y="383"/>
                </a:lnTo>
                <a:lnTo>
                  <a:pt x="424" y="382"/>
                </a:lnTo>
                <a:lnTo>
                  <a:pt x="425" y="382"/>
                </a:lnTo>
                <a:lnTo>
                  <a:pt x="425" y="381"/>
                </a:lnTo>
                <a:lnTo>
                  <a:pt x="424" y="380"/>
                </a:lnTo>
                <a:lnTo>
                  <a:pt x="423" y="379"/>
                </a:lnTo>
                <a:lnTo>
                  <a:pt x="423" y="380"/>
                </a:lnTo>
                <a:lnTo>
                  <a:pt x="422" y="380"/>
                </a:lnTo>
                <a:lnTo>
                  <a:pt x="422" y="381"/>
                </a:lnTo>
                <a:lnTo>
                  <a:pt x="420" y="381"/>
                </a:lnTo>
                <a:lnTo>
                  <a:pt x="420" y="382"/>
                </a:lnTo>
                <a:lnTo>
                  <a:pt x="419" y="383"/>
                </a:lnTo>
                <a:lnTo>
                  <a:pt x="419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6"/>
                </a:lnTo>
                <a:lnTo>
                  <a:pt x="410" y="386"/>
                </a:lnTo>
                <a:lnTo>
                  <a:pt x="410" y="385"/>
                </a:lnTo>
                <a:lnTo>
                  <a:pt x="410" y="384"/>
                </a:lnTo>
                <a:lnTo>
                  <a:pt x="411" y="383"/>
                </a:lnTo>
                <a:lnTo>
                  <a:pt x="412" y="384"/>
                </a:lnTo>
                <a:lnTo>
                  <a:pt x="413" y="383"/>
                </a:lnTo>
                <a:lnTo>
                  <a:pt x="413" y="382"/>
                </a:lnTo>
                <a:lnTo>
                  <a:pt x="412" y="382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2" y="380"/>
                </a:lnTo>
                <a:lnTo>
                  <a:pt x="412" y="379"/>
                </a:lnTo>
                <a:lnTo>
                  <a:pt x="412" y="378"/>
                </a:lnTo>
                <a:lnTo>
                  <a:pt x="412" y="379"/>
                </a:lnTo>
                <a:lnTo>
                  <a:pt x="411" y="380"/>
                </a:lnTo>
                <a:lnTo>
                  <a:pt x="410" y="380"/>
                </a:lnTo>
                <a:lnTo>
                  <a:pt x="411" y="382"/>
                </a:lnTo>
                <a:lnTo>
                  <a:pt x="410" y="383"/>
                </a:lnTo>
                <a:lnTo>
                  <a:pt x="409" y="384"/>
                </a:lnTo>
                <a:lnTo>
                  <a:pt x="408" y="384"/>
                </a:lnTo>
                <a:lnTo>
                  <a:pt x="408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1" y="379"/>
                </a:lnTo>
                <a:lnTo>
                  <a:pt x="400" y="379"/>
                </a:lnTo>
                <a:lnTo>
                  <a:pt x="400" y="380"/>
                </a:lnTo>
                <a:lnTo>
                  <a:pt x="402" y="382"/>
                </a:lnTo>
                <a:lnTo>
                  <a:pt x="401" y="382"/>
                </a:lnTo>
                <a:lnTo>
                  <a:pt x="399" y="383"/>
                </a:lnTo>
                <a:lnTo>
                  <a:pt x="400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4"/>
                </a:lnTo>
                <a:lnTo>
                  <a:pt x="397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399" y="387"/>
                </a:lnTo>
                <a:lnTo>
                  <a:pt x="400" y="388"/>
                </a:lnTo>
                <a:lnTo>
                  <a:pt x="401" y="388"/>
                </a:lnTo>
                <a:lnTo>
                  <a:pt x="400" y="389"/>
                </a:lnTo>
                <a:lnTo>
                  <a:pt x="399" y="388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5" y="389"/>
                </a:lnTo>
                <a:lnTo>
                  <a:pt x="394" y="389"/>
                </a:lnTo>
                <a:lnTo>
                  <a:pt x="394" y="390"/>
                </a:lnTo>
                <a:lnTo>
                  <a:pt x="395" y="390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4"/>
                </a:lnTo>
                <a:lnTo>
                  <a:pt x="386" y="393"/>
                </a:lnTo>
                <a:lnTo>
                  <a:pt x="387" y="392"/>
                </a:lnTo>
                <a:lnTo>
                  <a:pt x="386" y="392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4" y="392"/>
                </a:lnTo>
                <a:lnTo>
                  <a:pt x="383" y="393"/>
                </a:lnTo>
                <a:lnTo>
                  <a:pt x="382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6" y="391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2"/>
                </a:lnTo>
                <a:lnTo>
                  <a:pt x="373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0" y="399"/>
                </a:lnTo>
                <a:lnTo>
                  <a:pt x="370" y="397"/>
                </a:lnTo>
                <a:lnTo>
                  <a:pt x="367" y="398"/>
                </a:lnTo>
                <a:lnTo>
                  <a:pt x="366" y="398"/>
                </a:lnTo>
                <a:lnTo>
                  <a:pt x="363" y="398"/>
                </a:lnTo>
                <a:lnTo>
                  <a:pt x="361" y="398"/>
                </a:lnTo>
                <a:lnTo>
                  <a:pt x="361" y="399"/>
                </a:lnTo>
                <a:lnTo>
                  <a:pt x="360" y="399"/>
                </a:lnTo>
                <a:lnTo>
                  <a:pt x="361" y="401"/>
                </a:lnTo>
                <a:lnTo>
                  <a:pt x="359" y="402"/>
                </a:lnTo>
                <a:lnTo>
                  <a:pt x="358" y="400"/>
                </a:lnTo>
                <a:lnTo>
                  <a:pt x="357" y="400"/>
                </a:lnTo>
                <a:lnTo>
                  <a:pt x="356" y="401"/>
                </a:lnTo>
                <a:lnTo>
                  <a:pt x="358" y="402"/>
                </a:lnTo>
                <a:lnTo>
                  <a:pt x="350" y="406"/>
                </a:lnTo>
                <a:lnTo>
                  <a:pt x="348" y="404"/>
                </a:lnTo>
                <a:lnTo>
                  <a:pt x="348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7"/>
                </a:lnTo>
                <a:lnTo>
                  <a:pt x="345" y="407"/>
                </a:lnTo>
                <a:lnTo>
                  <a:pt x="345" y="406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4" y="406"/>
                </a:lnTo>
                <a:lnTo>
                  <a:pt x="343" y="407"/>
                </a:lnTo>
                <a:lnTo>
                  <a:pt x="343" y="408"/>
                </a:lnTo>
                <a:lnTo>
                  <a:pt x="342" y="409"/>
                </a:lnTo>
                <a:lnTo>
                  <a:pt x="342" y="410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1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7" y="416"/>
                </a:lnTo>
                <a:lnTo>
                  <a:pt x="336" y="416"/>
                </a:lnTo>
                <a:lnTo>
                  <a:pt x="335" y="415"/>
                </a:lnTo>
                <a:lnTo>
                  <a:pt x="333" y="417"/>
                </a:lnTo>
                <a:lnTo>
                  <a:pt x="332" y="417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31" y="418"/>
                </a:lnTo>
                <a:lnTo>
                  <a:pt x="330" y="418"/>
                </a:lnTo>
                <a:lnTo>
                  <a:pt x="330" y="419"/>
                </a:lnTo>
                <a:lnTo>
                  <a:pt x="329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89" y="451"/>
                </a:lnTo>
                <a:lnTo>
                  <a:pt x="289" y="452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3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8"/>
                </a:lnTo>
                <a:lnTo>
                  <a:pt x="272" y="458"/>
                </a:lnTo>
                <a:lnTo>
                  <a:pt x="272" y="459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4" y="458"/>
                </a:lnTo>
                <a:lnTo>
                  <a:pt x="253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9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29" y="456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1" y="436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4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7" y="420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1" y="428"/>
                </a:lnTo>
                <a:lnTo>
                  <a:pt x="241" y="430"/>
                </a:lnTo>
                <a:lnTo>
                  <a:pt x="240" y="430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8" y="416"/>
                </a:lnTo>
                <a:lnTo>
                  <a:pt x="218" y="415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0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7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5"/>
                </a:lnTo>
                <a:lnTo>
                  <a:pt x="235" y="394"/>
                </a:lnTo>
                <a:lnTo>
                  <a:pt x="234" y="394"/>
                </a:lnTo>
                <a:lnTo>
                  <a:pt x="235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2" y="372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0" y="367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4"/>
                </a:lnTo>
                <a:lnTo>
                  <a:pt x="265" y="363"/>
                </a:lnTo>
                <a:lnTo>
                  <a:pt x="265" y="362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1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7" y="356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8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7" y="350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0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89" y="336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2" y="326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6" y="311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09" y="309"/>
                </a:lnTo>
                <a:lnTo>
                  <a:pt x="310" y="308"/>
                </a:lnTo>
                <a:lnTo>
                  <a:pt x="309" y="308"/>
                </a:lnTo>
                <a:lnTo>
                  <a:pt x="308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2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1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1"/>
                </a:lnTo>
                <a:lnTo>
                  <a:pt x="281" y="280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9" y="274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8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69" y="259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6" y="260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4" y="271"/>
                </a:lnTo>
                <a:lnTo>
                  <a:pt x="254" y="272"/>
                </a:lnTo>
                <a:lnTo>
                  <a:pt x="254" y="273"/>
                </a:lnTo>
                <a:lnTo>
                  <a:pt x="252" y="273"/>
                </a:lnTo>
                <a:lnTo>
                  <a:pt x="252" y="272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49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5" y="272"/>
                </a:lnTo>
                <a:lnTo>
                  <a:pt x="244" y="272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8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3" y="267"/>
                </a:lnTo>
                <a:lnTo>
                  <a:pt x="233" y="265"/>
                </a:lnTo>
                <a:lnTo>
                  <a:pt x="233" y="266"/>
                </a:lnTo>
                <a:lnTo>
                  <a:pt x="232" y="266"/>
                </a:lnTo>
                <a:lnTo>
                  <a:pt x="232" y="267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2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19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6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9" y="276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1" y="279"/>
                </a:lnTo>
                <a:lnTo>
                  <a:pt x="191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5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2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89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6" y="353"/>
                </a:lnTo>
                <a:lnTo>
                  <a:pt x="86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2" y="350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5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0"/>
                </a:lnTo>
                <a:lnTo>
                  <a:pt x="72" y="329"/>
                </a:lnTo>
                <a:lnTo>
                  <a:pt x="71" y="328"/>
                </a:lnTo>
                <a:lnTo>
                  <a:pt x="70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5" y="309"/>
                </a:lnTo>
                <a:lnTo>
                  <a:pt x="64" y="308"/>
                </a:lnTo>
                <a:lnTo>
                  <a:pt x="64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1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5" y="303"/>
                </a:lnTo>
                <a:lnTo>
                  <a:pt x="44" y="304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6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4"/>
                </a:lnTo>
                <a:lnTo>
                  <a:pt x="27" y="293"/>
                </a:lnTo>
                <a:lnTo>
                  <a:pt x="27" y="292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8" y="287"/>
                </a:lnTo>
                <a:lnTo>
                  <a:pt x="27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3" y="263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4" y="257"/>
                </a:lnTo>
                <a:lnTo>
                  <a:pt x="15" y="257"/>
                </a:lnTo>
                <a:lnTo>
                  <a:pt x="15" y="256"/>
                </a:lnTo>
                <a:lnTo>
                  <a:pt x="16" y="255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6" y="240"/>
                </a:lnTo>
                <a:lnTo>
                  <a:pt x="27" y="240"/>
                </a:lnTo>
                <a:lnTo>
                  <a:pt x="27" y="239"/>
                </a:lnTo>
                <a:lnTo>
                  <a:pt x="30" y="237"/>
                </a:lnTo>
                <a:lnTo>
                  <a:pt x="30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29"/>
                </a:lnTo>
                <a:lnTo>
                  <a:pt x="35" y="229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1" y="185"/>
                </a:lnTo>
                <a:lnTo>
                  <a:pt x="40" y="184"/>
                </a:lnTo>
                <a:lnTo>
                  <a:pt x="40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79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5" y="154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7" y="147"/>
                </a:lnTo>
                <a:lnTo>
                  <a:pt x="47" y="146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7" y="143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7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7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0"/>
                </a:lnTo>
                <a:lnTo>
                  <a:pt x="63" y="122"/>
                </a:lnTo>
                <a:lnTo>
                  <a:pt x="62" y="123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2" y="132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0" y="133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91" y="137"/>
                </a:lnTo>
                <a:lnTo>
                  <a:pt x="90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89" y="143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8" y="171"/>
                </a:lnTo>
                <a:lnTo>
                  <a:pt x="108" y="172"/>
                </a:lnTo>
                <a:lnTo>
                  <a:pt x="107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6" y="176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6" y="179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4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8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1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4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9" y="120"/>
                </a:lnTo>
                <a:lnTo>
                  <a:pt x="210" y="120"/>
                </a:lnTo>
                <a:lnTo>
                  <a:pt x="210" y="119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1" y="111"/>
                </a:lnTo>
                <a:lnTo>
                  <a:pt x="222" y="111"/>
                </a:lnTo>
                <a:lnTo>
                  <a:pt x="222" y="110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5"/>
                </a:lnTo>
                <a:lnTo>
                  <a:pt x="229" y="105"/>
                </a:lnTo>
                <a:lnTo>
                  <a:pt x="231" y="105"/>
                </a:lnTo>
                <a:lnTo>
                  <a:pt x="231" y="104"/>
                </a:lnTo>
                <a:lnTo>
                  <a:pt x="232" y="104"/>
                </a:lnTo>
                <a:lnTo>
                  <a:pt x="232" y="105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5" y="104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0" y="105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9"/>
                </a:lnTo>
                <a:lnTo>
                  <a:pt x="268" y="98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5" y="93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0" y="81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1" y="84"/>
                </a:lnTo>
                <a:lnTo>
                  <a:pt x="302" y="84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6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3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4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7" y="78"/>
                </a:lnTo>
                <a:lnTo>
                  <a:pt x="358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79"/>
                </a:lnTo>
                <a:lnTo>
                  <a:pt x="363" y="79"/>
                </a:lnTo>
                <a:lnTo>
                  <a:pt x="364" y="78"/>
                </a:lnTo>
                <a:lnTo>
                  <a:pt x="364" y="77"/>
                </a:lnTo>
                <a:lnTo>
                  <a:pt x="364" y="76"/>
                </a:lnTo>
                <a:lnTo>
                  <a:pt x="364" y="74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69"/>
                </a:lnTo>
                <a:lnTo>
                  <a:pt x="391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6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10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50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5" y="50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5" y="26"/>
                </a:lnTo>
                <a:lnTo>
                  <a:pt x="436" y="25"/>
                </a:lnTo>
                <a:lnTo>
                  <a:pt x="435" y="25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9" y="17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8"/>
                </a:lnTo>
                <a:lnTo>
                  <a:pt x="440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4"/>
                </a:lnTo>
                <a:lnTo>
                  <a:pt x="443" y="3"/>
                </a:lnTo>
                <a:lnTo>
                  <a:pt x="442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solidFill>
            <a:srgbClr val="AFD2E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6" y="3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38068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43972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262512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622600" y="1320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61432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261468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61540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33568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4" y="93"/>
                </a:lnTo>
                <a:lnTo>
                  <a:pt x="335" y="94"/>
                </a:lnTo>
                <a:lnTo>
                  <a:pt x="336" y="94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7" y="91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8" y="120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7" y="144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1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4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8" y="175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6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2"/>
                </a:lnTo>
                <a:lnTo>
                  <a:pt x="549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9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2" y="291"/>
                </a:lnTo>
                <a:lnTo>
                  <a:pt x="852" y="292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6" y="295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3"/>
                </a:lnTo>
                <a:lnTo>
                  <a:pt x="855" y="334"/>
                </a:lnTo>
                <a:lnTo>
                  <a:pt x="854" y="335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5" y="343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1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9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0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6"/>
                </a:lnTo>
                <a:lnTo>
                  <a:pt x="809" y="397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5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4"/>
                </a:lnTo>
                <a:lnTo>
                  <a:pt x="801" y="383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7"/>
                </a:lnTo>
                <a:lnTo>
                  <a:pt x="798" y="378"/>
                </a:lnTo>
                <a:lnTo>
                  <a:pt x="797" y="378"/>
                </a:lnTo>
                <a:lnTo>
                  <a:pt x="796" y="379"/>
                </a:lnTo>
                <a:lnTo>
                  <a:pt x="796" y="380"/>
                </a:lnTo>
                <a:lnTo>
                  <a:pt x="795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3"/>
                </a:lnTo>
                <a:lnTo>
                  <a:pt x="781" y="372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7" y="350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5" y="342"/>
                </a:lnTo>
                <a:lnTo>
                  <a:pt x="754" y="341"/>
                </a:lnTo>
                <a:lnTo>
                  <a:pt x="753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2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6" y="372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1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0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1" y="396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7"/>
                </a:lnTo>
                <a:lnTo>
                  <a:pt x="701" y="396"/>
                </a:lnTo>
                <a:lnTo>
                  <a:pt x="700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4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2" y="410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1" y="427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0" y="427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8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3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7" y="469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599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1" y="483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1" y="502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2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4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500"/>
                </a:lnTo>
                <a:lnTo>
                  <a:pt x="534" y="499"/>
                </a:lnTo>
                <a:lnTo>
                  <a:pt x="533" y="498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7" y="491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1" y="465"/>
                </a:lnTo>
                <a:lnTo>
                  <a:pt x="471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6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4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9" y="437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0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8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3" y="326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4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5" y="356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8"/>
                </a:lnTo>
                <a:lnTo>
                  <a:pt x="158" y="237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7" y="203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7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9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2" y="158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8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7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9" y="92"/>
                </a:lnTo>
                <a:lnTo>
                  <a:pt x="49" y="91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1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1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4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5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5" y="37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2"/>
                </a:lnTo>
                <a:lnTo>
                  <a:pt x="57" y="52"/>
                </a:lnTo>
                <a:lnTo>
                  <a:pt x="58" y="51"/>
                </a:lnTo>
                <a:lnTo>
                  <a:pt x="58" y="52"/>
                </a:lnTo>
                <a:lnTo>
                  <a:pt x="59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50"/>
                </a:lnTo>
                <a:lnTo>
                  <a:pt x="101" y="48"/>
                </a:lnTo>
                <a:lnTo>
                  <a:pt x="102" y="47"/>
                </a:lnTo>
                <a:lnTo>
                  <a:pt x="103" y="46"/>
                </a:lnTo>
                <a:lnTo>
                  <a:pt x="105" y="46"/>
                </a:lnTo>
                <a:lnTo>
                  <a:pt x="106" y="44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1"/>
                </a:lnTo>
                <a:lnTo>
                  <a:pt x="199" y="0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1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32092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0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4" y="9"/>
                </a:lnTo>
                <a:lnTo>
                  <a:pt x="246" y="10"/>
                </a:lnTo>
                <a:lnTo>
                  <a:pt x="248" y="11"/>
                </a:lnTo>
                <a:lnTo>
                  <a:pt x="250" y="12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9" y="16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2" y="19"/>
                </a:lnTo>
                <a:lnTo>
                  <a:pt x="273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2" y="24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7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9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60"/>
                </a:lnTo>
                <a:lnTo>
                  <a:pt x="410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8" y="88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46" y="102"/>
                </a:lnTo>
                <a:lnTo>
                  <a:pt x="450" y="103"/>
                </a:lnTo>
                <a:lnTo>
                  <a:pt x="450" y="104"/>
                </a:lnTo>
                <a:lnTo>
                  <a:pt x="451" y="105"/>
                </a:lnTo>
                <a:lnTo>
                  <a:pt x="452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7" y="129"/>
                </a:lnTo>
                <a:lnTo>
                  <a:pt x="468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1" y="139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4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5" y="158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6" y="177"/>
                </a:lnTo>
                <a:lnTo>
                  <a:pt x="486" y="178"/>
                </a:lnTo>
                <a:lnTo>
                  <a:pt x="487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5" y="201"/>
                </a:lnTo>
                <a:lnTo>
                  <a:pt x="495" y="202"/>
                </a:lnTo>
                <a:lnTo>
                  <a:pt x="496" y="203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1"/>
                </a:lnTo>
                <a:lnTo>
                  <a:pt x="508" y="211"/>
                </a:lnTo>
                <a:lnTo>
                  <a:pt x="508" y="212"/>
                </a:lnTo>
                <a:lnTo>
                  <a:pt x="507" y="213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1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4" y="228"/>
                </a:lnTo>
                <a:lnTo>
                  <a:pt x="513" y="228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0" y="237"/>
                </a:lnTo>
                <a:lnTo>
                  <a:pt x="511" y="237"/>
                </a:lnTo>
                <a:lnTo>
                  <a:pt x="512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7" y="229"/>
                </a:lnTo>
                <a:lnTo>
                  <a:pt x="519" y="229"/>
                </a:lnTo>
                <a:lnTo>
                  <a:pt x="520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7"/>
                </a:lnTo>
                <a:lnTo>
                  <a:pt x="518" y="237"/>
                </a:lnTo>
                <a:lnTo>
                  <a:pt x="518" y="238"/>
                </a:lnTo>
                <a:lnTo>
                  <a:pt x="517" y="239"/>
                </a:lnTo>
                <a:lnTo>
                  <a:pt x="516" y="241"/>
                </a:lnTo>
                <a:lnTo>
                  <a:pt x="515" y="242"/>
                </a:lnTo>
                <a:lnTo>
                  <a:pt x="515" y="243"/>
                </a:lnTo>
                <a:lnTo>
                  <a:pt x="516" y="243"/>
                </a:lnTo>
                <a:lnTo>
                  <a:pt x="516" y="245"/>
                </a:lnTo>
                <a:lnTo>
                  <a:pt x="516" y="247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3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8" y="274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2" y="289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7"/>
                </a:lnTo>
                <a:lnTo>
                  <a:pt x="552" y="299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4" y="311"/>
                </a:lnTo>
                <a:lnTo>
                  <a:pt x="553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6" y="326"/>
                </a:lnTo>
                <a:lnTo>
                  <a:pt x="555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1" y="336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9" y="339"/>
                </a:lnTo>
                <a:lnTo>
                  <a:pt x="570" y="339"/>
                </a:lnTo>
                <a:lnTo>
                  <a:pt x="572" y="339"/>
                </a:lnTo>
                <a:lnTo>
                  <a:pt x="573" y="339"/>
                </a:lnTo>
                <a:lnTo>
                  <a:pt x="575" y="340"/>
                </a:lnTo>
                <a:lnTo>
                  <a:pt x="577" y="340"/>
                </a:lnTo>
                <a:lnTo>
                  <a:pt x="578" y="340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6"/>
                </a:lnTo>
                <a:lnTo>
                  <a:pt x="579" y="347"/>
                </a:lnTo>
                <a:lnTo>
                  <a:pt x="578" y="348"/>
                </a:lnTo>
                <a:lnTo>
                  <a:pt x="578" y="350"/>
                </a:lnTo>
                <a:lnTo>
                  <a:pt x="577" y="351"/>
                </a:lnTo>
                <a:lnTo>
                  <a:pt x="576" y="352"/>
                </a:lnTo>
                <a:lnTo>
                  <a:pt x="574" y="354"/>
                </a:lnTo>
                <a:lnTo>
                  <a:pt x="573" y="354"/>
                </a:lnTo>
                <a:lnTo>
                  <a:pt x="573" y="355"/>
                </a:lnTo>
                <a:lnTo>
                  <a:pt x="571" y="357"/>
                </a:lnTo>
                <a:lnTo>
                  <a:pt x="571" y="358"/>
                </a:lnTo>
                <a:lnTo>
                  <a:pt x="570" y="359"/>
                </a:lnTo>
                <a:lnTo>
                  <a:pt x="570" y="361"/>
                </a:lnTo>
                <a:lnTo>
                  <a:pt x="569" y="362"/>
                </a:lnTo>
                <a:lnTo>
                  <a:pt x="569" y="363"/>
                </a:lnTo>
                <a:lnTo>
                  <a:pt x="569" y="364"/>
                </a:lnTo>
                <a:lnTo>
                  <a:pt x="569" y="365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4" y="373"/>
                </a:lnTo>
                <a:lnTo>
                  <a:pt x="573" y="374"/>
                </a:lnTo>
                <a:lnTo>
                  <a:pt x="573" y="375"/>
                </a:lnTo>
                <a:lnTo>
                  <a:pt x="572" y="380"/>
                </a:lnTo>
                <a:lnTo>
                  <a:pt x="572" y="382"/>
                </a:lnTo>
                <a:lnTo>
                  <a:pt x="572" y="383"/>
                </a:lnTo>
                <a:lnTo>
                  <a:pt x="573" y="383"/>
                </a:lnTo>
                <a:lnTo>
                  <a:pt x="573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79" y="387"/>
                </a:lnTo>
                <a:lnTo>
                  <a:pt x="581" y="387"/>
                </a:lnTo>
                <a:lnTo>
                  <a:pt x="583" y="388"/>
                </a:lnTo>
                <a:lnTo>
                  <a:pt x="584" y="388"/>
                </a:lnTo>
                <a:lnTo>
                  <a:pt x="585" y="389"/>
                </a:lnTo>
                <a:lnTo>
                  <a:pt x="585" y="390"/>
                </a:lnTo>
                <a:lnTo>
                  <a:pt x="585" y="392"/>
                </a:lnTo>
                <a:lnTo>
                  <a:pt x="585" y="393"/>
                </a:lnTo>
                <a:lnTo>
                  <a:pt x="585" y="395"/>
                </a:lnTo>
                <a:lnTo>
                  <a:pt x="586" y="396"/>
                </a:lnTo>
                <a:lnTo>
                  <a:pt x="586" y="397"/>
                </a:lnTo>
                <a:lnTo>
                  <a:pt x="587" y="399"/>
                </a:lnTo>
                <a:lnTo>
                  <a:pt x="588" y="400"/>
                </a:lnTo>
                <a:lnTo>
                  <a:pt x="590" y="401"/>
                </a:lnTo>
                <a:lnTo>
                  <a:pt x="592" y="401"/>
                </a:lnTo>
                <a:lnTo>
                  <a:pt x="594" y="402"/>
                </a:lnTo>
                <a:lnTo>
                  <a:pt x="594" y="403"/>
                </a:lnTo>
                <a:lnTo>
                  <a:pt x="595" y="403"/>
                </a:lnTo>
                <a:lnTo>
                  <a:pt x="596" y="404"/>
                </a:lnTo>
                <a:lnTo>
                  <a:pt x="597" y="406"/>
                </a:lnTo>
                <a:lnTo>
                  <a:pt x="597" y="407"/>
                </a:lnTo>
                <a:lnTo>
                  <a:pt x="598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8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8" y="410"/>
                </a:lnTo>
                <a:lnTo>
                  <a:pt x="619" y="410"/>
                </a:lnTo>
                <a:lnTo>
                  <a:pt x="620" y="410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9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7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7" y="410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5" y="407"/>
                </a:lnTo>
                <a:lnTo>
                  <a:pt x="657" y="407"/>
                </a:lnTo>
                <a:lnTo>
                  <a:pt x="659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0" y="407"/>
                </a:lnTo>
                <a:lnTo>
                  <a:pt x="671" y="407"/>
                </a:lnTo>
                <a:lnTo>
                  <a:pt x="673" y="408"/>
                </a:lnTo>
                <a:lnTo>
                  <a:pt x="675" y="409"/>
                </a:lnTo>
                <a:lnTo>
                  <a:pt x="677" y="409"/>
                </a:lnTo>
                <a:lnTo>
                  <a:pt x="679" y="410"/>
                </a:lnTo>
                <a:lnTo>
                  <a:pt x="680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6"/>
                </a:lnTo>
                <a:lnTo>
                  <a:pt x="683" y="406"/>
                </a:lnTo>
                <a:lnTo>
                  <a:pt x="683" y="407"/>
                </a:lnTo>
                <a:lnTo>
                  <a:pt x="684" y="407"/>
                </a:lnTo>
                <a:lnTo>
                  <a:pt x="686" y="407"/>
                </a:lnTo>
                <a:lnTo>
                  <a:pt x="687" y="408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5" y="412"/>
                </a:lnTo>
                <a:lnTo>
                  <a:pt x="685" y="413"/>
                </a:lnTo>
                <a:lnTo>
                  <a:pt x="683" y="414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8"/>
                </a:lnTo>
                <a:lnTo>
                  <a:pt x="689" y="418"/>
                </a:lnTo>
                <a:lnTo>
                  <a:pt x="691" y="417"/>
                </a:lnTo>
                <a:lnTo>
                  <a:pt x="692" y="417"/>
                </a:lnTo>
                <a:lnTo>
                  <a:pt x="694" y="417"/>
                </a:lnTo>
                <a:lnTo>
                  <a:pt x="695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6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5"/>
                </a:lnTo>
                <a:lnTo>
                  <a:pt x="709" y="427"/>
                </a:lnTo>
                <a:lnTo>
                  <a:pt x="709" y="428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3" y="431"/>
                </a:lnTo>
                <a:lnTo>
                  <a:pt x="714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8" y="430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2" y="427"/>
                </a:lnTo>
                <a:lnTo>
                  <a:pt x="724" y="426"/>
                </a:lnTo>
                <a:lnTo>
                  <a:pt x="725" y="426"/>
                </a:lnTo>
                <a:lnTo>
                  <a:pt x="727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9"/>
                </a:lnTo>
                <a:lnTo>
                  <a:pt x="732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2"/>
                </a:lnTo>
                <a:lnTo>
                  <a:pt x="742" y="422"/>
                </a:lnTo>
                <a:lnTo>
                  <a:pt x="744" y="422"/>
                </a:lnTo>
                <a:lnTo>
                  <a:pt x="745" y="422"/>
                </a:lnTo>
                <a:lnTo>
                  <a:pt x="746" y="423"/>
                </a:lnTo>
                <a:lnTo>
                  <a:pt x="747" y="423"/>
                </a:lnTo>
                <a:lnTo>
                  <a:pt x="748" y="423"/>
                </a:lnTo>
                <a:lnTo>
                  <a:pt x="749" y="424"/>
                </a:lnTo>
                <a:lnTo>
                  <a:pt x="751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4" y="434"/>
                </a:lnTo>
                <a:lnTo>
                  <a:pt x="754" y="435"/>
                </a:lnTo>
                <a:lnTo>
                  <a:pt x="754" y="436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7" y="439"/>
                </a:lnTo>
                <a:lnTo>
                  <a:pt x="758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8"/>
                </a:lnTo>
                <a:lnTo>
                  <a:pt x="763" y="438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9" y="437"/>
                </a:lnTo>
                <a:lnTo>
                  <a:pt x="769" y="438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5"/>
                </a:lnTo>
                <a:lnTo>
                  <a:pt x="772" y="446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1" y="453"/>
                </a:lnTo>
                <a:lnTo>
                  <a:pt x="781" y="454"/>
                </a:lnTo>
                <a:lnTo>
                  <a:pt x="781" y="455"/>
                </a:lnTo>
                <a:lnTo>
                  <a:pt x="782" y="456"/>
                </a:lnTo>
                <a:lnTo>
                  <a:pt x="783" y="456"/>
                </a:lnTo>
                <a:lnTo>
                  <a:pt x="784" y="456"/>
                </a:lnTo>
                <a:lnTo>
                  <a:pt x="786" y="456"/>
                </a:lnTo>
                <a:lnTo>
                  <a:pt x="787" y="457"/>
                </a:lnTo>
                <a:lnTo>
                  <a:pt x="788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3"/>
                </a:lnTo>
                <a:lnTo>
                  <a:pt x="791" y="464"/>
                </a:lnTo>
                <a:lnTo>
                  <a:pt x="792" y="464"/>
                </a:lnTo>
                <a:lnTo>
                  <a:pt x="793" y="465"/>
                </a:lnTo>
                <a:lnTo>
                  <a:pt x="794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11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4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6" y="479"/>
                </a:lnTo>
                <a:lnTo>
                  <a:pt x="828" y="478"/>
                </a:lnTo>
                <a:lnTo>
                  <a:pt x="830" y="478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0" y="479"/>
                </a:lnTo>
                <a:lnTo>
                  <a:pt x="851" y="479"/>
                </a:lnTo>
                <a:lnTo>
                  <a:pt x="852" y="479"/>
                </a:lnTo>
                <a:lnTo>
                  <a:pt x="854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1" y="488"/>
                </a:lnTo>
                <a:lnTo>
                  <a:pt x="851" y="489"/>
                </a:lnTo>
                <a:lnTo>
                  <a:pt x="850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8" y="495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500"/>
                </a:lnTo>
                <a:lnTo>
                  <a:pt x="845" y="501"/>
                </a:lnTo>
                <a:lnTo>
                  <a:pt x="845" y="502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3" y="505"/>
                </a:lnTo>
                <a:lnTo>
                  <a:pt x="842" y="505"/>
                </a:lnTo>
                <a:lnTo>
                  <a:pt x="842" y="506"/>
                </a:lnTo>
                <a:lnTo>
                  <a:pt x="842" y="507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4"/>
                </a:lnTo>
                <a:lnTo>
                  <a:pt x="850" y="515"/>
                </a:lnTo>
                <a:lnTo>
                  <a:pt x="850" y="517"/>
                </a:lnTo>
                <a:lnTo>
                  <a:pt x="850" y="518"/>
                </a:lnTo>
                <a:lnTo>
                  <a:pt x="851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2" y="526"/>
                </a:lnTo>
                <a:lnTo>
                  <a:pt x="862" y="527"/>
                </a:lnTo>
                <a:lnTo>
                  <a:pt x="862" y="528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4"/>
                </a:lnTo>
                <a:lnTo>
                  <a:pt x="864" y="545"/>
                </a:lnTo>
                <a:lnTo>
                  <a:pt x="864" y="546"/>
                </a:lnTo>
                <a:lnTo>
                  <a:pt x="863" y="546"/>
                </a:lnTo>
                <a:lnTo>
                  <a:pt x="863" y="547"/>
                </a:lnTo>
                <a:lnTo>
                  <a:pt x="863" y="548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1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1" y="567"/>
                </a:lnTo>
                <a:lnTo>
                  <a:pt x="861" y="568"/>
                </a:lnTo>
                <a:lnTo>
                  <a:pt x="862" y="569"/>
                </a:lnTo>
                <a:lnTo>
                  <a:pt x="863" y="569"/>
                </a:lnTo>
                <a:lnTo>
                  <a:pt x="864" y="570"/>
                </a:lnTo>
                <a:lnTo>
                  <a:pt x="867" y="572"/>
                </a:lnTo>
                <a:lnTo>
                  <a:pt x="870" y="574"/>
                </a:lnTo>
                <a:lnTo>
                  <a:pt x="872" y="575"/>
                </a:lnTo>
                <a:lnTo>
                  <a:pt x="873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5" y="579"/>
                </a:lnTo>
                <a:lnTo>
                  <a:pt x="876" y="580"/>
                </a:lnTo>
                <a:lnTo>
                  <a:pt x="877" y="581"/>
                </a:lnTo>
                <a:lnTo>
                  <a:pt x="877" y="582"/>
                </a:lnTo>
                <a:lnTo>
                  <a:pt x="878" y="584"/>
                </a:lnTo>
                <a:lnTo>
                  <a:pt x="880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91"/>
                </a:lnTo>
                <a:lnTo>
                  <a:pt x="881" y="593"/>
                </a:lnTo>
                <a:lnTo>
                  <a:pt x="881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3" y="600"/>
                </a:lnTo>
                <a:lnTo>
                  <a:pt x="884" y="600"/>
                </a:lnTo>
                <a:lnTo>
                  <a:pt x="885" y="601"/>
                </a:lnTo>
                <a:lnTo>
                  <a:pt x="887" y="601"/>
                </a:lnTo>
                <a:lnTo>
                  <a:pt x="889" y="602"/>
                </a:lnTo>
                <a:lnTo>
                  <a:pt x="890" y="602"/>
                </a:lnTo>
                <a:lnTo>
                  <a:pt x="893" y="602"/>
                </a:lnTo>
                <a:lnTo>
                  <a:pt x="895" y="602"/>
                </a:lnTo>
                <a:lnTo>
                  <a:pt x="896" y="602"/>
                </a:lnTo>
                <a:lnTo>
                  <a:pt x="901" y="600"/>
                </a:lnTo>
                <a:lnTo>
                  <a:pt x="902" y="600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7"/>
                </a:lnTo>
                <a:lnTo>
                  <a:pt x="908" y="597"/>
                </a:lnTo>
                <a:lnTo>
                  <a:pt x="909" y="596"/>
                </a:lnTo>
                <a:lnTo>
                  <a:pt x="910" y="596"/>
                </a:lnTo>
                <a:lnTo>
                  <a:pt x="911" y="596"/>
                </a:lnTo>
                <a:lnTo>
                  <a:pt x="912" y="597"/>
                </a:lnTo>
                <a:lnTo>
                  <a:pt x="913" y="597"/>
                </a:lnTo>
                <a:lnTo>
                  <a:pt x="915" y="597"/>
                </a:lnTo>
                <a:lnTo>
                  <a:pt x="916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7"/>
                </a:lnTo>
                <a:lnTo>
                  <a:pt x="922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29" y="596"/>
                </a:lnTo>
                <a:lnTo>
                  <a:pt x="931" y="596"/>
                </a:lnTo>
                <a:lnTo>
                  <a:pt x="932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6" y="603"/>
                </a:lnTo>
                <a:lnTo>
                  <a:pt x="938" y="604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5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0" y="600"/>
                </a:lnTo>
                <a:lnTo>
                  <a:pt x="951" y="600"/>
                </a:lnTo>
                <a:lnTo>
                  <a:pt x="952" y="600"/>
                </a:lnTo>
                <a:lnTo>
                  <a:pt x="954" y="601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3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79" y="600"/>
                </a:lnTo>
                <a:lnTo>
                  <a:pt x="980" y="600"/>
                </a:lnTo>
                <a:lnTo>
                  <a:pt x="982" y="600"/>
                </a:lnTo>
                <a:lnTo>
                  <a:pt x="984" y="600"/>
                </a:lnTo>
                <a:lnTo>
                  <a:pt x="986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599"/>
                </a:lnTo>
                <a:lnTo>
                  <a:pt x="993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599"/>
                </a:lnTo>
                <a:lnTo>
                  <a:pt x="997" y="600"/>
                </a:lnTo>
                <a:lnTo>
                  <a:pt x="998" y="600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2" y="599"/>
                </a:lnTo>
                <a:lnTo>
                  <a:pt x="1024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30" y="596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4" y="577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3" y="571"/>
                </a:lnTo>
                <a:lnTo>
                  <a:pt x="1053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59" y="567"/>
                </a:lnTo>
                <a:lnTo>
                  <a:pt x="1064" y="566"/>
                </a:lnTo>
                <a:lnTo>
                  <a:pt x="1065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8" y="560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3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7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7" y="552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4" y="550"/>
                </a:lnTo>
                <a:lnTo>
                  <a:pt x="1125" y="551"/>
                </a:lnTo>
                <a:lnTo>
                  <a:pt x="1126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30" y="549"/>
                </a:lnTo>
                <a:lnTo>
                  <a:pt x="1130" y="548"/>
                </a:lnTo>
                <a:lnTo>
                  <a:pt x="1130" y="547"/>
                </a:lnTo>
                <a:lnTo>
                  <a:pt x="1130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9"/>
                </a:lnTo>
                <a:lnTo>
                  <a:pt x="1153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3" y="530"/>
                </a:lnTo>
                <a:lnTo>
                  <a:pt x="1174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3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3" y="527"/>
                </a:lnTo>
                <a:lnTo>
                  <a:pt x="1205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1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1" y="529"/>
                </a:lnTo>
                <a:lnTo>
                  <a:pt x="1232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3"/>
                </a:lnTo>
                <a:lnTo>
                  <a:pt x="1251" y="522"/>
                </a:lnTo>
                <a:lnTo>
                  <a:pt x="1252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7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7" y="564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5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1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7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5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5"/>
                </a:lnTo>
                <a:lnTo>
                  <a:pt x="1169" y="645"/>
                </a:lnTo>
                <a:lnTo>
                  <a:pt x="1169" y="646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3" y="650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5" y="668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1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7" y="690"/>
                </a:lnTo>
                <a:lnTo>
                  <a:pt x="1157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7" y="698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7" y="704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8"/>
                </a:lnTo>
                <a:lnTo>
                  <a:pt x="1156" y="709"/>
                </a:lnTo>
                <a:lnTo>
                  <a:pt x="1153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4" y="723"/>
                </a:lnTo>
                <a:lnTo>
                  <a:pt x="1143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1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4" y="729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30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8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49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6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7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0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4"/>
                </a:lnTo>
                <a:lnTo>
                  <a:pt x="1127" y="775"/>
                </a:lnTo>
                <a:lnTo>
                  <a:pt x="1126" y="775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4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2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8" y="796"/>
                </a:lnTo>
                <a:lnTo>
                  <a:pt x="1108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4" y="804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5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9" y="808"/>
                </a:lnTo>
                <a:lnTo>
                  <a:pt x="1109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8" y="812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3"/>
                </a:lnTo>
                <a:lnTo>
                  <a:pt x="1106" y="812"/>
                </a:lnTo>
                <a:lnTo>
                  <a:pt x="1105" y="812"/>
                </a:lnTo>
                <a:lnTo>
                  <a:pt x="1104" y="812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3"/>
                </a:lnTo>
                <a:lnTo>
                  <a:pt x="1102" y="813"/>
                </a:lnTo>
                <a:lnTo>
                  <a:pt x="1102" y="814"/>
                </a:lnTo>
                <a:lnTo>
                  <a:pt x="1103" y="814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3" y="818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18"/>
                </a:lnTo>
                <a:lnTo>
                  <a:pt x="1096" y="818"/>
                </a:lnTo>
                <a:lnTo>
                  <a:pt x="1096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19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0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1" y="821"/>
                </a:lnTo>
                <a:lnTo>
                  <a:pt x="1090" y="821"/>
                </a:lnTo>
                <a:lnTo>
                  <a:pt x="1090" y="822"/>
                </a:lnTo>
                <a:lnTo>
                  <a:pt x="1089" y="822"/>
                </a:lnTo>
                <a:lnTo>
                  <a:pt x="1088" y="822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2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79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78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9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6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6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976" y="851"/>
                </a:lnTo>
                <a:lnTo>
                  <a:pt x="975" y="851"/>
                </a:lnTo>
                <a:lnTo>
                  <a:pt x="975" y="849"/>
                </a:lnTo>
                <a:lnTo>
                  <a:pt x="974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5"/>
                </a:lnTo>
                <a:lnTo>
                  <a:pt x="968" y="843"/>
                </a:lnTo>
                <a:lnTo>
                  <a:pt x="968" y="842"/>
                </a:lnTo>
                <a:lnTo>
                  <a:pt x="965" y="841"/>
                </a:lnTo>
                <a:lnTo>
                  <a:pt x="964" y="841"/>
                </a:lnTo>
                <a:lnTo>
                  <a:pt x="963" y="841"/>
                </a:lnTo>
                <a:lnTo>
                  <a:pt x="963" y="842"/>
                </a:lnTo>
                <a:lnTo>
                  <a:pt x="963" y="843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59" y="847"/>
                </a:lnTo>
                <a:lnTo>
                  <a:pt x="957" y="849"/>
                </a:lnTo>
                <a:lnTo>
                  <a:pt x="956" y="850"/>
                </a:lnTo>
                <a:lnTo>
                  <a:pt x="956" y="851"/>
                </a:lnTo>
                <a:lnTo>
                  <a:pt x="955" y="852"/>
                </a:lnTo>
                <a:lnTo>
                  <a:pt x="955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4"/>
                </a:lnTo>
                <a:lnTo>
                  <a:pt x="953" y="854"/>
                </a:lnTo>
                <a:lnTo>
                  <a:pt x="952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6" y="855"/>
                </a:lnTo>
                <a:lnTo>
                  <a:pt x="945" y="857"/>
                </a:lnTo>
                <a:lnTo>
                  <a:pt x="944" y="858"/>
                </a:lnTo>
                <a:lnTo>
                  <a:pt x="943" y="860"/>
                </a:lnTo>
                <a:lnTo>
                  <a:pt x="943" y="861"/>
                </a:lnTo>
                <a:lnTo>
                  <a:pt x="945" y="861"/>
                </a:lnTo>
                <a:lnTo>
                  <a:pt x="947" y="861"/>
                </a:lnTo>
                <a:lnTo>
                  <a:pt x="946" y="862"/>
                </a:lnTo>
                <a:lnTo>
                  <a:pt x="947" y="863"/>
                </a:lnTo>
                <a:lnTo>
                  <a:pt x="947" y="864"/>
                </a:lnTo>
                <a:lnTo>
                  <a:pt x="946" y="865"/>
                </a:lnTo>
                <a:lnTo>
                  <a:pt x="945" y="866"/>
                </a:lnTo>
                <a:lnTo>
                  <a:pt x="942" y="868"/>
                </a:lnTo>
                <a:lnTo>
                  <a:pt x="941" y="869"/>
                </a:lnTo>
                <a:lnTo>
                  <a:pt x="940" y="870"/>
                </a:lnTo>
                <a:lnTo>
                  <a:pt x="939" y="870"/>
                </a:lnTo>
                <a:lnTo>
                  <a:pt x="937" y="872"/>
                </a:lnTo>
                <a:lnTo>
                  <a:pt x="936" y="872"/>
                </a:lnTo>
                <a:lnTo>
                  <a:pt x="935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0" y="876"/>
                </a:lnTo>
                <a:lnTo>
                  <a:pt x="929" y="876"/>
                </a:lnTo>
                <a:lnTo>
                  <a:pt x="928" y="877"/>
                </a:lnTo>
                <a:lnTo>
                  <a:pt x="928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2" y="878"/>
                </a:lnTo>
                <a:lnTo>
                  <a:pt x="921" y="878"/>
                </a:lnTo>
                <a:lnTo>
                  <a:pt x="920" y="878"/>
                </a:lnTo>
                <a:lnTo>
                  <a:pt x="919" y="879"/>
                </a:lnTo>
                <a:lnTo>
                  <a:pt x="918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2" y="881"/>
                </a:lnTo>
                <a:lnTo>
                  <a:pt x="912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5"/>
                </a:lnTo>
                <a:lnTo>
                  <a:pt x="903" y="884"/>
                </a:lnTo>
                <a:lnTo>
                  <a:pt x="902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3"/>
                </a:lnTo>
                <a:lnTo>
                  <a:pt x="893" y="883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3" y="886"/>
                </a:lnTo>
                <a:lnTo>
                  <a:pt x="893" y="887"/>
                </a:lnTo>
                <a:lnTo>
                  <a:pt x="893" y="888"/>
                </a:lnTo>
                <a:lnTo>
                  <a:pt x="892" y="888"/>
                </a:lnTo>
                <a:lnTo>
                  <a:pt x="890" y="889"/>
                </a:lnTo>
                <a:lnTo>
                  <a:pt x="889" y="889"/>
                </a:lnTo>
                <a:lnTo>
                  <a:pt x="888" y="890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6" y="890"/>
                </a:lnTo>
                <a:lnTo>
                  <a:pt x="883" y="890"/>
                </a:lnTo>
                <a:lnTo>
                  <a:pt x="882" y="891"/>
                </a:lnTo>
                <a:lnTo>
                  <a:pt x="881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6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90" y="899"/>
                </a:lnTo>
                <a:lnTo>
                  <a:pt x="890" y="901"/>
                </a:lnTo>
                <a:lnTo>
                  <a:pt x="891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8" y="919"/>
                </a:lnTo>
                <a:lnTo>
                  <a:pt x="899" y="924"/>
                </a:lnTo>
                <a:lnTo>
                  <a:pt x="905" y="948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8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7" y="981"/>
                </a:lnTo>
                <a:lnTo>
                  <a:pt x="907" y="982"/>
                </a:lnTo>
                <a:lnTo>
                  <a:pt x="906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9" y="985"/>
                </a:lnTo>
                <a:lnTo>
                  <a:pt x="908" y="986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0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5" y="994"/>
                </a:lnTo>
                <a:lnTo>
                  <a:pt x="905" y="995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5" y="999"/>
                </a:lnTo>
                <a:lnTo>
                  <a:pt x="904" y="999"/>
                </a:lnTo>
                <a:lnTo>
                  <a:pt x="904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6" y="1005"/>
                </a:lnTo>
                <a:lnTo>
                  <a:pt x="905" y="1005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5" y="1007"/>
                </a:lnTo>
                <a:lnTo>
                  <a:pt x="905" y="1008"/>
                </a:lnTo>
                <a:lnTo>
                  <a:pt x="905" y="1009"/>
                </a:lnTo>
                <a:lnTo>
                  <a:pt x="904" y="1010"/>
                </a:lnTo>
                <a:lnTo>
                  <a:pt x="904" y="1011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5" y="1015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4" y="1018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3" y="1022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2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9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09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1" y="1031"/>
                </a:lnTo>
                <a:lnTo>
                  <a:pt x="912" y="1031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4"/>
                </a:lnTo>
                <a:lnTo>
                  <a:pt x="903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3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8" y="1030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1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7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6"/>
                </a:lnTo>
                <a:lnTo>
                  <a:pt x="871" y="1035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69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8" y="1029"/>
                </a:lnTo>
                <a:lnTo>
                  <a:pt x="867" y="1029"/>
                </a:lnTo>
                <a:lnTo>
                  <a:pt x="866" y="1028"/>
                </a:lnTo>
                <a:lnTo>
                  <a:pt x="866" y="1027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5"/>
                </a:lnTo>
                <a:lnTo>
                  <a:pt x="861" y="1024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1"/>
                </a:lnTo>
                <a:lnTo>
                  <a:pt x="854" y="1021"/>
                </a:lnTo>
                <a:lnTo>
                  <a:pt x="854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1" y="1019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8"/>
                </a:lnTo>
                <a:lnTo>
                  <a:pt x="851" y="1017"/>
                </a:lnTo>
                <a:lnTo>
                  <a:pt x="850" y="1017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7"/>
                </a:lnTo>
                <a:lnTo>
                  <a:pt x="848" y="1018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5"/>
                </a:lnTo>
                <a:lnTo>
                  <a:pt x="835" y="1015"/>
                </a:lnTo>
                <a:lnTo>
                  <a:pt x="834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1" y="1014"/>
                </a:lnTo>
                <a:lnTo>
                  <a:pt x="831" y="1013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7"/>
                </a:lnTo>
                <a:lnTo>
                  <a:pt x="828" y="996"/>
                </a:lnTo>
                <a:lnTo>
                  <a:pt x="827" y="995"/>
                </a:lnTo>
                <a:lnTo>
                  <a:pt x="828" y="994"/>
                </a:lnTo>
                <a:lnTo>
                  <a:pt x="829" y="994"/>
                </a:lnTo>
                <a:lnTo>
                  <a:pt x="829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8" y="989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7" y="985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6" y="981"/>
                </a:lnTo>
                <a:lnTo>
                  <a:pt x="827" y="980"/>
                </a:lnTo>
                <a:lnTo>
                  <a:pt x="827" y="979"/>
                </a:lnTo>
                <a:lnTo>
                  <a:pt x="827" y="978"/>
                </a:lnTo>
                <a:lnTo>
                  <a:pt x="828" y="978"/>
                </a:lnTo>
                <a:lnTo>
                  <a:pt x="828" y="977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3" y="976"/>
                </a:lnTo>
                <a:lnTo>
                  <a:pt x="822" y="977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2" y="979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8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7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5" y="992"/>
                </a:lnTo>
                <a:lnTo>
                  <a:pt x="805" y="993"/>
                </a:lnTo>
                <a:lnTo>
                  <a:pt x="804" y="993"/>
                </a:lnTo>
                <a:lnTo>
                  <a:pt x="805" y="994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799" y="995"/>
                </a:lnTo>
                <a:lnTo>
                  <a:pt x="799" y="994"/>
                </a:lnTo>
                <a:lnTo>
                  <a:pt x="798" y="994"/>
                </a:lnTo>
                <a:lnTo>
                  <a:pt x="797" y="994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5" y="990"/>
                </a:lnTo>
                <a:lnTo>
                  <a:pt x="796" y="988"/>
                </a:lnTo>
                <a:lnTo>
                  <a:pt x="797" y="987"/>
                </a:lnTo>
                <a:lnTo>
                  <a:pt x="797" y="986"/>
                </a:lnTo>
                <a:lnTo>
                  <a:pt x="796" y="986"/>
                </a:lnTo>
                <a:lnTo>
                  <a:pt x="796" y="985"/>
                </a:lnTo>
                <a:lnTo>
                  <a:pt x="797" y="985"/>
                </a:lnTo>
                <a:lnTo>
                  <a:pt x="797" y="984"/>
                </a:lnTo>
                <a:lnTo>
                  <a:pt x="796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3" y="979"/>
                </a:lnTo>
                <a:lnTo>
                  <a:pt x="793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8" y="977"/>
                </a:lnTo>
                <a:lnTo>
                  <a:pt x="787" y="977"/>
                </a:lnTo>
                <a:lnTo>
                  <a:pt x="787" y="976"/>
                </a:lnTo>
                <a:lnTo>
                  <a:pt x="786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5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1" y="990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1"/>
                </a:lnTo>
                <a:lnTo>
                  <a:pt x="749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3" y="998"/>
                </a:lnTo>
                <a:lnTo>
                  <a:pt x="732" y="998"/>
                </a:lnTo>
                <a:lnTo>
                  <a:pt x="732" y="999"/>
                </a:lnTo>
                <a:lnTo>
                  <a:pt x="733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0" y="999"/>
                </a:lnTo>
                <a:lnTo>
                  <a:pt x="730" y="998"/>
                </a:lnTo>
                <a:lnTo>
                  <a:pt x="729" y="998"/>
                </a:lnTo>
                <a:lnTo>
                  <a:pt x="728" y="998"/>
                </a:lnTo>
                <a:lnTo>
                  <a:pt x="728" y="997"/>
                </a:lnTo>
                <a:lnTo>
                  <a:pt x="727" y="997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6" y="1018"/>
                </a:lnTo>
                <a:lnTo>
                  <a:pt x="726" y="1019"/>
                </a:lnTo>
                <a:lnTo>
                  <a:pt x="725" y="1019"/>
                </a:lnTo>
                <a:lnTo>
                  <a:pt x="725" y="1021"/>
                </a:lnTo>
                <a:lnTo>
                  <a:pt x="724" y="1021"/>
                </a:lnTo>
                <a:lnTo>
                  <a:pt x="723" y="1021"/>
                </a:lnTo>
                <a:lnTo>
                  <a:pt x="723" y="1022"/>
                </a:lnTo>
                <a:lnTo>
                  <a:pt x="722" y="1022"/>
                </a:lnTo>
                <a:lnTo>
                  <a:pt x="721" y="1023"/>
                </a:lnTo>
                <a:lnTo>
                  <a:pt x="720" y="1023"/>
                </a:lnTo>
                <a:lnTo>
                  <a:pt x="720" y="1024"/>
                </a:lnTo>
                <a:lnTo>
                  <a:pt x="720" y="1023"/>
                </a:lnTo>
                <a:lnTo>
                  <a:pt x="717" y="1023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3" y="1025"/>
                </a:lnTo>
                <a:lnTo>
                  <a:pt x="712" y="1025"/>
                </a:lnTo>
                <a:lnTo>
                  <a:pt x="710" y="1025"/>
                </a:lnTo>
                <a:lnTo>
                  <a:pt x="709" y="1025"/>
                </a:lnTo>
                <a:lnTo>
                  <a:pt x="708" y="1026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7"/>
                </a:lnTo>
                <a:lnTo>
                  <a:pt x="704" y="1027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1" y="1024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89" y="1019"/>
                </a:lnTo>
                <a:lnTo>
                  <a:pt x="689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5" y="1011"/>
                </a:lnTo>
                <a:lnTo>
                  <a:pt x="685" y="1010"/>
                </a:lnTo>
                <a:lnTo>
                  <a:pt x="686" y="1010"/>
                </a:lnTo>
                <a:lnTo>
                  <a:pt x="685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4" y="1006"/>
                </a:lnTo>
                <a:lnTo>
                  <a:pt x="683" y="1006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2" y="1002"/>
                </a:lnTo>
                <a:lnTo>
                  <a:pt x="682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8"/>
                </a:lnTo>
                <a:lnTo>
                  <a:pt x="679" y="997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7" y="989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2" y="988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2" y="984"/>
                </a:lnTo>
                <a:lnTo>
                  <a:pt x="671" y="984"/>
                </a:lnTo>
                <a:lnTo>
                  <a:pt x="669" y="982"/>
                </a:lnTo>
                <a:lnTo>
                  <a:pt x="668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7" y="977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3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2" y="967"/>
                </a:lnTo>
                <a:lnTo>
                  <a:pt x="661" y="967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8" y="964"/>
                </a:lnTo>
                <a:lnTo>
                  <a:pt x="658" y="963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6" y="958"/>
                </a:lnTo>
                <a:lnTo>
                  <a:pt x="655" y="958"/>
                </a:lnTo>
                <a:lnTo>
                  <a:pt x="655" y="957"/>
                </a:lnTo>
                <a:lnTo>
                  <a:pt x="656" y="957"/>
                </a:lnTo>
                <a:lnTo>
                  <a:pt x="656" y="956"/>
                </a:lnTo>
                <a:lnTo>
                  <a:pt x="656" y="955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5" y="953"/>
                </a:lnTo>
                <a:lnTo>
                  <a:pt x="655" y="952"/>
                </a:lnTo>
                <a:lnTo>
                  <a:pt x="656" y="951"/>
                </a:lnTo>
                <a:lnTo>
                  <a:pt x="656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7" y="943"/>
                </a:lnTo>
                <a:lnTo>
                  <a:pt x="657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3" y="931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49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6"/>
                </a:lnTo>
                <a:lnTo>
                  <a:pt x="647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39" y="932"/>
                </a:lnTo>
                <a:lnTo>
                  <a:pt x="638" y="932"/>
                </a:lnTo>
                <a:lnTo>
                  <a:pt x="637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2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0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3"/>
                </a:lnTo>
                <a:lnTo>
                  <a:pt x="625" y="942"/>
                </a:lnTo>
                <a:lnTo>
                  <a:pt x="624" y="942"/>
                </a:lnTo>
                <a:lnTo>
                  <a:pt x="623" y="943"/>
                </a:lnTo>
                <a:lnTo>
                  <a:pt x="621" y="941"/>
                </a:lnTo>
                <a:lnTo>
                  <a:pt x="620" y="941"/>
                </a:lnTo>
                <a:lnTo>
                  <a:pt x="621" y="941"/>
                </a:lnTo>
                <a:lnTo>
                  <a:pt x="620" y="941"/>
                </a:lnTo>
                <a:lnTo>
                  <a:pt x="620" y="942"/>
                </a:lnTo>
                <a:lnTo>
                  <a:pt x="620" y="943"/>
                </a:lnTo>
                <a:lnTo>
                  <a:pt x="619" y="943"/>
                </a:lnTo>
                <a:lnTo>
                  <a:pt x="619" y="944"/>
                </a:lnTo>
                <a:lnTo>
                  <a:pt x="620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2" y="947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4" y="949"/>
                </a:lnTo>
                <a:lnTo>
                  <a:pt x="623" y="950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0" y="952"/>
                </a:lnTo>
                <a:lnTo>
                  <a:pt x="620" y="953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2" y="954"/>
                </a:lnTo>
                <a:lnTo>
                  <a:pt x="623" y="955"/>
                </a:lnTo>
                <a:lnTo>
                  <a:pt x="624" y="955"/>
                </a:lnTo>
                <a:lnTo>
                  <a:pt x="624" y="956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2"/>
                </a:lnTo>
                <a:lnTo>
                  <a:pt x="622" y="962"/>
                </a:lnTo>
                <a:lnTo>
                  <a:pt x="622" y="963"/>
                </a:lnTo>
                <a:lnTo>
                  <a:pt x="622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2" y="965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3"/>
                </a:lnTo>
                <a:lnTo>
                  <a:pt x="602" y="972"/>
                </a:lnTo>
                <a:lnTo>
                  <a:pt x="601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0"/>
                </a:lnTo>
                <a:lnTo>
                  <a:pt x="600" y="971"/>
                </a:lnTo>
                <a:lnTo>
                  <a:pt x="598" y="971"/>
                </a:lnTo>
                <a:lnTo>
                  <a:pt x="598" y="970"/>
                </a:lnTo>
                <a:lnTo>
                  <a:pt x="597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0" y="969"/>
                </a:lnTo>
                <a:lnTo>
                  <a:pt x="590" y="968"/>
                </a:lnTo>
                <a:lnTo>
                  <a:pt x="591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90" y="959"/>
                </a:lnTo>
                <a:lnTo>
                  <a:pt x="589" y="959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7" y="961"/>
                </a:lnTo>
                <a:lnTo>
                  <a:pt x="586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4" y="960"/>
                </a:lnTo>
                <a:lnTo>
                  <a:pt x="583" y="960"/>
                </a:lnTo>
                <a:lnTo>
                  <a:pt x="582" y="959"/>
                </a:lnTo>
                <a:lnTo>
                  <a:pt x="582" y="960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0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6" y="947"/>
                </a:lnTo>
                <a:lnTo>
                  <a:pt x="576" y="946"/>
                </a:lnTo>
                <a:lnTo>
                  <a:pt x="576" y="945"/>
                </a:lnTo>
                <a:lnTo>
                  <a:pt x="575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8" y="937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2"/>
                </a:lnTo>
                <a:lnTo>
                  <a:pt x="567" y="931"/>
                </a:lnTo>
                <a:lnTo>
                  <a:pt x="566" y="930"/>
                </a:lnTo>
                <a:lnTo>
                  <a:pt x="566" y="929"/>
                </a:lnTo>
                <a:lnTo>
                  <a:pt x="567" y="928"/>
                </a:lnTo>
                <a:lnTo>
                  <a:pt x="567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7" y="925"/>
                </a:lnTo>
                <a:lnTo>
                  <a:pt x="568" y="925"/>
                </a:lnTo>
                <a:lnTo>
                  <a:pt x="570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6" y="922"/>
                </a:lnTo>
                <a:lnTo>
                  <a:pt x="575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5" y="916"/>
                </a:lnTo>
                <a:lnTo>
                  <a:pt x="564" y="916"/>
                </a:lnTo>
                <a:lnTo>
                  <a:pt x="563" y="916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60" y="914"/>
                </a:lnTo>
                <a:lnTo>
                  <a:pt x="558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4"/>
                </a:lnTo>
                <a:lnTo>
                  <a:pt x="552" y="913"/>
                </a:lnTo>
                <a:lnTo>
                  <a:pt x="550" y="913"/>
                </a:lnTo>
                <a:lnTo>
                  <a:pt x="549" y="913"/>
                </a:lnTo>
                <a:lnTo>
                  <a:pt x="549" y="914"/>
                </a:lnTo>
                <a:lnTo>
                  <a:pt x="549" y="915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6" y="916"/>
                </a:lnTo>
                <a:lnTo>
                  <a:pt x="535" y="916"/>
                </a:lnTo>
                <a:lnTo>
                  <a:pt x="533" y="916"/>
                </a:lnTo>
                <a:lnTo>
                  <a:pt x="532" y="917"/>
                </a:lnTo>
                <a:lnTo>
                  <a:pt x="533" y="918"/>
                </a:lnTo>
                <a:lnTo>
                  <a:pt x="532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1"/>
                </a:lnTo>
                <a:lnTo>
                  <a:pt x="528" y="920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7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8" y="911"/>
                </a:lnTo>
                <a:lnTo>
                  <a:pt x="527" y="911"/>
                </a:lnTo>
                <a:lnTo>
                  <a:pt x="527" y="910"/>
                </a:lnTo>
                <a:lnTo>
                  <a:pt x="527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6" y="902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1"/>
                </a:lnTo>
                <a:lnTo>
                  <a:pt x="525" y="890"/>
                </a:lnTo>
                <a:lnTo>
                  <a:pt x="524" y="890"/>
                </a:lnTo>
                <a:lnTo>
                  <a:pt x="524" y="889"/>
                </a:lnTo>
                <a:lnTo>
                  <a:pt x="525" y="888"/>
                </a:lnTo>
                <a:lnTo>
                  <a:pt x="526" y="888"/>
                </a:lnTo>
                <a:lnTo>
                  <a:pt x="526" y="887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30" y="877"/>
                </a:lnTo>
                <a:lnTo>
                  <a:pt x="528" y="877"/>
                </a:lnTo>
                <a:lnTo>
                  <a:pt x="528" y="876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4" y="872"/>
                </a:lnTo>
                <a:lnTo>
                  <a:pt x="524" y="871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1" y="869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2" y="866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1" y="864"/>
                </a:lnTo>
                <a:lnTo>
                  <a:pt x="520" y="864"/>
                </a:lnTo>
                <a:lnTo>
                  <a:pt x="520" y="863"/>
                </a:lnTo>
                <a:lnTo>
                  <a:pt x="521" y="863"/>
                </a:lnTo>
                <a:lnTo>
                  <a:pt x="521" y="862"/>
                </a:lnTo>
                <a:lnTo>
                  <a:pt x="519" y="862"/>
                </a:lnTo>
                <a:lnTo>
                  <a:pt x="519" y="863"/>
                </a:lnTo>
                <a:lnTo>
                  <a:pt x="519" y="862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3"/>
                </a:lnTo>
                <a:lnTo>
                  <a:pt x="509" y="863"/>
                </a:lnTo>
                <a:lnTo>
                  <a:pt x="509" y="862"/>
                </a:lnTo>
                <a:lnTo>
                  <a:pt x="509" y="861"/>
                </a:lnTo>
                <a:lnTo>
                  <a:pt x="508" y="861"/>
                </a:lnTo>
                <a:lnTo>
                  <a:pt x="508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6" y="863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5" y="860"/>
                </a:lnTo>
                <a:lnTo>
                  <a:pt x="504" y="860"/>
                </a:lnTo>
                <a:lnTo>
                  <a:pt x="503" y="859"/>
                </a:lnTo>
                <a:lnTo>
                  <a:pt x="503" y="858"/>
                </a:lnTo>
                <a:lnTo>
                  <a:pt x="502" y="858"/>
                </a:lnTo>
                <a:lnTo>
                  <a:pt x="502" y="859"/>
                </a:lnTo>
                <a:lnTo>
                  <a:pt x="501" y="859"/>
                </a:lnTo>
                <a:lnTo>
                  <a:pt x="500" y="858"/>
                </a:lnTo>
                <a:lnTo>
                  <a:pt x="500" y="857"/>
                </a:lnTo>
                <a:lnTo>
                  <a:pt x="499" y="857"/>
                </a:lnTo>
                <a:lnTo>
                  <a:pt x="498" y="857"/>
                </a:lnTo>
                <a:lnTo>
                  <a:pt x="498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4" y="855"/>
                </a:lnTo>
                <a:lnTo>
                  <a:pt x="493" y="855"/>
                </a:lnTo>
                <a:lnTo>
                  <a:pt x="492" y="855"/>
                </a:lnTo>
                <a:lnTo>
                  <a:pt x="492" y="854"/>
                </a:lnTo>
                <a:lnTo>
                  <a:pt x="493" y="854"/>
                </a:lnTo>
                <a:lnTo>
                  <a:pt x="492" y="854"/>
                </a:lnTo>
                <a:lnTo>
                  <a:pt x="491" y="853"/>
                </a:lnTo>
                <a:lnTo>
                  <a:pt x="490" y="853"/>
                </a:lnTo>
                <a:lnTo>
                  <a:pt x="490" y="852"/>
                </a:lnTo>
                <a:lnTo>
                  <a:pt x="489" y="852"/>
                </a:lnTo>
                <a:lnTo>
                  <a:pt x="488" y="852"/>
                </a:lnTo>
                <a:lnTo>
                  <a:pt x="488" y="853"/>
                </a:lnTo>
                <a:lnTo>
                  <a:pt x="487" y="853"/>
                </a:lnTo>
                <a:lnTo>
                  <a:pt x="487" y="852"/>
                </a:lnTo>
                <a:lnTo>
                  <a:pt x="488" y="852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3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1" y="853"/>
                </a:lnTo>
                <a:lnTo>
                  <a:pt x="470" y="854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2" y="857"/>
                </a:lnTo>
                <a:lnTo>
                  <a:pt x="461" y="857"/>
                </a:lnTo>
                <a:lnTo>
                  <a:pt x="460" y="857"/>
                </a:lnTo>
                <a:lnTo>
                  <a:pt x="460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8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6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5" y="862"/>
                </a:lnTo>
                <a:lnTo>
                  <a:pt x="455" y="861"/>
                </a:lnTo>
                <a:lnTo>
                  <a:pt x="454" y="861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2" y="861"/>
                </a:lnTo>
                <a:lnTo>
                  <a:pt x="451" y="862"/>
                </a:lnTo>
                <a:lnTo>
                  <a:pt x="450" y="862"/>
                </a:lnTo>
                <a:lnTo>
                  <a:pt x="449" y="862"/>
                </a:lnTo>
                <a:lnTo>
                  <a:pt x="450" y="863"/>
                </a:lnTo>
                <a:lnTo>
                  <a:pt x="449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1"/>
                </a:lnTo>
                <a:lnTo>
                  <a:pt x="446" y="862"/>
                </a:lnTo>
                <a:lnTo>
                  <a:pt x="445" y="862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40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4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1" y="847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5" y="824"/>
                </a:lnTo>
                <a:lnTo>
                  <a:pt x="404" y="825"/>
                </a:lnTo>
                <a:lnTo>
                  <a:pt x="402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8" y="835"/>
                </a:lnTo>
                <a:lnTo>
                  <a:pt x="377" y="836"/>
                </a:lnTo>
                <a:lnTo>
                  <a:pt x="376" y="836"/>
                </a:lnTo>
                <a:lnTo>
                  <a:pt x="376" y="837"/>
                </a:lnTo>
                <a:lnTo>
                  <a:pt x="375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4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2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0"/>
                </a:lnTo>
                <a:lnTo>
                  <a:pt x="291" y="831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5" y="825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7" y="817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5" y="812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5" y="796"/>
                </a:lnTo>
                <a:lnTo>
                  <a:pt x="256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6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9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3"/>
                </a:lnTo>
                <a:lnTo>
                  <a:pt x="254" y="763"/>
                </a:lnTo>
                <a:lnTo>
                  <a:pt x="254" y="762"/>
                </a:lnTo>
                <a:lnTo>
                  <a:pt x="255" y="762"/>
                </a:lnTo>
                <a:lnTo>
                  <a:pt x="254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2" y="758"/>
                </a:lnTo>
                <a:lnTo>
                  <a:pt x="251" y="758"/>
                </a:lnTo>
                <a:lnTo>
                  <a:pt x="250" y="757"/>
                </a:lnTo>
                <a:lnTo>
                  <a:pt x="251" y="757"/>
                </a:lnTo>
                <a:lnTo>
                  <a:pt x="251" y="756"/>
                </a:lnTo>
                <a:lnTo>
                  <a:pt x="250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7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0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7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4"/>
                </a:lnTo>
                <a:lnTo>
                  <a:pt x="175" y="743"/>
                </a:lnTo>
                <a:lnTo>
                  <a:pt x="171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1" y="714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0" y="704"/>
                </a:lnTo>
                <a:lnTo>
                  <a:pt x="211" y="704"/>
                </a:lnTo>
                <a:lnTo>
                  <a:pt x="214" y="704"/>
                </a:lnTo>
                <a:lnTo>
                  <a:pt x="217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6" y="688"/>
                </a:lnTo>
                <a:lnTo>
                  <a:pt x="206" y="686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6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5" y="675"/>
                </a:lnTo>
                <a:lnTo>
                  <a:pt x="198" y="677"/>
                </a:lnTo>
                <a:lnTo>
                  <a:pt x="198" y="678"/>
                </a:lnTo>
                <a:lnTo>
                  <a:pt x="199" y="679"/>
                </a:lnTo>
                <a:lnTo>
                  <a:pt x="199" y="680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2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2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3" y="679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8" y="663"/>
                </a:lnTo>
                <a:lnTo>
                  <a:pt x="136" y="662"/>
                </a:lnTo>
                <a:lnTo>
                  <a:pt x="135" y="662"/>
                </a:lnTo>
                <a:lnTo>
                  <a:pt x="135" y="663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8"/>
                </a:lnTo>
                <a:lnTo>
                  <a:pt x="111" y="638"/>
                </a:lnTo>
                <a:lnTo>
                  <a:pt x="110" y="636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1" y="622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1" y="609"/>
                </a:lnTo>
                <a:lnTo>
                  <a:pt x="142" y="609"/>
                </a:lnTo>
                <a:lnTo>
                  <a:pt x="143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3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8"/>
                </a:lnTo>
                <a:lnTo>
                  <a:pt x="223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8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1"/>
                </a:lnTo>
                <a:lnTo>
                  <a:pt x="242" y="540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5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299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0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7" y="506"/>
                </a:lnTo>
                <a:lnTo>
                  <a:pt x="307" y="505"/>
                </a:lnTo>
                <a:lnTo>
                  <a:pt x="307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8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09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0" y="473"/>
                </a:lnTo>
                <a:lnTo>
                  <a:pt x="320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7" y="450"/>
                </a:lnTo>
                <a:lnTo>
                  <a:pt x="338" y="450"/>
                </a:lnTo>
                <a:lnTo>
                  <a:pt x="339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3"/>
                </a:lnTo>
                <a:lnTo>
                  <a:pt x="363" y="443"/>
                </a:lnTo>
                <a:lnTo>
                  <a:pt x="362" y="442"/>
                </a:lnTo>
                <a:lnTo>
                  <a:pt x="362" y="441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6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6" y="422"/>
                </a:lnTo>
                <a:lnTo>
                  <a:pt x="367" y="422"/>
                </a:lnTo>
                <a:lnTo>
                  <a:pt x="367" y="421"/>
                </a:lnTo>
                <a:lnTo>
                  <a:pt x="367" y="420"/>
                </a:lnTo>
                <a:lnTo>
                  <a:pt x="366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2" y="409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399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4" y="381"/>
                </a:lnTo>
                <a:lnTo>
                  <a:pt x="365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3" y="341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2"/>
                </a:lnTo>
                <a:lnTo>
                  <a:pt x="390" y="322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5" y="300"/>
                </a:lnTo>
                <a:lnTo>
                  <a:pt x="414" y="299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3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1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4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4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1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8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2"/>
                </a:lnTo>
                <a:lnTo>
                  <a:pt x="158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1" y="137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7" y="131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0" y="117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5" y="132"/>
                </a:lnTo>
                <a:lnTo>
                  <a:pt x="62" y="132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4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39" y="19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2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81" y="14"/>
                </a:lnTo>
                <a:lnTo>
                  <a:pt x="82" y="14"/>
                </a:lnTo>
                <a:lnTo>
                  <a:pt x="83" y="13"/>
                </a:lnTo>
                <a:lnTo>
                  <a:pt x="84" y="12"/>
                </a:lnTo>
                <a:lnTo>
                  <a:pt x="85" y="12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7" y="10"/>
                </a:lnTo>
                <a:lnTo>
                  <a:pt x="118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4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8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3" y="1"/>
                </a:lnTo>
                <a:lnTo>
                  <a:pt x="195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2310120" y="171576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2"/>
                </a:move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4"/>
                </a:lnTo>
                <a:lnTo>
                  <a:pt x="63" y="14"/>
                </a:lnTo>
                <a:lnTo>
                  <a:pt x="62" y="14"/>
                </a:lnTo>
                <a:lnTo>
                  <a:pt x="63" y="15"/>
                </a:lnTo>
                <a:lnTo>
                  <a:pt x="64" y="15"/>
                </a:lnTo>
                <a:lnTo>
                  <a:pt x="65" y="16"/>
                </a:lnTo>
                <a:lnTo>
                  <a:pt x="66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7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2" y="57"/>
                </a:lnTo>
                <a:lnTo>
                  <a:pt x="109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1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8" y="65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7"/>
                </a:lnTo>
                <a:lnTo>
                  <a:pt x="70" y="107"/>
                </a:lnTo>
                <a:lnTo>
                  <a:pt x="68" y="108"/>
                </a:lnTo>
                <a:lnTo>
                  <a:pt x="66" y="109"/>
                </a:lnTo>
                <a:lnTo>
                  <a:pt x="62" y="110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6" y="121"/>
                </a:lnTo>
                <a:lnTo>
                  <a:pt x="45" y="121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4" y="105"/>
                </a:lnTo>
                <a:lnTo>
                  <a:pt x="23" y="106"/>
                </a:lnTo>
                <a:lnTo>
                  <a:pt x="23" y="105"/>
                </a:lnTo>
                <a:lnTo>
                  <a:pt x="21" y="105"/>
                </a:lnTo>
                <a:lnTo>
                  <a:pt x="21" y="106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7"/>
                </a:lnTo>
                <a:lnTo>
                  <a:pt x="10" y="86"/>
                </a:lnTo>
                <a:lnTo>
                  <a:pt x="8" y="86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3" y="84"/>
                </a:lnTo>
                <a:lnTo>
                  <a:pt x="3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10" y="75"/>
                </a:lnTo>
                <a:lnTo>
                  <a:pt x="11" y="75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1" y="73"/>
                </a:lnTo>
                <a:lnTo>
                  <a:pt x="21" y="72"/>
                </a:lnTo>
                <a:lnTo>
                  <a:pt x="20" y="72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7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20" y="65"/>
                </a:lnTo>
                <a:lnTo>
                  <a:pt x="20" y="64"/>
                </a:lnTo>
                <a:lnTo>
                  <a:pt x="19" y="64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0"/>
                </a:lnTo>
                <a:lnTo>
                  <a:pt x="22" y="59"/>
                </a:lnTo>
                <a:lnTo>
                  <a:pt x="22" y="60"/>
                </a:lnTo>
                <a:lnTo>
                  <a:pt x="23" y="61"/>
                </a:lnTo>
                <a:lnTo>
                  <a:pt x="24" y="61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6" y="61"/>
                </a:lnTo>
                <a:lnTo>
                  <a:pt x="27" y="61"/>
                </a:lnTo>
                <a:lnTo>
                  <a:pt x="28" y="61"/>
                </a:lnTo>
                <a:lnTo>
                  <a:pt x="28" y="60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8"/>
                </a:lnTo>
                <a:lnTo>
                  <a:pt x="25" y="57"/>
                </a:lnTo>
                <a:lnTo>
                  <a:pt x="26" y="56"/>
                </a:lnTo>
                <a:lnTo>
                  <a:pt x="26" y="55"/>
                </a:lnTo>
                <a:lnTo>
                  <a:pt x="26" y="54"/>
                </a:lnTo>
                <a:lnTo>
                  <a:pt x="25" y="54"/>
                </a:lnTo>
                <a:lnTo>
                  <a:pt x="24" y="54"/>
                </a:lnTo>
                <a:lnTo>
                  <a:pt x="25" y="54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3" y="52"/>
                </a:lnTo>
                <a:lnTo>
                  <a:pt x="24" y="52"/>
                </a:lnTo>
                <a:lnTo>
                  <a:pt x="25" y="51"/>
                </a:lnTo>
                <a:lnTo>
                  <a:pt x="24" y="51"/>
                </a:lnTo>
                <a:lnTo>
                  <a:pt x="25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9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3" y="41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5" y="40"/>
                </a:lnTo>
                <a:lnTo>
                  <a:pt x="35" y="39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9" y="40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8" y="34"/>
                </a:lnTo>
                <a:lnTo>
                  <a:pt x="49" y="33"/>
                </a:lnTo>
                <a:lnTo>
                  <a:pt x="48" y="33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4"/>
                </a:lnTo>
                <a:lnTo>
                  <a:pt x="38" y="23"/>
                </a:lnTo>
                <a:lnTo>
                  <a:pt x="37" y="23"/>
                </a:lnTo>
                <a:lnTo>
                  <a:pt x="37" y="22"/>
                </a:lnTo>
                <a:lnTo>
                  <a:pt x="36" y="21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4" y="11"/>
                </a:lnTo>
                <a:lnTo>
                  <a:pt x="26" y="9"/>
                </a:lnTo>
                <a:lnTo>
                  <a:pt x="27" y="8"/>
                </a:lnTo>
                <a:lnTo>
                  <a:pt x="28" y="8"/>
                </a:lnTo>
                <a:lnTo>
                  <a:pt x="30" y="5"/>
                </a:lnTo>
                <a:lnTo>
                  <a:pt x="31" y="5"/>
                </a:lnTo>
                <a:lnTo>
                  <a:pt x="32" y="4"/>
                </a:lnTo>
                <a:lnTo>
                  <a:pt x="33" y="4"/>
                </a:lnTo>
                <a:lnTo>
                  <a:pt x="34" y="3"/>
                </a:lnTo>
                <a:lnTo>
                  <a:pt x="36" y="2"/>
                </a:lnTo>
                <a:lnTo>
                  <a:pt x="37" y="2"/>
                </a:lnTo>
                <a:lnTo>
                  <a:pt x="39" y="1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8" y="3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16432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6" y="5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8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4" y="43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9"/>
                </a:lnTo>
                <a:lnTo>
                  <a:pt x="284" y="50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1" y="56"/>
                </a:lnTo>
                <a:lnTo>
                  <a:pt x="293" y="56"/>
                </a:lnTo>
                <a:lnTo>
                  <a:pt x="294" y="57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09" y="64"/>
                </a:lnTo>
                <a:lnTo>
                  <a:pt x="310" y="65"/>
                </a:lnTo>
                <a:lnTo>
                  <a:pt x="310" y="66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59" y="106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6"/>
                </a:lnTo>
                <a:lnTo>
                  <a:pt x="375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8" y="143"/>
                </a:lnTo>
                <a:lnTo>
                  <a:pt x="379" y="144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5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80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7" y="185"/>
                </a:lnTo>
                <a:lnTo>
                  <a:pt x="397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8" y="216"/>
                </a:lnTo>
                <a:lnTo>
                  <a:pt x="408" y="217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3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6" y="255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4" y="265"/>
                </a:lnTo>
                <a:lnTo>
                  <a:pt x="425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1"/>
                </a:lnTo>
                <a:lnTo>
                  <a:pt x="457" y="283"/>
                </a:lnTo>
                <a:lnTo>
                  <a:pt x="457" y="284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5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4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87" y="356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7" y="348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8" y="346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2" y="357"/>
                </a:lnTo>
                <a:lnTo>
                  <a:pt x="443" y="357"/>
                </a:lnTo>
                <a:lnTo>
                  <a:pt x="443" y="358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4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7"/>
                </a:lnTo>
                <a:lnTo>
                  <a:pt x="428" y="387"/>
                </a:lnTo>
                <a:lnTo>
                  <a:pt x="429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09" y="417"/>
                </a:lnTo>
                <a:lnTo>
                  <a:pt x="409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8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6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40" y="429"/>
                </a:lnTo>
                <a:lnTo>
                  <a:pt x="338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4"/>
                </a:lnTo>
                <a:lnTo>
                  <a:pt x="334" y="424"/>
                </a:lnTo>
                <a:lnTo>
                  <a:pt x="334" y="423"/>
                </a:lnTo>
                <a:lnTo>
                  <a:pt x="333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2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3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0" y="410"/>
                </a:lnTo>
                <a:lnTo>
                  <a:pt x="289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9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3" y="407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6" y="405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5" y="397"/>
                </a:lnTo>
                <a:lnTo>
                  <a:pt x="264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5" y="357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9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6" y="346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3"/>
                </a:lnTo>
                <a:lnTo>
                  <a:pt x="185" y="332"/>
                </a:lnTo>
                <a:lnTo>
                  <a:pt x="184" y="332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1"/>
                </a:lnTo>
                <a:lnTo>
                  <a:pt x="182" y="320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09" y="282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7" y="261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4" y="275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8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9"/>
                </a:lnTo>
                <a:lnTo>
                  <a:pt x="257" y="258"/>
                </a:lnTo>
                <a:lnTo>
                  <a:pt x="256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0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7"/>
                </a:lnTo>
                <a:lnTo>
                  <a:pt x="170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0" y="153"/>
                </a:lnTo>
                <a:lnTo>
                  <a:pt x="160" y="152"/>
                </a:lnTo>
                <a:lnTo>
                  <a:pt x="163" y="150"/>
                </a:lnTo>
                <a:lnTo>
                  <a:pt x="162" y="149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2" y="115"/>
                </a:lnTo>
                <a:lnTo>
                  <a:pt x="113" y="115"/>
                </a:lnTo>
                <a:lnTo>
                  <a:pt x="113" y="116"/>
                </a:lnTo>
                <a:lnTo>
                  <a:pt x="111" y="116"/>
                </a:lnTo>
                <a:lnTo>
                  <a:pt x="110" y="116"/>
                </a:lnTo>
                <a:lnTo>
                  <a:pt x="110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8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29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20"/>
                </a:lnTo>
                <a:lnTo>
                  <a:pt x="39" y="20"/>
                </a:lnTo>
                <a:lnTo>
                  <a:pt x="40" y="20"/>
                </a:lnTo>
                <a:lnTo>
                  <a:pt x="40" y="17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50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8" y="54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2"/>
                </a:lnTo>
                <a:lnTo>
                  <a:pt x="70" y="64"/>
                </a:lnTo>
                <a:lnTo>
                  <a:pt x="71" y="64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99" y="66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5" y="65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0"/>
                </a:lnTo>
                <a:lnTo>
                  <a:pt x="119" y="59"/>
                </a:lnTo>
                <a:lnTo>
                  <a:pt x="120" y="60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7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2" y="62"/>
                </a:lnTo>
                <a:lnTo>
                  <a:pt x="163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6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29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1876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31768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231120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3"/>
                </a:move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7" y="0"/>
                </a:move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2323080" y="1856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221832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7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5" y="26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7" y="33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39" y="22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1" y="37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7" y="33"/>
                </a:lnTo>
                <a:lnTo>
                  <a:pt x="277" y="34"/>
                </a:lnTo>
                <a:lnTo>
                  <a:pt x="278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4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1"/>
                </a:lnTo>
                <a:lnTo>
                  <a:pt x="291" y="52"/>
                </a:lnTo>
                <a:lnTo>
                  <a:pt x="290" y="70"/>
                </a:lnTo>
                <a:lnTo>
                  <a:pt x="289" y="74"/>
                </a:lnTo>
                <a:lnTo>
                  <a:pt x="289" y="76"/>
                </a:lnTo>
                <a:lnTo>
                  <a:pt x="289" y="83"/>
                </a:lnTo>
                <a:lnTo>
                  <a:pt x="292" y="83"/>
                </a:lnTo>
                <a:lnTo>
                  <a:pt x="293" y="79"/>
                </a:lnTo>
                <a:lnTo>
                  <a:pt x="296" y="80"/>
                </a:lnTo>
                <a:lnTo>
                  <a:pt x="298" y="82"/>
                </a:lnTo>
                <a:lnTo>
                  <a:pt x="302" y="84"/>
                </a:lnTo>
                <a:lnTo>
                  <a:pt x="301" y="86"/>
                </a:lnTo>
                <a:lnTo>
                  <a:pt x="304" y="88"/>
                </a:lnTo>
                <a:lnTo>
                  <a:pt x="305" y="89"/>
                </a:lnTo>
                <a:lnTo>
                  <a:pt x="308" y="90"/>
                </a:lnTo>
                <a:lnTo>
                  <a:pt x="310" y="93"/>
                </a:lnTo>
                <a:lnTo>
                  <a:pt x="312" y="95"/>
                </a:lnTo>
                <a:lnTo>
                  <a:pt x="316" y="98"/>
                </a:lnTo>
                <a:lnTo>
                  <a:pt x="317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1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1" y="170"/>
                </a:lnTo>
                <a:lnTo>
                  <a:pt x="310" y="170"/>
                </a:lnTo>
                <a:lnTo>
                  <a:pt x="309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4"/>
                </a:lnTo>
                <a:lnTo>
                  <a:pt x="307" y="174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8" y="177"/>
                </a:lnTo>
                <a:lnTo>
                  <a:pt x="309" y="178"/>
                </a:lnTo>
                <a:lnTo>
                  <a:pt x="308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8" y="181"/>
                </a:lnTo>
                <a:lnTo>
                  <a:pt x="309" y="181"/>
                </a:lnTo>
                <a:lnTo>
                  <a:pt x="310" y="180"/>
                </a:lnTo>
                <a:lnTo>
                  <a:pt x="311" y="180"/>
                </a:lnTo>
                <a:lnTo>
                  <a:pt x="310" y="180"/>
                </a:lnTo>
                <a:lnTo>
                  <a:pt x="310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1" y="175"/>
                </a:lnTo>
                <a:lnTo>
                  <a:pt x="312" y="175"/>
                </a:lnTo>
                <a:lnTo>
                  <a:pt x="312" y="174"/>
                </a:lnTo>
                <a:lnTo>
                  <a:pt x="314" y="174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5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2" y="181"/>
                </a:lnTo>
                <a:lnTo>
                  <a:pt x="312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8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2"/>
                </a:lnTo>
                <a:lnTo>
                  <a:pt x="353" y="193"/>
                </a:lnTo>
                <a:lnTo>
                  <a:pt x="352" y="194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7" y="194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3" y="190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2" y="190"/>
                </a:lnTo>
                <a:lnTo>
                  <a:pt x="341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1" y="188"/>
                </a:lnTo>
                <a:lnTo>
                  <a:pt x="341" y="187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8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3" y="197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20" y="209"/>
                </a:lnTo>
                <a:lnTo>
                  <a:pt x="319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4" y="206"/>
                </a:lnTo>
                <a:lnTo>
                  <a:pt x="312" y="206"/>
                </a:lnTo>
                <a:lnTo>
                  <a:pt x="311" y="206"/>
                </a:lnTo>
                <a:lnTo>
                  <a:pt x="311" y="207"/>
                </a:lnTo>
                <a:lnTo>
                  <a:pt x="310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8"/>
                </a:lnTo>
                <a:lnTo>
                  <a:pt x="312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19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5" y="232"/>
                </a:lnTo>
                <a:lnTo>
                  <a:pt x="324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0" y="243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2" y="255"/>
                </a:lnTo>
                <a:lnTo>
                  <a:pt x="312" y="256"/>
                </a:lnTo>
                <a:lnTo>
                  <a:pt x="314" y="257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9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8" y="286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6" y="300"/>
                </a:lnTo>
                <a:lnTo>
                  <a:pt x="306" y="301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3" y="310"/>
                </a:lnTo>
                <a:lnTo>
                  <a:pt x="302" y="310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5" y="322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2"/>
                </a:lnTo>
                <a:lnTo>
                  <a:pt x="283" y="312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89"/>
                </a:lnTo>
                <a:lnTo>
                  <a:pt x="287" y="287"/>
                </a:lnTo>
                <a:lnTo>
                  <a:pt x="286" y="286"/>
                </a:lnTo>
                <a:lnTo>
                  <a:pt x="287" y="286"/>
                </a:lnTo>
                <a:lnTo>
                  <a:pt x="287" y="285"/>
                </a:lnTo>
                <a:lnTo>
                  <a:pt x="285" y="285"/>
                </a:lnTo>
                <a:lnTo>
                  <a:pt x="285" y="286"/>
                </a:lnTo>
                <a:lnTo>
                  <a:pt x="284" y="287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4" y="287"/>
                </a:lnTo>
                <a:lnTo>
                  <a:pt x="285" y="287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1" y="294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80" y="302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0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9" y="323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8" y="325"/>
                </a:lnTo>
                <a:lnTo>
                  <a:pt x="268" y="326"/>
                </a:lnTo>
                <a:lnTo>
                  <a:pt x="267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5"/>
                </a:lnTo>
                <a:lnTo>
                  <a:pt x="263" y="336"/>
                </a:lnTo>
                <a:lnTo>
                  <a:pt x="262" y="336"/>
                </a:lnTo>
                <a:lnTo>
                  <a:pt x="262" y="335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7" y="389"/>
                </a:lnTo>
                <a:lnTo>
                  <a:pt x="227" y="388"/>
                </a:lnTo>
                <a:lnTo>
                  <a:pt x="226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4" y="404"/>
                </a:lnTo>
                <a:lnTo>
                  <a:pt x="213" y="403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8"/>
                </a:lnTo>
                <a:lnTo>
                  <a:pt x="208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3" y="388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5" y="361"/>
                </a:lnTo>
                <a:lnTo>
                  <a:pt x="146" y="361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1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4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2"/>
                </a:lnTo>
                <a:lnTo>
                  <a:pt x="8" y="223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5" y="221"/>
                </a:lnTo>
                <a:lnTo>
                  <a:pt x="6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2" y="191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2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6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5" y="87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6" y="90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0" y="59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3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3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8" y="2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33676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233388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233352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23335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233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4288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233496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234756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235440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5"/>
                </a:move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235332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235152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4" y="1"/>
                </a:move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236232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9" y="0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3"/>
                </a:move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211644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2"/>
                </a:lnTo>
                <a:lnTo>
                  <a:pt x="338" y="213"/>
                </a:lnTo>
                <a:lnTo>
                  <a:pt x="338" y="212"/>
                </a:lnTo>
                <a:lnTo>
                  <a:pt x="337" y="212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3" y="216"/>
                </a:lnTo>
                <a:lnTo>
                  <a:pt x="334" y="216"/>
                </a:lnTo>
                <a:lnTo>
                  <a:pt x="335" y="217"/>
                </a:lnTo>
                <a:lnTo>
                  <a:pt x="335" y="218"/>
                </a:lnTo>
                <a:lnTo>
                  <a:pt x="335" y="219"/>
                </a:lnTo>
                <a:lnTo>
                  <a:pt x="336" y="219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0"/>
                </a:lnTo>
                <a:lnTo>
                  <a:pt x="334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3" y="229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3" y="233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1" y="240"/>
                </a:lnTo>
                <a:lnTo>
                  <a:pt x="340" y="241"/>
                </a:lnTo>
                <a:lnTo>
                  <a:pt x="340" y="242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2"/>
                </a:lnTo>
                <a:lnTo>
                  <a:pt x="334" y="251"/>
                </a:lnTo>
                <a:lnTo>
                  <a:pt x="334" y="252"/>
                </a:lnTo>
                <a:lnTo>
                  <a:pt x="333" y="252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6" y="258"/>
                </a:lnTo>
                <a:lnTo>
                  <a:pt x="326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6" y="266"/>
                </a:lnTo>
                <a:lnTo>
                  <a:pt x="315" y="266"/>
                </a:lnTo>
                <a:lnTo>
                  <a:pt x="316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1"/>
                </a:lnTo>
                <a:lnTo>
                  <a:pt x="315" y="272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5" y="274"/>
                </a:lnTo>
                <a:lnTo>
                  <a:pt x="314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3"/>
                </a:lnTo>
                <a:lnTo>
                  <a:pt x="318" y="283"/>
                </a:lnTo>
                <a:lnTo>
                  <a:pt x="318" y="284"/>
                </a:lnTo>
                <a:lnTo>
                  <a:pt x="319" y="283"/>
                </a:lnTo>
                <a:lnTo>
                  <a:pt x="319" y="282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4" y="295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6"/>
                </a:lnTo>
                <a:lnTo>
                  <a:pt x="329" y="297"/>
                </a:lnTo>
                <a:lnTo>
                  <a:pt x="329" y="298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6" y="297"/>
                </a:lnTo>
                <a:lnTo>
                  <a:pt x="337" y="297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300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6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8" y="308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2" y="348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7" y="362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8" y="373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1" y="385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7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1" y="492"/>
                </a:lnTo>
                <a:lnTo>
                  <a:pt x="350" y="492"/>
                </a:lnTo>
                <a:lnTo>
                  <a:pt x="349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1" y="510"/>
                </a:lnTo>
                <a:lnTo>
                  <a:pt x="341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7" y="519"/>
                </a:lnTo>
                <a:lnTo>
                  <a:pt x="326" y="520"/>
                </a:lnTo>
                <a:lnTo>
                  <a:pt x="326" y="521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7"/>
                </a:lnTo>
                <a:lnTo>
                  <a:pt x="314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6"/>
                </a:lnTo>
                <a:lnTo>
                  <a:pt x="300" y="537"/>
                </a:lnTo>
                <a:lnTo>
                  <a:pt x="299" y="537"/>
                </a:lnTo>
                <a:lnTo>
                  <a:pt x="299" y="538"/>
                </a:lnTo>
                <a:lnTo>
                  <a:pt x="299" y="539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3" y="534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4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3" y="521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2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3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4" y="520"/>
                </a:lnTo>
                <a:lnTo>
                  <a:pt x="263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2"/>
                </a:lnTo>
                <a:lnTo>
                  <a:pt x="260" y="521"/>
                </a:lnTo>
                <a:lnTo>
                  <a:pt x="261" y="521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8"/>
                </a:lnTo>
                <a:lnTo>
                  <a:pt x="251" y="517"/>
                </a:lnTo>
                <a:lnTo>
                  <a:pt x="250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1" y="503"/>
                </a:lnTo>
                <a:lnTo>
                  <a:pt x="230" y="502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6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4" y="496"/>
                </a:lnTo>
                <a:lnTo>
                  <a:pt x="223" y="496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1" y="493"/>
                </a:lnTo>
                <a:lnTo>
                  <a:pt x="222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4"/>
                </a:lnTo>
                <a:lnTo>
                  <a:pt x="217" y="495"/>
                </a:lnTo>
                <a:lnTo>
                  <a:pt x="216" y="494"/>
                </a:lnTo>
                <a:lnTo>
                  <a:pt x="215" y="494"/>
                </a:lnTo>
                <a:lnTo>
                  <a:pt x="214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09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21"/>
                </a:lnTo>
                <a:lnTo>
                  <a:pt x="171" y="520"/>
                </a:lnTo>
                <a:lnTo>
                  <a:pt x="170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80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6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0" y="494"/>
                </a:lnTo>
                <a:lnTo>
                  <a:pt x="119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5"/>
                </a:lnTo>
                <a:lnTo>
                  <a:pt x="108" y="474"/>
                </a:lnTo>
                <a:lnTo>
                  <a:pt x="109" y="473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7" y="358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2" y="359"/>
                </a:lnTo>
                <a:lnTo>
                  <a:pt x="61" y="358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0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3" y="247"/>
                </a:lnTo>
                <a:lnTo>
                  <a:pt x="92" y="247"/>
                </a:lnTo>
                <a:lnTo>
                  <a:pt x="92" y="246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9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1" y="231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4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1"/>
                </a:lnTo>
                <a:lnTo>
                  <a:pt x="27" y="198"/>
                </a:lnTo>
                <a:lnTo>
                  <a:pt x="26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5"/>
                </a:lnTo>
                <a:lnTo>
                  <a:pt x="27" y="193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5"/>
                </a:lnTo>
                <a:lnTo>
                  <a:pt x="8" y="154"/>
                </a:lnTo>
                <a:lnTo>
                  <a:pt x="8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1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8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5" y="113"/>
                </a:lnTo>
                <a:lnTo>
                  <a:pt x="56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78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8" y="75"/>
                </a:lnTo>
                <a:lnTo>
                  <a:pt x="99" y="76"/>
                </a:lnTo>
                <a:lnTo>
                  <a:pt x="100" y="77"/>
                </a:lnTo>
                <a:lnTo>
                  <a:pt x="100" y="76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80"/>
                </a:lnTo>
                <a:lnTo>
                  <a:pt x="105" y="82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0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7"/>
                </a:lnTo>
                <a:lnTo>
                  <a:pt x="139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0" y="78"/>
                </a:lnTo>
                <a:lnTo>
                  <a:pt x="150" y="77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8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49" y="42"/>
                </a:lnTo>
                <a:lnTo>
                  <a:pt x="150" y="42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7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3" y="35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7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1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0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0" y="60"/>
                </a:lnTo>
                <a:lnTo>
                  <a:pt x="211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6" y="60"/>
                </a:lnTo>
                <a:lnTo>
                  <a:pt x="237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39" y="64"/>
                </a:lnTo>
                <a:lnTo>
                  <a:pt x="239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9"/>
                </a:lnTo>
                <a:lnTo>
                  <a:pt x="242" y="69"/>
                </a:lnTo>
                <a:lnTo>
                  <a:pt x="242" y="68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6" y="67"/>
                </a:lnTo>
                <a:lnTo>
                  <a:pt x="246" y="66"/>
                </a:lnTo>
                <a:lnTo>
                  <a:pt x="245" y="66"/>
                </a:lnTo>
                <a:lnTo>
                  <a:pt x="246" y="65"/>
                </a:lnTo>
                <a:lnTo>
                  <a:pt x="246" y="64"/>
                </a:lnTo>
                <a:lnTo>
                  <a:pt x="245" y="64"/>
                </a:lnTo>
                <a:lnTo>
                  <a:pt x="245" y="63"/>
                </a:lnTo>
                <a:lnTo>
                  <a:pt x="247" y="63"/>
                </a:lnTo>
                <a:lnTo>
                  <a:pt x="247" y="64"/>
                </a:lnTo>
                <a:lnTo>
                  <a:pt x="248" y="65"/>
                </a:lnTo>
                <a:lnTo>
                  <a:pt x="249" y="66"/>
                </a:lnTo>
                <a:lnTo>
                  <a:pt x="250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8"/>
                </a:lnTo>
                <a:lnTo>
                  <a:pt x="250" y="69"/>
                </a:lnTo>
                <a:lnTo>
                  <a:pt x="250" y="70"/>
                </a:lnTo>
                <a:lnTo>
                  <a:pt x="250" y="71"/>
                </a:lnTo>
                <a:lnTo>
                  <a:pt x="251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5"/>
                </a:lnTo>
                <a:lnTo>
                  <a:pt x="253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7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8" y="82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7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3" y="94"/>
                </a:lnTo>
                <a:lnTo>
                  <a:pt x="264" y="95"/>
                </a:lnTo>
                <a:lnTo>
                  <a:pt x="264" y="94"/>
                </a:lnTo>
                <a:lnTo>
                  <a:pt x="265" y="94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3" y="95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2" y="93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2"/>
                </a:lnTo>
                <a:lnTo>
                  <a:pt x="293" y="104"/>
                </a:lnTo>
                <a:lnTo>
                  <a:pt x="293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3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18"/>
                </a:lnTo>
                <a:lnTo>
                  <a:pt x="290" y="120"/>
                </a:lnTo>
                <a:lnTo>
                  <a:pt x="290" y="121"/>
                </a:lnTo>
                <a:lnTo>
                  <a:pt x="289" y="121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1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7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9" y="140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7" y="142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3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7" y="148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2"/>
                </a:lnTo>
                <a:lnTo>
                  <a:pt x="301" y="153"/>
                </a:lnTo>
                <a:lnTo>
                  <a:pt x="300" y="153"/>
                </a:lnTo>
                <a:lnTo>
                  <a:pt x="301" y="154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1" y="161"/>
                </a:lnTo>
                <a:lnTo>
                  <a:pt x="300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7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2" y="176"/>
                </a:lnTo>
                <a:lnTo>
                  <a:pt x="302" y="177"/>
                </a:lnTo>
                <a:lnTo>
                  <a:pt x="301" y="177"/>
                </a:lnTo>
                <a:lnTo>
                  <a:pt x="301" y="178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4"/>
                </a:lnTo>
                <a:lnTo>
                  <a:pt x="303" y="185"/>
                </a:lnTo>
                <a:lnTo>
                  <a:pt x="303" y="186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8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9"/>
                </a:lnTo>
                <a:lnTo>
                  <a:pt x="319" y="199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1" y="197"/>
                </a:lnTo>
                <a:lnTo>
                  <a:pt x="332" y="198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7"/>
                </a:lnTo>
                <a:lnTo>
                  <a:pt x="341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89" y="193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0" y="209"/>
                </a:lnTo>
                <a:lnTo>
                  <a:pt x="391" y="209"/>
                </a:lnTo>
                <a:lnTo>
                  <a:pt x="391" y="210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2"/>
                </a:lnTo>
                <a:lnTo>
                  <a:pt x="383" y="221"/>
                </a:lnTo>
                <a:lnTo>
                  <a:pt x="382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ACD0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20968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219924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  <a:lnTo>
                  <a:pt x="17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3"/>
                </a:move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214776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5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8" y="42"/>
                </a:lnTo>
                <a:lnTo>
                  <a:pt x="268" y="41"/>
                </a:lnTo>
                <a:lnTo>
                  <a:pt x="268" y="42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3" y="65"/>
                </a:lnTo>
                <a:lnTo>
                  <a:pt x="274" y="65"/>
                </a:lnTo>
                <a:lnTo>
                  <a:pt x="274" y="66"/>
                </a:lnTo>
                <a:lnTo>
                  <a:pt x="274" y="67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8" y="89"/>
                </a:lnTo>
                <a:lnTo>
                  <a:pt x="347" y="89"/>
                </a:lnTo>
                <a:lnTo>
                  <a:pt x="346" y="89"/>
                </a:lnTo>
                <a:lnTo>
                  <a:pt x="346" y="90"/>
                </a:lnTo>
                <a:lnTo>
                  <a:pt x="347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0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5" y="97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399" y="95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3" y="108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0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8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1"/>
                </a:lnTo>
                <a:lnTo>
                  <a:pt x="405" y="110"/>
                </a:lnTo>
                <a:lnTo>
                  <a:pt x="405" y="109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4"/>
                </a:lnTo>
                <a:lnTo>
                  <a:pt x="401" y="105"/>
                </a:lnTo>
                <a:lnTo>
                  <a:pt x="400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5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5" y="146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3" y="156"/>
                </a:lnTo>
                <a:lnTo>
                  <a:pt x="384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5" y="168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2"/>
                </a:lnTo>
                <a:lnTo>
                  <a:pt x="357" y="160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6" y="157"/>
                </a:lnTo>
                <a:lnTo>
                  <a:pt x="347" y="158"/>
                </a:lnTo>
                <a:lnTo>
                  <a:pt x="346" y="158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39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5" y="184"/>
                </a:lnTo>
                <a:lnTo>
                  <a:pt x="354" y="184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3" y="194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2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1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6"/>
                </a:lnTo>
                <a:lnTo>
                  <a:pt x="337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6"/>
                </a:lnTo>
                <a:lnTo>
                  <a:pt x="334" y="297"/>
                </a:lnTo>
                <a:lnTo>
                  <a:pt x="334" y="296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29" y="302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1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6"/>
                </a:lnTo>
                <a:lnTo>
                  <a:pt x="298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1" y="329"/>
                </a:lnTo>
                <a:lnTo>
                  <a:pt x="291" y="328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9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7" y="324"/>
                </a:lnTo>
                <a:lnTo>
                  <a:pt x="287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10"/>
                </a:lnTo>
                <a:lnTo>
                  <a:pt x="283" y="311"/>
                </a:lnTo>
                <a:lnTo>
                  <a:pt x="282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5"/>
                </a:lnTo>
                <a:lnTo>
                  <a:pt x="275" y="314"/>
                </a:lnTo>
                <a:lnTo>
                  <a:pt x="276" y="315"/>
                </a:lnTo>
                <a:lnTo>
                  <a:pt x="276" y="314"/>
                </a:lnTo>
                <a:lnTo>
                  <a:pt x="277" y="315"/>
                </a:lnTo>
                <a:lnTo>
                  <a:pt x="278" y="315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79" y="318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4"/>
                </a:lnTo>
                <a:lnTo>
                  <a:pt x="279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5" y="329"/>
                </a:lnTo>
                <a:lnTo>
                  <a:pt x="273" y="329"/>
                </a:lnTo>
                <a:lnTo>
                  <a:pt x="273" y="330"/>
                </a:lnTo>
                <a:lnTo>
                  <a:pt x="272" y="330"/>
                </a:lnTo>
                <a:lnTo>
                  <a:pt x="272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3" y="335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4" y="339"/>
                </a:lnTo>
                <a:lnTo>
                  <a:pt x="283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6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6" y="351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2" y="354"/>
                </a:lnTo>
                <a:lnTo>
                  <a:pt x="253" y="355"/>
                </a:lnTo>
                <a:lnTo>
                  <a:pt x="252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6" y="360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2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59" y="372"/>
                </a:lnTo>
                <a:lnTo>
                  <a:pt x="258" y="373"/>
                </a:lnTo>
                <a:lnTo>
                  <a:pt x="256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6"/>
                </a:lnTo>
                <a:lnTo>
                  <a:pt x="234" y="377"/>
                </a:lnTo>
                <a:lnTo>
                  <a:pt x="234" y="378"/>
                </a:lnTo>
                <a:lnTo>
                  <a:pt x="233" y="379"/>
                </a:lnTo>
                <a:lnTo>
                  <a:pt x="232" y="379"/>
                </a:lnTo>
                <a:lnTo>
                  <a:pt x="232" y="380"/>
                </a:lnTo>
                <a:lnTo>
                  <a:pt x="232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1" y="383"/>
                </a:lnTo>
                <a:lnTo>
                  <a:pt x="219" y="384"/>
                </a:lnTo>
                <a:lnTo>
                  <a:pt x="218" y="385"/>
                </a:lnTo>
                <a:lnTo>
                  <a:pt x="217" y="385"/>
                </a:lnTo>
                <a:lnTo>
                  <a:pt x="218" y="385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5" y="386"/>
                </a:lnTo>
                <a:lnTo>
                  <a:pt x="214" y="385"/>
                </a:lnTo>
                <a:lnTo>
                  <a:pt x="213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2" y="378"/>
                </a:lnTo>
                <a:lnTo>
                  <a:pt x="211" y="378"/>
                </a:lnTo>
                <a:lnTo>
                  <a:pt x="211" y="377"/>
                </a:lnTo>
                <a:lnTo>
                  <a:pt x="212" y="376"/>
                </a:lnTo>
                <a:lnTo>
                  <a:pt x="213" y="375"/>
                </a:lnTo>
                <a:lnTo>
                  <a:pt x="212" y="374"/>
                </a:lnTo>
                <a:lnTo>
                  <a:pt x="211" y="374"/>
                </a:lnTo>
                <a:lnTo>
                  <a:pt x="211" y="376"/>
                </a:lnTo>
                <a:lnTo>
                  <a:pt x="210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8" y="376"/>
                </a:lnTo>
                <a:lnTo>
                  <a:pt x="209" y="376"/>
                </a:lnTo>
                <a:lnTo>
                  <a:pt x="208" y="377"/>
                </a:lnTo>
                <a:lnTo>
                  <a:pt x="208" y="378"/>
                </a:lnTo>
                <a:lnTo>
                  <a:pt x="207" y="379"/>
                </a:lnTo>
                <a:lnTo>
                  <a:pt x="206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1" y="383"/>
                </a:lnTo>
                <a:lnTo>
                  <a:pt x="201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1" y="389"/>
                </a:lnTo>
                <a:lnTo>
                  <a:pt x="201" y="390"/>
                </a:lnTo>
                <a:lnTo>
                  <a:pt x="200" y="391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7" y="396"/>
                </a:lnTo>
                <a:lnTo>
                  <a:pt x="193" y="395"/>
                </a:lnTo>
                <a:lnTo>
                  <a:pt x="191" y="395"/>
                </a:lnTo>
                <a:lnTo>
                  <a:pt x="191" y="394"/>
                </a:lnTo>
                <a:lnTo>
                  <a:pt x="190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2"/>
                </a:lnTo>
                <a:lnTo>
                  <a:pt x="186" y="393"/>
                </a:lnTo>
                <a:lnTo>
                  <a:pt x="186" y="394"/>
                </a:lnTo>
                <a:lnTo>
                  <a:pt x="187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4" y="398"/>
                </a:lnTo>
                <a:lnTo>
                  <a:pt x="185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6" y="400"/>
                </a:lnTo>
                <a:lnTo>
                  <a:pt x="186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1" y="401"/>
                </a:lnTo>
                <a:lnTo>
                  <a:pt x="193" y="400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8" y="399"/>
                </a:lnTo>
                <a:lnTo>
                  <a:pt x="199" y="399"/>
                </a:lnTo>
                <a:lnTo>
                  <a:pt x="201" y="399"/>
                </a:lnTo>
                <a:lnTo>
                  <a:pt x="201" y="400"/>
                </a:lnTo>
                <a:lnTo>
                  <a:pt x="201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199" y="404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9" y="406"/>
                </a:lnTo>
                <a:lnTo>
                  <a:pt x="199" y="405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6" y="409"/>
                </a:lnTo>
                <a:lnTo>
                  <a:pt x="207" y="410"/>
                </a:lnTo>
                <a:lnTo>
                  <a:pt x="206" y="411"/>
                </a:lnTo>
                <a:lnTo>
                  <a:pt x="206" y="412"/>
                </a:lnTo>
                <a:lnTo>
                  <a:pt x="207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5"/>
                </a:lnTo>
                <a:lnTo>
                  <a:pt x="204" y="416"/>
                </a:lnTo>
                <a:lnTo>
                  <a:pt x="203" y="416"/>
                </a:lnTo>
                <a:lnTo>
                  <a:pt x="202" y="415"/>
                </a:lnTo>
                <a:lnTo>
                  <a:pt x="201" y="416"/>
                </a:lnTo>
                <a:lnTo>
                  <a:pt x="200" y="417"/>
                </a:lnTo>
                <a:lnTo>
                  <a:pt x="199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7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3" y="425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2" y="423"/>
                </a:lnTo>
                <a:lnTo>
                  <a:pt x="193" y="422"/>
                </a:lnTo>
                <a:lnTo>
                  <a:pt x="192" y="422"/>
                </a:lnTo>
                <a:lnTo>
                  <a:pt x="192" y="423"/>
                </a:lnTo>
                <a:lnTo>
                  <a:pt x="191" y="422"/>
                </a:lnTo>
                <a:lnTo>
                  <a:pt x="192" y="422"/>
                </a:lnTo>
                <a:lnTo>
                  <a:pt x="191" y="421"/>
                </a:lnTo>
                <a:lnTo>
                  <a:pt x="191" y="420"/>
                </a:lnTo>
                <a:lnTo>
                  <a:pt x="190" y="421"/>
                </a:lnTo>
                <a:lnTo>
                  <a:pt x="190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4"/>
                </a:lnTo>
                <a:lnTo>
                  <a:pt x="190" y="424"/>
                </a:lnTo>
                <a:lnTo>
                  <a:pt x="190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0" y="424"/>
                </a:lnTo>
                <a:lnTo>
                  <a:pt x="191" y="425"/>
                </a:lnTo>
                <a:lnTo>
                  <a:pt x="190" y="425"/>
                </a:lnTo>
                <a:lnTo>
                  <a:pt x="190" y="426"/>
                </a:lnTo>
                <a:lnTo>
                  <a:pt x="189" y="427"/>
                </a:lnTo>
                <a:lnTo>
                  <a:pt x="189" y="428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6" y="431"/>
                </a:lnTo>
                <a:lnTo>
                  <a:pt x="186" y="432"/>
                </a:lnTo>
                <a:lnTo>
                  <a:pt x="186" y="437"/>
                </a:lnTo>
                <a:lnTo>
                  <a:pt x="185" y="438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39"/>
                </a:lnTo>
                <a:lnTo>
                  <a:pt x="180" y="440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7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6" y="445"/>
                </a:lnTo>
                <a:lnTo>
                  <a:pt x="175" y="445"/>
                </a:lnTo>
                <a:lnTo>
                  <a:pt x="175" y="446"/>
                </a:lnTo>
                <a:lnTo>
                  <a:pt x="174" y="447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2" y="447"/>
                </a:lnTo>
                <a:lnTo>
                  <a:pt x="173" y="446"/>
                </a:lnTo>
                <a:lnTo>
                  <a:pt x="173" y="445"/>
                </a:lnTo>
                <a:lnTo>
                  <a:pt x="174" y="444"/>
                </a:lnTo>
                <a:lnTo>
                  <a:pt x="174" y="443"/>
                </a:lnTo>
                <a:lnTo>
                  <a:pt x="174" y="442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4" y="441"/>
                </a:lnTo>
                <a:lnTo>
                  <a:pt x="174" y="442"/>
                </a:lnTo>
                <a:lnTo>
                  <a:pt x="174" y="441"/>
                </a:lnTo>
                <a:lnTo>
                  <a:pt x="174" y="440"/>
                </a:lnTo>
                <a:lnTo>
                  <a:pt x="173" y="440"/>
                </a:lnTo>
                <a:lnTo>
                  <a:pt x="173" y="439"/>
                </a:lnTo>
                <a:lnTo>
                  <a:pt x="174" y="438"/>
                </a:lnTo>
                <a:lnTo>
                  <a:pt x="174" y="437"/>
                </a:lnTo>
                <a:lnTo>
                  <a:pt x="174" y="438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0" y="439"/>
                </a:lnTo>
                <a:lnTo>
                  <a:pt x="170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8"/>
                </a:lnTo>
                <a:lnTo>
                  <a:pt x="169" y="439"/>
                </a:lnTo>
                <a:lnTo>
                  <a:pt x="169" y="440"/>
                </a:lnTo>
                <a:lnTo>
                  <a:pt x="168" y="441"/>
                </a:lnTo>
                <a:lnTo>
                  <a:pt x="167" y="441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8" y="444"/>
                </a:lnTo>
                <a:lnTo>
                  <a:pt x="168" y="445"/>
                </a:lnTo>
                <a:lnTo>
                  <a:pt x="168" y="446"/>
                </a:lnTo>
                <a:lnTo>
                  <a:pt x="169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7"/>
                </a:lnTo>
                <a:lnTo>
                  <a:pt x="166" y="449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4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7" y="455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1"/>
                </a:lnTo>
                <a:lnTo>
                  <a:pt x="149" y="450"/>
                </a:lnTo>
                <a:lnTo>
                  <a:pt x="148" y="451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5" y="452"/>
                </a:lnTo>
                <a:lnTo>
                  <a:pt x="146" y="452"/>
                </a:lnTo>
                <a:lnTo>
                  <a:pt x="146" y="451"/>
                </a:lnTo>
                <a:lnTo>
                  <a:pt x="147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50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4" y="467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2"/>
                </a:lnTo>
                <a:lnTo>
                  <a:pt x="150" y="471"/>
                </a:lnTo>
                <a:lnTo>
                  <a:pt x="150" y="470"/>
                </a:lnTo>
                <a:lnTo>
                  <a:pt x="149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3" y="486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3" y="469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3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6"/>
                </a:lnTo>
                <a:lnTo>
                  <a:pt x="129" y="478"/>
                </a:lnTo>
                <a:lnTo>
                  <a:pt x="129" y="479"/>
                </a:lnTo>
                <a:lnTo>
                  <a:pt x="130" y="479"/>
                </a:lnTo>
                <a:lnTo>
                  <a:pt x="130" y="480"/>
                </a:lnTo>
                <a:lnTo>
                  <a:pt x="129" y="481"/>
                </a:lnTo>
                <a:lnTo>
                  <a:pt x="128" y="481"/>
                </a:lnTo>
                <a:lnTo>
                  <a:pt x="128" y="482"/>
                </a:lnTo>
                <a:lnTo>
                  <a:pt x="127" y="483"/>
                </a:lnTo>
                <a:lnTo>
                  <a:pt x="126" y="483"/>
                </a:lnTo>
                <a:lnTo>
                  <a:pt x="126" y="482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7"/>
                </a:lnTo>
                <a:lnTo>
                  <a:pt x="103" y="446"/>
                </a:lnTo>
                <a:lnTo>
                  <a:pt x="103" y="445"/>
                </a:lnTo>
                <a:lnTo>
                  <a:pt x="102" y="444"/>
                </a:lnTo>
                <a:lnTo>
                  <a:pt x="102" y="442"/>
                </a:lnTo>
                <a:lnTo>
                  <a:pt x="103" y="442"/>
                </a:lnTo>
                <a:lnTo>
                  <a:pt x="103" y="441"/>
                </a:lnTo>
                <a:lnTo>
                  <a:pt x="102" y="441"/>
                </a:lnTo>
                <a:lnTo>
                  <a:pt x="101" y="440"/>
                </a:lnTo>
                <a:lnTo>
                  <a:pt x="101" y="441"/>
                </a:lnTo>
                <a:lnTo>
                  <a:pt x="100" y="441"/>
                </a:lnTo>
                <a:lnTo>
                  <a:pt x="100" y="440"/>
                </a:lnTo>
                <a:lnTo>
                  <a:pt x="101" y="440"/>
                </a:lnTo>
                <a:lnTo>
                  <a:pt x="101" y="439"/>
                </a:lnTo>
                <a:lnTo>
                  <a:pt x="100" y="439"/>
                </a:lnTo>
                <a:lnTo>
                  <a:pt x="100" y="438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8" y="430"/>
                </a:lnTo>
                <a:lnTo>
                  <a:pt x="99" y="429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0"/>
                </a:lnTo>
                <a:lnTo>
                  <a:pt x="101" y="419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7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6" y="404"/>
                </a:lnTo>
                <a:lnTo>
                  <a:pt x="96" y="403"/>
                </a:lnTo>
                <a:lnTo>
                  <a:pt x="95" y="402"/>
                </a:lnTo>
                <a:lnTo>
                  <a:pt x="94" y="401"/>
                </a:lnTo>
                <a:lnTo>
                  <a:pt x="93" y="401"/>
                </a:lnTo>
                <a:lnTo>
                  <a:pt x="93" y="400"/>
                </a:lnTo>
                <a:lnTo>
                  <a:pt x="93" y="399"/>
                </a:lnTo>
                <a:lnTo>
                  <a:pt x="92" y="399"/>
                </a:lnTo>
                <a:lnTo>
                  <a:pt x="92" y="398"/>
                </a:lnTo>
                <a:lnTo>
                  <a:pt x="91" y="398"/>
                </a:lnTo>
                <a:lnTo>
                  <a:pt x="91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2" y="394"/>
                </a:lnTo>
                <a:lnTo>
                  <a:pt x="91" y="393"/>
                </a:lnTo>
                <a:lnTo>
                  <a:pt x="91" y="392"/>
                </a:lnTo>
                <a:lnTo>
                  <a:pt x="90" y="391"/>
                </a:lnTo>
                <a:lnTo>
                  <a:pt x="89" y="390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3" y="385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4" y="383"/>
                </a:lnTo>
                <a:lnTo>
                  <a:pt x="83" y="383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8" y="375"/>
                </a:lnTo>
                <a:lnTo>
                  <a:pt x="88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8" y="374"/>
                </a:lnTo>
                <a:lnTo>
                  <a:pt x="77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2" y="375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9" y="374"/>
                </a:lnTo>
                <a:lnTo>
                  <a:pt x="68" y="374"/>
                </a:lnTo>
                <a:lnTo>
                  <a:pt x="68" y="375"/>
                </a:lnTo>
                <a:lnTo>
                  <a:pt x="67" y="376"/>
                </a:lnTo>
                <a:lnTo>
                  <a:pt x="66" y="376"/>
                </a:lnTo>
                <a:lnTo>
                  <a:pt x="66" y="377"/>
                </a:lnTo>
                <a:lnTo>
                  <a:pt x="65" y="378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3" y="379"/>
                </a:lnTo>
                <a:lnTo>
                  <a:pt x="62" y="379"/>
                </a:lnTo>
                <a:lnTo>
                  <a:pt x="61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2"/>
                </a:lnTo>
                <a:lnTo>
                  <a:pt x="60" y="372"/>
                </a:lnTo>
                <a:lnTo>
                  <a:pt x="59" y="371"/>
                </a:lnTo>
                <a:lnTo>
                  <a:pt x="60" y="371"/>
                </a:lnTo>
                <a:lnTo>
                  <a:pt x="60" y="370"/>
                </a:lnTo>
                <a:lnTo>
                  <a:pt x="59" y="369"/>
                </a:lnTo>
                <a:lnTo>
                  <a:pt x="58" y="368"/>
                </a:lnTo>
                <a:lnTo>
                  <a:pt x="58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1" y="361"/>
                </a:lnTo>
                <a:lnTo>
                  <a:pt x="50" y="360"/>
                </a:lnTo>
                <a:lnTo>
                  <a:pt x="49" y="360"/>
                </a:lnTo>
                <a:lnTo>
                  <a:pt x="49" y="359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50" y="356"/>
                </a:lnTo>
                <a:lnTo>
                  <a:pt x="51" y="356"/>
                </a:lnTo>
                <a:lnTo>
                  <a:pt x="52" y="355"/>
                </a:lnTo>
                <a:lnTo>
                  <a:pt x="52" y="354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9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60"/>
                </a:lnTo>
                <a:lnTo>
                  <a:pt x="36" y="360"/>
                </a:lnTo>
                <a:lnTo>
                  <a:pt x="36" y="359"/>
                </a:lnTo>
                <a:lnTo>
                  <a:pt x="35" y="359"/>
                </a:lnTo>
                <a:lnTo>
                  <a:pt x="36" y="358"/>
                </a:lnTo>
                <a:lnTo>
                  <a:pt x="37" y="357"/>
                </a:lnTo>
                <a:lnTo>
                  <a:pt x="37" y="356"/>
                </a:lnTo>
                <a:lnTo>
                  <a:pt x="36" y="356"/>
                </a:lnTo>
                <a:lnTo>
                  <a:pt x="35" y="357"/>
                </a:lnTo>
                <a:lnTo>
                  <a:pt x="34" y="356"/>
                </a:lnTo>
                <a:lnTo>
                  <a:pt x="34" y="355"/>
                </a:lnTo>
                <a:lnTo>
                  <a:pt x="34" y="354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2" y="351"/>
                </a:lnTo>
                <a:lnTo>
                  <a:pt x="31" y="351"/>
                </a:lnTo>
                <a:lnTo>
                  <a:pt x="31" y="352"/>
                </a:lnTo>
                <a:lnTo>
                  <a:pt x="31" y="351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4"/>
                </a:lnTo>
                <a:lnTo>
                  <a:pt x="25" y="354"/>
                </a:lnTo>
                <a:lnTo>
                  <a:pt x="22" y="354"/>
                </a:lnTo>
                <a:lnTo>
                  <a:pt x="22" y="355"/>
                </a:lnTo>
                <a:lnTo>
                  <a:pt x="21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0" y="320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1" y="316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6"/>
                </a:lnTo>
                <a:lnTo>
                  <a:pt x="4" y="315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8" y="261"/>
                </a:lnTo>
                <a:lnTo>
                  <a:pt x="29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29" y="257"/>
                </a:lnTo>
                <a:lnTo>
                  <a:pt x="29" y="256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8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9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6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8" y="147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10" y="117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10" y="79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6" y="73"/>
                </a:lnTo>
                <a:lnTo>
                  <a:pt x="106" y="72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8"/>
                </a:lnTo>
                <a:lnTo>
                  <a:pt x="129" y="47"/>
                </a:lnTo>
                <a:lnTo>
                  <a:pt x="130" y="47"/>
                </a:lnTo>
                <a:lnTo>
                  <a:pt x="129" y="46"/>
                </a:lnTo>
                <a:lnTo>
                  <a:pt x="130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4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39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1" y="35"/>
                </a:lnTo>
                <a:lnTo>
                  <a:pt x="150" y="35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8" y="41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2" y="39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5" y="38"/>
                </a:lnTo>
                <a:lnTo>
                  <a:pt x="186" y="37"/>
                </a:lnTo>
                <a:lnTo>
                  <a:pt x="187" y="36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1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5" y="28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0" y="23"/>
                </a:lnTo>
                <a:lnTo>
                  <a:pt x="221" y="23"/>
                </a:lnTo>
                <a:lnTo>
                  <a:pt x="221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5"/>
                </a:lnTo>
                <a:lnTo>
                  <a:pt x="230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6" y="3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2258280" y="195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227160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2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229284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229500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4" y="8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229140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207396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0"/>
                </a:moveTo>
                <a:lnTo>
                  <a:pt x="282" y="0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4" y="11"/>
                </a:lnTo>
                <a:lnTo>
                  <a:pt x="295" y="10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4"/>
                </a:lnTo>
                <a:lnTo>
                  <a:pt x="293" y="25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89" y="51"/>
                </a:lnTo>
                <a:lnTo>
                  <a:pt x="290" y="51"/>
                </a:lnTo>
                <a:lnTo>
                  <a:pt x="290" y="52"/>
                </a:lnTo>
                <a:lnTo>
                  <a:pt x="290" y="51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0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6"/>
                </a:lnTo>
                <a:lnTo>
                  <a:pt x="332" y="16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7" y="30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8"/>
                </a:lnTo>
                <a:lnTo>
                  <a:pt x="358" y="49"/>
                </a:lnTo>
                <a:lnTo>
                  <a:pt x="359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9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8" y="108"/>
                </a:lnTo>
                <a:lnTo>
                  <a:pt x="407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10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6" y="154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3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1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6" y="203"/>
                </a:lnTo>
                <a:lnTo>
                  <a:pt x="425" y="203"/>
                </a:lnTo>
                <a:lnTo>
                  <a:pt x="425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0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1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7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1" y="222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39" y="226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4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8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1" y="254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7" y="257"/>
                </a:lnTo>
                <a:lnTo>
                  <a:pt x="317" y="258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8" y="261"/>
                </a:lnTo>
                <a:lnTo>
                  <a:pt x="319" y="262"/>
                </a:lnTo>
                <a:lnTo>
                  <a:pt x="320" y="263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4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6"/>
                </a:lnTo>
                <a:lnTo>
                  <a:pt x="309" y="307"/>
                </a:lnTo>
                <a:lnTo>
                  <a:pt x="308" y="307"/>
                </a:lnTo>
                <a:lnTo>
                  <a:pt x="308" y="308"/>
                </a:lnTo>
                <a:lnTo>
                  <a:pt x="307" y="308"/>
                </a:lnTo>
                <a:lnTo>
                  <a:pt x="306" y="308"/>
                </a:lnTo>
                <a:lnTo>
                  <a:pt x="306" y="309"/>
                </a:lnTo>
                <a:lnTo>
                  <a:pt x="305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4" y="312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7" y="317"/>
                </a:lnTo>
                <a:lnTo>
                  <a:pt x="287" y="316"/>
                </a:lnTo>
                <a:lnTo>
                  <a:pt x="286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79" y="318"/>
                </a:lnTo>
                <a:lnTo>
                  <a:pt x="278" y="318"/>
                </a:lnTo>
                <a:lnTo>
                  <a:pt x="278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1"/>
                </a:lnTo>
                <a:lnTo>
                  <a:pt x="275" y="322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3"/>
                </a:lnTo>
                <a:lnTo>
                  <a:pt x="265" y="343"/>
                </a:lnTo>
                <a:lnTo>
                  <a:pt x="265" y="344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8"/>
                </a:lnTo>
                <a:lnTo>
                  <a:pt x="268" y="349"/>
                </a:lnTo>
                <a:lnTo>
                  <a:pt x="269" y="349"/>
                </a:lnTo>
                <a:lnTo>
                  <a:pt x="269" y="350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7" y="359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2" y="366"/>
                </a:lnTo>
                <a:lnTo>
                  <a:pt x="273" y="366"/>
                </a:lnTo>
                <a:lnTo>
                  <a:pt x="274" y="366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5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3" y="405"/>
                </a:lnTo>
                <a:lnTo>
                  <a:pt x="262" y="406"/>
                </a:lnTo>
                <a:lnTo>
                  <a:pt x="261" y="407"/>
                </a:lnTo>
                <a:lnTo>
                  <a:pt x="260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2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2" y="421"/>
                </a:lnTo>
                <a:lnTo>
                  <a:pt x="251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8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4" y="436"/>
                </a:lnTo>
                <a:lnTo>
                  <a:pt x="234" y="437"/>
                </a:lnTo>
                <a:lnTo>
                  <a:pt x="235" y="438"/>
                </a:lnTo>
                <a:lnTo>
                  <a:pt x="236" y="439"/>
                </a:lnTo>
                <a:lnTo>
                  <a:pt x="235" y="440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6" y="453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1"/>
                </a:lnTo>
                <a:lnTo>
                  <a:pt x="225" y="462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0" y="468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10" y="497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7"/>
                </a:lnTo>
                <a:lnTo>
                  <a:pt x="207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7" y="500"/>
                </a:lnTo>
                <a:lnTo>
                  <a:pt x="205" y="501"/>
                </a:lnTo>
                <a:lnTo>
                  <a:pt x="207" y="502"/>
                </a:lnTo>
                <a:lnTo>
                  <a:pt x="205" y="502"/>
                </a:lnTo>
                <a:lnTo>
                  <a:pt x="207" y="502"/>
                </a:lnTo>
                <a:lnTo>
                  <a:pt x="207" y="503"/>
                </a:lnTo>
                <a:lnTo>
                  <a:pt x="205" y="503"/>
                </a:lnTo>
                <a:lnTo>
                  <a:pt x="205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9"/>
                </a:lnTo>
                <a:lnTo>
                  <a:pt x="209" y="510"/>
                </a:lnTo>
                <a:lnTo>
                  <a:pt x="208" y="510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8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5" y="531"/>
                </a:lnTo>
                <a:lnTo>
                  <a:pt x="205" y="530"/>
                </a:lnTo>
                <a:lnTo>
                  <a:pt x="204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2" y="530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5"/>
                </a:lnTo>
                <a:lnTo>
                  <a:pt x="200" y="535"/>
                </a:lnTo>
                <a:lnTo>
                  <a:pt x="199" y="535"/>
                </a:lnTo>
                <a:lnTo>
                  <a:pt x="199" y="536"/>
                </a:lnTo>
                <a:lnTo>
                  <a:pt x="200" y="536"/>
                </a:lnTo>
                <a:lnTo>
                  <a:pt x="200" y="537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1"/>
                </a:lnTo>
                <a:lnTo>
                  <a:pt x="198" y="542"/>
                </a:lnTo>
                <a:lnTo>
                  <a:pt x="198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8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0"/>
                </a:lnTo>
                <a:lnTo>
                  <a:pt x="200" y="551"/>
                </a:lnTo>
                <a:lnTo>
                  <a:pt x="200" y="550"/>
                </a:lnTo>
                <a:lnTo>
                  <a:pt x="201" y="550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4"/>
                </a:lnTo>
                <a:lnTo>
                  <a:pt x="197" y="553"/>
                </a:lnTo>
                <a:lnTo>
                  <a:pt x="197" y="554"/>
                </a:lnTo>
                <a:lnTo>
                  <a:pt x="198" y="554"/>
                </a:lnTo>
                <a:lnTo>
                  <a:pt x="199" y="554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2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5"/>
                </a:lnTo>
                <a:lnTo>
                  <a:pt x="197" y="565"/>
                </a:lnTo>
                <a:lnTo>
                  <a:pt x="197" y="566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1"/>
                </a:lnTo>
                <a:lnTo>
                  <a:pt x="189" y="560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80" y="558"/>
                </a:lnTo>
                <a:lnTo>
                  <a:pt x="179" y="557"/>
                </a:lnTo>
                <a:lnTo>
                  <a:pt x="179" y="556"/>
                </a:lnTo>
                <a:lnTo>
                  <a:pt x="178" y="556"/>
                </a:lnTo>
                <a:lnTo>
                  <a:pt x="179" y="555"/>
                </a:lnTo>
                <a:lnTo>
                  <a:pt x="179" y="554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7" y="552"/>
                </a:lnTo>
                <a:lnTo>
                  <a:pt x="176" y="551"/>
                </a:lnTo>
                <a:lnTo>
                  <a:pt x="175" y="550"/>
                </a:lnTo>
                <a:lnTo>
                  <a:pt x="176" y="550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4" y="548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2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6" y="541"/>
                </a:lnTo>
                <a:lnTo>
                  <a:pt x="165" y="541"/>
                </a:lnTo>
                <a:lnTo>
                  <a:pt x="164" y="541"/>
                </a:lnTo>
                <a:lnTo>
                  <a:pt x="164" y="542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5"/>
                </a:lnTo>
                <a:lnTo>
                  <a:pt x="158" y="546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5" y="545"/>
                </a:lnTo>
                <a:lnTo>
                  <a:pt x="154" y="545"/>
                </a:lnTo>
                <a:lnTo>
                  <a:pt x="153" y="545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1" y="547"/>
                </a:lnTo>
                <a:lnTo>
                  <a:pt x="150" y="547"/>
                </a:lnTo>
                <a:lnTo>
                  <a:pt x="150" y="548"/>
                </a:lnTo>
                <a:lnTo>
                  <a:pt x="149" y="548"/>
                </a:lnTo>
                <a:lnTo>
                  <a:pt x="148" y="548"/>
                </a:lnTo>
                <a:lnTo>
                  <a:pt x="147" y="549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3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0" y="553"/>
                </a:lnTo>
                <a:lnTo>
                  <a:pt x="140" y="552"/>
                </a:lnTo>
                <a:lnTo>
                  <a:pt x="139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3"/>
                </a:lnTo>
                <a:lnTo>
                  <a:pt x="140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8" y="553"/>
                </a:lnTo>
                <a:lnTo>
                  <a:pt x="137" y="553"/>
                </a:lnTo>
                <a:lnTo>
                  <a:pt x="136" y="552"/>
                </a:lnTo>
                <a:lnTo>
                  <a:pt x="136" y="551"/>
                </a:lnTo>
                <a:lnTo>
                  <a:pt x="135" y="550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9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5"/>
                </a:lnTo>
                <a:lnTo>
                  <a:pt x="125" y="555"/>
                </a:lnTo>
                <a:lnTo>
                  <a:pt x="124" y="555"/>
                </a:lnTo>
                <a:lnTo>
                  <a:pt x="123" y="556"/>
                </a:lnTo>
                <a:lnTo>
                  <a:pt x="122" y="555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20" y="557"/>
                </a:lnTo>
                <a:lnTo>
                  <a:pt x="120" y="558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5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0"/>
                </a:lnTo>
                <a:lnTo>
                  <a:pt x="114" y="560"/>
                </a:lnTo>
                <a:lnTo>
                  <a:pt x="113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10" y="560"/>
                </a:lnTo>
                <a:lnTo>
                  <a:pt x="109" y="560"/>
                </a:lnTo>
                <a:lnTo>
                  <a:pt x="109" y="559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5"/>
                </a:lnTo>
                <a:lnTo>
                  <a:pt x="103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9" y="563"/>
                </a:lnTo>
                <a:lnTo>
                  <a:pt x="98" y="563"/>
                </a:lnTo>
                <a:lnTo>
                  <a:pt x="98" y="562"/>
                </a:lnTo>
                <a:lnTo>
                  <a:pt x="98" y="563"/>
                </a:lnTo>
                <a:lnTo>
                  <a:pt x="97" y="563"/>
                </a:lnTo>
                <a:lnTo>
                  <a:pt x="96" y="563"/>
                </a:lnTo>
                <a:lnTo>
                  <a:pt x="96" y="564"/>
                </a:lnTo>
                <a:lnTo>
                  <a:pt x="95" y="564"/>
                </a:lnTo>
                <a:lnTo>
                  <a:pt x="95" y="563"/>
                </a:lnTo>
                <a:lnTo>
                  <a:pt x="94" y="563"/>
                </a:lnTo>
                <a:lnTo>
                  <a:pt x="94" y="564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7"/>
                </a:lnTo>
                <a:lnTo>
                  <a:pt x="87" y="566"/>
                </a:lnTo>
                <a:lnTo>
                  <a:pt x="87" y="565"/>
                </a:lnTo>
                <a:lnTo>
                  <a:pt x="86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3" y="567"/>
                </a:lnTo>
                <a:lnTo>
                  <a:pt x="82" y="568"/>
                </a:lnTo>
                <a:lnTo>
                  <a:pt x="81" y="568"/>
                </a:lnTo>
                <a:lnTo>
                  <a:pt x="81" y="569"/>
                </a:lnTo>
                <a:lnTo>
                  <a:pt x="81" y="570"/>
                </a:lnTo>
                <a:lnTo>
                  <a:pt x="80" y="570"/>
                </a:lnTo>
                <a:lnTo>
                  <a:pt x="79" y="571"/>
                </a:lnTo>
                <a:lnTo>
                  <a:pt x="78" y="571"/>
                </a:lnTo>
                <a:lnTo>
                  <a:pt x="78" y="572"/>
                </a:lnTo>
                <a:lnTo>
                  <a:pt x="77" y="572"/>
                </a:lnTo>
                <a:lnTo>
                  <a:pt x="77" y="573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5" y="569"/>
                </a:lnTo>
                <a:lnTo>
                  <a:pt x="75" y="568"/>
                </a:lnTo>
                <a:lnTo>
                  <a:pt x="74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5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70" y="563"/>
                </a:lnTo>
                <a:lnTo>
                  <a:pt x="69" y="563"/>
                </a:lnTo>
                <a:lnTo>
                  <a:pt x="69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5" y="561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4" y="558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7"/>
                </a:lnTo>
                <a:lnTo>
                  <a:pt x="58" y="556"/>
                </a:lnTo>
                <a:lnTo>
                  <a:pt x="57" y="556"/>
                </a:lnTo>
                <a:lnTo>
                  <a:pt x="57" y="555"/>
                </a:lnTo>
                <a:lnTo>
                  <a:pt x="56" y="555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3" y="552"/>
                </a:lnTo>
                <a:lnTo>
                  <a:pt x="54" y="551"/>
                </a:lnTo>
                <a:lnTo>
                  <a:pt x="54" y="552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6" y="547"/>
                </a:lnTo>
                <a:lnTo>
                  <a:pt x="67" y="546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2" y="534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3" y="533"/>
                </a:lnTo>
                <a:lnTo>
                  <a:pt x="74" y="533"/>
                </a:lnTo>
                <a:lnTo>
                  <a:pt x="75" y="532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3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80" y="521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20"/>
                </a:lnTo>
                <a:lnTo>
                  <a:pt x="81" y="519"/>
                </a:lnTo>
                <a:lnTo>
                  <a:pt x="82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7"/>
                </a:lnTo>
                <a:lnTo>
                  <a:pt x="86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2" y="511"/>
                </a:lnTo>
                <a:lnTo>
                  <a:pt x="93" y="511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98" y="510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5" y="507"/>
                </a:lnTo>
                <a:lnTo>
                  <a:pt x="105" y="506"/>
                </a:lnTo>
                <a:lnTo>
                  <a:pt x="104" y="505"/>
                </a:lnTo>
                <a:lnTo>
                  <a:pt x="105" y="504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2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6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3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9" y="487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4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8" y="476"/>
                </a:lnTo>
                <a:lnTo>
                  <a:pt x="87" y="476"/>
                </a:lnTo>
                <a:lnTo>
                  <a:pt x="86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2" y="480"/>
                </a:lnTo>
                <a:lnTo>
                  <a:pt x="82" y="481"/>
                </a:lnTo>
                <a:lnTo>
                  <a:pt x="81" y="481"/>
                </a:lnTo>
                <a:lnTo>
                  <a:pt x="80" y="480"/>
                </a:lnTo>
                <a:lnTo>
                  <a:pt x="80" y="479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8" y="481"/>
                </a:lnTo>
                <a:lnTo>
                  <a:pt x="78" y="482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5" y="484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2" y="488"/>
                </a:lnTo>
                <a:lnTo>
                  <a:pt x="72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7"/>
                </a:lnTo>
                <a:lnTo>
                  <a:pt x="55" y="487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9"/>
                </a:lnTo>
                <a:lnTo>
                  <a:pt x="49" y="489"/>
                </a:lnTo>
                <a:lnTo>
                  <a:pt x="48" y="489"/>
                </a:lnTo>
                <a:lnTo>
                  <a:pt x="48" y="490"/>
                </a:lnTo>
                <a:lnTo>
                  <a:pt x="47" y="490"/>
                </a:lnTo>
                <a:lnTo>
                  <a:pt x="46" y="491"/>
                </a:lnTo>
                <a:lnTo>
                  <a:pt x="46" y="492"/>
                </a:lnTo>
                <a:lnTo>
                  <a:pt x="45" y="491"/>
                </a:lnTo>
                <a:lnTo>
                  <a:pt x="44" y="492"/>
                </a:lnTo>
                <a:lnTo>
                  <a:pt x="44" y="491"/>
                </a:lnTo>
                <a:lnTo>
                  <a:pt x="43" y="491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4"/>
                </a:lnTo>
                <a:lnTo>
                  <a:pt x="41" y="493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4"/>
                </a:lnTo>
                <a:lnTo>
                  <a:pt x="42" y="484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2" y="481"/>
                </a:lnTo>
                <a:lnTo>
                  <a:pt x="41" y="481"/>
                </a:lnTo>
                <a:lnTo>
                  <a:pt x="41" y="480"/>
                </a:lnTo>
                <a:lnTo>
                  <a:pt x="42" y="479"/>
                </a:lnTo>
                <a:lnTo>
                  <a:pt x="41" y="479"/>
                </a:lnTo>
                <a:lnTo>
                  <a:pt x="40" y="480"/>
                </a:lnTo>
                <a:lnTo>
                  <a:pt x="40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7" y="478"/>
                </a:lnTo>
                <a:lnTo>
                  <a:pt x="37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5" y="472"/>
                </a:lnTo>
                <a:lnTo>
                  <a:pt x="35" y="473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3" y="473"/>
                </a:lnTo>
                <a:lnTo>
                  <a:pt x="33" y="471"/>
                </a:lnTo>
                <a:lnTo>
                  <a:pt x="34" y="470"/>
                </a:lnTo>
                <a:lnTo>
                  <a:pt x="34" y="469"/>
                </a:lnTo>
                <a:lnTo>
                  <a:pt x="35" y="469"/>
                </a:lnTo>
                <a:lnTo>
                  <a:pt x="34" y="469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5" y="465"/>
                </a:lnTo>
                <a:lnTo>
                  <a:pt x="35" y="464"/>
                </a:lnTo>
                <a:lnTo>
                  <a:pt x="35" y="465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7" y="462"/>
                </a:lnTo>
                <a:lnTo>
                  <a:pt x="38" y="461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7" y="458"/>
                </a:lnTo>
                <a:lnTo>
                  <a:pt x="37" y="457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4" y="455"/>
                </a:lnTo>
                <a:lnTo>
                  <a:pt x="33" y="455"/>
                </a:lnTo>
                <a:lnTo>
                  <a:pt x="34" y="454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1" y="449"/>
                </a:lnTo>
                <a:lnTo>
                  <a:pt x="31" y="448"/>
                </a:lnTo>
                <a:lnTo>
                  <a:pt x="31" y="446"/>
                </a:lnTo>
                <a:lnTo>
                  <a:pt x="31" y="445"/>
                </a:lnTo>
                <a:lnTo>
                  <a:pt x="30" y="445"/>
                </a:lnTo>
                <a:lnTo>
                  <a:pt x="30" y="444"/>
                </a:lnTo>
                <a:lnTo>
                  <a:pt x="31" y="443"/>
                </a:lnTo>
                <a:lnTo>
                  <a:pt x="32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3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1" y="427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3"/>
                </a:lnTo>
                <a:lnTo>
                  <a:pt x="41" y="422"/>
                </a:lnTo>
                <a:lnTo>
                  <a:pt x="40" y="422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41" y="418"/>
                </a:lnTo>
                <a:lnTo>
                  <a:pt x="41" y="417"/>
                </a:lnTo>
                <a:lnTo>
                  <a:pt x="40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4"/>
                </a:lnTo>
                <a:lnTo>
                  <a:pt x="41" y="413"/>
                </a:lnTo>
                <a:lnTo>
                  <a:pt x="41" y="412"/>
                </a:lnTo>
                <a:lnTo>
                  <a:pt x="42" y="412"/>
                </a:lnTo>
                <a:lnTo>
                  <a:pt x="42" y="411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8"/>
                </a:lnTo>
                <a:lnTo>
                  <a:pt x="43" y="409"/>
                </a:lnTo>
                <a:lnTo>
                  <a:pt x="44" y="409"/>
                </a:lnTo>
                <a:lnTo>
                  <a:pt x="44" y="408"/>
                </a:lnTo>
                <a:lnTo>
                  <a:pt x="45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9" y="407"/>
                </a:lnTo>
                <a:lnTo>
                  <a:pt x="48" y="407"/>
                </a:lnTo>
                <a:lnTo>
                  <a:pt x="48" y="406"/>
                </a:lnTo>
                <a:lnTo>
                  <a:pt x="50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8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2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7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5" y="399"/>
                </a:lnTo>
                <a:lnTo>
                  <a:pt x="44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7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400"/>
                </a:lnTo>
                <a:lnTo>
                  <a:pt x="35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9"/>
                </a:lnTo>
                <a:lnTo>
                  <a:pt x="34" y="398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4" y="396"/>
                </a:lnTo>
                <a:lnTo>
                  <a:pt x="35" y="396"/>
                </a:lnTo>
                <a:lnTo>
                  <a:pt x="36" y="395"/>
                </a:lnTo>
                <a:lnTo>
                  <a:pt x="36" y="393"/>
                </a:lnTo>
                <a:lnTo>
                  <a:pt x="36" y="392"/>
                </a:lnTo>
                <a:lnTo>
                  <a:pt x="37" y="391"/>
                </a:lnTo>
                <a:lnTo>
                  <a:pt x="38" y="391"/>
                </a:lnTo>
                <a:lnTo>
                  <a:pt x="39" y="390"/>
                </a:lnTo>
                <a:lnTo>
                  <a:pt x="40" y="390"/>
                </a:lnTo>
                <a:lnTo>
                  <a:pt x="41" y="389"/>
                </a:lnTo>
                <a:lnTo>
                  <a:pt x="40" y="389"/>
                </a:lnTo>
                <a:lnTo>
                  <a:pt x="40" y="388"/>
                </a:lnTo>
                <a:lnTo>
                  <a:pt x="40" y="387"/>
                </a:lnTo>
                <a:lnTo>
                  <a:pt x="41" y="386"/>
                </a:lnTo>
                <a:lnTo>
                  <a:pt x="41" y="385"/>
                </a:lnTo>
                <a:lnTo>
                  <a:pt x="42" y="385"/>
                </a:lnTo>
                <a:lnTo>
                  <a:pt x="41" y="384"/>
                </a:lnTo>
                <a:lnTo>
                  <a:pt x="42" y="384"/>
                </a:lnTo>
                <a:lnTo>
                  <a:pt x="41" y="384"/>
                </a:lnTo>
                <a:lnTo>
                  <a:pt x="41" y="383"/>
                </a:lnTo>
                <a:lnTo>
                  <a:pt x="42" y="383"/>
                </a:lnTo>
                <a:lnTo>
                  <a:pt x="42" y="382"/>
                </a:lnTo>
                <a:lnTo>
                  <a:pt x="43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0"/>
                </a:lnTo>
                <a:lnTo>
                  <a:pt x="42" y="380"/>
                </a:lnTo>
                <a:lnTo>
                  <a:pt x="42" y="379"/>
                </a:lnTo>
                <a:lnTo>
                  <a:pt x="41" y="379"/>
                </a:lnTo>
                <a:lnTo>
                  <a:pt x="41" y="378"/>
                </a:lnTo>
                <a:lnTo>
                  <a:pt x="42" y="377"/>
                </a:lnTo>
                <a:lnTo>
                  <a:pt x="42" y="376"/>
                </a:lnTo>
                <a:lnTo>
                  <a:pt x="43" y="376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7" y="368"/>
                </a:lnTo>
                <a:lnTo>
                  <a:pt x="45" y="367"/>
                </a:lnTo>
                <a:lnTo>
                  <a:pt x="45" y="366"/>
                </a:lnTo>
                <a:lnTo>
                  <a:pt x="46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8" y="359"/>
                </a:lnTo>
                <a:lnTo>
                  <a:pt x="48" y="358"/>
                </a:lnTo>
                <a:lnTo>
                  <a:pt x="47" y="358"/>
                </a:lnTo>
                <a:lnTo>
                  <a:pt x="47" y="357"/>
                </a:lnTo>
                <a:lnTo>
                  <a:pt x="46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6"/>
                </a:lnTo>
                <a:lnTo>
                  <a:pt x="40" y="356"/>
                </a:lnTo>
                <a:lnTo>
                  <a:pt x="40" y="355"/>
                </a:lnTo>
                <a:lnTo>
                  <a:pt x="39" y="355"/>
                </a:lnTo>
                <a:lnTo>
                  <a:pt x="39" y="354"/>
                </a:lnTo>
                <a:lnTo>
                  <a:pt x="38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8" y="351"/>
                </a:lnTo>
                <a:lnTo>
                  <a:pt x="27" y="349"/>
                </a:lnTo>
                <a:lnTo>
                  <a:pt x="27" y="350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6" y="348"/>
                </a:lnTo>
                <a:lnTo>
                  <a:pt x="26" y="345"/>
                </a:lnTo>
                <a:lnTo>
                  <a:pt x="25" y="344"/>
                </a:lnTo>
                <a:lnTo>
                  <a:pt x="25" y="343"/>
                </a:lnTo>
                <a:lnTo>
                  <a:pt x="25" y="342"/>
                </a:lnTo>
                <a:lnTo>
                  <a:pt x="25" y="340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1"/>
                </a:lnTo>
                <a:lnTo>
                  <a:pt x="31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8" y="317"/>
                </a:lnTo>
                <a:lnTo>
                  <a:pt x="27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2"/>
                </a:lnTo>
                <a:lnTo>
                  <a:pt x="25" y="312"/>
                </a:lnTo>
                <a:lnTo>
                  <a:pt x="24" y="312"/>
                </a:lnTo>
                <a:lnTo>
                  <a:pt x="24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1" y="306"/>
                </a:lnTo>
                <a:lnTo>
                  <a:pt x="21" y="305"/>
                </a:lnTo>
                <a:lnTo>
                  <a:pt x="21" y="304"/>
                </a:lnTo>
                <a:lnTo>
                  <a:pt x="20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0" y="297"/>
                </a:lnTo>
                <a:lnTo>
                  <a:pt x="21" y="297"/>
                </a:lnTo>
                <a:lnTo>
                  <a:pt x="21" y="298"/>
                </a:lnTo>
                <a:lnTo>
                  <a:pt x="21" y="297"/>
                </a:lnTo>
                <a:lnTo>
                  <a:pt x="22" y="294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6" y="286"/>
                </a:lnTo>
                <a:lnTo>
                  <a:pt x="26" y="285"/>
                </a:lnTo>
                <a:lnTo>
                  <a:pt x="27" y="284"/>
                </a:lnTo>
                <a:lnTo>
                  <a:pt x="26" y="284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8"/>
                </a:lnTo>
                <a:lnTo>
                  <a:pt x="26" y="277"/>
                </a:lnTo>
                <a:lnTo>
                  <a:pt x="27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3" y="277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2" y="278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4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2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3" y="224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3" y="215"/>
                </a:lnTo>
                <a:lnTo>
                  <a:pt x="24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0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0" y="209"/>
                </a:lnTo>
                <a:lnTo>
                  <a:pt x="41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4"/>
                </a:lnTo>
                <a:lnTo>
                  <a:pt x="42" y="204"/>
                </a:lnTo>
                <a:lnTo>
                  <a:pt x="41" y="204"/>
                </a:lnTo>
                <a:lnTo>
                  <a:pt x="40" y="204"/>
                </a:lnTo>
                <a:lnTo>
                  <a:pt x="40" y="203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0"/>
                </a:lnTo>
                <a:lnTo>
                  <a:pt x="40" y="200"/>
                </a:lnTo>
                <a:lnTo>
                  <a:pt x="40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5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6" y="184"/>
                </a:lnTo>
                <a:lnTo>
                  <a:pt x="56" y="183"/>
                </a:lnTo>
                <a:lnTo>
                  <a:pt x="56" y="182"/>
                </a:lnTo>
                <a:lnTo>
                  <a:pt x="57" y="182"/>
                </a:lnTo>
                <a:lnTo>
                  <a:pt x="57" y="183"/>
                </a:lnTo>
                <a:lnTo>
                  <a:pt x="57" y="182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61" y="176"/>
                </a:lnTo>
                <a:lnTo>
                  <a:pt x="62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1" y="171"/>
                </a:lnTo>
                <a:lnTo>
                  <a:pt x="60" y="172"/>
                </a:lnTo>
                <a:lnTo>
                  <a:pt x="60" y="171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6" y="168"/>
                </a:lnTo>
                <a:lnTo>
                  <a:pt x="55" y="168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8" y="164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0"/>
                </a:lnTo>
                <a:lnTo>
                  <a:pt x="52" y="159"/>
                </a:lnTo>
                <a:lnTo>
                  <a:pt x="51" y="159"/>
                </a:lnTo>
                <a:lnTo>
                  <a:pt x="51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6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2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50" y="149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0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2" y="138"/>
                </a:lnTo>
                <a:lnTo>
                  <a:pt x="51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2" y="126"/>
                </a:lnTo>
                <a:lnTo>
                  <a:pt x="51" y="127"/>
                </a:lnTo>
                <a:lnTo>
                  <a:pt x="50" y="127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5" y="127"/>
                </a:lnTo>
                <a:lnTo>
                  <a:pt x="45" y="126"/>
                </a:lnTo>
                <a:lnTo>
                  <a:pt x="44" y="126"/>
                </a:lnTo>
                <a:lnTo>
                  <a:pt x="44" y="125"/>
                </a:lnTo>
                <a:lnTo>
                  <a:pt x="44" y="126"/>
                </a:lnTo>
                <a:lnTo>
                  <a:pt x="44" y="125"/>
                </a:lnTo>
                <a:lnTo>
                  <a:pt x="43" y="125"/>
                </a:lnTo>
                <a:lnTo>
                  <a:pt x="44" y="124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8" y="114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6" y="116"/>
                </a:lnTo>
                <a:lnTo>
                  <a:pt x="35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0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4" y="99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5" y="89"/>
                </a:lnTo>
                <a:lnTo>
                  <a:pt x="45" y="88"/>
                </a:lnTo>
                <a:lnTo>
                  <a:pt x="45" y="89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7"/>
                </a:lnTo>
                <a:lnTo>
                  <a:pt x="54" y="88"/>
                </a:lnTo>
                <a:lnTo>
                  <a:pt x="55" y="87"/>
                </a:lnTo>
                <a:lnTo>
                  <a:pt x="57" y="87"/>
                </a:lnTo>
                <a:lnTo>
                  <a:pt x="57" y="86"/>
                </a:lnTo>
                <a:lnTo>
                  <a:pt x="58" y="86"/>
                </a:lnTo>
                <a:lnTo>
                  <a:pt x="59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1" y="76"/>
                </a:lnTo>
                <a:lnTo>
                  <a:pt x="62" y="76"/>
                </a:lnTo>
                <a:lnTo>
                  <a:pt x="61" y="75"/>
                </a:lnTo>
                <a:lnTo>
                  <a:pt x="62" y="74"/>
                </a:lnTo>
                <a:lnTo>
                  <a:pt x="63" y="73"/>
                </a:lnTo>
                <a:lnTo>
                  <a:pt x="63" y="74"/>
                </a:lnTo>
                <a:lnTo>
                  <a:pt x="64" y="73"/>
                </a:lnTo>
                <a:lnTo>
                  <a:pt x="65" y="73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70" y="77"/>
                </a:lnTo>
                <a:lnTo>
                  <a:pt x="71" y="76"/>
                </a:lnTo>
                <a:lnTo>
                  <a:pt x="71" y="77"/>
                </a:lnTo>
                <a:lnTo>
                  <a:pt x="72" y="77"/>
                </a:lnTo>
                <a:lnTo>
                  <a:pt x="73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5"/>
                </a:lnTo>
                <a:lnTo>
                  <a:pt x="78" y="74"/>
                </a:lnTo>
                <a:lnTo>
                  <a:pt x="79" y="74"/>
                </a:lnTo>
                <a:lnTo>
                  <a:pt x="79" y="75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8" y="75"/>
                </a:lnTo>
                <a:lnTo>
                  <a:pt x="88" y="74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2" y="69"/>
                </a:lnTo>
                <a:lnTo>
                  <a:pt x="104" y="69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7" y="71"/>
                </a:lnTo>
                <a:lnTo>
                  <a:pt x="108" y="71"/>
                </a:lnTo>
                <a:lnTo>
                  <a:pt x="109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20" y="68"/>
                </a:lnTo>
                <a:lnTo>
                  <a:pt x="119" y="68"/>
                </a:lnTo>
                <a:lnTo>
                  <a:pt x="120" y="67"/>
                </a:lnTo>
                <a:lnTo>
                  <a:pt x="121" y="67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3" y="61"/>
                </a:lnTo>
                <a:lnTo>
                  <a:pt x="123" y="60"/>
                </a:lnTo>
                <a:lnTo>
                  <a:pt x="122" y="60"/>
                </a:lnTo>
                <a:lnTo>
                  <a:pt x="121" y="60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9" y="57"/>
                </a:lnTo>
                <a:lnTo>
                  <a:pt x="119" y="56"/>
                </a:lnTo>
                <a:lnTo>
                  <a:pt x="119" y="55"/>
                </a:lnTo>
                <a:lnTo>
                  <a:pt x="120" y="56"/>
                </a:lnTo>
                <a:lnTo>
                  <a:pt x="120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6"/>
                </a:lnTo>
                <a:lnTo>
                  <a:pt x="122" y="56"/>
                </a:lnTo>
                <a:lnTo>
                  <a:pt x="122" y="57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9"/>
                </a:lnTo>
                <a:lnTo>
                  <a:pt x="125" y="58"/>
                </a:lnTo>
                <a:lnTo>
                  <a:pt x="125" y="57"/>
                </a:lnTo>
                <a:lnTo>
                  <a:pt x="126" y="57"/>
                </a:lnTo>
                <a:lnTo>
                  <a:pt x="126" y="56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9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6" y="52"/>
                </a:lnTo>
                <a:lnTo>
                  <a:pt x="137" y="53"/>
                </a:lnTo>
                <a:lnTo>
                  <a:pt x="137" y="54"/>
                </a:lnTo>
                <a:lnTo>
                  <a:pt x="137" y="55"/>
                </a:lnTo>
                <a:lnTo>
                  <a:pt x="136" y="55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7" y="56"/>
                </a:lnTo>
                <a:lnTo>
                  <a:pt x="138" y="57"/>
                </a:lnTo>
                <a:lnTo>
                  <a:pt x="140" y="58"/>
                </a:lnTo>
                <a:lnTo>
                  <a:pt x="140" y="57"/>
                </a:lnTo>
                <a:lnTo>
                  <a:pt x="141" y="57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2" y="57"/>
                </a:lnTo>
                <a:lnTo>
                  <a:pt x="142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3" y="48"/>
                </a:lnTo>
                <a:lnTo>
                  <a:pt x="142" y="48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1"/>
                </a:lnTo>
                <a:lnTo>
                  <a:pt x="141" y="42"/>
                </a:lnTo>
                <a:lnTo>
                  <a:pt x="142" y="42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3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3" y="46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1"/>
                </a:lnTo>
                <a:lnTo>
                  <a:pt x="164" y="40"/>
                </a:lnTo>
                <a:lnTo>
                  <a:pt x="165" y="40"/>
                </a:lnTo>
                <a:lnTo>
                  <a:pt x="166" y="40"/>
                </a:lnTo>
                <a:lnTo>
                  <a:pt x="166" y="38"/>
                </a:lnTo>
                <a:lnTo>
                  <a:pt x="167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1" y="32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4" y="25"/>
                </a:lnTo>
                <a:lnTo>
                  <a:pt x="174" y="24"/>
                </a:lnTo>
                <a:lnTo>
                  <a:pt x="175" y="24"/>
                </a:lnTo>
                <a:lnTo>
                  <a:pt x="176" y="24"/>
                </a:lnTo>
                <a:lnTo>
                  <a:pt x="178" y="24"/>
                </a:lnTo>
                <a:lnTo>
                  <a:pt x="182" y="24"/>
                </a:lnTo>
                <a:lnTo>
                  <a:pt x="183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4" y="26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7" y="28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3" y="33"/>
                </a:lnTo>
                <a:lnTo>
                  <a:pt x="204" y="33"/>
                </a:lnTo>
                <a:lnTo>
                  <a:pt x="208" y="35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6" y="30"/>
                </a:lnTo>
                <a:lnTo>
                  <a:pt x="226" y="29"/>
                </a:lnTo>
                <a:lnTo>
                  <a:pt x="227" y="29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5" y="29"/>
                </a:lnTo>
                <a:lnTo>
                  <a:pt x="245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0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close/>
              </a:path>
            </a:pathLst>
          </a:custGeom>
          <a:solidFill>
            <a:srgbClr val="B1D3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227988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229824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211428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4" y="2"/>
                </a:ln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5" y="9"/>
                </a:lnTo>
                <a:lnTo>
                  <a:pt x="286" y="9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8" y="18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8"/>
                </a:lnTo>
                <a:lnTo>
                  <a:pt x="325" y="18"/>
                </a:lnTo>
                <a:lnTo>
                  <a:pt x="325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2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4" y="24"/>
                </a:lnTo>
                <a:lnTo>
                  <a:pt x="335" y="23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4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1"/>
                </a:lnTo>
                <a:lnTo>
                  <a:pt x="345" y="20"/>
                </a:lnTo>
                <a:lnTo>
                  <a:pt x="345" y="19"/>
                </a:lnTo>
                <a:lnTo>
                  <a:pt x="346" y="20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1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1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6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5" y="24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7" y="31"/>
                </a:lnTo>
                <a:lnTo>
                  <a:pt x="378" y="33"/>
                </a:lnTo>
                <a:lnTo>
                  <a:pt x="381" y="33"/>
                </a:lnTo>
                <a:lnTo>
                  <a:pt x="381" y="34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7" y="49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5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400" y="54"/>
                </a:lnTo>
                <a:lnTo>
                  <a:pt x="399" y="54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4"/>
                </a:lnTo>
                <a:lnTo>
                  <a:pt x="379" y="63"/>
                </a:lnTo>
                <a:lnTo>
                  <a:pt x="378" y="64"/>
                </a:lnTo>
                <a:lnTo>
                  <a:pt x="378" y="65"/>
                </a:lnTo>
                <a:lnTo>
                  <a:pt x="377" y="65"/>
                </a:lnTo>
                <a:lnTo>
                  <a:pt x="376" y="66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3" y="72"/>
                </a:lnTo>
                <a:lnTo>
                  <a:pt x="372" y="75"/>
                </a:lnTo>
                <a:lnTo>
                  <a:pt x="371" y="76"/>
                </a:lnTo>
                <a:lnTo>
                  <a:pt x="371" y="77"/>
                </a:lnTo>
                <a:lnTo>
                  <a:pt x="370" y="77"/>
                </a:lnTo>
                <a:lnTo>
                  <a:pt x="370" y="78"/>
                </a:lnTo>
                <a:lnTo>
                  <a:pt x="369" y="78"/>
                </a:lnTo>
                <a:lnTo>
                  <a:pt x="368" y="78"/>
                </a:lnTo>
                <a:lnTo>
                  <a:pt x="369" y="78"/>
                </a:lnTo>
                <a:lnTo>
                  <a:pt x="370" y="79"/>
                </a:lnTo>
                <a:lnTo>
                  <a:pt x="370" y="81"/>
                </a:lnTo>
                <a:lnTo>
                  <a:pt x="371" y="82"/>
                </a:lnTo>
                <a:lnTo>
                  <a:pt x="372" y="82"/>
                </a:lnTo>
                <a:lnTo>
                  <a:pt x="372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2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4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7"/>
                </a:lnTo>
                <a:lnTo>
                  <a:pt x="384" y="108"/>
                </a:lnTo>
                <a:lnTo>
                  <a:pt x="385" y="108"/>
                </a:lnTo>
                <a:lnTo>
                  <a:pt x="385" y="109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9"/>
                </a:lnTo>
                <a:lnTo>
                  <a:pt x="390" y="108"/>
                </a:lnTo>
                <a:lnTo>
                  <a:pt x="391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1"/>
                </a:lnTo>
                <a:lnTo>
                  <a:pt x="396" y="110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3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1" y="118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8" y="116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1" y="112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8" y="102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69" y="88"/>
                </a:lnTo>
                <a:lnTo>
                  <a:pt x="469" y="87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5"/>
                </a:lnTo>
                <a:lnTo>
                  <a:pt x="477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2"/>
                </a:lnTo>
                <a:lnTo>
                  <a:pt x="485" y="80"/>
                </a:lnTo>
                <a:lnTo>
                  <a:pt x="488" y="78"/>
                </a:lnTo>
                <a:lnTo>
                  <a:pt x="488" y="77"/>
                </a:lnTo>
                <a:lnTo>
                  <a:pt x="489" y="77"/>
                </a:lnTo>
                <a:lnTo>
                  <a:pt x="489" y="76"/>
                </a:lnTo>
                <a:lnTo>
                  <a:pt x="490" y="76"/>
                </a:lnTo>
                <a:lnTo>
                  <a:pt x="490" y="75"/>
                </a:lnTo>
                <a:lnTo>
                  <a:pt x="490" y="74"/>
                </a:lnTo>
                <a:lnTo>
                  <a:pt x="489" y="74"/>
                </a:lnTo>
                <a:lnTo>
                  <a:pt x="487" y="71"/>
                </a:lnTo>
                <a:lnTo>
                  <a:pt x="488" y="70"/>
                </a:lnTo>
                <a:lnTo>
                  <a:pt x="489" y="69"/>
                </a:lnTo>
                <a:lnTo>
                  <a:pt x="490" y="69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5" y="64"/>
                </a:lnTo>
                <a:lnTo>
                  <a:pt x="496" y="65"/>
                </a:lnTo>
                <a:lnTo>
                  <a:pt x="494" y="65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8" y="61"/>
                </a:lnTo>
                <a:lnTo>
                  <a:pt x="488" y="60"/>
                </a:lnTo>
                <a:lnTo>
                  <a:pt x="490" y="60"/>
                </a:lnTo>
                <a:lnTo>
                  <a:pt x="491" y="61"/>
                </a:lnTo>
                <a:lnTo>
                  <a:pt x="492" y="61"/>
                </a:lnTo>
                <a:lnTo>
                  <a:pt x="494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7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9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0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60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1" y="69"/>
                </a:lnTo>
                <a:lnTo>
                  <a:pt x="570" y="69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3"/>
                </a:lnTo>
                <a:lnTo>
                  <a:pt x="578" y="73"/>
                </a:lnTo>
                <a:lnTo>
                  <a:pt x="579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1"/>
                </a:lnTo>
                <a:lnTo>
                  <a:pt x="591" y="70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0" y="67"/>
                </a:lnTo>
                <a:lnTo>
                  <a:pt x="592" y="67"/>
                </a:lnTo>
                <a:lnTo>
                  <a:pt x="593" y="67"/>
                </a:lnTo>
                <a:lnTo>
                  <a:pt x="593" y="69"/>
                </a:lnTo>
                <a:lnTo>
                  <a:pt x="594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0"/>
                </a:lnTo>
                <a:lnTo>
                  <a:pt x="592" y="71"/>
                </a:lnTo>
                <a:lnTo>
                  <a:pt x="592" y="72"/>
                </a:lnTo>
                <a:lnTo>
                  <a:pt x="592" y="73"/>
                </a:lnTo>
                <a:lnTo>
                  <a:pt x="594" y="73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5" y="77"/>
                </a:lnTo>
                <a:lnTo>
                  <a:pt x="596" y="77"/>
                </a:lnTo>
                <a:lnTo>
                  <a:pt x="597" y="77"/>
                </a:lnTo>
                <a:lnTo>
                  <a:pt x="597" y="78"/>
                </a:lnTo>
                <a:lnTo>
                  <a:pt x="598" y="78"/>
                </a:lnTo>
                <a:lnTo>
                  <a:pt x="598" y="79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4"/>
                </a:lnTo>
                <a:lnTo>
                  <a:pt x="601" y="84"/>
                </a:lnTo>
                <a:lnTo>
                  <a:pt x="602" y="84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7" y="85"/>
                </a:lnTo>
                <a:lnTo>
                  <a:pt x="616" y="84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3" y="85"/>
                </a:lnTo>
                <a:lnTo>
                  <a:pt x="625" y="85"/>
                </a:lnTo>
                <a:lnTo>
                  <a:pt x="626" y="85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5"/>
                </a:lnTo>
                <a:lnTo>
                  <a:pt x="627" y="85"/>
                </a:lnTo>
                <a:lnTo>
                  <a:pt x="628" y="85"/>
                </a:lnTo>
                <a:lnTo>
                  <a:pt x="630" y="85"/>
                </a:lnTo>
                <a:lnTo>
                  <a:pt x="632" y="85"/>
                </a:lnTo>
                <a:lnTo>
                  <a:pt x="633" y="85"/>
                </a:lnTo>
                <a:lnTo>
                  <a:pt x="635" y="85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3"/>
                </a:lnTo>
                <a:lnTo>
                  <a:pt x="644" y="83"/>
                </a:lnTo>
                <a:lnTo>
                  <a:pt x="645" y="83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5" y="85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8" y="81"/>
                </a:lnTo>
                <a:lnTo>
                  <a:pt x="649" y="80"/>
                </a:lnTo>
                <a:lnTo>
                  <a:pt x="650" y="79"/>
                </a:lnTo>
                <a:lnTo>
                  <a:pt x="650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2" y="77"/>
                </a:lnTo>
                <a:lnTo>
                  <a:pt x="653" y="77"/>
                </a:lnTo>
                <a:lnTo>
                  <a:pt x="653" y="76"/>
                </a:lnTo>
                <a:lnTo>
                  <a:pt x="654" y="77"/>
                </a:lnTo>
                <a:lnTo>
                  <a:pt x="655" y="77"/>
                </a:lnTo>
                <a:lnTo>
                  <a:pt x="655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5" y="75"/>
                </a:lnTo>
                <a:lnTo>
                  <a:pt x="656" y="75"/>
                </a:lnTo>
                <a:lnTo>
                  <a:pt x="656" y="76"/>
                </a:lnTo>
                <a:lnTo>
                  <a:pt x="658" y="76"/>
                </a:lnTo>
                <a:lnTo>
                  <a:pt x="659" y="76"/>
                </a:lnTo>
                <a:lnTo>
                  <a:pt x="659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79"/>
                </a:lnTo>
                <a:lnTo>
                  <a:pt x="659" y="80"/>
                </a:lnTo>
                <a:lnTo>
                  <a:pt x="660" y="81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1" y="85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5"/>
                </a:lnTo>
                <a:lnTo>
                  <a:pt x="666" y="85"/>
                </a:lnTo>
                <a:lnTo>
                  <a:pt x="666" y="86"/>
                </a:lnTo>
                <a:lnTo>
                  <a:pt x="668" y="85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4" y="89"/>
                </a:lnTo>
                <a:lnTo>
                  <a:pt x="676" y="89"/>
                </a:lnTo>
                <a:lnTo>
                  <a:pt x="677" y="89"/>
                </a:lnTo>
                <a:lnTo>
                  <a:pt x="677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1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2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699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9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9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1" y="129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7" y="149"/>
                </a:lnTo>
                <a:lnTo>
                  <a:pt x="676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5" y="127"/>
                </a:lnTo>
                <a:lnTo>
                  <a:pt x="666" y="127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4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2" y="142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5" y="136"/>
                </a:lnTo>
                <a:lnTo>
                  <a:pt x="645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7"/>
                </a:lnTo>
                <a:lnTo>
                  <a:pt x="626" y="148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1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6" y="159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8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4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6"/>
                </a:lnTo>
                <a:lnTo>
                  <a:pt x="599" y="157"/>
                </a:lnTo>
                <a:lnTo>
                  <a:pt x="598" y="156"/>
                </a:lnTo>
                <a:lnTo>
                  <a:pt x="598" y="157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2" y="171"/>
                </a:lnTo>
                <a:lnTo>
                  <a:pt x="551" y="171"/>
                </a:lnTo>
                <a:lnTo>
                  <a:pt x="551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5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4" y="177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7"/>
                </a:lnTo>
                <a:lnTo>
                  <a:pt x="553" y="188"/>
                </a:lnTo>
                <a:lnTo>
                  <a:pt x="552" y="188"/>
                </a:lnTo>
                <a:lnTo>
                  <a:pt x="552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7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6" y="190"/>
                </a:lnTo>
                <a:lnTo>
                  <a:pt x="535" y="190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3" y="192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3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200"/>
                </a:lnTo>
                <a:lnTo>
                  <a:pt x="527" y="201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5"/>
                </a:lnTo>
                <a:lnTo>
                  <a:pt x="512" y="225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9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9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4" y="229"/>
                </a:lnTo>
                <a:lnTo>
                  <a:pt x="494" y="228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6" y="225"/>
                </a:lnTo>
                <a:lnTo>
                  <a:pt x="496" y="224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7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9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4"/>
                </a:lnTo>
                <a:lnTo>
                  <a:pt x="500" y="213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1"/>
                </a:lnTo>
                <a:lnTo>
                  <a:pt x="493" y="211"/>
                </a:lnTo>
                <a:lnTo>
                  <a:pt x="493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2"/>
                </a:lnTo>
                <a:lnTo>
                  <a:pt x="486" y="212"/>
                </a:lnTo>
                <a:lnTo>
                  <a:pt x="485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9" y="215"/>
                </a:lnTo>
                <a:lnTo>
                  <a:pt x="480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5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4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8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2" y="257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70" y="260"/>
                </a:lnTo>
                <a:lnTo>
                  <a:pt x="469" y="260"/>
                </a:lnTo>
                <a:lnTo>
                  <a:pt x="469" y="261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61"/>
                </a:lnTo>
                <a:lnTo>
                  <a:pt x="465" y="260"/>
                </a:lnTo>
                <a:lnTo>
                  <a:pt x="465" y="259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3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70"/>
                </a:lnTo>
                <a:lnTo>
                  <a:pt x="451" y="270"/>
                </a:lnTo>
                <a:lnTo>
                  <a:pt x="452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8" y="273"/>
                </a:lnTo>
                <a:lnTo>
                  <a:pt x="449" y="274"/>
                </a:lnTo>
                <a:lnTo>
                  <a:pt x="450" y="274"/>
                </a:lnTo>
                <a:lnTo>
                  <a:pt x="449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7" y="277"/>
                </a:lnTo>
                <a:lnTo>
                  <a:pt x="446" y="277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3" y="273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4"/>
                </a:lnTo>
                <a:lnTo>
                  <a:pt x="436" y="275"/>
                </a:lnTo>
                <a:lnTo>
                  <a:pt x="437" y="275"/>
                </a:lnTo>
                <a:lnTo>
                  <a:pt x="437" y="276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3"/>
                </a:lnTo>
                <a:lnTo>
                  <a:pt x="434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0" y="290"/>
                </a:lnTo>
                <a:lnTo>
                  <a:pt x="430" y="291"/>
                </a:lnTo>
                <a:lnTo>
                  <a:pt x="430" y="292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9" y="306"/>
                </a:lnTo>
                <a:lnTo>
                  <a:pt x="418" y="306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2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90" y="328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8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2"/>
                </a:lnTo>
                <a:lnTo>
                  <a:pt x="372" y="332"/>
                </a:lnTo>
                <a:lnTo>
                  <a:pt x="371" y="331"/>
                </a:lnTo>
                <a:lnTo>
                  <a:pt x="369" y="331"/>
                </a:lnTo>
                <a:lnTo>
                  <a:pt x="369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4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6" y="363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6"/>
                </a:lnTo>
                <a:lnTo>
                  <a:pt x="338" y="366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2" y="371"/>
                </a:lnTo>
                <a:lnTo>
                  <a:pt x="331" y="371"/>
                </a:lnTo>
                <a:lnTo>
                  <a:pt x="331" y="370"/>
                </a:lnTo>
                <a:lnTo>
                  <a:pt x="330" y="369"/>
                </a:lnTo>
                <a:lnTo>
                  <a:pt x="330" y="370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6" y="382"/>
                </a:lnTo>
                <a:lnTo>
                  <a:pt x="327" y="385"/>
                </a:lnTo>
                <a:lnTo>
                  <a:pt x="327" y="386"/>
                </a:lnTo>
                <a:lnTo>
                  <a:pt x="327" y="387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3" y="386"/>
                </a:lnTo>
                <a:lnTo>
                  <a:pt x="302" y="385"/>
                </a:lnTo>
                <a:lnTo>
                  <a:pt x="303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7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2"/>
                </a:lnTo>
                <a:lnTo>
                  <a:pt x="291" y="372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0"/>
                </a:lnTo>
                <a:lnTo>
                  <a:pt x="281" y="371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9" y="373"/>
                </a:lnTo>
                <a:lnTo>
                  <a:pt x="277" y="373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0" y="372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5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3"/>
                </a:lnTo>
                <a:lnTo>
                  <a:pt x="259" y="382"/>
                </a:lnTo>
                <a:lnTo>
                  <a:pt x="259" y="383"/>
                </a:lnTo>
                <a:lnTo>
                  <a:pt x="259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1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6" y="391"/>
                </a:lnTo>
                <a:lnTo>
                  <a:pt x="245" y="391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39" y="389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6" y="381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7"/>
                </a:lnTo>
                <a:lnTo>
                  <a:pt x="210" y="387"/>
                </a:lnTo>
                <a:lnTo>
                  <a:pt x="210" y="385"/>
                </a:lnTo>
                <a:lnTo>
                  <a:pt x="210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6"/>
                </a:lnTo>
                <a:lnTo>
                  <a:pt x="203" y="365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3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4" y="342"/>
                </a:lnTo>
                <a:lnTo>
                  <a:pt x="184" y="343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40"/>
                </a:lnTo>
                <a:lnTo>
                  <a:pt x="180" y="339"/>
                </a:lnTo>
                <a:lnTo>
                  <a:pt x="180" y="340"/>
                </a:lnTo>
                <a:lnTo>
                  <a:pt x="180" y="343"/>
                </a:lnTo>
                <a:lnTo>
                  <a:pt x="179" y="343"/>
                </a:lnTo>
                <a:lnTo>
                  <a:pt x="180" y="343"/>
                </a:lnTo>
                <a:lnTo>
                  <a:pt x="180" y="339"/>
                </a:lnTo>
                <a:lnTo>
                  <a:pt x="179" y="339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6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68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0" y="378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69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8" y="227"/>
                </a:lnTo>
                <a:lnTo>
                  <a:pt x="107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8" y="233"/>
                </a:lnTo>
                <a:lnTo>
                  <a:pt x="87" y="234"/>
                </a:lnTo>
                <a:lnTo>
                  <a:pt x="86" y="235"/>
                </a:lnTo>
                <a:lnTo>
                  <a:pt x="87" y="235"/>
                </a:lnTo>
                <a:lnTo>
                  <a:pt x="86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8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5" y="234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89" y="129"/>
                </a:lnTo>
                <a:lnTo>
                  <a:pt x="90" y="129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6" y="83"/>
                </a:lnTo>
                <a:lnTo>
                  <a:pt x="127" y="83"/>
                </a:lnTo>
                <a:lnTo>
                  <a:pt x="128" y="82"/>
                </a:lnTo>
                <a:lnTo>
                  <a:pt x="128" y="81"/>
                </a:lnTo>
                <a:lnTo>
                  <a:pt x="128" y="82"/>
                </a:lnTo>
                <a:lnTo>
                  <a:pt x="129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4"/>
                </a:lnTo>
                <a:lnTo>
                  <a:pt x="131" y="83"/>
                </a:lnTo>
                <a:lnTo>
                  <a:pt x="131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1" y="80"/>
                </a:lnTo>
                <a:lnTo>
                  <a:pt x="131" y="79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2" y="76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6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5"/>
                </a:lnTo>
                <a:lnTo>
                  <a:pt x="153" y="74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2" y="55"/>
                </a:lnTo>
                <a:lnTo>
                  <a:pt x="173" y="55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4" y="45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39" y="40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0"/>
                </a:lnTo>
                <a:lnTo>
                  <a:pt x="262" y="19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7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2"/>
                </a:lnTo>
                <a:lnTo>
                  <a:pt x="274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B2D4E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196956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10"/>
                </a:lnTo>
                <a:lnTo>
                  <a:pt x="342" y="10"/>
                </a:lnTo>
                <a:lnTo>
                  <a:pt x="342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79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5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0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8"/>
                </a:lnTo>
                <a:lnTo>
                  <a:pt x="412" y="29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2" y="27"/>
                </a:lnTo>
                <a:lnTo>
                  <a:pt x="423" y="27"/>
                </a:lnTo>
                <a:lnTo>
                  <a:pt x="422" y="26"/>
                </a:lnTo>
                <a:lnTo>
                  <a:pt x="422" y="25"/>
                </a:lnTo>
                <a:lnTo>
                  <a:pt x="423" y="24"/>
                </a:lnTo>
                <a:lnTo>
                  <a:pt x="422" y="23"/>
                </a:lnTo>
                <a:lnTo>
                  <a:pt x="422" y="22"/>
                </a:lnTo>
                <a:lnTo>
                  <a:pt x="423" y="23"/>
                </a:lnTo>
                <a:lnTo>
                  <a:pt x="423" y="22"/>
                </a:lnTo>
                <a:lnTo>
                  <a:pt x="423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7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1" y="26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0" y="22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8" y="33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9" y="35"/>
                </a:lnTo>
                <a:lnTo>
                  <a:pt x="459" y="36"/>
                </a:lnTo>
                <a:lnTo>
                  <a:pt x="458" y="36"/>
                </a:lnTo>
                <a:lnTo>
                  <a:pt x="458" y="38"/>
                </a:lnTo>
                <a:lnTo>
                  <a:pt x="457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0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8" y="53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0" y="47"/>
                </a:lnTo>
                <a:lnTo>
                  <a:pt x="471" y="47"/>
                </a:lnTo>
                <a:lnTo>
                  <a:pt x="473" y="47"/>
                </a:lnTo>
                <a:lnTo>
                  <a:pt x="474" y="46"/>
                </a:lnTo>
                <a:lnTo>
                  <a:pt x="475" y="46"/>
                </a:lnTo>
                <a:lnTo>
                  <a:pt x="475" y="47"/>
                </a:lnTo>
                <a:lnTo>
                  <a:pt x="477" y="47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1" y="45"/>
                </a:lnTo>
                <a:lnTo>
                  <a:pt x="481" y="44"/>
                </a:lnTo>
                <a:lnTo>
                  <a:pt x="481" y="43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6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90" y="40"/>
                </a:lnTo>
                <a:lnTo>
                  <a:pt x="489" y="40"/>
                </a:lnTo>
                <a:lnTo>
                  <a:pt x="490" y="39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2"/>
                </a:lnTo>
                <a:lnTo>
                  <a:pt x="512" y="32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7" y="33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7" y="56"/>
                </a:lnTo>
                <a:lnTo>
                  <a:pt x="486" y="56"/>
                </a:lnTo>
                <a:lnTo>
                  <a:pt x="485" y="56"/>
                </a:lnTo>
                <a:lnTo>
                  <a:pt x="485" y="57"/>
                </a:lnTo>
                <a:lnTo>
                  <a:pt x="485" y="58"/>
                </a:lnTo>
                <a:lnTo>
                  <a:pt x="484" y="59"/>
                </a:lnTo>
                <a:lnTo>
                  <a:pt x="483" y="59"/>
                </a:lnTo>
                <a:lnTo>
                  <a:pt x="483" y="60"/>
                </a:lnTo>
                <a:lnTo>
                  <a:pt x="482" y="61"/>
                </a:lnTo>
                <a:lnTo>
                  <a:pt x="482" y="63"/>
                </a:lnTo>
                <a:lnTo>
                  <a:pt x="482" y="64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4" y="66"/>
                </a:lnTo>
                <a:lnTo>
                  <a:pt x="471" y="66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3" y="81"/>
                </a:lnTo>
                <a:lnTo>
                  <a:pt x="453" y="82"/>
                </a:lnTo>
                <a:lnTo>
                  <a:pt x="453" y="83"/>
                </a:lnTo>
                <a:lnTo>
                  <a:pt x="451" y="83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6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8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7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5" y="146"/>
                </a:lnTo>
                <a:lnTo>
                  <a:pt x="436" y="146"/>
                </a:lnTo>
                <a:lnTo>
                  <a:pt x="436" y="145"/>
                </a:lnTo>
                <a:lnTo>
                  <a:pt x="437" y="145"/>
                </a:lnTo>
                <a:lnTo>
                  <a:pt x="438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2"/>
                </a:lnTo>
                <a:lnTo>
                  <a:pt x="439" y="154"/>
                </a:lnTo>
                <a:lnTo>
                  <a:pt x="439" y="155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8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7"/>
                </a:lnTo>
                <a:lnTo>
                  <a:pt x="481" y="186"/>
                </a:lnTo>
                <a:lnTo>
                  <a:pt x="482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7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8" y="262"/>
                </a:lnTo>
                <a:lnTo>
                  <a:pt x="548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30" y="271"/>
                </a:lnTo>
                <a:lnTo>
                  <a:pt x="530" y="272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38"/>
                </a:lnTo>
                <a:lnTo>
                  <a:pt x="478" y="240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3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4" y="289"/>
                </a:lnTo>
                <a:lnTo>
                  <a:pt x="463" y="289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6" y="306"/>
                </a:lnTo>
                <a:lnTo>
                  <a:pt x="446" y="307"/>
                </a:lnTo>
                <a:lnTo>
                  <a:pt x="446" y="308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9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6" y="331"/>
                </a:lnTo>
                <a:lnTo>
                  <a:pt x="416" y="330"/>
                </a:lnTo>
                <a:lnTo>
                  <a:pt x="416" y="331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2" y="360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9"/>
                </a:lnTo>
                <a:lnTo>
                  <a:pt x="435" y="371"/>
                </a:lnTo>
                <a:lnTo>
                  <a:pt x="434" y="372"/>
                </a:lnTo>
                <a:lnTo>
                  <a:pt x="434" y="373"/>
                </a:lnTo>
                <a:lnTo>
                  <a:pt x="434" y="374"/>
                </a:lnTo>
                <a:lnTo>
                  <a:pt x="435" y="374"/>
                </a:lnTo>
                <a:lnTo>
                  <a:pt x="434" y="377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2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1"/>
                </a:lnTo>
                <a:lnTo>
                  <a:pt x="464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1" y="422"/>
                </a:lnTo>
                <a:lnTo>
                  <a:pt x="501" y="423"/>
                </a:lnTo>
                <a:lnTo>
                  <a:pt x="502" y="423"/>
                </a:lnTo>
                <a:lnTo>
                  <a:pt x="502" y="424"/>
                </a:lnTo>
                <a:lnTo>
                  <a:pt x="501" y="424"/>
                </a:lnTo>
                <a:lnTo>
                  <a:pt x="501" y="425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7" y="493"/>
                </a:lnTo>
                <a:lnTo>
                  <a:pt x="427" y="494"/>
                </a:lnTo>
                <a:lnTo>
                  <a:pt x="428" y="494"/>
                </a:lnTo>
                <a:lnTo>
                  <a:pt x="428" y="495"/>
                </a:lnTo>
                <a:lnTo>
                  <a:pt x="428" y="496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8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70"/>
                </a:lnTo>
                <a:lnTo>
                  <a:pt x="352" y="469"/>
                </a:lnTo>
                <a:lnTo>
                  <a:pt x="351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8" y="429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6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9" y="330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6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0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2" y="195"/>
                </a:lnTo>
                <a:lnTo>
                  <a:pt x="2" y="194"/>
                </a:lnTo>
                <a:lnTo>
                  <a:pt x="1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2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4" y="140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7" y="139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09" y="118"/>
                </a:lnTo>
                <a:lnTo>
                  <a:pt x="210" y="118"/>
                </a:lnTo>
                <a:lnTo>
                  <a:pt x="210" y="119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6" y="109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6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69" y="93"/>
                </a:lnTo>
                <a:lnTo>
                  <a:pt x="271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2" y="85"/>
                </a:lnTo>
                <a:lnTo>
                  <a:pt x="283" y="85"/>
                </a:lnTo>
                <a:lnTo>
                  <a:pt x="284" y="84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2" y="76"/>
                </a:lnTo>
                <a:lnTo>
                  <a:pt x="293" y="76"/>
                </a:lnTo>
                <a:lnTo>
                  <a:pt x="293" y="77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1" y="61"/>
                </a:lnTo>
                <a:lnTo>
                  <a:pt x="290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0" y="58"/>
                </a:lnTo>
                <a:lnTo>
                  <a:pt x="290" y="57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6"/>
                </a:lnTo>
                <a:lnTo>
                  <a:pt x="297" y="35"/>
                </a:lnTo>
                <a:lnTo>
                  <a:pt x="297" y="34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4"/>
                </a:lnTo>
                <a:lnTo>
                  <a:pt x="301" y="23"/>
                </a:lnTo>
                <a:lnTo>
                  <a:pt x="299" y="23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5" y="5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C1DE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190512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8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1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9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3"/>
                </a:lnTo>
                <a:lnTo>
                  <a:pt x="259" y="33"/>
                </a:lnTo>
                <a:lnTo>
                  <a:pt x="259" y="34"/>
                </a:lnTo>
                <a:lnTo>
                  <a:pt x="259" y="35"/>
                </a:lnTo>
                <a:lnTo>
                  <a:pt x="259" y="36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39"/>
                </a:lnTo>
                <a:lnTo>
                  <a:pt x="261" y="38"/>
                </a:lnTo>
                <a:lnTo>
                  <a:pt x="262" y="38"/>
                </a:lnTo>
                <a:lnTo>
                  <a:pt x="263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6" y="45"/>
                </a:lnTo>
                <a:lnTo>
                  <a:pt x="267" y="45"/>
                </a:lnTo>
                <a:lnTo>
                  <a:pt x="267" y="44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7" y="52"/>
                </a:lnTo>
                <a:lnTo>
                  <a:pt x="278" y="52"/>
                </a:lnTo>
                <a:lnTo>
                  <a:pt x="278" y="51"/>
                </a:lnTo>
                <a:lnTo>
                  <a:pt x="279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8" y="55"/>
                </a:lnTo>
                <a:lnTo>
                  <a:pt x="278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4" y="62"/>
                </a:lnTo>
                <a:lnTo>
                  <a:pt x="284" y="64"/>
                </a:lnTo>
                <a:lnTo>
                  <a:pt x="285" y="64"/>
                </a:lnTo>
                <a:lnTo>
                  <a:pt x="284" y="64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8"/>
                </a:lnTo>
                <a:lnTo>
                  <a:pt x="287" y="69"/>
                </a:lnTo>
                <a:lnTo>
                  <a:pt x="288" y="69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68"/>
                </a:lnTo>
                <a:lnTo>
                  <a:pt x="292" y="68"/>
                </a:lnTo>
                <a:lnTo>
                  <a:pt x="292" y="67"/>
                </a:lnTo>
                <a:lnTo>
                  <a:pt x="292" y="66"/>
                </a:lnTo>
                <a:lnTo>
                  <a:pt x="293" y="66"/>
                </a:lnTo>
                <a:lnTo>
                  <a:pt x="295" y="66"/>
                </a:lnTo>
                <a:lnTo>
                  <a:pt x="294" y="67"/>
                </a:lnTo>
                <a:lnTo>
                  <a:pt x="294" y="68"/>
                </a:lnTo>
                <a:lnTo>
                  <a:pt x="295" y="68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4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7" y="79"/>
                </a:lnTo>
                <a:lnTo>
                  <a:pt x="318" y="79"/>
                </a:lnTo>
                <a:lnTo>
                  <a:pt x="319" y="78"/>
                </a:lnTo>
                <a:lnTo>
                  <a:pt x="320" y="78"/>
                </a:lnTo>
                <a:lnTo>
                  <a:pt x="321" y="77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1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7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1" y="91"/>
                </a:lnTo>
                <a:lnTo>
                  <a:pt x="340" y="91"/>
                </a:lnTo>
                <a:lnTo>
                  <a:pt x="340" y="90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0" y="88"/>
                </a:lnTo>
                <a:lnTo>
                  <a:pt x="342" y="88"/>
                </a:lnTo>
                <a:lnTo>
                  <a:pt x="343" y="89"/>
                </a:lnTo>
                <a:lnTo>
                  <a:pt x="343" y="90"/>
                </a:lnTo>
                <a:lnTo>
                  <a:pt x="342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0"/>
                </a:lnTo>
                <a:lnTo>
                  <a:pt x="347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2" y="94"/>
                </a:lnTo>
                <a:lnTo>
                  <a:pt x="353" y="94"/>
                </a:lnTo>
                <a:lnTo>
                  <a:pt x="354" y="96"/>
                </a:lnTo>
                <a:lnTo>
                  <a:pt x="355" y="96"/>
                </a:lnTo>
                <a:lnTo>
                  <a:pt x="356" y="97"/>
                </a:lnTo>
                <a:lnTo>
                  <a:pt x="356" y="96"/>
                </a:lnTo>
                <a:lnTo>
                  <a:pt x="357" y="95"/>
                </a:lnTo>
                <a:lnTo>
                  <a:pt x="357" y="94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2" y="92"/>
                </a:lnTo>
                <a:lnTo>
                  <a:pt x="363" y="92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6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2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1" y="92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88"/>
                </a:lnTo>
                <a:lnTo>
                  <a:pt x="376" y="89"/>
                </a:lnTo>
                <a:lnTo>
                  <a:pt x="377" y="89"/>
                </a:lnTo>
                <a:lnTo>
                  <a:pt x="378" y="89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0"/>
                </a:lnTo>
                <a:lnTo>
                  <a:pt x="381" y="90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6" y="91"/>
                </a:lnTo>
                <a:lnTo>
                  <a:pt x="386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3" y="92"/>
                </a:lnTo>
                <a:lnTo>
                  <a:pt x="393" y="93"/>
                </a:lnTo>
                <a:lnTo>
                  <a:pt x="393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5"/>
                </a:lnTo>
                <a:lnTo>
                  <a:pt x="396" y="94"/>
                </a:lnTo>
                <a:lnTo>
                  <a:pt x="397" y="93"/>
                </a:lnTo>
                <a:lnTo>
                  <a:pt x="397" y="94"/>
                </a:lnTo>
                <a:lnTo>
                  <a:pt x="398" y="94"/>
                </a:lnTo>
                <a:lnTo>
                  <a:pt x="399" y="93"/>
                </a:lnTo>
                <a:lnTo>
                  <a:pt x="399" y="92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3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89"/>
                </a:lnTo>
                <a:lnTo>
                  <a:pt x="406" y="89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7" y="90"/>
                </a:lnTo>
                <a:lnTo>
                  <a:pt x="408" y="89"/>
                </a:lnTo>
                <a:lnTo>
                  <a:pt x="409" y="89"/>
                </a:lnTo>
                <a:lnTo>
                  <a:pt x="409" y="90"/>
                </a:lnTo>
                <a:lnTo>
                  <a:pt x="410" y="90"/>
                </a:lnTo>
                <a:lnTo>
                  <a:pt x="411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6" y="91"/>
                </a:lnTo>
                <a:lnTo>
                  <a:pt x="417" y="90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7" y="87"/>
                </a:lnTo>
                <a:lnTo>
                  <a:pt x="419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4" y="90"/>
                </a:lnTo>
                <a:lnTo>
                  <a:pt x="424" y="89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7" y="90"/>
                </a:lnTo>
                <a:lnTo>
                  <a:pt x="427" y="91"/>
                </a:lnTo>
                <a:lnTo>
                  <a:pt x="428" y="91"/>
                </a:lnTo>
                <a:lnTo>
                  <a:pt x="430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4" y="86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7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99"/>
                </a:lnTo>
                <a:lnTo>
                  <a:pt x="451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6" y="102"/>
                </a:lnTo>
                <a:lnTo>
                  <a:pt x="457" y="101"/>
                </a:lnTo>
                <a:lnTo>
                  <a:pt x="458" y="100"/>
                </a:lnTo>
                <a:lnTo>
                  <a:pt x="459" y="100"/>
                </a:lnTo>
                <a:lnTo>
                  <a:pt x="459" y="99"/>
                </a:lnTo>
                <a:lnTo>
                  <a:pt x="460" y="99"/>
                </a:lnTo>
                <a:lnTo>
                  <a:pt x="461" y="99"/>
                </a:lnTo>
                <a:lnTo>
                  <a:pt x="461" y="98"/>
                </a:lnTo>
                <a:lnTo>
                  <a:pt x="463" y="98"/>
                </a:lnTo>
                <a:lnTo>
                  <a:pt x="464" y="97"/>
                </a:lnTo>
                <a:lnTo>
                  <a:pt x="464" y="96"/>
                </a:lnTo>
                <a:lnTo>
                  <a:pt x="465" y="96"/>
                </a:lnTo>
                <a:lnTo>
                  <a:pt x="466" y="96"/>
                </a:lnTo>
                <a:lnTo>
                  <a:pt x="467" y="97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68" y="99"/>
                </a:lnTo>
                <a:lnTo>
                  <a:pt x="468" y="98"/>
                </a:lnTo>
                <a:lnTo>
                  <a:pt x="467" y="98"/>
                </a:lnTo>
                <a:lnTo>
                  <a:pt x="467" y="97"/>
                </a:lnTo>
                <a:lnTo>
                  <a:pt x="467" y="96"/>
                </a:lnTo>
                <a:lnTo>
                  <a:pt x="468" y="95"/>
                </a:lnTo>
                <a:lnTo>
                  <a:pt x="469" y="95"/>
                </a:lnTo>
                <a:lnTo>
                  <a:pt x="470" y="94"/>
                </a:lnTo>
                <a:lnTo>
                  <a:pt x="471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0" y="93"/>
                </a:lnTo>
                <a:lnTo>
                  <a:pt x="471" y="92"/>
                </a:lnTo>
                <a:lnTo>
                  <a:pt x="472" y="93"/>
                </a:lnTo>
                <a:lnTo>
                  <a:pt x="473" y="93"/>
                </a:lnTo>
                <a:lnTo>
                  <a:pt x="473" y="91"/>
                </a:lnTo>
                <a:lnTo>
                  <a:pt x="474" y="91"/>
                </a:lnTo>
                <a:lnTo>
                  <a:pt x="474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8"/>
                </a:lnTo>
                <a:lnTo>
                  <a:pt x="481" y="88"/>
                </a:lnTo>
                <a:lnTo>
                  <a:pt x="481" y="87"/>
                </a:lnTo>
                <a:lnTo>
                  <a:pt x="482" y="87"/>
                </a:lnTo>
                <a:lnTo>
                  <a:pt x="483" y="88"/>
                </a:lnTo>
                <a:lnTo>
                  <a:pt x="483" y="89"/>
                </a:lnTo>
                <a:lnTo>
                  <a:pt x="484" y="90"/>
                </a:lnTo>
                <a:lnTo>
                  <a:pt x="485" y="90"/>
                </a:lnTo>
                <a:lnTo>
                  <a:pt x="485" y="91"/>
                </a:lnTo>
                <a:lnTo>
                  <a:pt x="484" y="91"/>
                </a:lnTo>
                <a:lnTo>
                  <a:pt x="484" y="92"/>
                </a:lnTo>
                <a:lnTo>
                  <a:pt x="484" y="93"/>
                </a:lnTo>
                <a:lnTo>
                  <a:pt x="485" y="93"/>
                </a:lnTo>
                <a:lnTo>
                  <a:pt x="485" y="92"/>
                </a:lnTo>
                <a:lnTo>
                  <a:pt x="486" y="92"/>
                </a:lnTo>
                <a:lnTo>
                  <a:pt x="486" y="93"/>
                </a:lnTo>
                <a:lnTo>
                  <a:pt x="486" y="94"/>
                </a:lnTo>
                <a:lnTo>
                  <a:pt x="485" y="94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5" y="99"/>
                </a:lnTo>
                <a:lnTo>
                  <a:pt x="485" y="100"/>
                </a:lnTo>
                <a:lnTo>
                  <a:pt x="484" y="100"/>
                </a:lnTo>
                <a:lnTo>
                  <a:pt x="484" y="101"/>
                </a:lnTo>
                <a:lnTo>
                  <a:pt x="484" y="102"/>
                </a:lnTo>
                <a:lnTo>
                  <a:pt x="485" y="102"/>
                </a:lnTo>
                <a:lnTo>
                  <a:pt x="485" y="103"/>
                </a:lnTo>
                <a:lnTo>
                  <a:pt x="484" y="103"/>
                </a:lnTo>
                <a:lnTo>
                  <a:pt x="484" y="104"/>
                </a:lnTo>
                <a:lnTo>
                  <a:pt x="483" y="104"/>
                </a:lnTo>
                <a:lnTo>
                  <a:pt x="484" y="105"/>
                </a:lnTo>
                <a:lnTo>
                  <a:pt x="484" y="106"/>
                </a:lnTo>
                <a:lnTo>
                  <a:pt x="485" y="107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1"/>
                </a:lnTo>
                <a:lnTo>
                  <a:pt x="487" y="111"/>
                </a:lnTo>
                <a:lnTo>
                  <a:pt x="486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7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3" y="118"/>
                </a:lnTo>
                <a:lnTo>
                  <a:pt x="483" y="117"/>
                </a:lnTo>
                <a:lnTo>
                  <a:pt x="482" y="117"/>
                </a:lnTo>
                <a:lnTo>
                  <a:pt x="482" y="118"/>
                </a:lnTo>
                <a:lnTo>
                  <a:pt x="482" y="119"/>
                </a:lnTo>
                <a:lnTo>
                  <a:pt x="483" y="120"/>
                </a:lnTo>
                <a:lnTo>
                  <a:pt x="482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6" y="124"/>
                </a:lnTo>
                <a:lnTo>
                  <a:pt x="486" y="125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8" y="127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7"/>
                </a:lnTo>
                <a:lnTo>
                  <a:pt x="490" y="137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3" y="143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6"/>
                </a:lnTo>
                <a:lnTo>
                  <a:pt x="496" y="146"/>
                </a:lnTo>
                <a:lnTo>
                  <a:pt x="497" y="145"/>
                </a:lnTo>
                <a:lnTo>
                  <a:pt x="497" y="146"/>
                </a:lnTo>
                <a:lnTo>
                  <a:pt x="497" y="145"/>
                </a:lnTo>
                <a:lnTo>
                  <a:pt x="498" y="145"/>
                </a:lnTo>
                <a:lnTo>
                  <a:pt x="498" y="144"/>
                </a:lnTo>
                <a:lnTo>
                  <a:pt x="499" y="144"/>
                </a:lnTo>
                <a:lnTo>
                  <a:pt x="499" y="143"/>
                </a:lnTo>
                <a:lnTo>
                  <a:pt x="500" y="142"/>
                </a:lnTo>
                <a:lnTo>
                  <a:pt x="501" y="142"/>
                </a:lnTo>
                <a:lnTo>
                  <a:pt x="501" y="143"/>
                </a:lnTo>
                <a:lnTo>
                  <a:pt x="502" y="144"/>
                </a:lnTo>
                <a:lnTo>
                  <a:pt x="503" y="144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2" y="148"/>
                </a:lnTo>
                <a:lnTo>
                  <a:pt x="502" y="149"/>
                </a:lnTo>
                <a:lnTo>
                  <a:pt x="503" y="149"/>
                </a:lnTo>
                <a:lnTo>
                  <a:pt x="503" y="150"/>
                </a:lnTo>
                <a:lnTo>
                  <a:pt x="503" y="151"/>
                </a:lnTo>
                <a:lnTo>
                  <a:pt x="504" y="152"/>
                </a:lnTo>
                <a:lnTo>
                  <a:pt x="504" y="153"/>
                </a:lnTo>
                <a:lnTo>
                  <a:pt x="505" y="154"/>
                </a:lnTo>
                <a:lnTo>
                  <a:pt x="505" y="155"/>
                </a:lnTo>
                <a:lnTo>
                  <a:pt x="506" y="156"/>
                </a:lnTo>
                <a:lnTo>
                  <a:pt x="506" y="155"/>
                </a:lnTo>
                <a:lnTo>
                  <a:pt x="507" y="155"/>
                </a:lnTo>
                <a:lnTo>
                  <a:pt x="507" y="154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3" y="152"/>
                </a:lnTo>
                <a:lnTo>
                  <a:pt x="514" y="152"/>
                </a:lnTo>
                <a:lnTo>
                  <a:pt x="515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1"/>
                </a:lnTo>
                <a:lnTo>
                  <a:pt x="516" y="150"/>
                </a:lnTo>
                <a:lnTo>
                  <a:pt x="517" y="150"/>
                </a:lnTo>
                <a:lnTo>
                  <a:pt x="518" y="150"/>
                </a:lnTo>
                <a:lnTo>
                  <a:pt x="518" y="149"/>
                </a:lnTo>
                <a:lnTo>
                  <a:pt x="518" y="148"/>
                </a:lnTo>
                <a:lnTo>
                  <a:pt x="519" y="148"/>
                </a:lnTo>
                <a:lnTo>
                  <a:pt x="519" y="147"/>
                </a:lnTo>
                <a:lnTo>
                  <a:pt x="519" y="146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6"/>
                </a:lnTo>
                <a:lnTo>
                  <a:pt x="528" y="147"/>
                </a:lnTo>
                <a:lnTo>
                  <a:pt x="529" y="148"/>
                </a:lnTo>
                <a:lnTo>
                  <a:pt x="529" y="149"/>
                </a:lnTo>
                <a:lnTo>
                  <a:pt x="530" y="149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2"/>
                </a:lnTo>
                <a:lnTo>
                  <a:pt x="532" y="153"/>
                </a:lnTo>
                <a:lnTo>
                  <a:pt x="533" y="154"/>
                </a:lnTo>
                <a:lnTo>
                  <a:pt x="534" y="155"/>
                </a:lnTo>
                <a:lnTo>
                  <a:pt x="534" y="156"/>
                </a:lnTo>
                <a:lnTo>
                  <a:pt x="534" y="155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8" y="158"/>
                </a:lnTo>
                <a:lnTo>
                  <a:pt x="548" y="157"/>
                </a:lnTo>
                <a:lnTo>
                  <a:pt x="548" y="156"/>
                </a:lnTo>
                <a:lnTo>
                  <a:pt x="548" y="157"/>
                </a:lnTo>
                <a:lnTo>
                  <a:pt x="549" y="157"/>
                </a:lnTo>
                <a:lnTo>
                  <a:pt x="550" y="156"/>
                </a:lnTo>
                <a:lnTo>
                  <a:pt x="551" y="156"/>
                </a:lnTo>
                <a:lnTo>
                  <a:pt x="552" y="156"/>
                </a:lnTo>
                <a:lnTo>
                  <a:pt x="552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5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5"/>
                </a:lnTo>
                <a:lnTo>
                  <a:pt x="557" y="155"/>
                </a:lnTo>
                <a:lnTo>
                  <a:pt x="557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59" y="159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60" y="161"/>
                </a:lnTo>
                <a:lnTo>
                  <a:pt x="560" y="162"/>
                </a:lnTo>
                <a:lnTo>
                  <a:pt x="559" y="161"/>
                </a:lnTo>
                <a:lnTo>
                  <a:pt x="559" y="163"/>
                </a:lnTo>
                <a:lnTo>
                  <a:pt x="559" y="164"/>
                </a:lnTo>
                <a:lnTo>
                  <a:pt x="558" y="164"/>
                </a:lnTo>
                <a:lnTo>
                  <a:pt x="559" y="165"/>
                </a:lnTo>
                <a:lnTo>
                  <a:pt x="558" y="165"/>
                </a:lnTo>
                <a:lnTo>
                  <a:pt x="557" y="165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6" y="168"/>
                </a:lnTo>
                <a:lnTo>
                  <a:pt x="557" y="169"/>
                </a:lnTo>
                <a:lnTo>
                  <a:pt x="556" y="169"/>
                </a:lnTo>
                <a:lnTo>
                  <a:pt x="556" y="170"/>
                </a:lnTo>
                <a:lnTo>
                  <a:pt x="557" y="170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8" y="174"/>
                </a:lnTo>
                <a:lnTo>
                  <a:pt x="557" y="175"/>
                </a:lnTo>
                <a:lnTo>
                  <a:pt x="558" y="175"/>
                </a:lnTo>
                <a:lnTo>
                  <a:pt x="559" y="175"/>
                </a:lnTo>
                <a:lnTo>
                  <a:pt x="560" y="175"/>
                </a:lnTo>
                <a:lnTo>
                  <a:pt x="561" y="174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3" y="172"/>
                </a:lnTo>
                <a:lnTo>
                  <a:pt x="564" y="172"/>
                </a:lnTo>
                <a:lnTo>
                  <a:pt x="564" y="173"/>
                </a:lnTo>
                <a:lnTo>
                  <a:pt x="565" y="173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8" y="177"/>
                </a:lnTo>
                <a:lnTo>
                  <a:pt x="569" y="176"/>
                </a:lnTo>
                <a:lnTo>
                  <a:pt x="570" y="176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1" y="178"/>
                </a:lnTo>
                <a:lnTo>
                  <a:pt x="572" y="178"/>
                </a:lnTo>
                <a:lnTo>
                  <a:pt x="572" y="179"/>
                </a:lnTo>
                <a:lnTo>
                  <a:pt x="573" y="179"/>
                </a:lnTo>
                <a:lnTo>
                  <a:pt x="573" y="178"/>
                </a:lnTo>
                <a:lnTo>
                  <a:pt x="574" y="178"/>
                </a:lnTo>
                <a:lnTo>
                  <a:pt x="575" y="179"/>
                </a:lnTo>
                <a:lnTo>
                  <a:pt x="575" y="178"/>
                </a:lnTo>
                <a:lnTo>
                  <a:pt x="576" y="179"/>
                </a:lnTo>
                <a:lnTo>
                  <a:pt x="577" y="179"/>
                </a:lnTo>
                <a:lnTo>
                  <a:pt x="578" y="179"/>
                </a:lnTo>
                <a:lnTo>
                  <a:pt x="577" y="179"/>
                </a:lnTo>
                <a:lnTo>
                  <a:pt x="578" y="178"/>
                </a:lnTo>
                <a:lnTo>
                  <a:pt x="578" y="179"/>
                </a:lnTo>
                <a:lnTo>
                  <a:pt x="577" y="180"/>
                </a:lnTo>
                <a:lnTo>
                  <a:pt x="577" y="181"/>
                </a:lnTo>
                <a:lnTo>
                  <a:pt x="578" y="181"/>
                </a:lnTo>
                <a:lnTo>
                  <a:pt x="578" y="182"/>
                </a:lnTo>
                <a:lnTo>
                  <a:pt x="577" y="182"/>
                </a:lnTo>
                <a:lnTo>
                  <a:pt x="578" y="183"/>
                </a:lnTo>
                <a:lnTo>
                  <a:pt x="579" y="183"/>
                </a:lnTo>
                <a:lnTo>
                  <a:pt x="580" y="183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4"/>
                </a:lnTo>
                <a:lnTo>
                  <a:pt x="584" y="184"/>
                </a:lnTo>
                <a:lnTo>
                  <a:pt x="584" y="183"/>
                </a:lnTo>
                <a:lnTo>
                  <a:pt x="584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3"/>
                </a:lnTo>
                <a:lnTo>
                  <a:pt x="591" y="184"/>
                </a:lnTo>
                <a:lnTo>
                  <a:pt x="592" y="184"/>
                </a:lnTo>
                <a:lnTo>
                  <a:pt x="592" y="183"/>
                </a:lnTo>
                <a:lnTo>
                  <a:pt x="593" y="182"/>
                </a:lnTo>
                <a:lnTo>
                  <a:pt x="594" y="182"/>
                </a:lnTo>
                <a:lnTo>
                  <a:pt x="594" y="181"/>
                </a:lnTo>
                <a:lnTo>
                  <a:pt x="595" y="181"/>
                </a:lnTo>
                <a:lnTo>
                  <a:pt x="595" y="182"/>
                </a:lnTo>
                <a:lnTo>
                  <a:pt x="595" y="183"/>
                </a:lnTo>
                <a:lnTo>
                  <a:pt x="596" y="183"/>
                </a:lnTo>
                <a:lnTo>
                  <a:pt x="596" y="184"/>
                </a:lnTo>
                <a:lnTo>
                  <a:pt x="597" y="184"/>
                </a:lnTo>
                <a:lnTo>
                  <a:pt x="597" y="183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8" y="180"/>
                </a:lnTo>
                <a:lnTo>
                  <a:pt x="599" y="180"/>
                </a:lnTo>
                <a:lnTo>
                  <a:pt x="599" y="179"/>
                </a:lnTo>
                <a:lnTo>
                  <a:pt x="599" y="178"/>
                </a:lnTo>
                <a:lnTo>
                  <a:pt x="600" y="178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6" y="180"/>
                </a:lnTo>
                <a:lnTo>
                  <a:pt x="606" y="179"/>
                </a:lnTo>
                <a:lnTo>
                  <a:pt x="607" y="179"/>
                </a:lnTo>
                <a:lnTo>
                  <a:pt x="608" y="178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6" y="175"/>
                </a:lnTo>
                <a:lnTo>
                  <a:pt x="607" y="175"/>
                </a:lnTo>
                <a:lnTo>
                  <a:pt x="607" y="174"/>
                </a:lnTo>
                <a:lnTo>
                  <a:pt x="608" y="173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8" y="171"/>
                </a:lnTo>
                <a:lnTo>
                  <a:pt x="609" y="171"/>
                </a:lnTo>
                <a:lnTo>
                  <a:pt x="610" y="170"/>
                </a:lnTo>
                <a:lnTo>
                  <a:pt x="611" y="170"/>
                </a:lnTo>
                <a:lnTo>
                  <a:pt x="612" y="170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4" y="174"/>
                </a:lnTo>
                <a:lnTo>
                  <a:pt x="614" y="175"/>
                </a:lnTo>
                <a:lnTo>
                  <a:pt x="616" y="175"/>
                </a:lnTo>
                <a:lnTo>
                  <a:pt x="616" y="174"/>
                </a:lnTo>
                <a:lnTo>
                  <a:pt x="616" y="175"/>
                </a:lnTo>
                <a:lnTo>
                  <a:pt x="617" y="176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7" y="179"/>
                </a:lnTo>
                <a:lnTo>
                  <a:pt x="617" y="180"/>
                </a:lnTo>
                <a:lnTo>
                  <a:pt x="617" y="181"/>
                </a:lnTo>
                <a:lnTo>
                  <a:pt x="616" y="182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6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1" y="191"/>
                </a:lnTo>
                <a:lnTo>
                  <a:pt x="620" y="191"/>
                </a:lnTo>
                <a:lnTo>
                  <a:pt x="620" y="192"/>
                </a:lnTo>
                <a:lnTo>
                  <a:pt x="621" y="193"/>
                </a:lnTo>
                <a:lnTo>
                  <a:pt x="621" y="192"/>
                </a:lnTo>
                <a:lnTo>
                  <a:pt x="622" y="192"/>
                </a:lnTo>
                <a:lnTo>
                  <a:pt x="622" y="191"/>
                </a:lnTo>
                <a:lnTo>
                  <a:pt x="623" y="191"/>
                </a:lnTo>
                <a:lnTo>
                  <a:pt x="624" y="192"/>
                </a:lnTo>
                <a:lnTo>
                  <a:pt x="624" y="193"/>
                </a:lnTo>
                <a:lnTo>
                  <a:pt x="625" y="193"/>
                </a:lnTo>
                <a:lnTo>
                  <a:pt x="626" y="193"/>
                </a:lnTo>
                <a:lnTo>
                  <a:pt x="626" y="192"/>
                </a:lnTo>
                <a:lnTo>
                  <a:pt x="627" y="192"/>
                </a:lnTo>
                <a:lnTo>
                  <a:pt x="628" y="191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1" y="194"/>
                </a:lnTo>
                <a:lnTo>
                  <a:pt x="631" y="195"/>
                </a:lnTo>
                <a:lnTo>
                  <a:pt x="632" y="195"/>
                </a:lnTo>
                <a:lnTo>
                  <a:pt x="631" y="196"/>
                </a:lnTo>
                <a:lnTo>
                  <a:pt x="631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7"/>
                </a:lnTo>
                <a:lnTo>
                  <a:pt x="635" y="196"/>
                </a:lnTo>
                <a:lnTo>
                  <a:pt x="635" y="197"/>
                </a:lnTo>
                <a:lnTo>
                  <a:pt x="636" y="197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0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8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2" y="205"/>
                </a:lnTo>
                <a:lnTo>
                  <a:pt x="642" y="206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5" y="206"/>
                </a:lnTo>
                <a:lnTo>
                  <a:pt x="645" y="207"/>
                </a:lnTo>
                <a:lnTo>
                  <a:pt x="646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5" y="211"/>
                </a:lnTo>
                <a:lnTo>
                  <a:pt x="645" y="212"/>
                </a:lnTo>
                <a:lnTo>
                  <a:pt x="646" y="212"/>
                </a:lnTo>
                <a:lnTo>
                  <a:pt x="646" y="213"/>
                </a:lnTo>
                <a:lnTo>
                  <a:pt x="646" y="212"/>
                </a:lnTo>
                <a:lnTo>
                  <a:pt x="646" y="213"/>
                </a:lnTo>
                <a:lnTo>
                  <a:pt x="647" y="213"/>
                </a:lnTo>
                <a:lnTo>
                  <a:pt x="646" y="213"/>
                </a:lnTo>
                <a:lnTo>
                  <a:pt x="647" y="214"/>
                </a:lnTo>
                <a:lnTo>
                  <a:pt x="648" y="214"/>
                </a:lnTo>
                <a:lnTo>
                  <a:pt x="647" y="215"/>
                </a:lnTo>
                <a:lnTo>
                  <a:pt x="648" y="216"/>
                </a:lnTo>
                <a:lnTo>
                  <a:pt x="649" y="217"/>
                </a:lnTo>
                <a:lnTo>
                  <a:pt x="650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5"/>
                </a:lnTo>
                <a:lnTo>
                  <a:pt x="651" y="216"/>
                </a:lnTo>
                <a:lnTo>
                  <a:pt x="652" y="216"/>
                </a:lnTo>
                <a:lnTo>
                  <a:pt x="652" y="215"/>
                </a:lnTo>
                <a:lnTo>
                  <a:pt x="652" y="214"/>
                </a:lnTo>
                <a:lnTo>
                  <a:pt x="653" y="214"/>
                </a:lnTo>
                <a:lnTo>
                  <a:pt x="654" y="214"/>
                </a:lnTo>
                <a:lnTo>
                  <a:pt x="654" y="213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5" y="210"/>
                </a:lnTo>
                <a:lnTo>
                  <a:pt x="656" y="210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60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4" y="216"/>
                </a:lnTo>
                <a:lnTo>
                  <a:pt x="665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7" y="220"/>
                </a:lnTo>
                <a:lnTo>
                  <a:pt x="668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69" y="219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3" y="231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2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4"/>
                </a:lnTo>
                <a:lnTo>
                  <a:pt x="678" y="245"/>
                </a:lnTo>
                <a:lnTo>
                  <a:pt x="677" y="245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4" y="250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5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7" y="261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7" y="275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7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89" y="310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3" y="316"/>
                </a:lnTo>
                <a:lnTo>
                  <a:pt x="693" y="317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6" y="332"/>
                </a:lnTo>
                <a:lnTo>
                  <a:pt x="696" y="333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6" y="356"/>
                </a:lnTo>
                <a:lnTo>
                  <a:pt x="695" y="356"/>
                </a:lnTo>
                <a:lnTo>
                  <a:pt x="695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8"/>
                </a:lnTo>
                <a:lnTo>
                  <a:pt x="669" y="358"/>
                </a:lnTo>
                <a:lnTo>
                  <a:pt x="667" y="355"/>
                </a:lnTo>
                <a:lnTo>
                  <a:pt x="666" y="355"/>
                </a:lnTo>
                <a:lnTo>
                  <a:pt x="666" y="354"/>
                </a:lnTo>
                <a:lnTo>
                  <a:pt x="665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7" y="350"/>
                </a:lnTo>
                <a:lnTo>
                  <a:pt x="656" y="351"/>
                </a:lnTo>
                <a:lnTo>
                  <a:pt x="654" y="351"/>
                </a:lnTo>
                <a:lnTo>
                  <a:pt x="652" y="351"/>
                </a:lnTo>
                <a:lnTo>
                  <a:pt x="651" y="351"/>
                </a:lnTo>
                <a:lnTo>
                  <a:pt x="647" y="351"/>
                </a:lnTo>
                <a:lnTo>
                  <a:pt x="645" y="351"/>
                </a:lnTo>
                <a:lnTo>
                  <a:pt x="644" y="351"/>
                </a:lnTo>
                <a:lnTo>
                  <a:pt x="643" y="351"/>
                </a:lnTo>
                <a:lnTo>
                  <a:pt x="643" y="352"/>
                </a:lnTo>
                <a:lnTo>
                  <a:pt x="643" y="353"/>
                </a:lnTo>
                <a:lnTo>
                  <a:pt x="642" y="353"/>
                </a:lnTo>
                <a:lnTo>
                  <a:pt x="641" y="353"/>
                </a:lnTo>
                <a:lnTo>
                  <a:pt x="640" y="354"/>
                </a:lnTo>
                <a:lnTo>
                  <a:pt x="639" y="354"/>
                </a:lnTo>
                <a:lnTo>
                  <a:pt x="640" y="355"/>
                </a:lnTo>
                <a:lnTo>
                  <a:pt x="640" y="356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39" y="361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4"/>
                </a:lnTo>
                <a:lnTo>
                  <a:pt x="637" y="365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2" y="369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30" y="372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7" y="372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0" y="373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7" y="371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9" y="375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8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1" y="385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6" y="385"/>
                </a:lnTo>
                <a:lnTo>
                  <a:pt x="605" y="385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8" y="380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90" y="386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6" y="389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2" y="389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7"/>
                </a:lnTo>
                <a:lnTo>
                  <a:pt x="587" y="397"/>
                </a:lnTo>
                <a:lnTo>
                  <a:pt x="587" y="398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7"/>
                </a:lnTo>
                <a:lnTo>
                  <a:pt x="583" y="397"/>
                </a:lnTo>
                <a:lnTo>
                  <a:pt x="582" y="397"/>
                </a:lnTo>
                <a:lnTo>
                  <a:pt x="582" y="398"/>
                </a:lnTo>
                <a:lnTo>
                  <a:pt x="581" y="398"/>
                </a:lnTo>
                <a:lnTo>
                  <a:pt x="581" y="399"/>
                </a:lnTo>
                <a:lnTo>
                  <a:pt x="580" y="399"/>
                </a:lnTo>
                <a:lnTo>
                  <a:pt x="579" y="399"/>
                </a:lnTo>
                <a:lnTo>
                  <a:pt x="578" y="399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3" y="397"/>
                </a:lnTo>
                <a:lnTo>
                  <a:pt x="571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2" y="401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2"/>
                </a:lnTo>
                <a:lnTo>
                  <a:pt x="557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5"/>
                </a:lnTo>
                <a:lnTo>
                  <a:pt x="552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5" y="404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5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2"/>
                </a:lnTo>
                <a:lnTo>
                  <a:pt x="536" y="401"/>
                </a:lnTo>
                <a:lnTo>
                  <a:pt x="535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3"/>
                </a:lnTo>
                <a:lnTo>
                  <a:pt x="531" y="404"/>
                </a:lnTo>
                <a:lnTo>
                  <a:pt x="530" y="404"/>
                </a:lnTo>
                <a:lnTo>
                  <a:pt x="531" y="404"/>
                </a:lnTo>
                <a:lnTo>
                  <a:pt x="531" y="405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4" y="415"/>
                </a:lnTo>
                <a:lnTo>
                  <a:pt x="523" y="416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7"/>
                </a:lnTo>
                <a:lnTo>
                  <a:pt x="514" y="416"/>
                </a:lnTo>
                <a:lnTo>
                  <a:pt x="514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7" y="425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3" y="427"/>
                </a:lnTo>
                <a:lnTo>
                  <a:pt x="503" y="428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8" y="434"/>
                </a:lnTo>
                <a:lnTo>
                  <a:pt x="498" y="435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3" y="432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3" y="432"/>
                </a:lnTo>
                <a:lnTo>
                  <a:pt x="483" y="431"/>
                </a:lnTo>
                <a:lnTo>
                  <a:pt x="483" y="430"/>
                </a:lnTo>
                <a:lnTo>
                  <a:pt x="482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80" y="430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4"/>
                </a:lnTo>
                <a:lnTo>
                  <a:pt x="475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2" y="412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3" y="409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79" y="398"/>
                </a:lnTo>
                <a:lnTo>
                  <a:pt x="480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1" y="389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8" y="383"/>
                </a:lnTo>
                <a:lnTo>
                  <a:pt x="478" y="382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6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6"/>
                </a:lnTo>
                <a:lnTo>
                  <a:pt x="468" y="356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8" y="354"/>
                </a:lnTo>
                <a:lnTo>
                  <a:pt x="468" y="353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9" y="350"/>
                </a:lnTo>
                <a:lnTo>
                  <a:pt x="468" y="350"/>
                </a:lnTo>
                <a:lnTo>
                  <a:pt x="468" y="351"/>
                </a:lnTo>
                <a:lnTo>
                  <a:pt x="467" y="351"/>
                </a:lnTo>
                <a:lnTo>
                  <a:pt x="466" y="352"/>
                </a:lnTo>
                <a:lnTo>
                  <a:pt x="465" y="352"/>
                </a:lnTo>
                <a:lnTo>
                  <a:pt x="465" y="353"/>
                </a:lnTo>
                <a:lnTo>
                  <a:pt x="464" y="353"/>
                </a:lnTo>
                <a:lnTo>
                  <a:pt x="463" y="354"/>
                </a:lnTo>
                <a:lnTo>
                  <a:pt x="463" y="355"/>
                </a:lnTo>
                <a:lnTo>
                  <a:pt x="462" y="355"/>
                </a:lnTo>
                <a:lnTo>
                  <a:pt x="462" y="356"/>
                </a:lnTo>
                <a:lnTo>
                  <a:pt x="461" y="356"/>
                </a:lnTo>
                <a:lnTo>
                  <a:pt x="460" y="358"/>
                </a:lnTo>
                <a:lnTo>
                  <a:pt x="459" y="359"/>
                </a:lnTo>
                <a:lnTo>
                  <a:pt x="459" y="360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4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3" y="376"/>
                </a:lnTo>
                <a:lnTo>
                  <a:pt x="442" y="377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0"/>
                </a:lnTo>
                <a:lnTo>
                  <a:pt x="439" y="381"/>
                </a:lnTo>
                <a:lnTo>
                  <a:pt x="438" y="381"/>
                </a:lnTo>
                <a:lnTo>
                  <a:pt x="437" y="382"/>
                </a:lnTo>
                <a:lnTo>
                  <a:pt x="437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4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7" y="367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8"/>
                </a:lnTo>
                <a:lnTo>
                  <a:pt x="412" y="369"/>
                </a:lnTo>
                <a:lnTo>
                  <a:pt x="411" y="369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9"/>
                </a:lnTo>
                <a:lnTo>
                  <a:pt x="409" y="358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1"/>
                </a:lnTo>
                <a:lnTo>
                  <a:pt x="392" y="370"/>
                </a:lnTo>
                <a:lnTo>
                  <a:pt x="392" y="371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4" y="376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6" y="372"/>
                </a:lnTo>
                <a:lnTo>
                  <a:pt x="347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5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6"/>
                </a:lnTo>
                <a:lnTo>
                  <a:pt x="326" y="355"/>
                </a:lnTo>
                <a:lnTo>
                  <a:pt x="325" y="355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4" y="356"/>
                </a:lnTo>
                <a:lnTo>
                  <a:pt x="323" y="355"/>
                </a:lnTo>
                <a:lnTo>
                  <a:pt x="323" y="354"/>
                </a:lnTo>
                <a:lnTo>
                  <a:pt x="322" y="354"/>
                </a:lnTo>
                <a:lnTo>
                  <a:pt x="322" y="353"/>
                </a:lnTo>
                <a:lnTo>
                  <a:pt x="323" y="353"/>
                </a:lnTo>
                <a:lnTo>
                  <a:pt x="323" y="352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6" y="349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2" y="347"/>
                </a:lnTo>
                <a:lnTo>
                  <a:pt x="311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7" y="343"/>
                </a:lnTo>
                <a:lnTo>
                  <a:pt x="307" y="344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2"/>
                </a:lnTo>
                <a:lnTo>
                  <a:pt x="304" y="343"/>
                </a:lnTo>
                <a:lnTo>
                  <a:pt x="303" y="343"/>
                </a:lnTo>
                <a:lnTo>
                  <a:pt x="302" y="343"/>
                </a:lnTo>
                <a:lnTo>
                  <a:pt x="302" y="344"/>
                </a:lnTo>
                <a:lnTo>
                  <a:pt x="301" y="344"/>
                </a:lnTo>
                <a:lnTo>
                  <a:pt x="301" y="345"/>
                </a:lnTo>
                <a:lnTo>
                  <a:pt x="301" y="344"/>
                </a:lnTo>
                <a:lnTo>
                  <a:pt x="301" y="345"/>
                </a:lnTo>
                <a:lnTo>
                  <a:pt x="300" y="345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6" y="346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3" y="344"/>
                </a:lnTo>
                <a:lnTo>
                  <a:pt x="272" y="343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8" y="339"/>
                </a:lnTo>
                <a:lnTo>
                  <a:pt x="268" y="340"/>
                </a:lnTo>
                <a:lnTo>
                  <a:pt x="267" y="340"/>
                </a:lnTo>
                <a:lnTo>
                  <a:pt x="267" y="339"/>
                </a:lnTo>
                <a:lnTo>
                  <a:pt x="267" y="338"/>
                </a:lnTo>
                <a:lnTo>
                  <a:pt x="266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0" y="333"/>
                </a:lnTo>
                <a:lnTo>
                  <a:pt x="260" y="332"/>
                </a:lnTo>
                <a:lnTo>
                  <a:pt x="260" y="331"/>
                </a:lnTo>
                <a:lnTo>
                  <a:pt x="259" y="331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3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5" y="329"/>
                </a:lnTo>
                <a:lnTo>
                  <a:pt x="234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1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4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7" y="327"/>
                </a:lnTo>
                <a:lnTo>
                  <a:pt x="206" y="327"/>
                </a:lnTo>
                <a:lnTo>
                  <a:pt x="205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1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8" y="351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2"/>
                </a:lnTo>
                <a:lnTo>
                  <a:pt x="124" y="362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3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1" y="425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7" y="351"/>
                </a:lnTo>
                <a:lnTo>
                  <a:pt x="26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5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8"/>
                </a:lnTo>
                <a:lnTo>
                  <a:pt x="14" y="359"/>
                </a:lnTo>
                <a:lnTo>
                  <a:pt x="14" y="360"/>
                </a:lnTo>
                <a:lnTo>
                  <a:pt x="13" y="360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1" y="349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7" y="348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1" y="347"/>
                </a:lnTo>
                <a:lnTo>
                  <a:pt x="12" y="347"/>
                </a:lnTo>
                <a:lnTo>
                  <a:pt x="12" y="346"/>
                </a:lnTo>
                <a:lnTo>
                  <a:pt x="12" y="347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3" y="328"/>
                </a:lnTo>
                <a:lnTo>
                  <a:pt x="13" y="329"/>
                </a:lnTo>
                <a:lnTo>
                  <a:pt x="13" y="328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5"/>
                </a:lnTo>
                <a:lnTo>
                  <a:pt x="15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7" y="312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2" y="295"/>
                </a:lnTo>
                <a:lnTo>
                  <a:pt x="2" y="294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4" y="293"/>
                </a:lnTo>
                <a:lnTo>
                  <a:pt x="4" y="292"/>
                </a:lnTo>
                <a:lnTo>
                  <a:pt x="5" y="292"/>
                </a:lnTo>
                <a:lnTo>
                  <a:pt x="5" y="291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4" y="285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1" y="283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4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3"/>
                </a:lnTo>
                <a:lnTo>
                  <a:pt x="35" y="283"/>
                </a:lnTo>
                <a:lnTo>
                  <a:pt x="34" y="283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4" y="280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8"/>
                </a:lnTo>
                <a:lnTo>
                  <a:pt x="47" y="277"/>
                </a:lnTo>
                <a:lnTo>
                  <a:pt x="48" y="276"/>
                </a:lnTo>
                <a:lnTo>
                  <a:pt x="48" y="275"/>
                </a:lnTo>
                <a:lnTo>
                  <a:pt x="49" y="275"/>
                </a:lnTo>
                <a:lnTo>
                  <a:pt x="49" y="274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0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7" y="270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3" y="270"/>
                </a:lnTo>
                <a:lnTo>
                  <a:pt x="84" y="270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4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89" y="283"/>
                </a:lnTo>
                <a:lnTo>
                  <a:pt x="90" y="283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5" y="275"/>
                </a:lnTo>
                <a:lnTo>
                  <a:pt x="95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1"/>
                </a:lnTo>
                <a:lnTo>
                  <a:pt x="99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8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3" y="262"/>
                </a:lnTo>
                <a:lnTo>
                  <a:pt x="114" y="262"/>
                </a:lnTo>
                <a:lnTo>
                  <a:pt x="115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5" y="257"/>
                </a:lnTo>
                <a:lnTo>
                  <a:pt x="115" y="256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3" y="250"/>
                </a:lnTo>
                <a:lnTo>
                  <a:pt x="124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8" y="243"/>
                </a:lnTo>
                <a:lnTo>
                  <a:pt x="139" y="243"/>
                </a:lnTo>
                <a:lnTo>
                  <a:pt x="140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0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1"/>
                </a:lnTo>
                <a:lnTo>
                  <a:pt x="155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9"/>
                </a:lnTo>
                <a:lnTo>
                  <a:pt x="157" y="228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8" y="224"/>
                </a:lnTo>
                <a:lnTo>
                  <a:pt x="158" y="223"/>
                </a:lnTo>
                <a:lnTo>
                  <a:pt x="158" y="222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19"/>
                </a:lnTo>
                <a:lnTo>
                  <a:pt x="163" y="218"/>
                </a:lnTo>
                <a:lnTo>
                  <a:pt x="164" y="217"/>
                </a:lnTo>
                <a:lnTo>
                  <a:pt x="165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1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59" y="192"/>
                </a:lnTo>
                <a:lnTo>
                  <a:pt x="158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3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6" y="178"/>
                </a:lnTo>
                <a:lnTo>
                  <a:pt x="135" y="178"/>
                </a:lnTo>
                <a:lnTo>
                  <a:pt x="134" y="178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1" y="175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5" y="170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3"/>
                </a:lnTo>
                <a:lnTo>
                  <a:pt x="122" y="162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0" y="156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09" y="127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3" y="89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2" y="76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7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3" y="71"/>
                </a:lnTo>
                <a:lnTo>
                  <a:pt x="134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59" y="47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8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6" y="12"/>
                </a:lnTo>
                <a:lnTo>
                  <a:pt x="97" y="12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3"/>
                </a:lnTo>
                <a:lnTo>
                  <a:pt x="111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191880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5" y="1"/>
                </a:moveTo>
                <a:lnTo>
                  <a:pt x="186" y="1"/>
                </a:lnTo>
                <a:lnTo>
                  <a:pt x="187" y="2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6" y="8"/>
                </a:lnTo>
                <a:lnTo>
                  <a:pt x="197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8" y="9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7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4" y="21"/>
                </a:lnTo>
                <a:lnTo>
                  <a:pt x="233" y="21"/>
                </a:lnTo>
                <a:lnTo>
                  <a:pt x="233" y="22"/>
                </a:lnTo>
                <a:lnTo>
                  <a:pt x="234" y="22"/>
                </a:lnTo>
                <a:lnTo>
                  <a:pt x="235" y="23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3" y="25"/>
                </a:lnTo>
                <a:lnTo>
                  <a:pt x="254" y="25"/>
                </a:lnTo>
                <a:lnTo>
                  <a:pt x="254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5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2" y="25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5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0" y="37"/>
                </a:lnTo>
                <a:lnTo>
                  <a:pt x="291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5" y="49"/>
                </a:lnTo>
                <a:lnTo>
                  <a:pt x="305" y="50"/>
                </a:lnTo>
                <a:lnTo>
                  <a:pt x="306" y="50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7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9" y="50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10" y="51"/>
                </a:lnTo>
                <a:lnTo>
                  <a:pt x="309" y="51"/>
                </a:lnTo>
                <a:lnTo>
                  <a:pt x="309" y="52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6" y="58"/>
                </a:lnTo>
                <a:lnTo>
                  <a:pt x="316" y="59"/>
                </a:lnTo>
                <a:lnTo>
                  <a:pt x="315" y="60"/>
                </a:lnTo>
                <a:lnTo>
                  <a:pt x="315" y="61"/>
                </a:lnTo>
                <a:lnTo>
                  <a:pt x="314" y="61"/>
                </a:lnTo>
                <a:lnTo>
                  <a:pt x="314" y="64"/>
                </a:lnTo>
                <a:lnTo>
                  <a:pt x="314" y="65"/>
                </a:lnTo>
                <a:lnTo>
                  <a:pt x="315" y="65"/>
                </a:lnTo>
                <a:lnTo>
                  <a:pt x="315" y="64"/>
                </a:lnTo>
                <a:lnTo>
                  <a:pt x="315" y="63"/>
                </a:lnTo>
                <a:lnTo>
                  <a:pt x="316" y="63"/>
                </a:lnTo>
                <a:lnTo>
                  <a:pt x="317" y="62"/>
                </a:lnTo>
                <a:lnTo>
                  <a:pt x="317" y="61"/>
                </a:lnTo>
                <a:lnTo>
                  <a:pt x="318" y="61"/>
                </a:lnTo>
                <a:lnTo>
                  <a:pt x="318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59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3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9" y="65"/>
                </a:lnTo>
                <a:lnTo>
                  <a:pt x="381" y="63"/>
                </a:lnTo>
                <a:lnTo>
                  <a:pt x="383" y="62"/>
                </a:lnTo>
                <a:lnTo>
                  <a:pt x="385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8" y="45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6" y="67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5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5" y="90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2" y="102"/>
                </a:lnTo>
                <a:lnTo>
                  <a:pt x="441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7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8"/>
                </a:lnTo>
                <a:lnTo>
                  <a:pt x="475" y="129"/>
                </a:lnTo>
                <a:lnTo>
                  <a:pt x="475" y="130"/>
                </a:lnTo>
                <a:lnTo>
                  <a:pt x="476" y="130"/>
                </a:lnTo>
                <a:lnTo>
                  <a:pt x="475" y="131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7" y="132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3" y="143"/>
                </a:lnTo>
                <a:lnTo>
                  <a:pt x="484" y="144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8" y="168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6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1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3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3" y="214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8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3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5" y="230"/>
                </a:lnTo>
                <a:lnTo>
                  <a:pt x="445" y="231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0"/>
                </a:lnTo>
                <a:lnTo>
                  <a:pt x="447" y="241"/>
                </a:lnTo>
                <a:lnTo>
                  <a:pt x="446" y="241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9" y="253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4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4" y="283"/>
                </a:lnTo>
                <a:lnTo>
                  <a:pt x="434" y="284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6" y="283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3"/>
                </a:lnTo>
                <a:lnTo>
                  <a:pt x="458" y="283"/>
                </a:lnTo>
                <a:lnTo>
                  <a:pt x="458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0" y="330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6" y="339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1"/>
                </a:lnTo>
                <a:lnTo>
                  <a:pt x="458" y="354"/>
                </a:lnTo>
                <a:lnTo>
                  <a:pt x="457" y="355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79" y="374"/>
                </a:lnTo>
                <a:lnTo>
                  <a:pt x="479" y="375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3" y="391"/>
                </a:lnTo>
                <a:lnTo>
                  <a:pt x="474" y="391"/>
                </a:lnTo>
                <a:lnTo>
                  <a:pt x="473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90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4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6"/>
                </a:lnTo>
                <a:lnTo>
                  <a:pt x="352" y="515"/>
                </a:lnTo>
                <a:lnTo>
                  <a:pt x="351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2"/>
                </a:lnTo>
                <a:lnTo>
                  <a:pt x="347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6" y="512"/>
                </a:lnTo>
                <a:lnTo>
                  <a:pt x="325" y="512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7" y="510"/>
                </a:lnTo>
                <a:lnTo>
                  <a:pt x="316" y="510"/>
                </a:lnTo>
                <a:lnTo>
                  <a:pt x="315" y="510"/>
                </a:lnTo>
                <a:lnTo>
                  <a:pt x="314" y="510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7"/>
                </a:lnTo>
                <a:lnTo>
                  <a:pt x="309" y="507"/>
                </a:lnTo>
                <a:lnTo>
                  <a:pt x="307" y="507"/>
                </a:lnTo>
                <a:lnTo>
                  <a:pt x="306" y="507"/>
                </a:lnTo>
                <a:lnTo>
                  <a:pt x="306" y="509"/>
                </a:lnTo>
                <a:lnTo>
                  <a:pt x="305" y="510"/>
                </a:lnTo>
                <a:lnTo>
                  <a:pt x="305" y="511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3"/>
                </a:lnTo>
                <a:lnTo>
                  <a:pt x="302" y="524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2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8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8" y="545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4" y="547"/>
                </a:lnTo>
                <a:lnTo>
                  <a:pt x="293" y="548"/>
                </a:lnTo>
                <a:lnTo>
                  <a:pt x="293" y="549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5" y="549"/>
                </a:lnTo>
                <a:lnTo>
                  <a:pt x="275" y="548"/>
                </a:lnTo>
                <a:lnTo>
                  <a:pt x="274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9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9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8" y="553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8"/>
                </a:lnTo>
                <a:lnTo>
                  <a:pt x="256" y="558"/>
                </a:lnTo>
                <a:lnTo>
                  <a:pt x="255" y="558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3"/>
                </a:lnTo>
                <a:lnTo>
                  <a:pt x="248" y="562"/>
                </a:lnTo>
                <a:lnTo>
                  <a:pt x="247" y="562"/>
                </a:lnTo>
                <a:lnTo>
                  <a:pt x="246" y="563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8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1" y="543"/>
                </a:lnTo>
                <a:lnTo>
                  <a:pt x="240" y="543"/>
                </a:lnTo>
                <a:lnTo>
                  <a:pt x="240" y="541"/>
                </a:lnTo>
                <a:lnTo>
                  <a:pt x="240" y="539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5"/>
                </a:lnTo>
                <a:lnTo>
                  <a:pt x="240" y="533"/>
                </a:lnTo>
                <a:lnTo>
                  <a:pt x="241" y="533"/>
                </a:lnTo>
                <a:lnTo>
                  <a:pt x="240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40" y="523"/>
                </a:lnTo>
                <a:lnTo>
                  <a:pt x="238" y="523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5"/>
                </a:lnTo>
                <a:lnTo>
                  <a:pt x="231" y="515"/>
                </a:lnTo>
                <a:lnTo>
                  <a:pt x="231" y="516"/>
                </a:lnTo>
                <a:lnTo>
                  <a:pt x="229" y="516"/>
                </a:lnTo>
                <a:lnTo>
                  <a:pt x="228" y="515"/>
                </a:lnTo>
                <a:lnTo>
                  <a:pt x="227" y="515"/>
                </a:lnTo>
                <a:lnTo>
                  <a:pt x="226" y="514"/>
                </a:lnTo>
                <a:lnTo>
                  <a:pt x="225" y="513"/>
                </a:lnTo>
                <a:lnTo>
                  <a:pt x="225" y="512"/>
                </a:lnTo>
                <a:lnTo>
                  <a:pt x="225" y="511"/>
                </a:lnTo>
                <a:lnTo>
                  <a:pt x="224" y="511"/>
                </a:lnTo>
                <a:lnTo>
                  <a:pt x="223" y="511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2"/>
                </a:lnTo>
                <a:lnTo>
                  <a:pt x="209" y="521"/>
                </a:lnTo>
                <a:lnTo>
                  <a:pt x="209" y="522"/>
                </a:lnTo>
                <a:lnTo>
                  <a:pt x="208" y="523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6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5"/>
                </a:lnTo>
                <a:lnTo>
                  <a:pt x="197" y="534"/>
                </a:lnTo>
                <a:lnTo>
                  <a:pt x="198" y="533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4"/>
                </a:lnTo>
                <a:lnTo>
                  <a:pt x="195" y="523"/>
                </a:lnTo>
                <a:lnTo>
                  <a:pt x="194" y="522"/>
                </a:lnTo>
                <a:lnTo>
                  <a:pt x="194" y="521"/>
                </a:lnTo>
                <a:lnTo>
                  <a:pt x="195" y="520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9" y="500"/>
                </a:lnTo>
                <a:lnTo>
                  <a:pt x="209" y="499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9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2" y="485"/>
                </a:lnTo>
                <a:lnTo>
                  <a:pt x="222" y="484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7" y="452"/>
                </a:lnTo>
                <a:lnTo>
                  <a:pt x="227" y="451"/>
                </a:lnTo>
                <a:lnTo>
                  <a:pt x="228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6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2" y="436"/>
                </a:lnTo>
                <a:lnTo>
                  <a:pt x="241" y="436"/>
                </a:lnTo>
                <a:lnTo>
                  <a:pt x="241" y="437"/>
                </a:lnTo>
                <a:lnTo>
                  <a:pt x="240" y="437"/>
                </a:lnTo>
                <a:lnTo>
                  <a:pt x="240" y="436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8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7" y="427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9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1" y="416"/>
                </a:lnTo>
                <a:lnTo>
                  <a:pt x="221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6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5"/>
                </a:lnTo>
                <a:lnTo>
                  <a:pt x="223" y="405"/>
                </a:lnTo>
                <a:lnTo>
                  <a:pt x="223" y="404"/>
                </a:lnTo>
                <a:lnTo>
                  <a:pt x="223" y="403"/>
                </a:lnTo>
                <a:lnTo>
                  <a:pt x="224" y="402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1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8" y="393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7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4" y="385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3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2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2"/>
                </a:lnTo>
                <a:lnTo>
                  <a:pt x="144" y="412"/>
                </a:lnTo>
                <a:lnTo>
                  <a:pt x="143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7"/>
                </a:lnTo>
                <a:lnTo>
                  <a:pt x="125" y="417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1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7" y="420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9"/>
                </a:lnTo>
                <a:lnTo>
                  <a:pt x="117" y="408"/>
                </a:lnTo>
                <a:lnTo>
                  <a:pt x="117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3" y="426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4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1" y="373"/>
                </a:lnTo>
                <a:lnTo>
                  <a:pt x="52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4" y="366"/>
                </a:lnTo>
                <a:lnTo>
                  <a:pt x="54" y="365"/>
                </a:lnTo>
                <a:lnTo>
                  <a:pt x="55" y="365"/>
                </a:lnTo>
                <a:lnTo>
                  <a:pt x="55" y="364"/>
                </a:lnTo>
                <a:lnTo>
                  <a:pt x="54" y="364"/>
                </a:lnTo>
                <a:lnTo>
                  <a:pt x="53" y="364"/>
                </a:lnTo>
                <a:lnTo>
                  <a:pt x="53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1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6" y="348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8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5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3" y="306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1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3" y="314"/>
                </a:lnTo>
                <a:lnTo>
                  <a:pt x="33" y="313"/>
                </a:lnTo>
                <a:lnTo>
                  <a:pt x="30" y="313"/>
                </a:lnTo>
                <a:lnTo>
                  <a:pt x="31" y="313"/>
                </a:lnTo>
                <a:lnTo>
                  <a:pt x="30" y="314"/>
                </a:lnTo>
                <a:lnTo>
                  <a:pt x="28" y="313"/>
                </a:lnTo>
                <a:lnTo>
                  <a:pt x="28" y="311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8"/>
                </a:lnTo>
                <a:lnTo>
                  <a:pt x="14" y="318"/>
                </a:lnTo>
                <a:lnTo>
                  <a:pt x="14" y="319"/>
                </a:lnTo>
                <a:lnTo>
                  <a:pt x="12" y="319"/>
                </a:lnTo>
                <a:lnTo>
                  <a:pt x="11" y="319"/>
                </a:lnTo>
                <a:lnTo>
                  <a:pt x="12" y="319"/>
                </a:lnTo>
                <a:lnTo>
                  <a:pt x="12" y="318"/>
                </a:lnTo>
                <a:lnTo>
                  <a:pt x="11" y="317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1" y="313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1" y="291"/>
                </a:lnTo>
                <a:lnTo>
                  <a:pt x="21" y="292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2" y="278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8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5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5" y="271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8"/>
                </a:lnTo>
                <a:lnTo>
                  <a:pt x="51" y="268"/>
                </a:lnTo>
                <a:lnTo>
                  <a:pt x="52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1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1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7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6" y="214"/>
                </a:lnTo>
                <a:lnTo>
                  <a:pt x="46" y="215"/>
                </a:lnTo>
                <a:lnTo>
                  <a:pt x="45" y="215"/>
                </a:lnTo>
                <a:lnTo>
                  <a:pt x="45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49" y="198"/>
                </a:lnTo>
                <a:lnTo>
                  <a:pt x="50" y="197"/>
                </a:lnTo>
                <a:lnTo>
                  <a:pt x="51" y="195"/>
                </a:lnTo>
                <a:lnTo>
                  <a:pt x="51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3" y="179"/>
                </a:lnTo>
                <a:lnTo>
                  <a:pt x="42" y="178"/>
                </a:lnTo>
                <a:lnTo>
                  <a:pt x="42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2" y="148"/>
                </a:lnTo>
                <a:lnTo>
                  <a:pt x="41" y="148"/>
                </a:lnTo>
                <a:lnTo>
                  <a:pt x="41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6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9"/>
                </a:lnTo>
                <a:lnTo>
                  <a:pt x="46" y="108"/>
                </a:lnTo>
                <a:lnTo>
                  <a:pt x="45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39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4"/>
                </a:lnTo>
                <a:lnTo>
                  <a:pt x="57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6" y="41"/>
                </a:lnTo>
                <a:lnTo>
                  <a:pt x="86" y="40"/>
                </a:lnTo>
                <a:lnTo>
                  <a:pt x="87" y="40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8" y="37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19" y="36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8"/>
                </a:lnTo>
                <a:lnTo>
                  <a:pt x="124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7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7" y="26"/>
                </a:lnTo>
                <a:lnTo>
                  <a:pt x="157" y="25"/>
                </a:lnTo>
                <a:lnTo>
                  <a:pt x="157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0" y="2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lnTo>
                  <a:pt x="18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197424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202752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201672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203580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194724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2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7"/>
                </a:lnTo>
                <a:lnTo>
                  <a:pt x="391" y="8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4" y="13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20"/>
                </a:lnTo>
                <a:lnTo>
                  <a:pt x="427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1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9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9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0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6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8" y="88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4"/>
                </a:lnTo>
                <a:lnTo>
                  <a:pt x="644" y="104"/>
                </a:lnTo>
                <a:lnTo>
                  <a:pt x="644" y="105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3" y="125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5" y="133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9" y="169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9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8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1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8" y="272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5" y="279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5" y="281"/>
                </a:lnTo>
                <a:lnTo>
                  <a:pt x="485" y="282"/>
                </a:lnTo>
                <a:lnTo>
                  <a:pt x="486" y="282"/>
                </a:lnTo>
                <a:lnTo>
                  <a:pt x="485" y="283"/>
                </a:lnTo>
                <a:lnTo>
                  <a:pt x="485" y="284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5" y="306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4"/>
                </a:lnTo>
                <a:lnTo>
                  <a:pt x="377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4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8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7"/>
                </a:lnTo>
                <a:lnTo>
                  <a:pt x="339" y="344"/>
                </a:lnTo>
                <a:lnTo>
                  <a:pt x="337" y="344"/>
                </a:lnTo>
                <a:lnTo>
                  <a:pt x="338" y="345"/>
                </a:lnTo>
                <a:lnTo>
                  <a:pt x="337" y="346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1"/>
                </a:lnTo>
                <a:lnTo>
                  <a:pt x="334" y="352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6" y="357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3" y="362"/>
                </a:lnTo>
                <a:lnTo>
                  <a:pt x="324" y="366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7" y="370"/>
                </a:lnTo>
                <a:lnTo>
                  <a:pt x="326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6" y="371"/>
                </a:lnTo>
                <a:lnTo>
                  <a:pt x="325" y="372"/>
                </a:lnTo>
                <a:lnTo>
                  <a:pt x="325" y="373"/>
                </a:lnTo>
                <a:lnTo>
                  <a:pt x="324" y="374"/>
                </a:lnTo>
                <a:lnTo>
                  <a:pt x="323" y="373"/>
                </a:lnTo>
                <a:lnTo>
                  <a:pt x="322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1" y="366"/>
                </a:lnTo>
                <a:lnTo>
                  <a:pt x="320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6"/>
                </a:lnTo>
                <a:lnTo>
                  <a:pt x="320" y="365"/>
                </a:lnTo>
                <a:lnTo>
                  <a:pt x="319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4" y="361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1" y="356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2" y="350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1" y="354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89" y="372"/>
                </a:lnTo>
                <a:lnTo>
                  <a:pt x="288" y="371"/>
                </a:lnTo>
                <a:lnTo>
                  <a:pt x="288" y="370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7" y="368"/>
                </a:lnTo>
                <a:lnTo>
                  <a:pt x="287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7" y="382"/>
                </a:lnTo>
                <a:lnTo>
                  <a:pt x="266" y="383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3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6" y="383"/>
                </a:lnTo>
                <a:lnTo>
                  <a:pt x="255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4" y="366"/>
                </a:lnTo>
                <a:lnTo>
                  <a:pt x="253" y="366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2"/>
                </a:lnTo>
                <a:lnTo>
                  <a:pt x="246" y="373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1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7" y="382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4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6"/>
                </a:lnTo>
                <a:lnTo>
                  <a:pt x="208" y="387"/>
                </a:lnTo>
                <a:lnTo>
                  <a:pt x="206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6" y="389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89" y="390"/>
                </a:lnTo>
                <a:lnTo>
                  <a:pt x="190" y="390"/>
                </a:lnTo>
                <a:lnTo>
                  <a:pt x="191" y="390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6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4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1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5" y="417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8" y="412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1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4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3"/>
                </a:lnTo>
                <a:lnTo>
                  <a:pt x="68" y="434"/>
                </a:lnTo>
                <a:lnTo>
                  <a:pt x="67" y="434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4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6" y="476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59" y="480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4" y="485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59" y="492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2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8"/>
                </a:lnTo>
                <a:lnTo>
                  <a:pt x="74" y="508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5" y="541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4" y="524"/>
                </a:lnTo>
                <a:lnTo>
                  <a:pt x="25" y="524"/>
                </a:lnTo>
                <a:lnTo>
                  <a:pt x="26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0" y="495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3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7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31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30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1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2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3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2" y="295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3" y="264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5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2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4" y="173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0" y="127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8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3"/>
                </a:lnTo>
                <a:lnTo>
                  <a:pt x="212" y="110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8" y="107"/>
                </a:lnTo>
                <a:lnTo>
                  <a:pt x="208" y="106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9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6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4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2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3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1"/>
                </a:lnTo>
                <a:lnTo>
                  <a:pt x="224" y="50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6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5" y="37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6" y="39"/>
                </a:lnTo>
                <a:lnTo>
                  <a:pt x="247" y="39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8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7" y="39"/>
                </a:lnTo>
                <a:lnTo>
                  <a:pt x="268" y="39"/>
                </a:lnTo>
                <a:lnTo>
                  <a:pt x="269" y="39"/>
                </a:lnTo>
                <a:lnTo>
                  <a:pt x="271" y="41"/>
                </a:lnTo>
                <a:lnTo>
                  <a:pt x="271" y="42"/>
                </a:lnTo>
                <a:lnTo>
                  <a:pt x="272" y="42"/>
                </a:lnTo>
                <a:lnTo>
                  <a:pt x="273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80" y="64"/>
                </a:lnTo>
                <a:lnTo>
                  <a:pt x="281" y="64"/>
                </a:lnTo>
                <a:lnTo>
                  <a:pt x="282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1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0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2" y="31"/>
                </a:lnTo>
                <a:lnTo>
                  <a:pt x="302" y="32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8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7" y="19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7"/>
                </a:lnTo>
                <a:lnTo>
                  <a:pt x="300" y="17"/>
                </a:lnTo>
                <a:lnTo>
                  <a:pt x="302" y="18"/>
                </a:lnTo>
                <a:lnTo>
                  <a:pt x="302" y="17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1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1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7" y="2"/>
                </a:lnTo>
                <a:lnTo>
                  <a:pt x="328" y="3"/>
                </a:lnTo>
                <a:lnTo>
                  <a:pt x="328" y="5"/>
                </a:lnTo>
                <a:lnTo>
                  <a:pt x="328" y="6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208836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207792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213876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210888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210888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210672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212616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19492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DD1E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190440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177804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0" y="9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5" y="21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3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0" y="48"/>
                </a:lnTo>
                <a:lnTo>
                  <a:pt x="611" y="49"/>
                </a:lnTo>
                <a:lnTo>
                  <a:pt x="611" y="50"/>
                </a:lnTo>
                <a:lnTo>
                  <a:pt x="611" y="51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4" y="50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2" y="53"/>
                </a:lnTo>
                <a:lnTo>
                  <a:pt x="632" y="54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2" y="55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0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8" y="70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19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6"/>
                </a:lnTo>
                <a:lnTo>
                  <a:pt x="601" y="117"/>
                </a:lnTo>
                <a:lnTo>
                  <a:pt x="600" y="117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8" y="136"/>
                </a:lnTo>
                <a:lnTo>
                  <a:pt x="587" y="137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7"/>
                </a:lnTo>
                <a:lnTo>
                  <a:pt x="590" y="148"/>
                </a:lnTo>
                <a:lnTo>
                  <a:pt x="589" y="149"/>
                </a:lnTo>
                <a:lnTo>
                  <a:pt x="590" y="150"/>
                </a:lnTo>
                <a:lnTo>
                  <a:pt x="589" y="151"/>
                </a:lnTo>
                <a:lnTo>
                  <a:pt x="589" y="152"/>
                </a:lnTo>
                <a:lnTo>
                  <a:pt x="589" y="151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599" y="146"/>
                </a:lnTo>
                <a:lnTo>
                  <a:pt x="599" y="145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6" y="136"/>
                </a:lnTo>
                <a:lnTo>
                  <a:pt x="608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2" y="130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1"/>
                </a:lnTo>
                <a:lnTo>
                  <a:pt x="624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8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1" y="153"/>
                </a:lnTo>
                <a:lnTo>
                  <a:pt x="632" y="153"/>
                </a:lnTo>
                <a:lnTo>
                  <a:pt x="632" y="154"/>
                </a:lnTo>
                <a:lnTo>
                  <a:pt x="632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4" y="165"/>
                </a:lnTo>
                <a:lnTo>
                  <a:pt x="634" y="166"/>
                </a:lnTo>
                <a:lnTo>
                  <a:pt x="633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4" y="164"/>
                </a:lnTo>
                <a:lnTo>
                  <a:pt x="655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3" y="166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1" y="166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6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4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7" y="186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1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79" y="196"/>
                </a:lnTo>
                <a:lnTo>
                  <a:pt x="679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200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2"/>
                </a:lnTo>
                <a:lnTo>
                  <a:pt x="647" y="272"/>
                </a:lnTo>
                <a:lnTo>
                  <a:pt x="646" y="272"/>
                </a:lnTo>
                <a:lnTo>
                  <a:pt x="646" y="273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5" y="326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8" y="341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4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2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2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9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6"/>
                </a:lnTo>
                <a:lnTo>
                  <a:pt x="463" y="485"/>
                </a:lnTo>
                <a:lnTo>
                  <a:pt x="463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70" y="460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8" y="492"/>
                </a:lnTo>
                <a:lnTo>
                  <a:pt x="349" y="492"/>
                </a:lnTo>
                <a:lnTo>
                  <a:pt x="349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4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7" y="451"/>
                </a:lnTo>
                <a:lnTo>
                  <a:pt x="206" y="451"/>
                </a:lnTo>
                <a:lnTo>
                  <a:pt x="206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9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3" y="391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7" y="354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3" y="358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3" y="357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3" y="349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0" y="349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6" y="353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5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60"/>
                </a:lnTo>
                <a:lnTo>
                  <a:pt x="157" y="260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2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8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1" y="179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1"/>
                </a:lnTo>
                <a:lnTo>
                  <a:pt x="10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79"/>
                </a:lnTo>
                <a:lnTo>
                  <a:pt x="22" y="180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9" y="178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5"/>
                </a:lnTo>
                <a:lnTo>
                  <a:pt x="36" y="174"/>
                </a:lnTo>
                <a:lnTo>
                  <a:pt x="37" y="174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6" y="151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0" y="156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4" y="164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8" y="172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9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2" y="148"/>
                </a:lnTo>
                <a:lnTo>
                  <a:pt x="152" y="147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6"/>
                </a:lnTo>
                <a:lnTo>
                  <a:pt x="206" y="126"/>
                </a:lnTo>
                <a:lnTo>
                  <a:pt x="207" y="126"/>
                </a:lnTo>
                <a:lnTo>
                  <a:pt x="207" y="125"/>
                </a:lnTo>
                <a:lnTo>
                  <a:pt x="208" y="125"/>
                </a:lnTo>
                <a:lnTo>
                  <a:pt x="209" y="124"/>
                </a:lnTo>
                <a:lnTo>
                  <a:pt x="210" y="124"/>
                </a:lnTo>
                <a:lnTo>
                  <a:pt x="210" y="125"/>
                </a:lnTo>
                <a:lnTo>
                  <a:pt x="211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2" y="108"/>
                </a:lnTo>
                <a:lnTo>
                  <a:pt x="232" y="107"/>
                </a:lnTo>
                <a:lnTo>
                  <a:pt x="231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6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299" y="120"/>
                </a:lnTo>
                <a:lnTo>
                  <a:pt x="300" y="120"/>
                </a:lnTo>
                <a:lnTo>
                  <a:pt x="299" y="120"/>
                </a:lnTo>
                <a:lnTo>
                  <a:pt x="299" y="121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0" y="125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1" y="128"/>
                </a:lnTo>
                <a:lnTo>
                  <a:pt x="302" y="128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2" y="117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4" y="115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3"/>
                </a:lnTo>
                <a:lnTo>
                  <a:pt x="337" y="102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4" y="81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2"/>
                </a:lnTo>
                <a:lnTo>
                  <a:pt x="417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0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3" y="61"/>
                </a:lnTo>
                <a:lnTo>
                  <a:pt x="424" y="61"/>
                </a:lnTo>
                <a:lnTo>
                  <a:pt x="424" y="63"/>
                </a:lnTo>
                <a:lnTo>
                  <a:pt x="424" y="64"/>
                </a:lnTo>
                <a:lnTo>
                  <a:pt x="423" y="64"/>
                </a:lnTo>
                <a:lnTo>
                  <a:pt x="422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3" y="68"/>
                </a:lnTo>
                <a:lnTo>
                  <a:pt x="434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8" y="68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6"/>
                </a:lnTo>
                <a:lnTo>
                  <a:pt x="485" y="37"/>
                </a:lnTo>
                <a:lnTo>
                  <a:pt x="487" y="37"/>
                </a:lnTo>
                <a:lnTo>
                  <a:pt x="488" y="38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4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4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8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C0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194796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1978200" y="2181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191448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201348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206352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2067120" y="2583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209952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209700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221148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21220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CC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180540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3" y="3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3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7" y="46"/>
                </a:lnTo>
                <a:lnTo>
                  <a:pt x="357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2" y="51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2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0" y="51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400" y="53"/>
                </a:lnTo>
                <a:lnTo>
                  <a:pt x="401" y="53"/>
                </a:lnTo>
                <a:lnTo>
                  <a:pt x="401" y="54"/>
                </a:lnTo>
                <a:lnTo>
                  <a:pt x="400" y="54"/>
                </a:lnTo>
                <a:lnTo>
                  <a:pt x="400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399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2" y="70"/>
                </a:lnTo>
                <a:lnTo>
                  <a:pt x="413" y="70"/>
                </a:lnTo>
                <a:lnTo>
                  <a:pt x="414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8"/>
                </a:lnTo>
                <a:lnTo>
                  <a:pt x="442" y="109"/>
                </a:lnTo>
                <a:lnTo>
                  <a:pt x="441" y="110"/>
                </a:lnTo>
                <a:lnTo>
                  <a:pt x="442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5" y="116"/>
                </a:lnTo>
                <a:lnTo>
                  <a:pt x="435" y="117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5" y="120"/>
                </a:lnTo>
                <a:lnTo>
                  <a:pt x="435" y="121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3" y="142"/>
                </a:lnTo>
                <a:lnTo>
                  <a:pt x="433" y="143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8" y="144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19" y="135"/>
                </a:lnTo>
                <a:lnTo>
                  <a:pt x="419" y="136"/>
                </a:lnTo>
                <a:lnTo>
                  <a:pt x="418" y="135"/>
                </a:lnTo>
                <a:lnTo>
                  <a:pt x="417" y="135"/>
                </a:lnTo>
                <a:lnTo>
                  <a:pt x="416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2" y="142"/>
                </a:lnTo>
                <a:lnTo>
                  <a:pt x="401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3" y="148"/>
                </a:lnTo>
                <a:lnTo>
                  <a:pt x="393" y="149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3"/>
                </a:lnTo>
                <a:lnTo>
                  <a:pt x="392" y="154"/>
                </a:lnTo>
                <a:lnTo>
                  <a:pt x="391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1"/>
                </a:lnTo>
                <a:lnTo>
                  <a:pt x="378" y="162"/>
                </a:lnTo>
                <a:lnTo>
                  <a:pt x="378" y="163"/>
                </a:lnTo>
                <a:lnTo>
                  <a:pt x="377" y="163"/>
                </a:lnTo>
                <a:lnTo>
                  <a:pt x="376" y="163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8" y="175"/>
                </a:lnTo>
                <a:lnTo>
                  <a:pt x="367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2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2" y="164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8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8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9"/>
                </a:lnTo>
                <a:lnTo>
                  <a:pt x="325" y="170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3" y="175"/>
                </a:lnTo>
                <a:lnTo>
                  <a:pt x="312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7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3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4" y="177"/>
                </a:lnTo>
                <a:lnTo>
                  <a:pt x="284" y="176"/>
                </a:lnTo>
                <a:lnTo>
                  <a:pt x="283" y="176"/>
                </a:lnTo>
                <a:lnTo>
                  <a:pt x="283" y="177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2" y="180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2"/>
                </a:lnTo>
                <a:lnTo>
                  <a:pt x="283" y="183"/>
                </a:lnTo>
                <a:lnTo>
                  <a:pt x="283" y="184"/>
                </a:lnTo>
                <a:lnTo>
                  <a:pt x="282" y="184"/>
                </a:lnTo>
                <a:lnTo>
                  <a:pt x="282" y="185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0" y="186"/>
                </a:lnTo>
                <a:lnTo>
                  <a:pt x="280" y="187"/>
                </a:lnTo>
                <a:lnTo>
                  <a:pt x="281" y="188"/>
                </a:lnTo>
                <a:lnTo>
                  <a:pt x="282" y="189"/>
                </a:lnTo>
                <a:lnTo>
                  <a:pt x="283" y="189"/>
                </a:lnTo>
                <a:lnTo>
                  <a:pt x="283" y="190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89" y="194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6"/>
                </a:lnTo>
                <a:lnTo>
                  <a:pt x="293" y="217"/>
                </a:lnTo>
                <a:lnTo>
                  <a:pt x="292" y="218"/>
                </a:lnTo>
                <a:lnTo>
                  <a:pt x="292" y="219"/>
                </a:lnTo>
                <a:lnTo>
                  <a:pt x="291" y="219"/>
                </a:lnTo>
                <a:lnTo>
                  <a:pt x="291" y="220"/>
                </a:lnTo>
                <a:lnTo>
                  <a:pt x="291" y="221"/>
                </a:lnTo>
                <a:lnTo>
                  <a:pt x="291" y="220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2" y="222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3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1" y="240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40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0" y="245"/>
                </a:lnTo>
                <a:lnTo>
                  <a:pt x="280" y="244"/>
                </a:lnTo>
                <a:lnTo>
                  <a:pt x="280" y="243"/>
                </a:lnTo>
                <a:lnTo>
                  <a:pt x="281" y="243"/>
                </a:lnTo>
                <a:lnTo>
                  <a:pt x="281" y="244"/>
                </a:lnTo>
                <a:lnTo>
                  <a:pt x="281" y="245"/>
                </a:lnTo>
                <a:lnTo>
                  <a:pt x="282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2" y="247"/>
                </a:lnTo>
                <a:lnTo>
                  <a:pt x="282" y="248"/>
                </a:lnTo>
                <a:lnTo>
                  <a:pt x="282" y="249"/>
                </a:lnTo>
                <a:lnTo>
                  <a:pt x="283" y="249"/>
                </a:lnTo>
                <a:lnTo>
                  <a:pt x="283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4" y="251"/>
                </a:lnTo>
                <a:lnTo>
                  <a:pt x="284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6" y="254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89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1" y="251"/>
                </a:lnTo>
                <a:lnTo>
                  <a:pt x="292" y="251"/>
                </a:lnTo>
                <a:lnTo>
                  <a:pt x="292" y="250"/>
                </a:lnTo>
                <a:lnTo>
                  <a:pt x="292" y="249"/>
                </a:lnTo>
                <a:lnTo>
                  <a:pt x="293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5" y="252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8" y="321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59" y="354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2"/>
                </a:lnTo>
                <a:lnTo>
                  <a:pt x="362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3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4" y="386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6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8"/>
                </a:lnTo>
                <a:lnTo>
                  <a:pt x="276" y="347"/>
                </a:lnTo>
                <a:lnTo>
                  <a:pt x="276" y="346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5" y="334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30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8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2"/>
                </a:lnTo>
                <a:lnTo>
                  <a:pt x="226" y="320"/>
                </a:lnTo>
                <a:lnTo>
                  <a:pt x="226" y="319"/>
                </a:lnTo>
                <a:lnTo>
                  <a:pt x="226" y="318"/>
                </a:lnTo>
                <a:lnTo>
                  <a:pt x="227" y="318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2" y="309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09"/>
                </a:lnTo>
                <a:lnTo>
                  <a:pt x="200" y="310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6" y="310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3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6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4"/>
                </a:lnTo>
                <a:lnTo>
                  <a:pt x="188" y="345"/>
                </a:lnTo>
                <a:lnTo>
                  <a:pt x="187" y="345"/>
                </a:lnTo>
                <a:lnTo>
                  <a:pt x="187" y="344"/>
                </a:lnTo>
                <a:lnTo>
                  <a:pt x="185" y="345"/>
                </a:lnTo>
                <a:lnTo>
                  <a:pt x="184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5" y="344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70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5" y="368"/>
                </a:lnTo>
                <a:lnTo>
                  <a:pt x="135" y="367"/>
                </a:lnTo>
                <a:lnTo>
                  <a:pt x="135" y="368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1" y="381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6" y="382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20" y="380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6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6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2"/>
                </a:lnTo>
                <a:lnTo>
                  <a:pt x="119" y="371"/>
                </a:lnTo>
                <a:lnTo>
                  <a:pt x="119" y="370"/>
                </a:lnTo>
                <a:lnTo>
                  <a:pt x="120" y="369"/>
                </a:lnTo>
                <a:lnTo>
                  <a:pt x="121" y="369"/>
                </a:lnTo>
                <a:lnTo>
                  <a:pt x="122" y="368"/>
                </a:lnTo>
                <a:lnTo>
                  <a:pt x="122" y="367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2" y="364"/>
                </a:lnTo>
                <a:lnTo>
                  <a:pt x="121" y="364"/>
                </a:lnTo>
                <a:lnTo>
                  <a:pt x="121" y="363"/>
                </a:lnTo>
                <a:lnTo>
                  <a:pt x="120" y="363"/>
                </a:lnTo>
                <a:lnTo>
                  <a:pt x="120" y="362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7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8" y="355"/>
                </a:lnTo>
                <a:lnTo>
                  <a:pt x="109" y="356"/>
                </a:lnTo>
                <a:lnTo>
                  <a:pt x="109" y="358"/>
                </a:lnTo>
                <a:lnTo>
                  <a:pt x="110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1" y="364"/>
                </a:lnTo>
                <a:lnTo>
                  <a:pt x="110" y="364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0" y="366"/>
                </a:lnTo>
                <a:lnTo>
                  <a:pt x="110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6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8" y="377"/>
                </a:lnTo>
                <a:lnTo>
                  <a:pt x="107" y="377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8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6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6" y="299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3" y="302"/>
                </a:lnTo>
                <a:lnTo>
                  <a:pt x="34" y="302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2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6"/>
                </a:lnTo>
                <a:lnTo>
                  <a:pt x="3" y="267"/>
                </a:lnTo>
                <a:lnTo>
                  <a:pt x="2" y="268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8"/>
                </a:lnTo>
                <a:lnTo>
                  <a:pt x="12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5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6" y="234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8" y="229"/>
                </a:lnTo>
                <a:lnTo>
                  <a:pt x="38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8" y="222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8" y="215"/>
                </a:lnTo>
                <a:lnTo>
                  <a:pt x="27" y="215"/>
                </a:lnTo>
                <a:lnTo>
                  <a:pt x="26" y="215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3" y="211"/>
                </a:lnTo>
                <a:lnTo>
                  <a:pt x="23" y="212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2" y="209"/>
                </a:lnTo>
                <a:lnTo>
                  <a:pt x="23" y="208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3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5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0" y="185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1" y="189"/>
                </a:lnTo>
                <a:lnTo>
                  <a:pt x="61" y="188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5" y="188"/>
                </a:lnTo>
                <a:lnTo>
                  <a:pt x="66" y="189"/>
                </a:lnTo>
                <a:lnTo>
                  <a:pt x="67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3" y="192"/>
                </a:lnTo>
                <a:lnTo>
                  <a:pt x="73" y="193"/>
                </a:lnTo>
                <a:lnTo>
                  <a:pt x="72" y="193"/>
                </a:lnTo>
                <a:lnTo>
                  <a:pt x="73" y="193"/>
                </a:lnTo>
                <a:lnTo>
                  <a:pt x="74" y="193"/>
                </a:lnTo>
                <a:lnTo>
                  <a:pt x="74" y="194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6" y="195"/>
                </a:lnTo>
                <a:lnTo>
                  <a:pt x="75" y="195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5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2"/>
                </a:lnTo>
                <a:lnTo>
                  <a:pt x="81" y="203"/>
                </a:lnTo>
                <a:lnTo>
                  <a:pt x="82" y="203"/>
                </a:lnTo>
                <a:lnTo>
                  <a:pt x="82" y="202"/>
                </a:lnTo>
                <a:lnTo>
                  <a:pt x="83" y="202"/>
                </a:lnTo>
                <a:lnTo>
                  <a:pt x="83" y="203"/>
                </a:lnTo>
                <a:lnTo>
                  <a:pt x="82" y="203"/>
                </a:lnTo>
                <a:lnTo>
                  <a:pt x="82" y="204"/>
                </a:lnTo>
                <a:lnTo>
                  <a:pt x="83" y="205"/>
                </a:lnTo>
                <a:lnTo>
                  <a:pt x="83" y="206"/>
                </a:lnTo>
                <a:lnTo>
                  <a:pt x="84" y="206"/>
                </a:lnTo>
                <a:lnTo>
                  <a:pt x="84" y="205"/>
                </a:lnTo>
                <a:lnTo>
                  <a:pt x="85" y="205"/>
                </a:lnTo>
                <a:lnTo>
                  <a:pt x="85" y="204"/>
                </a:lnTo>
                <a:lnTo>
                  <a:pt x="85" y="205"/>
                </a:lnTo>
                <a:lnTo>
                  <a:pt x="86" y="206"/>
                </a:lnTo>
                <a:lnTo>
                  <a:pt x="86" y="207"/>
                </a:lnTo>
                <a:lnTo>
                  <a:pt x="85" y="207"/>
                </a:lnTo>
                <a:lnTo>
                  <a:pt x="86" y="207"/>
                </a:lnTo>
                <a:lnTo>
                  <a:pt x="86" y="208"/>
                </a:lnTo>
                <a:lnTo>
                  <a:pt x="87" y="208"/>
                </a:lnTo>
                <a:lnTo>
                  <a:pt x="87" y="207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8" y="208"/>
                </a:lnTo>
                <a:lnTo>
                  <a:pt x="89" y="208"/>
                </a:lnTo>
                <a:lnTo>
                  <a:pt x="89" y="207"/>
                </a:lnTo>
                <a:lnTo>
                  <a:pt x="89" y="206"/>
                </a:lnTo>
                <a:lnTo>
                  <a:pt x="89" y="205"/>
                </a:lnTo>
                <a:lnTo>
                  <a:pt x="88" y="205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1" y="205"/>
                </a:lnTo>
                <a:lnTo>
                  <a:pt x="91" y="204"/>
                </a:lnTo>
                <a:lnTo>
                  <a:pt x="92" y="204"/>
                </a:lnTo>
                <a:lnTo>
                  <a:pt x="92" y="203"/>
                </a:lnTo>
                <a:lnTo>
                  <a:pt x="92" y="202"/>
                </a:lnTo>
                <a:lnTo>
                  <a:pt x="91" y="202"/>
                </a:lnTo>
                <a:lnTo>
                  <a:pt x="92" y="202"/>
                </a:lnTo>
                <a:lnTo>
                  <a:pt x="93" y="202"/>
                </a:lnTo>
                <a:lnTo>
                  <a:pt x="93" y="203"/>
                </a:lnTo>
                <a:lnTo>
                  <a:pt x="94" y="203"/>
                </a:lnTo>
                <a:lnTo>
                  <a:pt x="95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100" y="202"/>
                </a:lnTo>
                <a:lnTo>
                  <a:pt x="100" y="201"/>
                </a:lnTo>
                <a:lnTo>
                  <a:pt x="99" y="201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101" y="202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4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5" y="195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0" y="198"/>
                </a:lnTo>
                <a:lnTo>
                  <a:pt x="121" y="199"/>
                </a:lnTo>
                <a:lnTo>
                  <a:pt x="122" y="199"/>
                </a:lnTo>
                <a:lnTo>
                  <a:pt x="122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3"/>
                </a:lnTo>
                <a:lnTo>
                  <a:pt x="121" y="204"/>
                </a:lnTo>
                <a:lnTo>
                  <a:pt x="121" y="205"/>
                </a:lnTo>
                <a:lnTo>
                  <a:pt x="120" y="205"/>
                </a:lnTo>
                <a:lnTo>
                  <a:pt x="121" y="205"/>
                </a:lnTo>
                <a:lnTo>
                  <a:pt x="121" y="206"/>
                </a:lnTo>
                <a:lnTo>
                  <a:pt x="122" y="206"/>
                </a:lnTo>
                <a:lnTo>
                  <a:pt x="123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5" y="213"/>
                </a:lnTo>
                <a:lnTo>
                  <a:pt x="125" y="214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7" y="215"/>
                </a:lnTo>
                <a:lnTo>
                  <a:pt x="127" y="216"/>
                </a:lnTo>
                <a:lnTo>
                  <a:pt x="128" y="217"/>
                </a:lnTo>
                <a:lnTo>
                  <a:pt x="128" y="218"/>
                </a:lnTo>
                <a:lnTo>
                  <a:pt x="127" y="218"/>
                </a:lnTo>
                <a:lnTo>
                  <a:pt x="128" y="219"/>
                </a:lnTo>
                <a:lnTo>
                  <a:pt x="128" y="220"/>
                </a:lnTo>
                <a:lnTo>
                  <a:pt x="128" y="219"/>
                </a:lnTo>
                <a:lnTo>
                  <a:pt x="129" y="219"/>
                </a:lnTo>
                <a:lnTo>
                  <a:pt x="130" y="221"/>
                </a:lnTo>
                <a:lnTo>
                  <a:pt x="130" y="222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4" y="225"/>
                </a:lnTo>
                <a:lnTo>
                  <a:pt x="135" y="225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40" y="222"/>
                </a:lnTo>
                <a:lnTo>
                  <a:pt x="140" y="221"/>
                </a:lnTo>
                <a:lnTo>
                  <a:pt x="141" y="222"/>
                </a:lnTo>
                <a:lnTo>
                  <a:pt x="141" y="223"/>
                </a:lnTo>
                <a:lnTo>
                  <a:pt x="142" y="223"/>
                </a:lnTo>
                <a:lnTo>
                  <a:pt x="142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4"/>
                </a:lnTo>
                <a:lnTo>
                  <a:pt x="148" y="223"/>
                </a:lnTo>
                <a:lnTo>
                  <a:pt x="149" y="222"/>
                </a:lnTo>
                <a:lnTo>
                  <a:pt x="149" y="223"/>
                </a:lnTo>
                <a:lnTo>
                  <a:pt x="150" y="223"/>
                </a:lnTo>
                <a:lnTo>
                  <a:pt x="150" y="222"/>
                </a:lnTo>
                <a:lnTo>
                  <a:pt x="151" y="221"/>
                </a:lnTo>
                <a:lnTo>
                  <a:pt x="151" y="220"/>
                </a:lnTo>
                <a:lnTo>
                  <a:pt x="150" y="220"/>
                </a:lnTo>
                <a:lnTo>
                  <a:pt x="151" y="220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2"/>
                </a:lnTo>
                <a:lnTo>
                  <a:pt x="161" y="221"/>
                </a:lnTo>
                <a:lnTo>
                  <a:pt x="162" y="220"/>
                </a:lnTo>
                <a:lnTo>
                  <a:pt x="162" y="219"/>
                </a:lnTo>
                <a:lnTo>
                  <a:pt x="161" y="219"/>
                </a:lnTo>
                <a:lnTo>
                  <a:pt x="161" y="218"/>
                </a:lnTo>
                <a:lnTo>
                  <a:pt x="162" y="216"/>
                </a:lnTo>
                <a:lnTo>
                  <a:pt x="163" y="217"/>
                </a:lnTo>
                <a:lnTo>
                  <a:pt x="164" y="216"/>
                </a:lnTo>
                <a:lnTo>
                  <a:pt x="164" y="215"/>
                </a:lnTo>
                <a:lnTo>
                  <a:pt x="164" y="214"/>
                </a:lnTo>
                <a:lnTo>
                  <a:pt x="165" y="214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2"/>
                </a:lnTo>
                <a:lnTo>
                  <a:pt x="168" y="211"/>
                </a:lnTo>
                <a:lnTo>
                  <a:pt x="169" y="210"/>
                </a:lnTo>
                <a:lnTo>
                  <a:pt x="171" y="209"/>
                </a:lnTo>
                <a:lnTo>
                  <a:pt x="171" y="208"/>
                </a:lnTo>
                <a:lnTo>
                  <a:pt x="172" y="208"/>
                </a:lnTo>
                <a:lnTo>
                  <a:pt x="172" y="207"/>
                </a:lnTo>
                <a:lnTo>
                  <a:pt x="173" y="206"/>
                </a:lnTo>
                <a:lnTo>
                  <a:pt x="174" y="204"/>
                </a:lnTo>
                <a:lnTo>
                  <a:pt x="175" y="204"/>
                </a:lnTo>
                <a:lnTo>
                  <a:pt x="176" y="202"/>
                </a:lnTo>
                <a:lnTo>
                  <a:pt x="177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6" y="184"/>
                </a:lnTo>
                <a:lnTo>
                  <a:pt x="185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1" y="173"/>
                </a:lnTo>
                <a:lnTo>
                  <a:pt x="192" y="173"/>
                </a:lnTo>
                <a:lnTo>
                  <a:pt x="192" y="174"/>
                </a:lnTo>
                <a:lnTo>
                  <a:pt x="193" y="173"/>
                </a:lnTo>
                <a:lnTo>
                  <a:pt x="194" y="172"/>
                </a:lnTo>
                <a:lnTo>
                  <a:pt x="194" y="171"/>
                </a:lnTo>
                <a:lnTo>
                  <a:pt x="193" y="171"/>
                </a:lnTo>
                <a:lnTo>
                  <a:pt x="193" y="170"/>
                </a:lnTo>
                <a:lnTo>
                  <a:pt x="194" y="169"/>
                </a:lnTo>
                <a:lnTo>
                  <a:pt x="196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60"/>
                </a:lnTo>
                <a:lnTo>
                  <a:pt x="199" y="158"/>
                </a:lnTo>
                <a:lnTo>
                  <a:pt x="198" y="158"/>
                </a:lnTo>
                <a:lnTo>
                  <a:pt x="197" y="158"/>
                </a:lnTo>
                <a:lnTo>
                  <a:pt x="196" y="157"/>
                </a:lnTo>
                <a:lnTo>
                  <a:pt x="196" y="156"/>
                </a:lnTo>
                <a:lnTo>
                  <a:pt x="196" y="155"/>
                </a:lnTo>
                <a:lnTo>
                  <a:pt x="195" y="155"/>
                </a:lnTo>
                <a:lnTo>
                  <a:pt x="195" y="154"/>
                </a:lnTo>
                <a:lnTo>
                  <a:pt x="194" y="153"/>
                </a:lnTo>
                <a:lnTo>
                  <a:pt x="193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49"/>
                </a:lnTo>
                <a:lnTo>
                  <a:pt x="194" y="149"/>
                </a:lnTo>
                <a:lnTo>
                  <a:pt x="194" y="148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6" y="147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9" y="144"/>
                </a:lnTo>
                <a:lnTo>
                  <a:pt x="199" y="143"/>
                </a:lnTo>
                <a:lnTo>
                  <a:pt x="198" y="142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8" y="140"/>
                </a:lnTo>
                <a:lnTo>
                  <a:pt x="200" y="140"/>
                </a:lnTo>
                <a:lnTo>
                  <a:pt x="201" y="139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40"/>
                </a:lnTo>
                <a:lnTo>
                  <a:pt x="207" y="140"/>
                </a:lnTo>
                <a:lnTo>
                  <a:pt x="207" y="141"/>
                </a:lnTo>
                <a:lnTo>
                  <a:pt x="208" y="141"/>
                </a:lnTo>
                <a:lnTo>
                  <a:pt x="209" y="141"/>
                </a:lnTo>
                <a:lnTo>
                  <a:pt x="209" y="140"/>
                </a:lnTo>
                <a:lnTo>
                  <a:pt x="210" y="140"/>
                </a:lnTo>
                <a:lnTo>
                  <a:pt x="210" y="141"/>
                </a:lnTo>
                <a:lnTo>
                  <a:pt x="210" y="142"/>
                </a:lnTo>
                <a:lnTo>
                  <a:pt x="211" y="143"/>
                </a:lnTo>
                <a:lnTo>
                  <a:pt x="212" y="143"/>
                </a:lnTo>
                <a:lnTo>
                  <a:pt x="213" y="142"/>
                </a:lnTo>
                <a:lnTo>
                  <a:pt x="214" y="141"/>
                </a:lnTo>
                <a:lnTo>
                  <a:pt x="215" y="139"/>
                </a:lnTo>
                <a:lnTo>
                  <a:pt x="216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1" y="136"/>
                </a:lnTo>
                <a:lnTo>
                  <a:pt x="222" y="137"/>
                </a:lnTo>
                <a:lnTo>
                  <a:pt x="222" y="138"/>
                </a:lnTo>
                <a:lnTo>
                  <a:pt x="223" y="138"/>
                </a:lnTo>
                <a:lnTo>
                  <a:pt x="222" y="139"/>
                </a:lnTo>
                <a:lnTo>
                  <a:pt x="222" y="140"/>
                </a:lnTo>
                <a:lnTo>
                  <a:pt x="223" y="140"/>
                </a:lnTo>
                <a:lnTo>
                  <a:pt x="223" y="141"/>
                </a:lnTo>
                <a:lnTo>
                  <a:pt x="222" y="142"/>
                </a:lnTo>
                <a:lnTo>
                  <a:pt x="223" y="142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2" y="144"/>
                </a:lnTo>
                <a:lnTo>
                  <a:pt x="233" y="144"/>
                </a:lnTo>
                <a:lnTo>
                  <a:pt x="234" y="143"/>
                </a:lnTo>
                <a:lnTo>
                  <a:pt x="234" y="142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6" y="140"/>
                </a:lnTo>
                <a:lnTo>
                  <a:pt x="237" y="140"/>
                </a:lnTo>
                <a:lnTo>
                  <a:pt x="237" y="139"/>
                </a:lnTo>
                <a:lnTo>
                  <a:pt x="238" y="139"/>
                </a:lnTo>
                <a:lnTo>
                  <a:pt x="238" y="138"/>
                </a:lnTo>
                <a:lnTo>
                  <a:pt x="239" y="138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3" y="135"/>
                </a:lnTo>
                <a:lnTo>
                  <a:pt x="244" y="134"/>
                </a:lnTo>
                <a:lnTo>
                  <a:pt x="244" y="133"/>
                </a:lnTo>
                <a:lnTo>
                  <a:pt x="243" y="133"/>
                </a:lnTo>
                <a:lnTo>
                  <a:pt x="241" y="133"/>
                </a:lnTo>
                <a:lnTo>
                  <a:pt x="240" y="133"/>
                </a:lnTo>
                <a:lnTo>
                  <a:pt x="240" y="132"/>
                </a:lnTo>
                <a:lnTo>
                  <a:pt x="239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7"/>
                </a:lnTo>
                <a:lnTo>
                  <a:pt x="239" y="126"/>
                </a:lnTo>
                <a:lnTo>
                  <a:pt x="239" y="125"/>
                </a:lnTo>
                <a:lnTo>
                  <a:pt x="240" y="125"/>
                </a:lnTo>
                <a:lnTo>
                  <a:pt x="240" y="126"/>
                </a:lnTo>
                <a:lnTo>
                  <a:pt x="242" y="126"/>
                </a:lnTo>
                <a:lnTo>
                  <a:pt x="243" y="126"/>
                </a:lnTo>
                <a:lnTo>
                  <a:pt x="244" y="123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8" y="120"/>
                </a:lnTo>
                <a:lnTo>
                  <a:pt x="249" y="120"/>
                </a:lnTo>
                <a:lnTo>
                  <a:pt x="250" y="119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5"/>
                </a:lnTo>
                <a:lnTo>
                  <a:pt x="246" y="114"/>
                </a:lnTo>
                <a:lnTo>
                  <a:pt x="245" y="113"/>
                </a:lnTo>
                <a:lnTo>
                  <a:pt x="246" y="112"/>
                </a:lnTo>
                <a:lnTo>
                  <a:pt x="246" y="113"/>
                </a:lnTo>
                <a:lnTo>
                  <a:pt x="246" y="112"/>
                </a:lnTo>
                <a:lnTo>
                  <a:pt x="247" y="112"/>
                </a:lnTo>
                <a:lnTo>
                  <a:pt x="248" y="110"/>
                </a:lnTo>
                <a:lnTo>
                  <a:pt x="248" y="109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49" y="108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1" y="100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7" y="102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6" y="99"/>
                </a:lnTo>
                <a:lnTo>
                  <a:pt x="247" y="99"/>
                </a:lnTo>
                <a:lnTo>
                  <a:pt x="249" y="98"/>
                </a:lnTo>
                <a:lnTo>
                  <a:pt x="250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7" y="93"/>
                </a:lnTo>
                <a:lnTo>
                  <a:pt x="258" y="93"/>
                </a:lnTo>
                <a:lnTo>
                  <a:pt x="259" y="92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8"/>
                </a:lnTo>
                <a:lnTo>
                  <a:pt x="259" y="87"/>
                </a:lnTo>
                <a:lnTo>
                  <a:pt x="259" y="86"/>
                </a:lnTo>
                <a:lnTo>
                  <a:pt x="258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3" y="83"/>
                </a:lnTo>
                <a:lnTo>
                  <a:pt x="264" y="83"/>
                </a:lnTo>
                <a:lnTo>
                  <a:pt x="264" y="82"/>
                </a:lnTo>
                <a:lnTo>
                  <a:pt x="264" y="81"/>
                </a:lnTo>
                <a:lnTo>
                  <a:pt x="264" y="80"/>
                </a:lnTo>
                <a:lnTo>
                  <a:pt x="264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3" y="77"/>
                </a:lnTo>
                <a:lnTo>
                  <a:pt x="262" y="76"/>
                </a:lnTo>
                <a:lnTo>
                  <a:pt x="262" y="75"/>
                </a:lnTo>
                <a:lnTo>
                  <a:pt x="262" y="74"/>
                </a:lnTo>
                <a:lnTo>
                  <a:pt x="263" y="74"/>
                </a:lnTo>
                <a:lnTo>
                  <a:pt x="264" y="74"/>
                </a:lnTo>
                <a:lnTo>
                  <a:pt x="264" y="73"/>
                </a:lnTo>
                <a:lnTo>
                  <a:pt x="265" y="73"/>
                </a:lnTo>
                <a:lnTo>
                  <a:pt x="265" y="72"/>
                </a:lnTo>
                <a:lnTo>
                  <a:pt x="266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2"/>
                </a:lnTo>
                <a:lnTo>
                  <a:pt x="273" y="73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1"/>
                </a:lnTo>
                <a:lnTo>
                  <a:pt x="276" y="70"/>
                </a:lnTo>
                <a:lnTo>
                  <a:pt x="275" y="70"/>
                </a:lnTo>
                <a:lnTo>
                  <a:pt x="275" y="69"/>
                </a:lnTo>
                <a:lnTo>
                  <a:pt x="276" y="68"/>
                </a:lnTo>
                <a:lnTo>
                  <a:pt x="277" y="68"/>
                </a:lnTo>
                <a:lnTo>
                  <a:pt x="278" y="69"/>
                </a:lnTo>
                <a:lnTo>
                  <a:pt x="279" y="69"/>
                </a:lnTo>
                <a:lnTo>
                  <a:pt x="279" y="68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2" y="62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1" y="50"/>
                </a:lnTo>
                <a:lnTo>
                  <a:pt x="290" y="49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89" y="45"/>
                </a:lnTo>
                <a:lnTo>
                  <a:pt x="288" y="45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1" y="40"/>
                </a:lnTo>
                <a:lnTo>
                  <a:pt x="280" y="40"/>
                </a:lnTo>
                <a:lnTo>
                  <a:pt x="280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38"/>
                </a:lnTo>
                <a:lnTo>
                  <a:pt x="279" y="38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6" y="36"/>
                </a:lnTo>
                <a:lnTo>
                  <a:pt x="275" y="36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1" y="31"/>
                </a:lnTo>
                <a:lnTo>
                  <a:pt x="270" y="31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69" y="26"/>
                </a:lnTo>
                <a:lnTo>
                  <a:pt x="268" y="25"/>
                </a:lnTo>
                <a:lnTo>
                  <a:pt x="269" y="24"/>
                </a:lnTo>
                <a:lnTo>
                  <a:pt x="270" y="24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2"/>
                </a:lnTo>
                <a:lnTo>
                  <a:pt x="273" y="22"/>
                </a:lnTo>
                <a:lnTo>
                  <a:pt x="273" y="23"/>
                </a:lnTo>
                <a:lnTo>
                  <a:pt x="274" y="23"/>
                </a:lnTo>
                <a:lnTo>
                  <a:pt x="275" y="24"/>
                </a:lnTo>
                <a:lnTo>
                  <a:pt x="276" y="24"/>
                </a:lnTo>
                <a:lnTo>
                  <a:pt x="276" y="25"/>
                </a:lnTo>
                <a:lnTo>
                  <a:pt x="276" y="24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2"/>
                </a:lnTo>
                <a:lnTo>
                  <a:pt x="283" y="1"/>
                </a:lnTo>
                <a:lnTo>
                  <a:pt x="284" y="1"/>
                </a:lnTo>
                <a:lnTo>
                  <a:pt x="284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B3D5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154764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4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9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2" y="70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30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1"/>
                </a:lnTo>
                <a:lnTo>
                  <a:pt x="629" y="112"/>
                </a:lnTo>
                <a:lnTo>
                  <a:pt x="630" y="112"/>
                </a:lnTo>
                <a:lnTo>
                  <a:pt x="630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4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4" y="156"/>
                </a:lnTo>
                <a:lnTo>
                  <a:pt x="635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3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5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8"/>
                </a:lnTo>
                <a:lnTo>
                  <a:pt x="727" y="147"/>
                </a:lnTo>
                <a:lnTo>
                  <a:pt x="727" y="146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3" y="165"/>
                </a:lnTo>
                <a:lnTo>
                  <a:pt x="744" y="165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8" y="162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8" y="183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5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4" y="196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3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3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6" y="349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1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900" y="405"/>
                </a:lnTo>
                <a:lnTo>
                  <a:pt x="899" y="406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3" y="431"/>
                </a:lnTo>
                <a:lnTo>
                  <a:pt x="844" y="431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3"/>
                </a:lnTo>
                <a:lnTo>
                  <a:pt x="802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4" y="453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2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3" y="461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9" y="475"/>
                </a:lnTo>
                <a:lnTo>
                  <a:pt x="728" y="474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1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19" y="484"/>
                </a:lnTo>
                <a:lnTo>
                  <a:pt x="720" y="483"/>
                </a:lnTo>
                <a:lnTo>
                  <a:pt x="719" y="482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8"/>
                </a:lnTo>
                <a:lnTo>
                  <a:pt x="750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4" y="527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8" y="549"/>
                </a:lnTo>
                <a:lnTo>
                  <a:pt x="779" y="549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7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4" y="576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8" y="587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8" y="607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5" y="680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2" y="676"/>
                </a:lnTo>
                <a:lnTo>
                  <a:pt x="741" y="676"/>
                </a:lnTo>
                <a:lnTo>
                  <a:pt x="740" y="675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2" y="671"/>
                </a:lnTo>
                <a:lnTo>
                  <a:pt x="731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2"/>
                </a:lnTo>
                <a:lnTo>
                  <a:pt x="650" y="661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49" y="660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5" y="616"/>
                </a:lnTo>
                <a:lnTo>
                  <a:pt x="635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7" y="584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5" y="586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2" y="596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3"/>
                </a:lnTo>
                <a:lnTo>
                  <a:pt x="564" y="623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9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8" y="769"/>
                </a:lnTo>
                <a:lnTo>
                  <a:pt x="509" y="769"/>
                </a:lnTo>
                <a:lnTo>
                  <a:pt x="509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8" y="817"/>
                </a:lnTo>
                <a:lnTo>
                  <a:pt x="507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2" y="834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7"/>
                </a:lnTo>
                <a:lnTo>
                  <a:pt x="385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89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1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3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2" y="703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7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6"/>
                </a:lnTo>
                <a:lnTo>
                  <a:pt x="315" y="687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6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70"/>
                </a:lnTo>
                <a:lnTo>
                  <a:pt x="306" y="669"/>
                </a:lnTo>
                <a:lnTo>
                  <a:pt x="305" y="668"/>
                </a:lnTo>
                <a:lnTo>
                  <a:pt x="304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6" y="658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1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3"/>
                </a:lnTo>
                <a:lnTo>
                  <a:pt x="267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1"/>
                </a:lnTo>
                <a:lnTo>
                  <a:pt x="265" y="660"/>
                </a:lnTo>
                <a:lnTo>
                  <a:pt x="264" y="660"/>
                </a:lnTo>
                <a:lnTo>
                  <a:pt x="264" y="661"/>
                </a:lnTo>
                <a:lnTo>
                  <a:pt x="262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9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6" y="641"/>
                </a:lnTo>
                <a:lnTo>
                  <a:pt x="246" y="640"/>
                </a:lnTo>
                <a:lnTo>
                  <a:pt x="246" y="639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3" y="633"/>
                </a:lnTo>
                <a:lnTo>
                  <a:pt x="242" y="632"/>
                </a:lnTo>
                <a:lnTo>
                  <a:pt x="242" y="631"/>
                </a:lnTo>
                <a:lnTo>
                  <a:pt x="242" y="630"/>
                </a:lnTo>
                <a:lnTo>
                  <a:pt x="243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9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6" y="621"/>
                </a:lnTo>
                <a:lnTo>
                  <a:pt x="255" y="619"/>
                </a:lnTo>
                <a:lnTo>
                  <a:pt x="254" y="619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0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89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7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1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7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200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8" y="175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7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5"/>
                </a:lnTo>
                <a:lnTo>
                  <a:pt x="57" y="16"/>
                </a:lnTo>
                <a:lnTo>
                  <a:pt x="58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5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5" y="71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6"/>
                </a:lnTo>
                <a:lnTo>
                  <a:pt x="135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60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4" y="164"/>
                </a:lnTo>
                <a:lnTo>
                  <a:pt x="215" y="164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2"/>
                </a:lnTo>
                <a:lnTo>
                  <a:pt x="242" y="143"/>
                </a:lnTo>
                <a:lnTo>
                  <a:pt x="243" y="143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3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7" y="174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70"/>
                </a:lnTo>
                <a:lnTo>
                  <a:pt x="261" y="169"/>
                </a:lnTo>
                <a:lnTo>
                  <a:pt x="260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4"/>
                </a:lnTo>
                <a:lnTo>
                  <a:pt x="263" y="164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4"/>
                </a:lnTo>
                <a:lnTo>
                  <a:pt x="269" y="164"/>
                </a:lnTo>
                <a:lnTo>
                  <a:pt x="269" y="163"/>
                </a:lnTo>
                <a:lnTo>
                  <a:pt x="269" y="164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8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7"/>
                </a:lnTo>
                <a:lnTo>
                  <a:pt x="289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2" y="180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300" y="175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9" y="171"/>
                </a:lnTo>
                <a:lnTo>
                  <a:pt x="309" y="170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5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3" y="177"/>
                </a:lnTo>
                <a:lnTo>
                  <a:pt x="324" y="177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4"/>
                </a:lnTo>
                <a:lnTo>
                  <a:pt x="330" y="173"/>
                </a:lnTo>
                <a:lnTo>
                  <a:pt x="331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1"/>
                </a:lnTo>
                <a:lnTo>
                  <a:pt x="347" y="130"/>
                </a:lnTo>
                <a:lnTo>
                  <a:pt x="346" y="130"/>
                </a:lnTo>
                <a:lnTo>
                  <a:pt x="345" y="130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8" y="107"/>
                </a:lnTo>
                <a:lnTo>
                  <a:pt x="349" y="107"/>
                </a:lnTo>
                <a:lnTo>
                  <a:pt x="349" y="108"/>
                </a:lnTo>
                <a:lnTo>
                  <a:pt x="348" y="108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8"/>
                </a:lnTo>
                <a:lnTo>
                  <a:pt x="365" y="117"/>
                </a:lnTo>
                <a:lnTo>
                  <a:pt x="365" y="116"/>
                </a:lnTo>
                <a:lnTo>
                  <a:pt x="366" y="116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1"/>
                </a:lnTo>
                <a:lnTo>
                  <a:pt x="374" y="112"/>
                </a:lnTo>
                <a:lnTo>
                  <a:pt x="375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7"/>
                </a:lnTo>
                <a:lnTo>
                  <a:pt x="380" y="117"/>
                </a:lnTo>
                <a:lnTo>
                  <a:pt x="380" y="118"/>
                </a:lnTo>
                <a:lnTo>
                  <a:pt x="381" y="118"/>
                </a:lnTo>
                <a:lnTo>
                  <a:pt x="382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1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6" y="108"/>
                </a:lnTo>
                <a:lnTo>
                  <a:pt x="397" y="107"/>
                </a:lnTo>
                <a:lnTo>
                  <a:pt x="396" y="107"/>
                </a:lnTo>
                <a:lnTo>
                  <a:pt x="396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0" y="103"/>
                </a:lnTo>
                <a:lnTo>
                  <a:pt x="389" y="103"/>
                </a:lnTo>
                <a:lnTo>
                  <a:pt x="389" y="102"/>
                </a:lnTo>
                <a:lnTo>
                  <a:pt x="388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1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4"/>
                </a:lnTo>
                <a:lnTo>
                  <a:pt x="427" y="114"/>
                </a:lnTo>
                <a:lnTo>
                  <a:pt x="428" y="114"/>
                </a:lnTo>
                <a:lnTo>
                  <a:pt x="428" y="113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29" y="107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39" y="110"/>
                </a:lnTo>
                <a:lnTo>
                  <a:pt x="440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3"/>
                </a:lnTo>
                <a:lnTo>
                  <a:pt x="438" y="102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1" y="93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1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2"/>
                </a:lnTo>
                <a:lnTo>
                  <a:pt x="451" y="71"/>
                </a:lnTo>
                <a:lnTo>
                  <a:pt x="450" y="70"/>
                </a:lnTo>
                <a:lnTo>
                  <a:pt x="450" y="69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39" y="43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6" y="39"/>
                </a:lnTo>
                <a:lnTo>
                  <a:pt x="435" y="38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6" y="35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3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1" y="36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499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175032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1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2"/>
                </a:lnTo>
                <a:lnTo>
                  <a:pt x="379" y="12"/>
                </a:lnTo>
                <a:lnTo>
                  <a:pt x="379" y="13"/>
                </a:lnTo>
                <a:lnTo>
                  <a:pt x="379" y="14"/>
                </a:lnTo>
                <a:lnTo>
                  <a:pt x="378" y="16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1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20" y="20"/>
                </a:lnTo>
                <a:lnTo>
                  <a:pt x="420" y="19"/>
                </a:lnTo>
                <a:lnTo>
                  <a:pt x="421" y="19"/>
                </a:lnTo>
                <a:lnTo>
                  <a:pt x="421" y="18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5" y="17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30" y="36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5" y="62"/>
                </a:lnTo>
                <a:lnTo>
                  <a:pt x="454" y="62"/>
                </a:lnTo>
                <a:lnTo>
                  <a:pt x="453" y="63"/>
                </a:lnTo>
                <a:lnTo>
                  <a:pt x="453" y="64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79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4"/>
                </a:lnTo>
                <a:lnTo>
                  <a:pt x="450" y="85"/>
                </a:lnTo>
                <a:lnTo>
                  <a:pt x="449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60" y="82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1" y="76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7" y="92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4" y="95"/>
                </a:lnTo>
                <a:lnTo>
                  <a:pt x="463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2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2"/>
                </a:lnTo>
                <a:lnTo>
                  <a:pt x="470" y="102"/>
                </a:lnTo>
                <a:lnTo>
                  <a:pt x="470" y="101"/>
                </a:lnTo>
                <a:lnTo>
                  <a:pt x="470" y="100"/>
                </a:lnTo>
                <a:lnTo>
                  <a:pt x="471" y="100"/>
                </a:lnTo>
                <a:lnTo>
                  <a:pt x="472" y="100"/>
                </a:lnTo>
                <a:lnTo>
                  <a:pt x="472" y="101"/>
                </a:lnTo>
                <a:lnTo>
                  <a:pt x="472" y="102"/>
                </a:lnTo>
                <a:lnTo>
                  <a:pt x="473" y="102"/>
                </a:lnTo>
                <a:lnTo>
                  <a:pt x="473" y="103"/>
                </a:lnTo>
                <a:lnTo>
                  <a:pt x="473" y="104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2" y="104"/>
                </a:lnTo>
                <a:lnTo>
                  <a:pt x="481" y="104"/>
                </a:lnTo>
                <a:lnTo>
                  <a:pt x="481" y="105"/>
                </a:lnTo>
                <a:lnTo>
                  <a:pt x="482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89" y="104"/>
                </a:lnTo>
                <a:lnTo>
                  <a:pt x="490" y="103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5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6" y="101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1" y="88"/>
                </a:lnTo>
                <a:lnTo>
                  <a:pt x="501" y="87"/>
                </a:lnTo>
                <a:lnTo>
                  <a:pt x="501" y="86"/>
                </a:lnTo>
                <a:lnTo>
                  <a:pt x="502" y="85"/>
                </a:lnTo>
                <a:lnTo>
                  <a:pt x="501" y="85"/>
                </a:lnTo>
                <a:lnTo>
                  <a:pt x="501" y="84"/>
                </a:lnTo>
                <a:lnTo>
                  <a:pt x="502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4" y="81"/>
                </a:lnTo>
                <a:lnTo>
                  <a:pt x="504" y="80"/>
                </a:lnTo>
                <a:lnTo>
                  <a:pt x="503" y="79"/>
                </a:lnTo>
                <a:lnTo>
                  <a:pt x="504" y="79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2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6"/>
                </a:lnTo>
                <a:lnTo>
                  <a:pt x="513" y="86"/>
                </a:lnTo>
                <a:lnTo>
                  <a:pt x="512" y="86"/>
                </a:lnTo>
                <a:lnTo>
                  <a:pt x="513" y="86"/>
                </a:lnTo>
                <a:lnTo>
                  <a:pt x="514" y="87"/>
                </a:lnTo>
                <a:lnTo>
                  <a:pt x="514" y="88"/>
                </a:lnTo>
                <a:lnTo>
                  <a:pt x="513" y="88"/>
                </a:lnTo>
                <a:lnTo>
                  <a:pt x="513" y="89"/>
                </a:lnTo>
                <a:lnTo>
                  <a:pt x="512" y="89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4"/>
                </a:lnTo>
                <a:lnTo>
                  <a:pt x="513" y="94"/>
                </a:lnTo>
                <a:lnTo>
                  <a:pt x="514" y="94"/>
                </a:lnTo>
                <a:lnTo>
                  <a:pt x="514" y="95"/>
                </a:lnTo>
                <a:lnTo>
                  <a:pt x="515" y="95"/>
                </a:lnTo>
                <a:lnTo>
                  <a:pt x="515" y="96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20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4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9"/>
                </a:lnTo>
                <a:lnTo>
                  <a:pt x="521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4"/>
                </a:lnTo>
                <a:lnTo>
                  <a:pt x="518" y="105"/>
                </a:lnTo>
                <a:lnTo>
                  <a:pt x="518" y="106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6" y="115"/>
                </a:lnTo>
                <a:lnTo>
                  <a:pt x="516" y="116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18"/>
                </a:lnTo>
                <a:lnTo>
                  <a:pt x="519" y="119"/>
                </a:lnTo>
                <a:lnTo>
                  <a:pt x="520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2" y="121"/>
                </a:lnTo>
                <a:lnTo>
                  <a:pt x="522" y="122"/>
                </a:lnTo>
                <a:lnTo>
                  <a:pt x="521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7" y="125"/>
                </a:lnTo>
                <a:lnTo>
                  <a:pt x="516" y="126"/>
                </a:lnTo>
                <a:lnTo>
                  <a:pt x="517" y="127"/>
                </a:lnTo>
                <a:lnTo>
                  <a:pt x="517" y="128"/>
                </a:lnTo>
                <a:lnTo>
                  <a:pt x="516" y="128"/>
                </a:lnTo>
                <a:lnTo>
                  <a:pt x="515" y="128"/>
                </a:lnTo>
                <a:lnTo>
                  <a:pt x="515" y="129"/>
                </a:lnTo>
                <a:lnTo>
                  <a:pt x="515" y="131"/>
                </a:lnTo>
                <a:lnTo>
                  <a:pt x="516" y="132"/>
                </a:lnTo>
                <a:lnTo>
                  <a:pt x="516" y="133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8" y="140"/>
                </a:lnTo>
                <a:lnTo>
                  <a:pt x="519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7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2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6"/>
                </a:lnTo>
                <a:lnTo>
                  <a:pt x="530" y="157"/>
                </a:lnTo>
                <a:lnTo>
                  <a:pt x="530" y="158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8" y="167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6" y="171"/>
                </a:lnTo>
                <a:lnTo>
                  <a:pt x="525" y="170"/>
                </a:lnTo>
                <a:lnTo>
                  <a:pt x="524" y="171"/>
                </a:lnTo>
                <a:lnTo>
                  <a:pt x="523" y="172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3"/>
                </a:lnTo>
                <a:lnTo>
                  <a:pt x="520" y="175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4"/>
                </a:lnTo>
                <a:lnTo>
                  <a:pt x="510" y="184"/>
                </a:lnTo>
                <a:lnTo>
                  <a:pt x="510" y="183"/>
                </a:lnTo>
                <a:lnTo>
                  <a:pt x="508" y="183"/>
                </a:lnTo>
                <a:lnTo>
                  <a:pt x="507" y="181"/>
                </a:lnTo>
                <a:lnTo>
                  <a:pt x="507" y="180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3"/>
                </a:lnTo>
                <a:lnTo>
                  <a:pt x="503" y="184"/>
                </a:lnTo>
                <a:lnTo>
                  <a:pt x="502" y="185"/>
                </a:lnTo>
                <a:lnTo>
                  <a:pt x="501" y="185"/>
                </a:lnTo>
                <a:lnTo>
                  <a:pt x="502" y="184"/>
                </a:lnTo>
                <a:lnTo>
                  <a:pt x="502" y="183"/>
                </a:lnTo>
                <a:lnTo>
                  <a:pt x="502" y="182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3"/>
                </a:lnTo>
                <a:lnTo>
                  <a:pt x="500" y="184"/>
                </a:lnTo>
                <a:lnTo>
                  <a:pt x="501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9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3" y="193"/>
                </a:lnTo>
                <a:lnTo>
                  <a:pt x="492" y="193"/>
                </a:lnTo>
                <a:lnTo>
                  <a:pt x="492" y="194"/>
                </a:lnTo>
                <a:lnTo>
                  <a:pt x="492" y="195"/>
                </a:lnTo>
                <a:lnTo>
                  <a:pt x="493" y="197"/>
                </a:lnTo>
                <a:lnTo>
                  <a:pt x="492" y="197"/>
                </a:lnTo>
                <a:lnTo>
                  <a:pt x="492" y="198"/>
                </a:lnTo>
                <a:lnTo>
                  <a:pt x="492" y="199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8" y="200"/>
                </a:lnTo>
                <a:lnTo>
                  <a:pt x="487" y="200"/>
                </a:lnTo>
                <a:lnTo>
                  <a:pt x="487" y="199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1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6"/>
                </a:lnTo>
                <a:lnTo>
                  <a:pt x="476" y="215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69" y="218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4" y="221"/>
                </a:lnTo>
                <a:lnTo>
                  <a:pt x="474" y="222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7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9" y="225"/>
                </a:lnTo>
                <a:lnTo>
                  <a:pt x="479" y="226"/>
                </a:lnTo>
                <a:lnTo>
                  <a:pt x="480" y="225"/>
                </a:lnTo>
                <a:lnTo>
                  <a:pt x="480" y="224"/>
                </a:lnTo>
                <a:lnTo>
                  <a:pt x="481" y="225"/>
                </a:lnTo>
                <a:lnTo>
                  <a:pt x="481" y="226"/>
                </a:lnTo>
                <a:lnTo>
                  <a:pt x="480" y="226"/>
                </a:lnTo>
                <a:lnTo>
                  <a:pt x="481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19"/>
                </a:lnTo>
                <a:lnTo>
                  <a:pt x="488" y="220"/>
                </a:lnTo>
                <a:lnTo>
                  <a:pt x="488" y="219"/>
                </a:lnTo>
                <a:lnTo>
                  <a:pt x="489" y="219"/>
                </a:lnTo>
                <a:lnTo>
                  <a:pt x="489" y="218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7"/>
                </a:lnTo>
                <a:lnTo>
                  <a:pt x="493" y="216"/>
                </a:lnTo>
                <a:lnTo>
                  <a:pt x="495" y="215"/>
                </a:lnTo>
                <a:lnTo>
                  <a:pt x="496" y="215"/>
                </a:lnTo>
                <a:lnTo>
                  <a:pt x="498" y="215"/>
                </a:lnTo>
                <a:lnTo>
                  <a:pt x="499" y="214"/>
                </a:lnTo>
                <a:lnTo>
                  <a:pt x="499" y="215"/>
                </a:lnTo>
                <a:lnTo>
                  <a:pt x="500" y="215"/>
                </a:lnTo>
                <a:lnTo>
                  <a:pt x="500" y="216"/>
                </a:lnTo>
                <a:lnTo>
                  <a:pt x="499" y="216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20"/>
                </a:lnTo>
                <a:lnTo>
                  <a:pt x="499" y="221"/>
                </a:lnTo>
                <a:lnTo>
                  <a:pt x="500" y="220"/>
                </a:lnTo>
                <a:lnTo>
                  <a:pt x="499" y="220"/>
                </a:lnTo>
                <a:lnTo>
                  <a:pt x="502" y="220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9"/>
                </a:lnTo>
                <a:lnTo>
                  <a:pt x="505" y="218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1" y="212"/>
                </a:lnTo>
                <a:lnTo>
                  <a:pt x="510" y="213"/>
                </a:lnTo>
                <a:lnTo>
                  <a:pt x="511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8" y="212"/>
                </a:lnTo>
                <a:lnTo>
                  <a:pt x="520" y="212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3" y="219"/>
                </a:lnTo>
                <a:lnTo>
                  <a:pt x="535" y="220"/>
                </a:lnTo>
                <a:lnTo>
                  <a:pt x="534" y="221"/>
                </a:lnTo>
                <a:lnTo>
                  <a:pt x="534" y="222"/>
                </a:lnTo>
                <a:lnTo>
                  <a:pt x="535" y="224"/>
                </a:lnTo>
                <a:lnTo>
                  <a:pt x="535" y="225"/>
                </a:lnTo>
                <a:lnTo>
                  <a:pt x="536" y="226"/>
                </a:lnTo>
                <a:lnTo>
                  <a:pt x="537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2" y="236"/>
                </a:lnTo>
                <a:lnTo>
                  <a:pt x="530" y="237"/>
                </a:lnTo>
                <a:lnTo>
                  <a:pt x="529" y="237"/>
                </a:lnTo>
                <a:lnTo>
                  <a:pt x="528" y="238"/>
                </a:lnTo>
                <a:lnTo>
                  <a:pt x="527" y="238"/>
                </a:lnTo>
                <a:lnTo>
                  <a:pt x="527" y="239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2" y="238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4" y="248"/>
                </a:lnTo>
                <a:lnTo>
                  <a:pt x="535" y="249"/>
                </a:lnTo>
                <a:lnTo>
                  <a:pt x="535" y="250"/>
                </a:lnTo>
                <a:lnTo>
                  <a:pt x="534" y="250"/>
                </a:lnTo>
                <a:lnTo>
                  <a:pt x="534" y="252"/>
                </a:lnTo>
                <a:lnTo>
                  <a:pt x="535" y="252"/>
                </a:lnTo>
                <a:lnTo>
                  <a:pt x="535" y="253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4" y="251"/>
                </a:lnTo>
                <a:lnTo>
                  <a:pt x="532" y="251"/>
                </a:lnTo>
                <a:lnTo>
                  <a:pt x="532" y="252"/>
                </a:lnTo>
                <a:lnTo>
                  <a:pt x="531" y="252"/>
                </a:lnTo>
                <a:lnTo>
                  <a:pt x="531" y="251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7" y="253"/>
                </a:lnTo>
                <a:lnTo>
                  <a:pt x="526" y="253"/>
                </a:lnTo>
                <a:lnTo>
                  <a:pt x="525" y="254"/>
                </a:lnTo>
                <a:lnTo>
                  <a:pt x="525" y="255"/>
                </a:lnTo>
                <a:lnTo>
                  <a:pt x="526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4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1" y="257"/>
                </a:lnTo>
                <a:lnTo>
                  <a:pt x="520" y="258"/>
                </a:lnTo>
                <a:lnTo>
                  <a:pt x="519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0"/>
                </a:lnTo>
                <a:lnTo>
                  <a:pt x="515" y="261"/>
                </a:lnTo>
                <a:lnTo>
                  <a:pt x="515" y="262"/>
                </a:lnTo>
                <a:lnTo>
                  <a:pt x="517" y="262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4"/>
                </a:lnTo>
                <a:lnTo>
                  <a:pt x="522" y="265"/>
                </a:lnTo>
                <a:lnTo>
                  <a:pt x="522" y="266"/>
                </a:lnTo>
                <a:lnTo>
                  <a:pt x="522" y="267"/>
                </a:lnTo>
                <a:lnTo>
                  <a:pt x="523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4" y="271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4" y="273"/>
                </a:lnTo>
                <a:lnTo>
                  <a:pt x="525" y="274"/>
                </a:lnTo>
                <a:lnTo>
                  <a:pt x="525" y="275"/>
                </a:lnTo>
                <a:lnTo>
                  <a:pt x="524" y="275"/>
                </a:lnTo>
                <a:lnTo>
                  <a:pt x="523" y="275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4"/>
                </a:lnTo>
                <a:lnTo>
                  <a:pt x="519" y="285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7" y="287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0"/>
                </a:lnTo>
                <a:lnTo>
                  <a:pt x="514" y="291"/>
                </a:lnTo>
                <a:lnTo>
                  <a:pt x="515" y="292"/>
                </a:lnTo>
                <a:lnTo>
                  <a:pt x="515" y="294"/>
                </a:lnTo>
                <a:lnTo>
                  <a:pt x="514" y="294"/>
                </a:lnTo>
                <a:lnTo>
                  <a:pt x="513" y="294"/>
                </a:lnTo>
                <a:lnTo>
                  <a:pt x="513" y="295"/>
                </a:lnTo>
                <a:lnTo>
                  <a:pt x="512" y="296"/>
                </a:lnTo>
                <a:lnTo>
                  <a:pt x="513" y="296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8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300"/>
                </a:lnTo>
                <a:lnTo>
                  <a:pt x="529" y="301"/>
                </a:lnTo>
                <a:lnTo>
                  <a:pt x="529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9" y="306"/>
                </a:lnTo>
                <a:lnTo>
                  <a:pt x="529" y="307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1" y="315"/>
                </a:lnTo>
                <a:lnTo>
                  <a:pt x="532" y="315"/>
                </a:lnTo>
                <a:lnTo>
                  <a:pt x="532" y="314"/>
                </a:lnTo>
                <a:lnTo>
                  <a:pt x="533" y="315"/>
                </a:lnTo>
                <a:lnTo>
                  <a:pt x="533" y="316"/>
                </a:lnTo>
                <a:lnTo>
                  <a:pt x="534" y="316"/>
                </a:lnTo>
                <a:lnTo>
                  <a:pt x="534" y="318"/>
                </a:lnTo>
                <a:lnTo>
                  <a:pt x="533" y="319"/>
                </a:lnTo>
                <a:lnTo>
                  <a:pt x="532" y="320"/>
                </a:lnTo>
                <a:lnTo>
                  <a:pt x="532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19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1"/>
                </a:lnTo>
                <a:lnTo>
                  <a:pt x="527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7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3"/>
                </a:lnTo>
                <a:lnTo>
                  <a:pt x="521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6"/>
                </a:lnTo>
                <a:lnTo>
                  <a:pt x="518" y="348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6" y="358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8"/>
                </a:lnTo>
                <a:lnTo>
                  <a:pt x="510" y="357"/>
                </a:lnTo>
                <a:lnTo>
                  <a:pt x="509" y="357"/>
                </a:lnTo>
                <a:lnTo>
                  <a:pt x="509" y="356"/>
                </a:lnTo>
                <a:lnTo>
                  <a:pt x="508" y="356"/>
                </a:lnTo>
                <a:lnTo>
                  <a:pt x="508" y="357"/>
                </a:lnTo>
                <a:lnTo>
                  <a:pt x="507" y="357"/>
                </a:lnTo>
                <a:lnTo>
                  <a:pt x="506" y="356"/>
                </a:lnTo>
                <a:lnTo>
                  <a:pt x="507" y="356"/>
                </a:lnTo>
                <a:lnTo>
                  <a:pt x="507" y="355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0"/>
                </a:lnTo>
                <a:lnTo>
                  <a:pt x="504" y="350"/>
                </a:lnTo>
                <a:lnTo>
                  <a:pt x="504" y="349"/>
                </a:lnTo>
                <a:lnTo>
                  <a:pt x="503" y="349"/>
                </a:lnTo>
                <a:lnTo>
                  <a:pt x="503" y="350"/>
                </a:lnTo>
                <a:lnTo>
                  <a:pt x="504" y="352"/>
                </a:lnTo>
                <a:lnTo>
                  <a:pt x="505" y="352"/>
                </a:lnTo>
                <a:lnTo>
                  <a:pt x="505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4"/>
                </a:lnTo>
                <a:lnTo>
                  <a:pt x="502" y="354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0" y="355"/>
                </a:lnTo>
                <a:lnTo>
                  <a:pt x="499" y="354"/>
                </a:lnTo>
                <a:lnTo>
                  <a:pt x="500" y="353"/>
                </a:lnTo>
                <a:lnTo>
                  <a:pt x="501" y="353"/>
                </a:lnTo>
                <a:lnTo>
                  <a:pt x="501" y="352"/>
                </a:lnTo>
                <a:lnTo>
                  <a:pt x="501" y="350"/>
                </a:lnTo>
                <a:lnTo>
                  <a:pt x="500" y="350"/>
                </a:lnTo>
                <a:lnTo>
                  <a:pt x="500" y="349"/>
                </a:lnTo>
                <a:lnTo>
                  <a:pt x="499" y="349"/>
                </a:lnTo>
                <a:lnTo>
                  <a:pt x="498" y="349"/>
                </a:lnTo>
                <a:lnTo>
                  <a:pt x="498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5" y="352"/>
                </a:lnTo>
                <a:lnTo>
                  <a:pt x="494" y="352"/>
                </a:lnTo>
                <a:lnTo>
                  <a:pt x="493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7" y="352"/>
                </a:lnTo>
                <a:lnTo>
                  <a:pt x="487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6" y="356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3" y="356"/>
                </a:lnTo>
                <a:lnTo>
                  <a:pt x="482" y="356"/>
                </a:lnTo>
                <a:lnTo>
                  <a:pt x="481" y="357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2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5" y="360"/>
                </a:lnTo>
                <a:lnTo>
                  <a:pt x="486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8" y="358"/>
                </a:lnTo>
                <a:lnTo>
                  <a:pt x="488" y="357"/>
                </a:lnTo>
                <a:lnTo>
                  <a:pt x="487" y="357"/>
                </a:lnTo>
                <a:lnTo>
                  <a:pt x="488" y="357"/>
                </a:lnTo>
                <a:lnTo>
                  <a:pt x="490" y="357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6"/>
                </a:lnTo>
                <a:lnTo>
                  <a:pt x="492" y="357"/>
                </a:lnTo>
                <a:lnTo>
                  <a:pt x="493" y="357"/>
                </a:lnTo>
                <a:lnTo>
                  <a:pt x="494" y="358"/>
                </a:lnTo>
                <a:lnTo>
                  <a:pt x="495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1" y="367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2" y="371"/>
                </a:lnTo>
                <a:lnTo>
                  <a:pt x="491" y="371"/>
                </a:lnTo>
                <a:lnTo>
                  <a:pt x="492" y="372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4" y="376"/>
                </a:lnTo>
                <a:lnTo>
                  <a:pt x="496" y="377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90" y="381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8"/>
                </a:lnTo>
                <a:lnTo>
                  <a:pt x="478" y="378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2" y="378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7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79"/>
                </a:lnTo>
                <a:lnTo>
                  <a:pt x="460" y="380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8"/>
                </a:lnTo>
                <a:lnTo>
                  <a:pt x="452" y="388"/>
                </a:lnTo>
                <a:lnTo>
                  <a:pt x="452" y="389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7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3" y="382"/>
                </a:lnTo>
                <a:lnTo>
                  <a:pt x="432" y="381"/>
                </a:lnTo>
                <a:lnTo>
                  <a:pt x="431" y="381"/>
                </a:lnTo>
                <a:lnTo>
                  <a:pt x="430" y="380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3"/>
                </a:lnTo>
                <a:lnTo>
                  <a:pt x="412" y="392"/>
                </a:lnTo>
                <a:lnTo>
                  <a:pt x="411" y="393"/>
                </a:lnTo>
                <a:lnTo>
                  <a:pt x="410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1" y="399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10" y="407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2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9" y="418"/>
                </a:lnTo>
                <a:lnTo>
                  <a:pt x="378" y="418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1" y="413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8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3"/>
                </a:lnTo>
                <a:lnTo>
                  <a:pt x="339" y="392"/>
                </a:lnTo>
                <a:lnTo>
                  <a:pt x="337" y="392"/>
                </a:lnTo>
                <a:lnTo>
                  <a:pt x="337" y="391"/>
                </a:lnTo>
                <a:lnTo>
                  <a:pt x="336" y="391"/>
                </a:lnTo>
                <a:lnTo>
                  <a:pt x="336" y="392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2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3" y="379"/>
                </a:lnTo>
                <a:lnTo>
                  <a:pt x="333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4" y="381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9" y="405"/>
                </a:lnTo>
                <a:lnTo>
                  <a:pt x="308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6" y="409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5" y="427"/>
                </a:lnTo>
                <a:lnTo>
                  <a:pt x="264" y="427"/>
                </a:lnTo>
                <a:lnTo>
                  <a:pt x="264" y="428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5" y="432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5" y="436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29" y="438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3" y="458"/>
                </a:lnTo>
                <a:lnTo>
                  <a:pt x="232" y="458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5" y="469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7" y="450"/>
                </a:lnTo>
                <a:lnTo>
                  <a:pt x="88" y="449"/>
                </a:lnTo>
                <a:lnTo>
                  <a:pt x="88" y="448"/>
                </a:lnTo>
                <a:lnTo>
                  <a:pt x="89" y="447"/>
                </a:lnTo>
                <a:lnTo>
                  <a:pt x="89" y="446"/>
                </a:lnTo>
                <a:lnTo>
                  <a:pt x="90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1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3"/>
                </a:lnTo>
                <a:lnTo>
                  <a:pt x="86" y="393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6" y="380"/>
                </a:lnTo>
                <a:lnTo>
                  <a:pt x="86" y="381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70" y="374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5" y="363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6" y="357"/>
                </a:lnTo>
                <a:lnTo>
                  <a:pt x="66" y="356"/>
                </a:lnTo>
                <a:lnTo>
                  <a:pt x="65" y="355"/>
                </a:lnTo>
                <a:lnTo>
                  <a:pt x="66" y="355"/>
                </a:lnTo>
                <a:lnTo>
                  <a:pt x="66" y="354"/>
                </a:lnTo>
                <a:lnTo>
                  <a:pt x="67" y="355"/>
                </a:lnTo>
                <a:lnTo>
                  <a:pt x="68" y="355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5" y="346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6" y="342"/>
                </a:lnTo>
                <a:lnTo>
                  <a:pt x="76" y="341"/>
                </a:lnTo>
                <a:lnTo>
                  <a:pt x="75" y="341"/>
                </a:lnTo>
                <a:lnTo>
                  <a:pt x="76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7" y="336"/>
                </a:lnTo>
                <a:lnTo>
                  <a:pt x="77" y="335"/>
                </a:lnTo>
                <a:lnTo>
                  <a:pt x="76" y="335"/>
                </a:lnTo>
                <a:lnTo>
                  <a:pt x="76" y="334"/>
                </a:lnTo>
                <a:lnTo>
                  <a:pt x="77" y="333"/>
                </a:lnTo>
                <a:lnTo>
                  <a:pt x="78" y="331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9" y="328"/>
                </a:lnTo>
                <a:lnTo>
                  <a:pt x="78" y="328"/>
                </a:lnTo>
                <a:lnTo>
                  <a:pt x="78" y="327"/>
                </a:lnTo>
                <a:lnTo>
                  <a:pt x="79" y="326"/>
                </a:lnTo>
                <a:lnTo>
                  <a:pt x="79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1"/>
                </a:lnTo>
                <a:lnTo>
                  <a:pt x="83" y="320"/>
                </a:lnTo>
                <a:lnTo>
                  <a:pt x="84" y="319"/>
                </a:lnTo>
                <a:lnTo>
                  <a:pt x="84" y="318"/>
                </a:lnTo>
                <a:lnTo>
                  <a:pt x="84" y="317"/>
                </a:lnTo>
                <a:lnTo>
                  <a:pt x="83" y="317"/>
                </a:lnTo>
                <a:lnTo>
                  <a:pt x="83" y="316"/>
                </a:lnTo>
                <a:lnTo>
                  <a:pt x="83" y="314"/>
                </a:lnTo>
                <a:lnTo>
                  <a:pt x="83" y="313"/>
                </a:lnTo>
                <a:lnTo>
                  <a:pt x="83" y="312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8" y="300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7"/>
                </a:lnTo>
                <a:lnTo>
                  <a:pt x="91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9" y="273"/>
                </a:lnTo>
                <a:lnTo>
                  <a:pt x="89" y="272"/>
                </a:lnTo>
                <a:lnTo>
                  <a:pt x="89" y="271"/>
                </a:lnTo>
                <a:lnTo>
                  <a:pt x="88" y="271"/>
                </a:lnTo>
                <a:lnTo>
                  <a:pt x="88" y="270"/>
                </a:lnTo>
                <a:lnTo>
                  <a:pt x="87" y="269"/>
                </a:lnTo>
                <a:lnTo>
                  <a:pt x="86" y="269"/>
                </a:lnTo>
                <a:lnTo>
                  <a:pt x="85" y="270"/>
                </a:lnTo>
                <a:lnTo>
                  <a:pt x="84" y="269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9" y="269"/>
                </a:lnTo>
                <a:lnTo>
                  <a:pt x="78" y="269"/>
                </a:lnTo>
                <a:lnTo>
                  <a:pt x="78" y="268"/>
                </a:lnTo>
                <a:lnTo>
                  <a:pt x="78" y="267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9"/>
                </a:lnTo>
                <a:lnTo>
                  <a:pt x="72" y="260"/>
                </a:lnTo>
                <a:lnTo>
                  <a:pt x="71" y="262"/>
                </a:lnTo>
                <a:lnTo>
                  <a:pt x="71" y="263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4" y="265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0" y="266"/>
                </a:lnTo>
                <a:lnTo>
                  <a:pt x="59" y="266"/>
                </a:lnTo>
                <a:lnTo>
                  <a:pt x="59" y="265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5"/>
                </a:lnTo>
                <a:lnTo>
                  <a:pt x="54" y="265"/>
                </a:lnTo>
                <a:lnTo>
                  <a:pt x="54" y="264"/>
                </a:lnTo>
                <a:lnTo>
                  <a:pt x="53" y="264"/>
                </a:lnTo>
                <a:lnTo>
                  <a:pt x="53" y="265"/>
                </a:lnTo>
                <a:lnTo>
                  <a:pt x="52" y="265"/>
                </a:lnTo>
                <a:lnTo>
                  <a:pt x="52" y="264"/>
                </a:lnTo>
                <a:lnTo>
                  <a:pt x="51" y="263"/>
                </a:lnTo>
                <a:lnTo>
                  <a:pt x="50" y="263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8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3" y="274"/>
                </a:lnTo>
                <a:lnTo>
                  <a:pt x="43" y="275"/>
                </a:lnTo>
                <a:lnTo>
                  <a:pt x="43" y="276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19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6" y="268"/>
                </a:lnTo>
                <a:lnTo>
                  <a:pt x="15" y="268"/>
                </a:lnTo>
                <a:lnTo>
                  <a:pt x="15" y="267"/>
                </a:lnTo>
                <a:lnTo>
                  <a:pt x="14" y="266"/>
                </a:lnTo>
                <a:lnTo>
                  <a:pt x="14" y="265"/>
                </a:lnTo>
                <a:lnTo>
                  <a:pt x="14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1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6" y="239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3" y="224"/>
                </a:lnTo>
                <a:lnTo>
                  <a:pt x="2" y="223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1" y="222"/>
                </a:lnTo>
                <a:lnTo>
                  <a:pt x="1" y="221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7" y="203"/>
                </a:lnTo>
                <a:lnTo>
                  <a:pt x="18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2"/>
                </a:lnTo>
                <a:lnTo>
                  <a:pt x="18" y="200"/>
                </a:lnTo>
                <a:lnTo>
                  <a:pt x="19" y="200"/>
                </a:lnTo>
                <a:lnTo>
                  <a:pt x="20" y="200"/>
                </a:lnTo>
                <a:lnTo>
                  <a:pt x="21" y="200"/>
                </a:lnTo>
                <a:lnTo>
                  <a:pt x="22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5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2"/>
                </a:lnTo>
                <a:lnTo>
                  <a:pt x="28" y="192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5"/>
                </a:lnTo>
                <a:lnTo>
                  <a:pt x="30" y="185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8" y="183"/>
                </a:lnTo>
                <a:lnTo>
                  <a:pt x="38" y="184"/>
                </a:lnTo>
                <a:lnTo>
                  <a:pt x="38" y="185"/>
                </a:lnTo>
                <a:lnTo>
                  <a:pt x="38" y="187"/>
                </a:lnTo>
                <a:lnTo>
                  <a:pt x="38" y="188"/>
                </a:lnTo>
                <a:lnTo>
                  <a:pt x="38" y="189"/>
                </a:lnTo>
                <a:lnTo>
                  <a:pt x="39" y="189"/>
                </a:lnTo>
                <a:lnTo>
                  <a:pt x="39" y="190"/>
                </a:lnTo>
                <a:lnTo>
                  <a:pt x="40" y="190"/>
                </a:lnTo>
                <a:lnTo>
                  <a:pt x="42" y="191"/>
                </a:lnTo>
                <a:lnTo>
                  <a:pt x="42" y="192"/>
                </a:lnTo>
                <a:lnTo>
                  <a:pt x="43" y="192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1" y="199"/>
                </a:lnTo>
                <a:lnTo>
                  <a:pt x="52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5" y="199"/>
                </a:lnTo>
                <a:lnTo>
                  <a:pt x="56" y="198"/>
                </a:lnTo>
                <a:lnTo>
                  <a:pt x="56" y="197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6"/>
                </a:lnTo>
                <a:lnTo>
                  <a:pt x="59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7"/>
                </a:lnTo>
                <a:lnTo>
                  <a:pt x="64" y="186"/>
                </a:lnTo>
                <a:lnTo>
                  <a:pt x="65" y="185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4" y="183"/>
                </a:lnTo>
                <a:lnTo>
                  <a:pt x="75" y="183"/>
                </a:lnTo>
                <a:lnTo>
                  <a:pt x="78" y="184"/>
                </a:lnTo>
                <a:lnTo>
                  <a:pt x="80" y="185"/>
                </a:lnTo>
                <a:lnTo>
                  <a:pt x="81" y="185"/>
                </a:lnTo>
                <a:lnTo>
                  <a:pt x="81" y="186"/>
                </a:lnTo>
                <a:lnTo>
                  <a:pt x="82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3" y="191"/>
                </a:lnTo>
                <a:lnTo>
                  <a:pt x="124" y="191"/>
                </a:lnTo>
                <a:lnTo>
                  <a:pt x="125" y="190"/>
                </a:lnTo>
                <a:lnTo>
                  <a:pt x="126" y="189"/>
                </a:lnTo>
                <a:lnTo>
                  <a:pt x="128" y="188"/>
                </a:lnTo>
                <a:lnTo>
                  <a:pt x="129" y="187"/>
                </a:lnTo>
                <a:lnTo>
                  <a:pt x="129" y="186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5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8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0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7" y="149"/>
                </a:lnTo>
                <a:lnTo>
                  <a:pt x="168" y="149"/>
                </a:lnTo>
                <a:lnTo>
                  <a:pt x="168" y="148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3"/>
                </a:lnTo>
                <a:lnTo>
                  <a:pt x="177" y="154"/>
                </a:lnTo>
                <a:lnTo>
                  <a:pt x="178" y="154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5" y="158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3" y="154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4" y="150"/>
                </a:lnTo>
                <a:lnTo>
                  <a:pt x="235" y="150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7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7" y="130"/>
                </a:lnTo>
                <a:lnTo>
                  <a:pt x="247" y="129"/>
                </a:lnTo>
                <a:lnTo>
                  <a:pt x="246" y="129"/>
                </a:lnTo>
                <a:lnTo>
                  <a:pt x="246" y="128"/>
                </a:lnTo>
                <a:lnTo>
                  <a:pt x="246" y="127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2" y="118"/>
                </a:lnTo>
                <a:lnTo>
                  <a:pt x="241" y="118"/>
                </a:lnTo>
                <a:lnTo>
                  <a:pt x="241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4" y="110"/>
                </a:lnTo>
                <a:lnTo>
                  <a:pt x="233" y="110"/>
                </a:lnTo>
                <a:lnTo>
                  <a:pt x="232" y="109"/>
                </a:lnTo>
                <a:lnTo>
                  <a:pt x="231" y="109"/>
                </a:lnTo>
                <a:lnTo>
                  <a:pt x="231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2" y="99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1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1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4" y="65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4" y="49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3" y="55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8" y="68"/>
                </a:lnTo>
                <a:lnTo>
                  <a:pt x="239" y="68"/>
                </a:lnTo>
                <a:lnTo>
                  <a:pt x="240" y="69"/>
                </a:lnTo>
                <a:lnTo>
                  <a:pt x="241" y="70"/>
                </a:lnTo>
                <a:lnTo>
                  <a:pt x="241" y="69"/>
                </a:lnTo>
                <a:lnTo>
                  <a:pt x="242" y="70"/>
                </a:lnTo>
                <a:lnTo>
                  <a:pt x="243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3"/>
                </a:lnTo>
                <a:lnTo>
                  <a:pt x="245" y="74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2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0" y="71"/>
                </a:lnTo>
                <a:lnTo>
                  <a:pt x="261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3" y="61"/>
                </a:lnTo>
                <a:lnTo>
                  <a:pt x="263" y="60"/>
                </a:lnTo>
                <a:lnTo>
                  <a:pt x="263" y="59"/>
                </a:lnTo>
                <a:lnTo>
                  <a:pt x="263" y="58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60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4" y="58"/>
                </a:lnTo>
                <a:lnTo>
                  <a:pt x="275" y="58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5" y="61"/>
                </a:lnTo>
                <a:lnTo>
                  <a:pt x="275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6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70"/>
                </a:lnTo>
                <a:lnTo>
                  <a:pt x="271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2"/>
                </a:lnTo>
                <a:lnTo>
                  <a:pt x="288" y="61"/>
                </a:lnTo>
                <a:lnTo>
                  <a:pt x="288" y="62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8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9" y="40"/>
                </a:lnTo>
                <a:lnTo>
                  <a:pt x="338" y="40"/>
                </a:lnTo>
                <a:lnTo>
                  <a:pt x="337" y="39"/>
                </a:lnTo>
                <a:lnTo>
                  <a:pt x="338" y="39"/>
                </a:lnTo>
                <a:lnTo>
                  <a:pt x="340" y="38"/>
                </a:lnTo>
                <a:lnTo>
                  <a:pt x="340" y="39"/>
                </a:lnTo>
                <a:lnTo>
                  <a:pt x="341" y="39"/>
                </a:lnTo>
                <a:lnTo>
                  <a:pt x="342" y="38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C9E3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155340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5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5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3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4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39" y="99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9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2"/>
                </a:lnTo>
                <a:lnTo>
                  <a:pt x="299" y="162"/>
                </a:lnTo>
                <a:lnTo>
                  <a:pt x="298" y="163"/>
                </a:lnTo>
                <a:lnTo>
                  <a:pt x="297" y="164"/>
                </a:lnTo>
                <a:lnTo>
                  <a:pt x="298" y="165"/>
                </a:lnTo>
                <a:lnTo>
                  <a:pt x="299" y="164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1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5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10" y="186"/>
                </a:lnTo>
                <a:lnTo>
                  <a:pt x="311" y="188"/>
                </a:lnTo>
                <a:lnTo>
                  <a:pt x="312" y="188"/>
                </a:lnTo>
                <a:lnTo>
                  <a:pt x="312" y="189"/>
                </a:lnTo>
                <a:lnTo>
                  <a:pt x="313" y="189"/>
                </a:lnTo>
                <a:lnTo>
                  <a:pt x="313" y="190"/>
                </a:lnTo>
                <a:lnTo>
                  <a:pt x="313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5" y="196"/>
                </a:lnTo>
                <a:lnTo>
                  <a:pt x="316" y="197"/>
                </a:lnTo>
                <a:lnTo>
                  <a:pt x="316" y="198"/>
                </a:lnTo>
                <a:lnTo>
                  <a:pt x="316" y="199"/>
                </a:lnTo>
                <a:lnTo>
                  <a:pt x="315" y="199"/>
                </a:lnTo>
                <a:lnTo>
                  <a:pt x="316" y="201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3" y="206"/>
                </a:lnTo>
                <a:lnTo>
                  <a:pt x="324" y="206"/>
                </a:lnTo>
                <a:lnTo>
                  <a:pt x="326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4"/>
                </a:lnTo>
                <a:lnTo>
                  <a:pt x="325" y="225"/>
                </a:lnTo>
                <a:lnTo>
                  <a:pt x="327" y="226"/>
                </a:lnTo>
                <a:lnTo>
                  <a:pt x="328" y="226"/>
                </a:lnTo>
                <a:lnTo>
                  <a:pt x="329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6"/>
                </a:lnTo>
                <a:lnTo>
                  <a:pt x="337" y="237"/>
                </a:lnTo>
                <a:lnTo>
                  <a:pt x="338" y="237"/>
                </a:lnTo>
                <a:lnTo>
                  <a:pt x="339" y="237"/>
                </a:lnTo>
                <a:lnTo>
                  <a:pt x="339" y="238"/>
                </a:lnTo>
                <a:lnTo>
                  <a:pt x="340" y="238"/>
                </a:lnTo>
                <a:lnTo>
                  <a:pt x="340" y="237"/>
                </a:lnTo>
                <a:lnTo>
                  <a:pt x="341" y="237"/>
                </a:lnTo>
                <a:lnTo>
                  <a:pt x="342" y="238"/>
                </a:lnTo>
                <a:lnTo>
                  <a:pt x="342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7" y="241"/>
                </a:lnTo>
                <a:lnTo>
                  <a:pt x="348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5"/>
                </a:lnTo>
                <a:lnTo>
                  <a:pt x="348" y="246"/>
                </a:lnTo>
                <a:lnTo>
                  <a:pt x="348" y="247"/>
                </a:lnTo>
                <a:lnTo>
                  <a:pt x="347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8" y="253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1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4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1"/>
                </a:lnTo>
                <a:lnTo>
                  <a:pt x="353" y="251"/>
                </a:lnTo>
                <a:lnTo>
                  <a:pt x="353" y="250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8" y="255"/>
                </a:lnTo>
                <a:lnTo>
                  <a:pt x="357" y="255"/>
                </a:lnTo>
                <a:lnTo>
                  <a:pt x="356" y="256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4" y="258"/>
                </a:lnTo>
                <a:lnTo>
                  <a:pt x="354" y="259"/>
                </a:lnTo>
                <a:lnTo>
                  <a:pt x="355" y="259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4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2"/>
                </a:lnTo>
                <a:lnTo>
                  <a:pt x="349" y="273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1" y="273"/>
                </a:lnTo>
                <a:lnTo>
                  <a:pt x="351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4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4" y="279"/>
                </a:lnTo>
                <a:lnTo>
                  <a:pt x="356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60" y="280"/>
                </a:lnTo>
                <a:lnTo>
                  <a:pt x="361" y="282"/>
                </a:lnTo>
                <a:lnTo>
                  <a:pt x="362" y="282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1" y="289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1" y="293"/>
                </a:lnTo>
                <a:lnTo>
                  <a:pt x="372" y="293"/>
                </a:lnTo>
                <a:lnTo>
                  <a:pt x="373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2" y="297"/>
                </a:lnTo>
                <a:lnTo>
                  <a:pt x="373" y="298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70" y="297"/>
                </a:lnTo>
                <a:lnTo>
                  <a:pt x="369" y="297"/>
                </a:lnTo>
                <a:lnTo>
                  <a:pt x="368" y="298"/>
                </a:lnTo>
                <a:lnTo>
                  <a:pt x="367" y="298"/>
                </a:lnTo>
                <a:lnTo>
                  <a:pt x="367" y="300"/>
                </a:lnTo>
                <a:lnTo>
                  <a:pt x="366" y="300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9" y="304"/>
                </a:lnTo>
                <a:lnTo>
                  <a:pt x="368" y="304"/>
                </a:lnTo>
                <a:lnTo>
                  <a:pt x="368" y="305"/>
                </a:lnTo>
                <a:lnTo>
                  <a:pt x="369" y="305"/>
                </a:lnTo>
                <a:lnTo>
                  <a:pt x="369" y="306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5" y="318"/>
                </a:lnTo>
                <a:lnTo>
                  <a:pt x="386" y="319"/>
                </a:lnTo>
                <a:lnTo>
                  <a:pt x="387" y="320"/>
                </a:lnTo>
                <a:lnTo>
                  <a:pt x="387" y="321"/>
                </a:lnTo>
                <a:lnTo>
                  <a:pt x="388" y="321"/>
                </a:lnTo>
                <a:lnTo>
                  <a:pt x="389" y="321"/>
                </a:lnTo>
                <a:lnTo>
                  <a:pt x="389" y="323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2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4" y="319"/>
                </a:lnTo>
                <a:lnTo>
                  <a:pt x="395" y="318"/>
                </a:lnTo>
                <a:lnTo>
                  <a:pt x="396" y="318"/>
                </a:lnTo>
                <a:lnTo>
                  <a:pt x="397" y="319"/>
                </a:lnTo>
                <a:lnTo>
                  <a:pt x="398" y="319"/>
                </a:lnTo>
                <a:lnTo>
                  <a:pt x="398" y="320"/>
                </a:lnTo>
                <a:lnTo>
                  <a:pt x="399" y="321"/>
                </a:lnTo>
                <a:lnTo>
                  <a:pt x="400" y="321"/>
                </a:lnTo>
                <a:lnTo>
                  <a:pt x="402" y="320"/>
                </a:lnTo>
                <a:lnTo>
                  <a:pt x="403" y="320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7" y="321"/>
                </a:lnTo>
                <a:lnTo>
                  <a:pt x="409" y="322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5"/>
                </a:lnTo>
                <a:lnTo>
                  <a:pt x="420" y="314"/>
                </a:lnTo>
                <a:lnTo>
                  <a:pt x="420" y="313"/>
                </a:lnTo>
                <a:lnTo>
                  <a:pt x="421" y="313"/>
                </a:lnTo>
                <a:lnTo>
                  <a:pt x="423" y="312"/>
                </a:lnTo>
                <a:lnTo>
                  <a:pt x="424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1"/>
                </a:lnTo>
                <a:lnTo>
                  <a:pt x="438" y="300"/>
                </a:lnTo>
                <a:lnTo>
                  <a:pt x="438" y="299"/>
                </a:lnTo>
                <a:lnTo>
                  <a:pt x="439" y="299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8"/>
                </a:lnTo>
                <a:lnTo>
                  <a:pt x="446" y="297"/>
                </a:lnTo>
                <a:lnTo>
                  <a:pt x="448" y="296"/>
                </a:lnTo>
                <a:lnTo>
                  <a:pt x="449" y="296"/>
                </a:lnTo>
                <a:lnTo>
                  <a:pt x="451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3" y="292"/>
                </a:lnTo>
                <a:lnTo>
                  <a:pt x="454" y="292"/>
                </a:lnTo>
                <a:lnTo>
                  <a:pt x="455" y="292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1" y="298"/>
                </a:lnTo>
                <a:lnTo>
                  <a:pt x="458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3"/>
                </a:lnTo>
                <a:lnTo>
                  <a:pt x="470" y="303"/>
                </a:lnTo>
                <a:lnTo>
                  <a:pt x="470" y="302"/>
                </a:lnTo>
                <a:lnTo>
                  <a:pt x="471" y="301"/>
                </a:lnTo>
                <a:lnTo>
                  <a:pt x="472" y="301"/>
                </a:lnTo>
                <a:lnTo>
                  <a:pt x="473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6" y="298"/>
                </a:lnTo>
                <a:lnTo>
                  <a:pt x="478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3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3" y="285"/>
                </a:lnTo>
                <a:lnTo>
                  <a:pt x="493" y="284"/>
                </a:lnTo>
                <a:lnTo>
                  <a:pt x="493" y="282"/>
                </a:lnTo>
                <a:lnTo>
                  <a:pt x="493" y="281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0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4"/>
                </a:lnTo>
                <a:lnTo>
                  <a:pt x="496" y="264"/>
                </a:lnTo>
                <a:lnTo>
                  <a:pt x="496" y="263"/>
                </a:lnTo>
                <a:lnTo>
                  <a:pt x="496" y="262"/>
                </a:lnTo>
                <a:lnTo>
                  <a:pt x="495" y="261"/>
                </a:lnTo>
                <a:lnTo>
                  <a:pt x="494" y="261"/>
                </a:lnTo>
                <a:lnTo>
                  <a:pt x="494" y="260"/>
                </a:lnTo>
                <a:lnTo>
                  <a:pt x="494" y="258"/>
                </a:lnTo>
                <a:lnTo>
                  <a:pt x="494" y="257"/>
                </a:lnTo>
                <a:lnTo>
                  <a:pt x="494" y="256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3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2" y="249"/>
                </a:lnTo>
                <a:lnTo>
                  <a:pt x="491" y="249"/>
                </a:lnTo>
                <a:lnTo>
                  <a:pt x="492" y="248"/>
                </a:lnTo>
                <a:lnTo>
                  <a:pt x="492" y="247"/>
                </a:lnTo>
                <a:lnTo>
                  <a:pt x="491" y="247"/>
                </a:lnTo>
                <a:lnTo>
                  <a:pt x="491" y="246"/>
                </a:lnTo>
                <a:lnTo>
                  <a:pt x="490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90" y="243"/>
                </a:lnTo>
                <a:lnTo>
                  <a:pt x="489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6" y="238"/>
                </a:lnTo>
                <a:lnTo>
                  <a:pt x="485" y="238"/>
                </a:lnTo>
                <a:lnTo>
                  <a:pt x="485" y="237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4" y="233"/>
                </a:lnTo>
                <a:lnTo>
                  <a:pt x="483" y="233"/>
                </a:lnTo>
                <a:lnTo>
                  <a:pt x="483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4" y="226"/>
                </a:lnTo>
                <a:lnTo>
                  <a:pt x="483" y="226"/>
                </a:lnTo>
                <a:lnTo>
                  <a:pt x="482" y="225"/>
                </a:lnTo>
                <a:lnTo>
                  <a:pt x="482" y="224"/>
                </a:lnTo>
                <a:lnTo>
                  <a:pt x="482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5" y="208"/>
                </a:lnTo>
                <a:lnTo>
                  <a:pt x="484" y="207"/>
                </a:lnTo>
                <a:lnTo>
                  <a:pt x="485" y="207"/>
                </a:lnTo>
                <a:lnTo>
                  <a:pt x="485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8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90" y="186"/>
                </a:lnTo>
                <a:lnTo>
                  <a:pt x="490" y="187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6" y="188"/>
                </a:lnTo>
                <a:lnTo>
                  <a:pt x="496" y="187"/>
                </a:lnTo>
                <a:lnTo>
                  <a:pt x="497" y="187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500" y="185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1" y="186"/>
                </a:lnTo>
                <a:lnTo>
                  <a:pt x="502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4"/>
                </a:lnTo>
                <a:lnTo>
                  <a:pt x="506" y="181"/>
                </a:lnTo>
                <a:lnTo>
                  <a:pt x="507" y="180"/>
                </a:lnTo>
                <a:lnTo>
                  <a:pt x="508" y="178"/>
                </a:lnTo>
                <a:lnTo>
                  <a:pt x="508" y="177"/>
                </a:lnTo>
                <a:lnTo>
                  <a:pt x="509" y="177"/>
                </a:lnTo>
                <a:lnTo>
                  <a:pt x="509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3"/>
                </a:lnTo>
                <a:lnTo>
                  <a:pt x="512" y="173"/>
                </a:lnTo>
                <a:lnTo>
                  <a:pt x="512" y="172"/>
                </a:lnTo>
                <a:lnTo>
                  <a:pt x="513" y="171"/>
                </a:lnTo>
                <a:lnTo>
                  <a:pt x="513" y="170"/>
                </a:lnTo>
                <a:lnTo>
                  <a:pt x="513" y="169"/>
                </a:lnTo>
                <a:lnTo>
                  <a:pt x="514" y="169"/>
                </a:lnTo>
                <a:lnTo>
                  <a:pt x="515" y="169"/>
                </a:lnTo>
                <a:lnTo>
                  <a:pt x="517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20" y="165"/>
                </a:lnTo>
                <a:lnTo>
                  <a:pt x="519" y="165"/>
                </a:lnTo>
                <a:lnTo>
                  <a:pt x="519" y="164"/>
                </a:lnTo>
                <a:lnTo>
                  <a:pt x="518" y="164"/>
                </a:lnTo>
                <a:lnTo>
                  <a:pt x="518" y="163"/>
                </a:lnTo>
                <a:lnTo>
                  <a:pt x="519" y="162"/>
                </a:lnTo>
                <a:lnTo>
                  <a:pt x="520" y="162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2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4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9"/>
                </a:lnTo>
                <a:lnTo>
                  <a:pt x="540" y="129"/>
                </a:lnTo>
                <a:lnTo>
                  <a:pt x="539" y="127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9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2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0" y="62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0" y="60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0"/>
                </a:lnTo>
                <a:lnTo>
                  <a:pt x="609" y="91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4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1"/>
                </a:lnTo>
                <a:lnTo>
                  <a:pt x="618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3" y="104"/>
                </a:lnTo>
                <a:lnTo>
                  <a:pt x="622" y="104"/>
                </a:lnTo>
                <a:lnTo>
                  <a:pt x="622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3" y="109"/>
                </a:lnTo>
                <a:lnTo>
                  <a:pt x="623" y="110"/>
                </a:lnTo>
                <a:lnTo>
                  <a:pt x="623" y="111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18"/>
                </a:lnTo>
                <a:lnTo>
                  <a:pt x="617" y="120"/>
                </a:lnTo>
                <a:lnTo>
                  <a:pt x="616" y="120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5" y="136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8"/>
                </a:lnTo>
                <a:lnTo>
                  <a:pt x="701" y="159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5"/>
                </a:lnTo>
                <a:lnTo>
                  <a:pt x="699" y="166"/>
                </a:lnTo>
                <a:lnTo>
                  <a:pt x="698" y="167"/>
                </a:lnTo>
                <a:lnTo>
                  <a:pt x="697" y="167"/>
                </a:lnTo>
                <a:lnTo>
                  <a:pt x="696" y="168"/>
                </a:lnTo>
                <a:lnTo>
                  <a:pt x="695" y="168"/>
                </a:lnTo>
                <a:lnTo>
                  <a:pt x="695" y="169"/>
                </a:lnTo>
                <a:lnTo>
                  <a:pt x="696" y="169"/>
                </a:lnTo>
                <a:lnTo>
                  <a:pt x="696" y="170"/>
                </a:lnTo>
                <a:lnTo>
                  <a:pt x="695" y="170"/>
                </a:lnTo>
                <a:lnTo>
                  <a:pt x="695" y="171"/>
                </a:lnTo>
                <a:lnTo>
                  <a:pt x="694" y="171"/>
                </a:lnTo>
                <a:lnTo>
                  <a:pt x="695" y="172"/>
                </a:lnTo>
                <a:lnTo>
                  <a:pt x="695" y="171"/>
                </a:lnTo>
                <a:lnTo>
                  <a:pt x="696" y="172"/>
                </a:lnTo>
                <a:lnTo>
                  <a:pt x="696" y="173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6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4" y="179"/>
                </a:lnTo>
                <a:lnTo>
                  <a:pt x="695" y="179"/>
                </a:lnTo>
                <a:lnTo>
                  <a:pt x="695" y="180"/>
                </a:lnTo>
                <a:lnTo>
                  <a:pt x="694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3" y="185"/>
                </a:lnTo>
                <a:lnTo>
                  <a:pt x="693" y="186"/>
                </a:lnTo>
                <a:lnTo>
                  <a:pt x="692" y="187"/>
                </a:lnTo>
                <a:lnTo>
                  <a:pt x="691" y="187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3" y="185"/>
                </a:lnTo>
                <a:lnTo>
                  <a:pt x="682" y="185"/>
                </a:lnTo>
                <a:lnTo>
                  <a:pt x="681" y="184"/>
                </a:lnTo>
                <a:lnTo>
                  <a:pt x="680" y="184"/>
                </a:lnTo>
                <a:lnTo>
                  <a:pt x="679" y="185"/>
                </a:lnTo>
                <a:lnTo>
                  <a:pt x="678" y="185"/>
                </a:lnTo>
                <a:lnTo>
                  <a:pt x="678" y="186"/>
                </a:lnTo>
                <a:lnTo>
                  <a:pt x="677" y="186"/>
                </a:lnTo>
                <a:lnTo>
                  <a:pt x="678" y="187"/>
                </a:lnTo>
                <a:lnTo>
                  <a:pt x="677" y="187"/>
                </a:lnTo>
                <a:lnTo>
                  <a:pt x="677" y="186"/>
                </a:lnTo>
                <a:lnTo>
                  <a:pt x="676" y="186"/>
                </a:lnTo>
                <a:lnTo>
                  <a:pt x="676" y="187"/>
                </a:lnTo>
                <a:lnTo>
                  <a:pt x="675" y="188"/>
                </a:lnTo>
                <a:lnTo>
                  <a:pt x="673" y="189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0"/>
                </a:lnTo>
                <a:lnTo>
                  <a:pt x="670" y="191"/>
                </a:lnTo>
                <a:lnTo>
                  <a:pt x="669" y="191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6" y="194"/>
                </a:lnTo>
                <a:lnTo>
                  <a:pt x="665" y="194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3" y="197"/>
                </a:lnTo>
                <a:lnTo>
                  <a:pt x="662" y="197"/>
                </a:lnTo>
                <a:lnTo>
                  <a:pt x="661" y="197"/>
                </a:lnTo>
                <a:lnTo>
                  <a:pt x="660" y="196"/>
                </a:lnTo>
                <a:lnTo>
                  <a:pt x="660" y="193"/>
                </a:lnTo>
                <a:lnTo>
                  <a:pt x="659" y="192"/>
                </a:lnTo>
                <a:lnTo>
                  <a:pt x="658" y="192"/>
                </a:lnTo>
                <a:lnTo>
                  <a:pt x="658" y="191"/>
                </a:lnTo>
                <a:lnTo>
                  <a:pt x="656" y="191"/>
                </a:lnTo>
                <a:lnTo>
                  <a:pt x="656" y="192"/>
                </a:lnTo>
                <a:lnTo>
                  <a:pt x="654" y="195"/>
                </a:lnTo>
                <a:lnTo>
                  <a:pt x="653" y="195"/>
                </a:lnTo>
                <a:lnTo>
                  <a:pt x="652" y="193"/>
                </a:lnTo>
                <a:lnTo>
                  <a:pt x="651" y="192"/>
                </a:lnTo>
                <a:lnTo>
                  <a:pt x="650" y="193"/>
                </a:lnTo>
                <a:lnTo>
                  <a:pt x="649" y="193"/>
                </a:lnTo>
                <a:lnTo>
                  <a:pt x="648" y="192"/>
                </a:lnTo>
                <a:lnTo>
                  <a:pt x="647" y="193"/>
                </a:lnTo>
                <a:lnTo>
                  <a:pt x="645" y="193"/>
                </a:lnTo>
                <a:lnTo>
                  <a:pt x="644" y="195"/>
                </a:lnTo>
                <a:lnTo>
                  <a:pt x="643" y="195"/>
                </a:lnTo>
                <a:lnTo>
                  <a:pt x="642" y="194"/>
                </a:lnTo>
                <a:lnTo>
                  <a:pt x="640" y="195"/>
                </a:lnTo>
                <a:lnTo>
                  <a:pt x="639" y="196"/>
                </a:lnTo>
                <a:lnTo>
                  <a:pt x="638" y="196"/>
                </a:lnTo>
                <a:lnTo>
                  <a:pt x="638" y="195"/>
                </a:lnTo>
                <a:lnTo>
                  <a:pt x="636" y="195"/>
                </a:lnTo>
                <a:lnTo>
                  <a:pt x="636" y="194"/>
                </a:lnTo>
                <a:lnTo>
                  <a:pt x="635" y="193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2" y="193"/>
                </a:lnTo>
                <a:lnTo>
                  <a:pt x="632" y="192"/>
                </a:lnTo>
                <a:lnTo>
                  <a:pt x="631" y="192"/>
                </a:lnTo>
                <a:lnTo>
                  <a:pt x="631" y="191"/>
                </a:lnTo>
                <a:lnTo>
                  <a:pt x="629" y="188"/>
                </a:lnTo>
                <a:lnTo>
                  <a:pt x="629" y="187"/>
                </a:lnTo>
                <a:lnTo>
                  <a:pt x="629" y="186"/>
                </a:lnTo>
                <a:lnTo>
                  <a:pt x="629" y="187"/>
                </a:lnTo>
                <a:lnTo>
                  <a:pt x="628" y="186"/>
                </a:lnTo>
                <a:lnTo>
                  <a:pt x="628" y="185"/>
                </a:lnTo>
                <a:lnTo>
                  <a:pt x="627" y="185"/>
                </a:lnTo>
                <a:lnTo>
                  <a:pt x="625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0" y="182"/>
                </a:lnTo>
                <a:lnTo>
                  <a:pt x="620" y="181"/>
                </a:lnTo>
                <a:lnTo>
                  <a:pt x="620" y="180"/>
                </a:lnTo>
                <a:lnTo>
                  <a:pt x="620" y="181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6" y="180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2" y="185"/>
                </a:lnTo>
                <a:lnTo>
                  <a:pt x="611" y="186"/>
                </a:lnTo>
                <a:lnTo>
                  <a:pt x="611" y="187"/>
                </a:lnTo>
                <a:lnTo>
                  <a:pt x="610" y="187"/>
                </a:lnTo>
                <a:lnTo>
                  <a:pt x="609" y="189"/>
                </a:lnTo>
                <a:lnTo>
                  <a:pt x="608" y="190"/>
                </a:lnTo>
                <a:lnTo>
                  <a:pt x="607" y="191"/>
                </a:lnTo>
                <a:lnTo>
                  <a:pt x="606" y="192"/>
                </a:lnTo>
                <a:lnTo>
                  <a:pt x="606" y="193"/>
                </a:lnTo>
                <a:lnTo>
                  <a:pt x="605" y="193"/>
                </a:lnTo>
                <a:lnTo>
                  <a:pt x="606" y="194"/>
                </a:lnTo>
                <a:lnTo>
                  <a:pt x="607" y="196"/>
                </a:lnTo>
                <a:lnTo>
                  <a:pt x="606" y="196"/>
                </a:lnTo>
                <a:lnTo>
                  <a:pt x="606" y="197"/>
                </a:lnTo>
                <a:lnTo>
                  <a:pt x="605" y="197"/>
                </a:lnTo>
                <a:lnTo>
                  <a:pt x="604" y="197"/>
                </a:lnTo>
                <a:lnTo>
                  <a:pt x="603" y="196"/>
                </a:lnTo>
                <a:lnTo>
                  <a:pt x="603" y="197"/>
                </a:lnTo>
                <a:lnTo>
                  <a:pt x="603" y="198"/>
                </a:lnTo>
                <a:lnTo>
                  <a:pt x="602" y="199"/>
                </a:lnTo>
                <a:lnTo>
                  <a:pt x="601" y="198"/>
                </a:lnTo>
                <a:lnTo>
                  <a:pt x="600" y="198"/>
                </a:lnTo>
                <a:lnTo>
                  <a:pt x="600" y="199"/>
                </a:lnTo>
                <a:lnTo>
                  <a:pt x="600" y="200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6" y="198"/>
                </a:lnTo>
                <a:lnTo>
                  <a:pt x="596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2"/>
                </a:lnTo>
                <a:lnTo>
                  <a:pt x="589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5" y="188"/>
                </a:lnTo>
                <a:lnTo>
                  <a:pt x="585" y="187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3"/>
                </a:lnTo>
                <a:lnTo>
                  <a:pt x="582" y="184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2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5"/>
                </a:lnTo>
                <a:lnTo>
                  <a:pt x="576" y="185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4" y="192"/>
                </a:lnTo>
                <a:lnTo>
                  <a:pt x="573" y="193"/>
                </a:lnTo>
                <a:lnTo>
                  <a:pt x="572" y="193"/>
                </a:lnTo>
                <a:lnTo>
                  <a:pt x="572" y="194"/>
                </a:lnTo>
                <a:lnTo>
                  <a:pt x="572" y="195"/>
                </a:lnTo>
                <a:lnTo>
                  <a:pt x="571" y="196"/>
                </a:lnTo>
                <a:lnTo>
                  <a:pt x="571" y="198"/>
                </a:lnTo>
                <a:lnTo>
                  <a:pt x="570" y="198"/>
                </a:lnTo>
                <a:lnTo>
                  <a:pt x="569" y="198"/>
                </a:lnTo>
                <a:lnTo>
                  <a:pt x="569" y="199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5" y="200"/>
                </a:lnTo>
                <a:lnTo>
                  <a:pt x="565" y="202"/>
                </a:lnTo>
                <a:lnTo>
                  <a:pt x="565" y="201"/>
                </a:lnTo>
                <a:lnTo>
                  <a:pt x="564" y="201"/>
                </a:lnTo>
                <a:lnTo>
                  <a:pt x="564" y="202"/>
                </a:lnTo>
                <a:lnTo>
                  <a:pt x="565" y="202"/>
                </a:lnTo>
                <a:lnTo>
                  <a:pt x="564" y="203"/>
                </a:lnTo>
                <a:lnTo>
                  <a:pt x="563" y="204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6" y="213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4"/>
                </a:lnTo>
                <a:lnTo>
                  <a:pt x="553" y="215"/>
                </a:lnTo>
                <a:lnTo>
                  <a:pt x="552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0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1" y="220"/>
                </a:lnTo>
                <a:lnTo>
                  <a:pt x="550" y="220"/>
                </a:lnTo>
                <a:lnTo>
                  <a:pt x="549" y="219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3"/>
                </a:lnTo>
                <a:lnTo>
                  <a:pt x="549" y="224"/>
                </a:lnTo>
                <a:lnTo>
                  <a:pt x="549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8" y="226"/>
                </a:lnTo>
                <a:lnTo>
                  <a:pt x="548" y="227"/>
                </a:lnTo>
                <a:lnTo>
                  <a:pt x="549" y="227"/>
                </a:lnTo>
                <a:lnTo>
                  <a:pt x="549" y="226"/>
                </a:lnTo>
                <a:lnTo>
                  <a:pt x="550" y="226"/>
                </a:lnTo>
                <a:lnTo>
                  <a:pt x="551" y="226"/>
                </a:lnTo>
                <a:lnTo>
                  <a:pt x="552" y="225"/>
                </a:lnTo>
                <a:lnTo>
                  <a:pt x="552" y="224"/>
                </a:lnTo>
                <a:lnTo>
                  <a:pt x="553" y="224"/>
                </a:lnTo>
                <a:lnTo>
                  <a:pt x="553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7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1" y="231"/>
                </a:lnTo>
                <a:lnTo>
                  <a:pt x="562" y="231"/>
                </a:lnTo>
                <a:lnTo>
                  <a:pt x="563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2" y="241"/>
                </a:lnTo>
                <a:lnTo>
                  <a:pt x="561" y="241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8" y="242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4"/>
                </a:lnTo>
                <a:lnTo>
                  <a:pt x="562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1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2" y="269"/>
                </a:lnTo>
                <a:lnTo>
                  <a:pt x="562" y="270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6" y="273"/>
                </a:lnTo>
                <a:lnTo>
                  <a:pt x="566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1" y="277"/>
                </a:lnTo>
                <a:lnTo>
                  <a:pt x="582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6" y="277"/>
                </a:lnTo>
                <a:lnTo>
                  <a:pt x="587" y="277"/>
                </a:lnTo>
                <a:lnTo>
                  <a:pt x="588" y="278"/>
                </a:lnTo>
                <a:lnTo>
                  <a:pt x="588" y="277"/>
                </a:lnTo>
                <a:lnTo>
                  <a:pt x="589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89" y="273"/>
                </a:lnTo>
                <a:lnTo>
                  <a:pt x="589" y="272"/>
                </a:lnTo>
                <a:lnTo>
                  <a:pt x="589" y="271"/>
                </a:lnTo>
                <a:lnTo>
                  <a:pt x="590" y="271"/>
                </a:lnTo>
                <a:lnTo>
                  <a:pt x="591" y="270"/>
                </a:lnTo>
                <a:lnTo>
                  <a:pt x="591" y="269"/>
                </a:lnTo>
                <a:lnTo>
                  <a:pt x="592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4" y="264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7" y="263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4" y="265"/>
                </a:lnTo>
                <a:lnTo>
                  <a:pt x="605" y="265"/>
                </a:lnTo>
                <a:lnTo>
                  <a:pt x="606" y="265"/>
                </a:lnTo>
                <a:lnTo>
                  <a:pt x="606" y="266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1" y="266"/>
                </a:lnTo>
                <a:lnTo>
                  <a:pt x="611" y="267"/>
                </a:lnTo>
                <a:lnTo>
                  <a:pt x="612" y="267"/>
                </a:lnTo>
                <a:lnTo>
                  <a:pt x="612" y="266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7" y="263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19" y="259"/>
                </a:lnTo>
                <a:lnTo>
                  <a:pt x="619" y="257"/>
                </a:lnTo>
                <a:lnTo>
                  <a:pt x="620" y="257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3" y="260"/>
                </a:lnTo>
                <a:lnTo>
                  <a:pt x="623" y="261"/>
                </a:lnTo>
                <a:lnTo>
                  <a:pt x="624" y="261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7" y="270"/>
                </a:lnTo>
                <a:lnTo>
                  <a:pt x="628" y="269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5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9"/>
                </a:lnTo>
                <a:lnTo>
                  <a:pt x="640" y="279"/>
                </a:lnTo>
                <a:lnTo>
                  <a:pt x="640" y="280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6"/>
                </a:lnTo>
                <a:lnTo>
                  <a:pt x="638" y="297"/>
                </a:lnTo>
                <a:lnTo>
                  <a:pt x="637" y="297"/>
                </a:lnTo>
                <a:lnTo>
                  <a:pt x="636" y="298"/>
                </a:lnTo>
                <a:lnTo>
                  <a:pt x="636" y="299"/>
                </a:lnTo>
                <a:lnTo>
                  <a:pt x="635" y="300"/>
                </a:lnTo>
                <a:lnTo>
                  <a:pt x="634" y="301"/>
                </a:lnTo>
                <a:lnTo>
                  <a:pt x="633" y="301"/>
                </a:lnTo>
                <a:lnTo>
                  <a:pt x="633" y="302"/>
                </a:lnTo>
                <a:lnTo>
                  <a:pt x="633" y="303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1" y="310"/>
                </a:lnTo>
                <a:lnTo>
                  <a:pt x="631" y="311"/>
                </a:lnTo>
                <a:lnTo>
                  <a:pt x="631" y="312"/>
                </a:lnTo>
                <a:lnTo>
                  <a:pt x="630" y="312"/>
                </a:lnTo>
                <a:lnTo>
                  <a:pt x="630" y="313"/>
                </a:lnTo>
                <a:lnTo>
                  <a:pt x="630" y="314"/>
                </a:lnTo>
                <a:lnTo>
                  <a:pt x="630" y="316"/>
                </a:lnTo>
                <a:lnTo>
                  <a:pt x="630" y="317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0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5" y="328"/>
                </a:lnTo>
                <a:lnTo>
                  <a:pt x="625" y="329"/>
                </a:lnTo>
                <a:lnTo>
                  <a:pt x="625" y="330"/>
                </a:lnTo>
                <a:lnTo>
                  <a:pt x="625" y="331"/>
                </a:lnTo>
                <a:lnTo>
                  <a:pt x="624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1" y="342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4" y="372"/>
                </a:lnTo>
                <a:lnTo>
                  <a:pt x="615" y="372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3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1" y="374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2" y="378"/>
                </a:lnTo>
                <a:lnTo>
                  <a:pt x="623" y="378"/>
                </a:lnTo>
                <a:lnTo>
                  <a:pt x="622" y="378"/>
                </a:lnTo>
                <a:lnTo>
                  <a:pt x="622" y="379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80"/>
                </a:lnTo>
                <a:lnTo>
                  <a:pt x="633" y="381"/>
                </a:lnTo>
                <a:lnTo>
                  <a:pt x="633" y="380"/>
                </a:lnTo>
                <a:lnTo>
                  <a:pt x="632" y="380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3" y="392"/>
                </a:lnTo>
                <a:lnTo>
                  <a:pt x="633" y="393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6" y="393"/>
                </a:lnTo>
                <a:lnTo>
                  <a:pt x="637" y="393"/>
                </a:lnTo>
                <a:lnTo>
                  <a:pt x="637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1" y="401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6" y="403"/>
                </a:lnTo>
                <a:lnTo>
                  <a:pt x="647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5"/>
                </a:lnTo>
                <a:lnTo>
                  <a:pt x="650" y="406"/>
                </a:lnTo>
                <a:lnTo>
                  <a:pt x="651" y="406"/>
                </a:lnTo>
                <a:lnTo>
                  <a:pt x="651" y="405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8" y="409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7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6" y="430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5"/>
                </a:lnTo>
                <a:lnTo>
                  <a:pt x="636" y="446"/>
                </a:lnTo>
                <a:lnTo>
                  <a:pt x="636" y="447"/>
                </a:lnTo>
                <a:lnTo>
                  <a:pt x="635" y="448"/>
                </a:lnTo>
                <a:lnTo>
                  <a:pt x="635" y="449"/>
                </a:lnTo>
                <a:lnTo>
                  <a:pt x="634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2" y="482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1" y="498"/>
                </a:lnTo>
                <a:lnTo>
                  <a:pt x="642" y="498"/>
                </a:lnTo>
                <a:lnTo>
                  <a:pt x="643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1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90"/>
                </a:lnTo>
                <a:lnTo>
                  <a:pt x="660" y="491"/>
                </a:lnTo>
                <a:lnTo>
                  <a:pt x="661" y="491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2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7" y="494"/>
                </a:lnTo>
                <a:lnTo>
                  <a:pt x="667" y="493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0" y="492"/>
                </a:lnTo>
                <a:lnTo>
                  <a:pt x="682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2" y="496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7"/>
                </a:lnTo>
                <a:lnTo>
                  <a:pt x="687" y="498"/>
                </a:lnTo>
                <a:lnTo>
                  <a:pt x="687" y="499"/>
                </a:lnTo>
                <a:lnTo>
                  <a:pt x="688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5" y="513"/>
                </a:lnTo>
                <a:lnTo>
                  <a:pt x="694" y="513"/>
                </a:lnTo>
                <a:lnTo>
                  <a:pt x="694" y="514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89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3"/>
                </a:lnTo>
                <a:lnTo>
                  <a:pt x="691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5" y="528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4"/>
                </a:lnTo>
                <a:lnTo>
                  <a:pt x="703" y="525"/>
                </a:lnTo>
                <a:lnTo>
                  <a:pt x="703" y="526"/>
                </a:lnTo>
                <a:lnTo>
                  <a:pt x="704" y="526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7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8" y="529"/>
                </a:lnTo>
                <a:lnTo>
                  <a:pt x="709" y="529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0" y="532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0" y="525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1"/>
                </a:lnTo>
                <a:lnTo>
                  <a:pt x="754" y="531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3"/>
                </a:lnTo>
                <a:lnTo>
                  <a:pt x="758" y="523"/>
                </a:lnTo>
                <a:lnTo>
                  <a:pt x="759" y="524"/>
                </a:lnTo>
                <a:lnTo>
                  <a:pt x="760" y="524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5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5"/>
                </a:lnTo>
                <a:lnTo>
                  <a:pt x="738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0" y="597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3" y="598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5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1"/>
                </a:lnTo>
                <a:lnTo>
                  <a:pt x="715" y="610"/>
                </a:lnTo>
                <a:lnTo>
                  <a:pt x="714" y="610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2" y="609"/>
                </a:lnTo>
                <a:lnTo>
                  <a:pt x="711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6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4" y="599"/>
                </a:lnTo>
                <a:lnTo>
                  <a:pt x="703" y="599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700" y="602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1" y="610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3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6" y="630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3"/>
                </a:lnTo>
                <a:lnTo>
                  <a:pt x="657" y="633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1" y="642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7" y="656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5"/>
                </a:lnTo>
                <a:lnTo>
                  <a:pt x="640" y="655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8" y="656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0" y="658"/>
                </a:lnTo>
                <a:lnTo>
                  <a:pt x="630" y="659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09" y="665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7" y="663"/>
                </a:lnTo>
                <a:lnTo>
                  <a:pt x="607" y="662"/>
                </a:lnTo>
                <a:lnTo>
                  <a:pt x="607" y="661"/>
                </a:lnTo>
                <a:lnTo>
                  <a:pt x="606" y="661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5" y="658"/>
                </a:lnTo>
                <a:lnTo>
                  <a:pt x="596" y="658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4" y="682"/>
                </a:lnTo>
                <a:lnTo>
                  <a:pt x="585" y="682"/>
                </a:lnTo>
                <a:lnTo>
                  <a:pt x="584" y="682"/>
                </a:lnTo>
                <a:lnTo>
                  <a:pt x="584" y="683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1"/>
                </a:lnTo>
                <a:lnTo>
                  <a:pt x="571" y="680"/>
                </a:lnTo>
                <a:lnTo>
                  <a:pt x="570" y="680"/>
                </a:lnTo>
                <a:lnTo>
                  <a:pt x="570" y="679"/>
                </a:lnTo>
                <a:lnTo>
                  <a:pt x="569" y="679"/>
                </a:lnTo>
                <a:lnTo>
                  <a:pt x="569" y="678"/>
                </a:lnTo>
                <a:lnTo>
                  <a:pt x="568" y="677"/>
                </a:lnTo>
                <a:lnTo>
                  <a:pt x="567" y="677"/>
                </a:lnTo>
                <a:lnTo>
                  <a:pt x="567" y="676"/>
                </a:lnTo>
                <a:lnTo>
                  <a:pt x="567" y="675"/>
                </a:lnTo>
                <a:lnTo>
                  <a:pt x="566" y="675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2" y="670"/>
                </a:lnTo>
                <a:lnTo>
                  <a:pt x="561" y="670"/>
                </a:lnTo>
                <a:lnTo>
                  <a:pt x="561" y="669"/>
                </a:lnTo>
                <a:lnTo>
                  <a:pt x="560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7"/>
                </a:lnTo>
                <a:lnTo>
                  <a:pt x="559" y="666"/>
                </a:lnTo>
                <a:lnTo>
                  <a:pt x="558" y="665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49" y="660"/>
                </a:lnTo>
                <a:lnTo>
                  <a:pt x="549" y="661"/>
                </a:lnTo>
                <a:lnTo>
                  <a:pt x="549" y="662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3" y="675"/>
                </a:lnTo>
                <a:lnTo>
                  <a:pt x="543" y="676"/>
                </a:lnTo>
                <a:lnTo>
                  <a:pt x="543" y="677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7" y="677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3" y="663"/>
                </a:lnTo>
                <a:lnTo>
                  <a:pt x="532" y="663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3" y="658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1" y="689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4" y="666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9" y="670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9" y="677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7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7" y="713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79" y="755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8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1" y="765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2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6"/>
                </a:lnTo>
                <a:lnTo>
                  <a:pt x="381" y="786"/>
                </a:lnTo>
                <a:lnTo>
                  <a:pt x="381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80" y="793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3" y="813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9" y="819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2" y="828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80" y="828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6" y="814"/>
                </a:lnTo>
                <a:lnTo>
                  <a:pt x="336" y="813"/>
                </a:lnTo>
                <a:lnTo>
                  <a:pt x="336" y="812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2" y="810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4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7"/>
                </a:lnTo>
                <a:lnTo>
                  <a:pt x="298" y="777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9" y="539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4"/>
                </a:lnTo>
                <a:lnTo>
                  <a:pt x="22" y="544"/>
                </a:lnTo>
                <a:lnTo>
                  <a:pt x="22" y="545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0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8"/>
                </a:lnTo>
                <a:lnTo>
                  <a:pt x="24" y="447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3"/>
                </a:lnTo>
                <a:lnTo>
                  <a:pt x="18" y="433"/>
                </a:lnTo>
                <a:lnTo>
                  <a:pt x="17" y="433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5" y="320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0" y="277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09" y="194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0" y="170"/>
                </a:lnTo>
                <a:lnTo>
                  <a:pt x="71" y="170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6" y="111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7" y="101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29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5D8AB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93276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7" y="13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0" y="19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09" y="37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1000" y="48"/>
                </a:lnTo>
                <a:lnTo>
                  <a:pt x="999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2" y="61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5" y="75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8" y="198"/>
                </a:lnTo>
                <a:lnTo>
                  <a:pt x="1029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1" y="276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1" y="318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7" y="328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6" y="334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8" y="345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4" y="346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0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1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7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9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2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7" y="466"/>
                </a:lnTo>
                <a:lnTo>
                  <a:pt x="1656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1" y="422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3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8" y="524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0" y="563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5" y="641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7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6" y="845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1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6" y="918"/>
                </a:lnTo>
                <a:lnTo>
                  <a:pt x="1426" y="919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1" y="983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8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1" y="881"/>
                </a:lnTo>
                <a:lnTo>
                  <a:pt x="1121" y="880"/>
                </a:lnTo>
                <a:lnTo>
                  <a:pt x="1121" y="879"/>
                </a:lnTo>
                <a:lnTo>
                  <a:pt x="1120" y="878"/>
                </a:lnTo>
                <a:lnTo>
                  <a:pt x="1120" y="877"/>
                </a:lnTo>
                <a:lnTo>
                  <a:pt x="1119" y="877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3" y="865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61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4" y="885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0" y="912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2" y="945"/>
                </a:lnTo>
                <a:lnTo>
                  <a:pt x="951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8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4" y="932"/>
                </a:lnTo>
                <a:lnTo>
                  <a:pt x="943" y="932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6" y="916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39" y="910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4" y="895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2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9" y="860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1" y="873"/>
                </a:lnTo>
                <a:lnTo>
                  <a:pt x="881" y="874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8" y="880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6" y="888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5" y="885"/>
                </a:lnTo>
                <a:lnTo>
                  <a:pt x="816" y="885"/>
                </a:lnTo>
                <a:lnTo>
                  <a:pt x="815" y="885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3" y="878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6" y="866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3" y="879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3" y="873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7" y="860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3" y="852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2" y="854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4" y="870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0" y="867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2" y="840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0" y="841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0" y="841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8" y="801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4" y="800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7"/>
                </a:lnTo>
                <a:lnTo>
                  <a:pt x="565" y="796"/>
                </a:lnTo>
                <a:lnTo>
                  <a:pt x="564" y="796"/>
                </a:lnTo>
                <a:lnTo>
                  <a:pt x="564" y="795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5" y="787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0" y="724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3" y="682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1" y="658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6" y="622"/>
                </a:lnTo>
                <a:lnTo>
                  <a:pt x="275" y="622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3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2" y="644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8" y="647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2" y="648"/>
                </a:lnTo>
                <a:lnTo>
                  <a:pt x="262" y="649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8" y="664"/>
                </a:lnTo>
                <a:lnTo>
                  <a:pt x="258" y="663"/>
                </a:lnTo>
                <a:lnTo>
                  <a:pt x="258" y="664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3"/>
                </a:lnTo>
                <a:lnTo>
                  <a:pt x="254" y="662"/>
                </a:lnTo>
                <a:lnTo>
                  <a:pt x="254" y="663"/>
                </a:lnTo>
                <a:lnTo>
                  <a:pt x="253" y="663"/>
                </a:lnTo>
                <a:lnTo>
                  <a:pt x="253" y="664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1" y="638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3"/>
                </a:lnTo>
                <a:lnTo>
                  <a:pt x="221" y="632"/>
                </a:lnTo>
                <a:lnTo>
                  <a:pt x="221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7" y="504"/>
                </a:lnTo>
                <a:lnTo>
                  <a:pt x="37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4" y="452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7" y="407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20"/>
                </a:lnTo>
                <a:lnTo>
                  <a:pt x="50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6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1" y="118"/>
                </a:lnTo>
                <a:lnTo>
                  <a:pt x="214" y="118"/>
                </a:lnTo>
                <a:lnTo>
                  <a:pt x="215" y="118"/>
                </a:lnTo>
                <a:lnTo>
                  <a:pt x="217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9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1"/>
                </a:lnTo>
                <a:lnTo>
                  <a:pt x="238" y="120"/>
                </a:lnTo>
                <a:lnTo>
                  <a:pt x="236" y="119"/>
                </a:lnTo>
                <a:lnTo>
                  <a:pt x="236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39" y="113"/>
                </a:lnTo>
                <a:lnTo>
                  <a:pt x="240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1"/>
                </a:lnTo>
                <a:lnTo>
                  <a:pt x="244" y="112"/>
                </a:lnTo>
                <a:lnTo>
                  <a:pt x="245" y="113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5"/>
                </a:lnTo>
                <a:lnTo>
                  <a:pt x="254" y="116"/>
                </a:lnTo>
                <a:lnTo>
                  <a:pt x="254" y="117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18"/>
                </a:lnTo>
                <a:lnTo>
                  <a:pt x="258" y="118"/>
                </a:lnTo>
                <a:lnTo>
                  <a:pt x="259" y="119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1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8"/>
                </a:lnTo>
                <a:lnTo>
                  <a:pt x="274" y="118"/>
                </a:lnTo>
                <a:lnTo>
                  <a:pt x="276" y="118"/>
                </a:lnTo>
                <a:lnTo>
                  <a:pt x="276" y="119"/>
                </a:lnTo>
                <a:lnTo>
                  <a:pt x="276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5" y="128"/>
                </a:lnTo>
                <a:lnTo>
                  <a:pt x="286" y="128"/>
                </a:lnTo>
                <a:lnTo>
                  <a:pt x="290" y="128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8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5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7" y="90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0" y="110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7" y="115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6"/>
                </a:lnTo>
                <a:lnTo>
                  <a:pt x="522" y="116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3"/>
                </a:lnTo>
                <a:lnTo>
                  <a:pt x="526" y="112"/>
                </a:lnTo>
                <a:lnTo>
                  <a:pt x="527" y="112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6" y="97"/>
                </a:lnTo>
                <a:lnTo>
                  <a:pt x="546" y="96"/>
                </a:lnTo>
                <a:lnTo>
                  <a:pt x="547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8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1" y="81"/>
                </a:lnTo>
                <a:lnTo>
                  <a:pt x="632" y="81"/>
                </a:lnTo>
                <a:lnTo>
                  <a:pt x="634" y="81"/>
                </a:lnTo>
                <a:lnTo>
                  <a:pt x="635" y="81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7" y="87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3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7" y="28"/>
                </a:lnTo>
                <a:lnTo>
                  <a:pt x="728" y="28"/>
                </a:lnTo>
                <a:lnTo>
                  <a:pt x="729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1" y="30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8"/>
                </a:lnTo>
                <a:lnTo>
                  <a:pt x="734" y="27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9" y="15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3" y="3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1" y="1"/>
                </a:lnTo>
                <a:lnTo>
                  <a:pt x="902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181188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6" y="24"/>
                </a:lnTo>
                <a:lnTo>
                  <a:pt x="507" y="24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3" y="85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9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4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2" y="194"/>
                </a:lnTo>
                <a:lnTo>
                  <a:pt x="473" y="194"/>
                </a:lnTo>
                <a:lnTo>
                  <a:pt x="475" y="194"/>
                </a:lnTo>
                <a:lnTo>
                  <a:pt x="475" y="195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5" y="220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3" y="224"/>
                </a:lnTo>
                <a:lnTo>
                  <a:pt x="463" y="226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3" y="265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0" y="277"/>
                </a:lnTo>
                <a:lnTo>
                  <a:pt x="441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4" y="285"/>
                </a:lnTo>
                <a:lnTo>
                  <a:pt x="444" y="286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2" y="298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1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8"/>
                </a:lnTo>
                <a:lnTo>
                  <a:pt x="451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6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1"/>
                </a:lnTo>
                <a:lnTo>
                  <a:pt x="448" y="332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7" y="344"/>
                </a:lnTo>
                <a:lnTo>
                  <a:pt x="447" y="345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7" y="385"/>
                </a:lnTo>
                <a:lnTo>
                  <a:pt x="458" y="387"/>
                </a:lnTo>
                <a:lnTo>
                  <a:pt x="458" y="388"/>
                </a:lnTo>
                <a:lnTo>
                  <a:pt x="457" y="388"/>
                </a:lnTo>
                <a:lnTo>
                  <a:pt x="457" y="389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3" y="438"/>
                </a:lnTo>
                <a:lnTo>
                  <a:pt x="443" y="439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3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29" y="492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5" y="531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49" y="533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59" y="570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2" y="612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7" y="621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4" y="653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0" y="658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3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5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2"/>
                </a:lnTo>
                <a:lnTo>
                  <a:pt x="399" y="652"/>
                </a:lnTo>
                <a:lnTo>
                  <a:pt x="399" y="651"/>
                </a:lnTo>
                <a:lnTo>
                  <a:pt x="399" y="652"/>
                </a:lnTo>
                <a:lnTo>
                  <a:pt x="398" y="652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9" y="651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5" y="651"/>
                </a:lnTo>
                <a:lnTo>
                  <a:pt x="384" y="651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51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9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9"/>
                </a:lnTo>
                <a:lnTo>
                  <a:pt x="370" y="650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2"/>
                </a:lnTo>
                <a:lnTo>
                  <a:pt x="362" y="652"/>
                </a:lnTo>
                <a:lnTo>
                  <a:pt x="362" y="653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9"/>
                </a:lnTo>
                <a:lnTo>
                  <a:pt x="355" y="659"/>
                </a:lnTo>
                <a:lnTo>
                  <a:pt x="355" y="660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8" y="661"/>
                </a:lnTo>
                <a:lnTo>
                  <a:pt x="360" y="661"/>
                </a:lnTo>
                <a:lnTo>
                  <a:pt x="360" y="660"/>
                </a:lnTo>
                <a:lnTo>
                  <a:pt x="361" y="661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8"/>
                </a:lnTo>
                <a:lnTo>
                  <a:pt x="387" y="668"/>
                </a:lnTo>
                <a:lnTo>
                  <a:pt x="388" y="668"/>
                </a:lnTo>
                <a:lnTo>
                  <a:pt x="388" y="669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3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5" y="721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9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6" y="717"/>
                </a:lnTo>
                <a:lnTo>
                  <a:pt x="395" y="717"/>
                </a:lnTo>
                <a:lnTo>
                  <a:pt x="394" y="717"/>
                </a:lnTo>
                <a:lnTo>
                  <a:pt x="393" y="718"/>
                </a:lnTo>
                <a:lnTo>
                  <a:pt x="392" y="718"/>
                </a:lnTo>
                <a:lnTo>
                  <a:pt x="392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3" y="723"/>
                </a:lnTo>
                <a:lnTo>
                  <a:pt x="373" y="722"/>
                </a:lnTo>
                <a:lnTo>
                  <a:pt x="372" y="723"/>
                </a:lnTo>
                <a:lnTo>
                  <a:pt x="371" y="723"/>
                </a:lnTo>
                <a:lnTo>
                  <a:pt x="371" y="724"/>
                </a:lnTo>
                <a:lnTo>
                  <a:pt x="370" y="724"/>
                </a:lnTo>
                <a:lnTo>
                  <a:pt x="369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6" y="729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2" y="744"/>
                </a:lnTo>
                <a:lnTo>
                  <a:pt x="361" y="745"/>
                </a:lnTo>
                <a:lnTo>
                  <a:pt x="361" y="746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2" y="750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4"/>
                </a:lnTo>
                <a:lnTo>
                  <a:pt x="367" y="754"/>
                </a:lnTo>
                <a:lnTo>
                  <a:pt x="367" y="755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0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70" y="771"/>
                </a:lnTo>
                <a:lnTo>
                  <a:pt x="369" y="772"/>
                </a:lnTo>
                <a:lnTo>
                  <a:pt x="369" y="773"/>
                </a:lnTo>
                <a:lnTo>
                  <a:pt x="369" y="774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3"/>
                </a:lnTo>
                <a:lnTo>
                  <a:pt x="373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1"/>
                </a:lnTo>
                <a:lnTo>
                  <a:pt x="371" y="792"/>
                </a:lnTo>
                <a:lnTo>
                  <a:pt x="371" y="793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69" y="803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2" y="806"/>
                </a:lnTo>
                <a:lnTo>
                  <a:pt x="361" y="806"/>
                </a:lnTo>
                <a:lnTo>
                  <a:pt x="360" y="806"/>
                </a:lnTo>
                <a:lnTo>
                  <a:pt x="360" y="805"/>
                </a:lnTo>
                <a:lnTo>
                  <a:pt x="359" y="805"/>
                </a:lnTo>
                <a:lnTo>
                  <a:pt x="359" y="806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8" y="802"/>
                </a:lnTo>
                <a:lnTo>
                  <a:pt x="338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5"/>
                </a:lnTo>
                <a:lnTo>
                  <a:pt x="204" y="744"/>
                </a:lnTo>
                <a:lnTo>
                  <a:pt x="203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9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3" y="737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8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2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7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0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6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7" y="636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2"/>
                </a:lnTo>
                <a:lnTo>
                  <a:pt x="72" y="612"/>
                </a:lnTo>
                <a:lnTo>
                  <a:pt x="72" y="613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6" y="585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8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7"/>
                </a:lnTo>
                <a:lnTo>
                  <a:pt x="92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1" y="546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6" y="462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7" y="462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0" y="468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5"/>
                </a:lnTo>
                <a:lnTo>
                  <a:pt x="146" y="475"/>
                </a:lnTo>
                <a:lnTo>
                  <a:pt x="146" y="476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8"/>
                </a:lnTo>
                <a:lnTo>
                  <a:pt x="175" y="478"/>
                </a:lnTo>
                <a:lnTo>
                  <a:pt x="175" y="479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7" y="474"/>
                </a:lnTo>
                <a:lnTo>
                  <a:pt x="188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7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199" y="450"/>
                </a:lnTo>
                <a:lnTo>
                  <a:pt x="198" y="449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199" y="443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6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7" y="439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8" y="442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1" y="442"/>
                </a:lnTo>
                <a:lnTo>
                  <a:pt x="252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39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0" y="435"/>
                </a:lnTo>
                <a:lnTo>
                  <a:pt x="280" y="434"/>
                </a:lnTo>
                <a:lnTo>
                  <a:pt x="281" y="434"/>
                </a:lnTo>
                <a:lnTo>
                  <a:pt x="281" y="433"/>
                </a:lnTo>
                <a:lnTo>
                  <a:pt x="280" y="433"/>
                </a:lnTo>
                <a:lnTo>
                  <a:pt x="280" y="432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2" y="391"/>
                </a:lnTo>
                <a:lnTo>
                  <a:pt x="272" y="390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3" y="373"/>
                </a:lnTo>
                <a:lnTo>
                  <a:pt x="284" y="373"/>
                </a:lnTo>
                <a:lnTo>
                  <a:pt x="284" y="372"/>
                </a:lnTo>
                <a:lnTo>
                  <a:pt x="285" y="371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8"/>
                </a:lnTo>
                <a:lnTo>
                  <a:pt x="286" y="346"/>
                </a:lnTo>
                <a:lnTo>
                  <a:pt x="285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4" y="339"/>
                </a:lnTo>
                <a:lnTo>
                  <a:pt x="284" y="337"/>
                </a:lnTo>
                <a:lnTo>
                  <a:pt x="283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2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0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4" y="310"/>
                </a:lnTo>
                <a:lnTo>
                  <a:pt x="252" y="309"/>
                </a:lnTo>
                <a:lnTo>
                  <a:pt x="252" y="310"/>
                </a:lnTo>
                <a:lnTo>
                  <a:pt x="251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3"/>
                </a:lnTo>
                <a:lnTo>
                  <a:pt x="242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5" y="301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4" y="300"/>
                </a:lnTo>
                <a:lnTo>
                  <a:pt x="223" y="300"/>
                </a:lnTo>
                <a:lnTo>
                  <a:pt x="223" y="299"/>
                </a:lnTo>
                <a:lnTo>
                  <a:pt x="222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6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5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7" y="274"/>
                </a:lnTo>
                <a:lnTo>
                  <a:pt x="176" y="275"/>
                </a:lnTo>
                <a:lnTo>
                  <a:pt x="175" y="276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3" y="274"/>
                </a:lnTo>
                <a:lnTo>
                  <a:pt x="163" y="273"/>
                </a:lnTo>
                <a:lnTo>
                  <a:pt x="162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8" y="230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3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3" y="202"/>
                </a:lnTo>
                <a:lnTo>
                  <a:pt x="164" y="202"/>
                </a:lnTo>
                <a:lnTo>
                  <a:pt x="164" y="203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1" y="198"/>
                </a:lnTo>
                <a:lnTo>
                  <a:pt x="173" y="198"/>
                </a:lnTo>
                <a:lnTo>
                  <a:pt x="173" y="197"/>
                </a:lnTo>
                <a:lnTo>
                  <a:pt x="170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7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0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4" y="183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199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6" y="179"/>
                </a:lnTo>
                <a:lnTo>
                  <a:pt x="207" y="179"/>
                </a:lnTo>
                <a:lnTo>
                  <a:pt x="209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2" y="199"/>
                </a:lnTo>
                <a:lnTo>
                  <a:pt x="233" y="199"/>
                </a:lnTo>
                <a:lnTo>
                  <a:pt x="235" y="199"/>
                </a:lnTo>
                <a:lnTo>
                  <a:pt x="237" y="200"/>
                </a:lnTo>
                <a:lnTo>
                  <a:pt x="237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89" y="195"/>
                </a:lnTo>
                <a:lnTo>
                  <a:pt x="290" y="195"/>
                </a:lnTo>
                <a:lnTo>
                  <a:pt x="291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8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5" y="166"/>
                </a:lnTo>
                <a:lnTo>
                  <a:pt x="317" y="164"/>
                </a:lnTo>
                <a:lnTo>
                  <a:pt x="318" y="163"/>
                </a:lnTo>
                <a:lnTo>
                  <a:pt x="319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5"/>
                </a:lnTo>
                <a:lnTo>
                  <a:pt x="321" y="153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7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3"/>
                </a:lnTo>
                <a:lnTo>
                  <a:pt x="356" y="82"/>
                </a:lnTo>
                <a:lnTo>
                  <a:pt x="359" y="80"/>
                </a:lnTo>
                <a:lnTo>
                  <a:pt x="361" y="78"/>
                </a:lnTo>
                <a:lnTo>
                  <a:pt x="362" y="78"/>
                </a:lnTo>
                <a:lnTo>
                  <a:pt x="364" y="79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5"/>
                </a:lnTo>
                <a:lnTo>
                  <a:pt x="374" y="72"/>
                </a:lnTo>
                <a:lnTo>
                  <a:pt x="375" y="70"/>
                </a:lnTo>
                <a:lnTo>
                  <a:pt x="376" y="68"/>
                </a:lnTo>
                <a:lnTo>
                  <a:pt x="377" y="67"/>
                </a:lnTo>
                <a:lnTo>
                  <a:pt x="377" y="64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90" y="52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400" y="43"/>
                </a:lnTo>
                <a:lnTo>
                  <a:pt x="401" y="42"/>
                </a:lnTo>
                <a:lnTo>
                  <a:pt x="402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9"/>
                </a:lnTo>
                <a:lnTo>
                  <a:pt x="404" y="39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1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6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0" y="32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138528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4"/>
                </a:moveTo>
                <a:lnTo>
                  <a:pt x="442" y="16"/>
                </a:lnTo>
                <a:lnTo>
                  <a:pt x="451" y="31"/>
                </a:lnTo>
                <a:lnTo>
                  <a:pt x="459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8" y="63"/>
                </a:lnTo>
                <a:lnTo>
                  <a:pt x="468" y="64"/>
                </a:lnTo>
                <a:lnTo>
                  <a:pt x="469" y="65"/>
                </a:lnTo>
                <a:lnTo>
                  <a:pt x="470" y="67"/>
                </a:lnTo>
                <a:lnTo>
                  <a:pt x="471" y="69"/>
                </a:lnTo>
                <a:lnTo>
                  <a:pt x="471" y="70"/>
                </a:lnTo>
                <a:lnTo>
                  <a:pt x="472" y="71"/>
                </a:lnTo>
                <a:lnTo>
                  <a:pt x="472" y="72"/>
                </a:lnTo>
                <a:lnTo>
                  <a:pt x="473" y="73"/>
                </a:lnTo>
                <a:lnTo>
                  <a:pt x="474" y="75"/>
                </a:lnTo>
                <a:lnTo>
                  <a:pt x="475" y="76"/>
                </a:lnTo>
                <a:lnTo>
                  <a:pt x="476" y="78"/>
                </a:lnTo>
                <a:lnTo>
                  <a:pt x="476" y="79"/>
                </a:lnTo>
                <a:lnTo>
                  <a:pt x="477" y="80"/>
                </a:lnTo>
                <a:lnTo>
                  <a:pt x="477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79" y="85"/>
                </a:lnTo>
                <a:lnTo>
                  <a:pt x="480" y="86"/>
                </a:lnTo>
                <a:lnTo>
                  <a:pt x="480" y="87"/>
                </a:lnTo>
                <a:lnTo>
                  <a:pt x="481" y="88"/>
                </a:lnTo>
                <a:lnTo>
                  <a:pt x="481" y="89"/>
                </a:lnTo>
                <a:lnTo>
                  <a:pt x="482" y="90"/>
                </a:lnTo>
                <a:lnTo>
                  <a:pt x="482" y="91"/>
                </a:lnTo>
                <a:lnTo>
                  <a:pt x="483" y="92"/>
                </a:lnTo>
                <a:lnTo>
                  <a:pt x="483" y="93"/>
                </a:lnTo>
                <a:lnTo>
                  <a:pt x="484" y="94"/>
                </a:lnTo>
                <a:lnTo>
                  <a:pt x="484" y="95"/>
                </a:lnTo>
                <a:lnTo>
                  <a:pt x="485" y="95"/>
                </a:lnTo>
                <a:lnTo>
                  <a:pt x="485" y="96"/>
                </a:lnTo>
                <a:lnTo>
                  <a:pt x="486" y="98"/>
                </a:lnTo>
                <a:lnTo>
                  <a:pt x="487" y="99"/>
                </a:lnTo>
                <a:lnTo>
                  <a:pt x="487" y="100"/>
                </a:lnTo>
                <a:lnTo>
                  <a:pt x="487" y="101"/>
                </a:lnTo>
                <a:lnTo>
                  <a:pt x="488" y="103"/>
                </a:lnTo>
                <a:lnTo>
                  <a:pt x="489" y="104"/>
                </a:lnTo>
                <a:lnTo>
                  <a:pt x="489" y="105"/>
                </a:lnTo>
                <a:lnTo>
                  <a:pt x="490" y="105"/>
                </a:lnTo>
                <a:lnTo>
                  <a:pt x="490" y="106"/>
                </a:lnTo>
                <a:lnTo>
                  <a:pt x="491" y="107"/>
                </a:lnTo>
                <a:lnTo>
                  <a:pt x="491" y="108"/>
                </a:lnTo>
                <a:lnTo>
                  <a:pt x="492" y="109"/>
                </a:lnTo>
                <a:lnTo>
                  <a:pt x="492" y="110"/>
                </a:lnTo>
                <a:lnTo>
                  <a:pt x="493" y="111"/>
                </a:lnTo>
                <a:lnTo>
                  <a:pt x="493" y="112"/>
                </a:lnTo>
                <a:lnTo>
                  <a:pt x="493" y="113"/>
                </a:lnTo>
                <a:lnTo>
                  <a:pt x="494" y="114"/>
                </a:lnTo>
                <a:lnTo>
                  <a:pt x="495" y="115"/>
                </a:lnTo>
                <a:lnTo>
                  <a:pt x="495" y="116"/>
                </a:lnTo>
                <a:lnTo>
                  <a:pt x="496" y="117"/>
                </a:lnTo>
                <a:lnTo>
                  <a:pt x="496" y="118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2"/>
                </a:lnTo>
                <a:lnTo>
                  <a:pt x="490" y="123"/>
                </a:lnTo>
                <a:lnTo>
                  <a:pt x="489" y="123"/>
                </a:lnTo>
                <a:lnTo>
                  <a:pt x="489" y="124"/>
                </a:lnTo>
                <a:lnTo>
                  <a:pt x="487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7"/>
                </a:lnTo>
                <a:lnTo>
                  <a:pt x="484" y="128"/>
                </a:lnTo>
                <a:lnTo>
                  <a:pt x="483" y="129"/>
                </a:lnTo>
                <a:lnTo>
                  <a:pt x="482" y="130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9" y="133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6" y="135"/>
                </a:lnTo>
                <a:lnTo>
                  <a:pt x="475" y="135"/>
                </a:lnTo>
                <a:lnTo>
                  <a:pt x="475" y="136"/>
                </a:lnTo>
                <a:lnTo>
                  <a:pt x="475" y="137"/>
                </a:lnTo>
                <a:lnTo>
                  <a:pt x="476" y="138"/>
                </a:lnTo>
                <a:lnTo>
                  <a:pt x="477" y="138"/>
                </a:lnTo>
                <a:lnTo>
                  <a:pt x="477" y="139"/>
                </a:lnTo>
                <a:lnTo>
                  <a:pt x="476" y="139"/>
                </a:lnTo>
                <a:lnTo>
                  <a:pt x="476" y="140"/>
                </a:lnTo>
                <a:lnTo>
                  <a:pt x="486" y="150"/>
                </a:lnTo>
                <a:lnTo>
                  <a:pt x="487" y="152"/>
                </a:lnTo>
                <a:lnTo>
                  <a:pt x="501" y="167"/>
                </a:lnTo>
                <a:lnTo>
                  <a:pt x="502" y="168"/>
                </a:lnTo>
                <a:lnTo>
                  <a:pt x="507" y="175"/>
                </a:lnTo>
                <a:lnTo>
                  <a:pt x="510" y="176"/>
                </a:lnTo>
                <a:lnTo>
                  <a:pt x="514" y="179"/>
                </a:lnTo>
                <a:lnTo>
                  <a:pt x="515" y="180"/>
                </a:lnTo>
                <a:lnTo>
                  <a:pt x="519" y="182"/>
                </a:lnTo>
                <a:lnTo>
                  <a:pt x="520" y="182"/>
                </a:lnTo>
                <a:lnTo>
                  <a:pt x="520" y="183"/>
                </a:lnTo>
                <a:lnTo>
                  <a:pt x="521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6"/>
                </a:lnTo>
                <a:lnTo>
                  <a:pt x="527" y="186"/>
                </a:lnTo>
                <a:lnTo>
                  <a:pt x="527" y="187"/>
                </a:lnTo>
                <a:lnTo>
                  <a:pt x="528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4" y="191"/>
                </a:lnTo>
                <a:lnTo>
                  <a:pt x="536" y="191"/>
                </a:lnTo>
                <a:lnTo>
                  <a:pt x="536" y="192"/>
                </a:lnTo>
                <a:lnTo>
                  <a:pt x="538" y="192"/>
                </a:lnTo>
                <a:lnTo>
                  <a:pt x="540" y="193"/>
                </a:lnTo>
                <a:lnTo>
                  <a:pt x="540" y="197"/>
                </a:lnTo>
                <a:lnTo>
                  <a:pt x="540" y="198"/>
                </a:lnTo>
                <a:lnTo>
                  <a:pt x="540" y="202"/>
                </a:lnTo>
                <a:lnTo>
                  <a:pt x="540" y="203"/>
                </a:lnTo>
                <a:lnTo>
                  <a:pt x="540" y="208"/>
                </a:lnTo>
                <a:lnTo>
                  <a:pt x="540" y="213"/>
                </a:lnTo>
                <a:lnTo>
                  <a:pt x="540" y="216"/>
                </a:lnTo>
                <a:lnTo>
                  <a:pt x="540" y="217"/>
                </a:lnTo>
                <a:lnTo>
                  <a:pt x="541" y="219"/>
                </a:lnTo>
                <a:lnTo>
                  <a:pt x="541" y="221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8" y="226"/>
                </a:lnTo>
                <a:lnTo>
                  <a:pt x="555" y="223"/>
                </a:lnTo>
                <a:lnTo>
                  <a:pt x="557" y="222"/>
                </a:lnTo>
                <a:lnTo>
                  <a:pt x="558" y="221"/>
                </a:lnTo>
                <a:lnTo>
                  <a:pt x="560" y="220"/>
                </a:lnTo>
                <a:lnTo>
                  <a:pt x="562" y="220"/>
                </a:lnTo>
                <a:lnTo>
                  <a:pt x="563" y="219"/>
                </a:lnTo>
                <a:lnTo>
                  <a:pt x="564" y="219"/>
                </a:lnTo>
                <a:lnTo>
                  <a:pt x="565" y="218"/>
                </a:lnTo>
                <a:lnTo>
                  <a:pt x="566" y="218"/>
                </a:lnTo>
                <a:lnTo>
                  <a:pt x="566" y="217"/>
                </a:lnTo>
                <a:lnTo>
                  <a:pt x="565" y="216"/>
                </a:lnTo>
                <a:lnTo>
                  <a:pt x="564" y="215"/>
                </a:lnTo>
                <a:lnTo>
                  <a:pt x="564" y="214"/>
                </a:lnTo>
                <a:lnTo>
                  <a:pt x="563" y="214"/>
                </a:lnTo>
                <a:lnTo>
                  <a:pt x="563" y="213"/>
                </a:lnTo>
                <a:lnTo>
                  <a:pt x="562" y="212"/>
                </a:lnTo>
                <a:lnTo>
                  <a:pt x="562" y="211"/>
                </a:lnTo>
                <a:lnTo>
                  <a:pt x="561" y="211"/>
                </a:lnTo>
                <a:lnTo>
                  <a:pt x="563" y="210"/>
                </a:lnTo>
                <a:lnTo>
                  <a:pt x="566" y="209"/>
                </a:lnTo>
                <a:lnTo>
                  <a:pt x="567" y="209"/>
                </a:lnTo>
                <a:lnTo>
                  <a:pt x="568" y="208"/>
                </a:lnTo>
                <a:lnTo>
                  <a:pt x="569" y="208"/>
                </a:lnTo>
                <a:lnTo>
                  <a:pt x="570" y="208"/>
                </a:lnTo>
                <a:lnTo>
                  <a:pt x="570" y="209"/>
                </a:lnTo>
                <a:lnTo>
                  <a:pt x="571" y="211"/>
                </a:lnTo>
                <a:lnTo>
                  <a:pt x="571" y="212"/>
                </a:lnTo>
                <a:lnTo>
                  <a:pt x="571" y="213"/>
                </a:lnTo>
                <a:lnTo>
                  <a:pt x="572" y="216"/>
                </a:lnTo>
                <a:lnTo>
                  <a:pt x="573" y="217"/>
                </a:lnTo>
                <a:lnTo>
                  <a:pt x="573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0" y="223"/>
                </a:lnTo>
                <a:lnTo>
                  <a:pt x="581" y="224"/>
                </a:lnTo>
                <a:lnTo>
                  <a:pt x="582" y="224"/>
                </a:lnTo>
                <a:lnTo>
                  <a:pt x="582" y="225"/>
                </a:lnTo>
                <a:lnTo>
                  <a:pt x="582" y="224"/>
                </a:lnTo>
                <a:lnTo>
                  <a:pt x="582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3"/>
                </a:lnTo>
                <a:lnTo>
                  <a:pt x="585" y="213"/>
                </a:lnTo>
                <a:lnTo>
                  <a:pt x="586" y="212"/>
                </a:lnTo>
                <a:lnTo>
                  <a:pt x="588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09"/>
                </a:lnTo>
                <a:lnTo>
                  <a:pt x="595" y="208"/>
                </a:lnTo>
                <a:lnTo>
                  <a:pt x="597" y="208"/>
                </a:lnTo>
                <a:lnTo>
                  <a:pt x="598" y="207"/>
                </a:lnTo>
                <a:lnTo>
                  <a:pt x="599" y="207"/>
                </a:lnTo>
                <a:lnTo>
                  <a:pt x="600" y="209"/>
                </a:lnTo>
                <a:lnTo>
                  <a:pt x="600" y="210"/>
                </a:lnTo>
                <a:lnTo>
                  <a:pt x="601" y="211"/>
                </a:lnTo>
                <a:lnTo>
                  <a:pt x="601" y="212"/>
                </a:lnTo>
                <a:lnTo>
                  <a:pt x="602" y="213"/>
                </a:lnTo>
                <a:lnTo>
                  <a:pt x="603" y="214"/>
                </a:lnTo>
                <a:lnTo>
                  <a:pt x="603" y="215"/>
                </a:lnTo>
                <a:lnTo>
                  <a:pt x="603" y="216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8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5" y="211"/>
                </a:lnTo>
                <a:lnTo>
                  <a:pt x="615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5" y="199"/>
                </a:lnTo>
                <a:lnTo>
                  <a:pt x="632" y="200"/>
                </a:lnTo>
                <a:lnTo>
                  <a:pt x="640" y="200"/>
                </a:lnTo>
                <a:lnTo>
                  <a:pt x="651" y="200"/>
                </a:lnTo>
                <a:lnTo>
                  <a:pt x="660" y="192"/>
                </a:lnTo>
                <a:lnTo>
                  <a:pt x="668" y="192"/>
                </a:lnTo>
                <a:lnTo>
                  <a:pt x="674" y="193"/>
                </a:lnTo>
                <a:lnTo>
                  <a:pt x="689" y="194"/>
                </a:lnTo>
                <a:lnTo>
                  <a:pt x="690" y="194"/>
                </a:lnTo>
                <a:lnTo>
                  <a:pt x="695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0" y="212"/>
                </a:lnTo>
                <a:lnTo>
                  <a:pt x="711" y="214"/>
                </a:lnTo>
                <a:lnTo>
                  <a:pt x="712" y="219"/>
                </a:lnTo>
                <a:lnTo>
                  <a:pt x="712" y="224"/>
                </a:lnTo>
                <a:lnTo>
                  <a:pt x="705" y="231"/>
                </a:lnTo>
                <a:lnTo>
                  <a:pt x="705" y="259"/>
                </a:lnTo>
                <a:lnTo>
                  <a:pt x="704" y="259"/>
                </a:lnTo>
                <a:lnTo>
                  <a:pt x="703" y="260"/>
                </a:lnTo>
                <a:lnTo>
                  <a:pt x="702" y="260"/>
                </a:lnTo>
                <a:lnTo>
                  <a:pt x="700" y="261"/>
                </a:lnTo>
                <a:lnTo>
                  <a:pt x="699" y="262"/>
                </a:lnTo>
                <a:lnTo>
                  <a:pt x="698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5"/>
                </a:lnTo>
                <a:lnTo>
                  <a:pt x="692" y="266"/>
                </a:lnTo>
                <a:lnTo>
                  <a:pt x="691" y="266"/>
                </a:lnTo>
                <a:lnTo>
                  <a:pt x="690" y="267"/>
                </a:lnTo>
                <a:lnTo>
                  <a:pt x="689" y="267"/>
                </a:lnTo>
                <a:lnTo>
                  <a:pt x="689" y="268"/>
                </a:lnTo>
                <a:lnTo>
                  <a:pt x="688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4" y="280"/>
                </a:lnTo>
                <a:lnTo>
                  <a:pt x="683" y="281"/>
                </a:lnTo>
                <a:lnTo>
                  <a:pt x="682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79" y="284"/>
                </a:lnTo>
                <a:lnTo>
                  <a:pt x="678" y="284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2" y="286"/>
                </a:lnTo>
                <a:lnTo>
                  <a:pt x="670" y="286"/>
                </a:lnTo>
                <a:lnTo>
                  <a:pt x="668" y="286"/>
                </a:lnTo>
                <a:lnTo>
                  <a:pt x="667" y="286"/>
                </a:lnTo>
                <a:lnTo>
                  <a:pt x="667" y="287"/>
                </a:lnTo>
                <a:lnTo>
                  <a:pt x="666" y="288"/>
                </a:lnTo>
                <a:lnTo>
                  <a:pt x="666" y="289"/>
                </a:lnTo>
                <a:lnTo>
                  <a:pt x="665" y="289"/>
                </a:lnTo>
                <a:lnTo>
                  <a:pt x="664" y="290"/>
                </a:lnTo>
                <a:lnTo>
                  <a:pt x="663" y="290"/>
                </a:lnTo>
                <a:lnTo>
                  <a:pt x="663" y="291"/>
                </a:lnTo>
                <a:lnTo>
                  <a:pt x="661" y="291"/>
                </a:lnTo>
                <a:lnTo>
                  <a:pt x="661" y="292"/>
                </a:lnTo>
                <a:lnTo>
                  <a:pt x="660" y="292"/>
                </a:lnTo>
                <a:lnTo>
                  <a:pt x="657" y="293"/>
                </a:lnTo>
                <a:lnTo>
                  <a:pt x="657" y="294"/>
                </a:lnTo>
                <a:lnTo>
                  <a:pt x="656" y="294"/>
                </a:lnTo>
                <a:lnTo>
                  <a:pt x="655" y="295"/>
                </a:lnTo>
                <a:lnTo>
                  <a:pt x="654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8" y="297"/>
                </a:lnTo>
                <a:lnTo>
                  <a:pt x="648" y="298"/>
                </a:lnTo>
                <a:lnTo>
                  <a:pt x="647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3" y="298"/>
                </a:lnTo>
                <a:lnTo>
                  <a:pt x="642" y="298"/>
                </a:lnTo>
                <a:lnTo>
                  <a:pt x="642" y="297"/>
                </a:lnTo>
                <a:lnTo>
                  <a:pt x="641" y="297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1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5" y="299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2" y="301"/>
                </a:lnTo>
                <a:lnTo>
                  <a:pt x="673" y="301"/>
                </a:lnTo>
                <a:lnTo>
                  <a:pt x="674" y="301"/>
                </a:lnTo>
                <a:lnTo>
                  <a:pt x="681" y="309"/>
                </a:lnTo>
                <a:lnTo>
                  <a:pt x="687" y="311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1"/>
                </a:lnTo>
                <a:lnTo>
                  <a:pt x="718" y="327"/>
                </a:lnTo>
                <a:lnTo>
                  <a:pt x="717" y="331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8" y="348"/>
                </a:lnTo>
                <a:lnTo>
                  <a:pt x="739" y="348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0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3"/>
                </a:lnTo>
                <a:lnTo>
                  <a:pt x="765" y="385"/>
                </a:lnTo>
                <a:lnTo>
                  <a:pt x="765" y="386"/>
                </a:lnTo>
                <a:lnTo>
                  <a:pt x="765" y="387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69" y="390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6" y="389"/>
                </a:lnTo>
                <a:lnTo>
                  <a:pt x="777" y="389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5"/>
                </a:lnTo>
                <a:lnTo>
                  <a:pt x="783" y="393"/>
                </a:lnTo>
                <a:lnTo>
                  <a:pt x="791" y="392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5"/>
                </a:lnTo>
                <a:lnTo>
                  <a:pt x="807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0" y="415"/>
                </a:lnTo>
                <a:lnTo>
                  <a:pt x="820" y="414"/>
                </a:lnTo>
                <a:lnTo>
                  <a:pt x="821" y="415"/>
                </a:lnTo>
                <a:lnTo>
                  <a:pt x="822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7"/>
                </a:lnTo>
                <a:lnTo>
                  <a:pt x="830" y="418"/>
                </a:lnTo>
                <a:lnTo>
                  <a:pt x="831" y="420"/>
                </a:lnTo>
                <a:lnTo>
                  <a:pt x="832" y="421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5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5" y="390"/>
                </a:lnTo>
                <a:lnTo>
                  <a:pt x="864" y="388"/>
                </a:lnTo>
                <a:lnTo>
                  <a:pt x="855" y="380"/>
                </a:lnTo>
                <a:lnTo>
                  <a:pt x="857" y="379"/>
                </a:lnTo>
                <a:lnTo>
                  <a:pt x="870" y="376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5"/>
                </a:lnTo>
                <a:lnTo>
                  <a:pt x="984" y="362"/>
                </a:lnTo>
                <a:lnTo>
                  <a:pt x="986" y="360"/>
                </a:lnTo>
                <a:lnTo>
                  <a:pt x="991" y="355"/>
                </a:lnTo>
                <a:lnTo>
                  <a:pt x="993" y="355"/>
                </a:lnTo>
                <a:lnTo>
                  <a:pt x="1004" y="352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8" y="384"/>
                </a:lnTo>
                <a:lnTo>
                  <a:pt x="1067" y="384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3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3" y="488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3" y="493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7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6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9"/>
                </a:lnTo>
                <a:lnTo>
                  <a:pt x="1021" y="513"/>
                </a:lnTo>
                <a:lnTo>
                  <a:pt x="1034" y="526"/>
                </a:lnTo>
                <a:lnTo>
                  <a:pt x="1036" y="528"/>
                </a:lnTo>
                <a:lnTo>
                  <a:pt x="1039" y="532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2"/>
                </a:lnTo>
                <a:lnTo>
                  <a:pt x="1076" y="550"/>
                </a:lnTo>
                <a:lnTo>
                  <a:pt x="1076" y="551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1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1"/>
                </a:lnTo>
                <a:lnTo>
                  <a:pt x="1095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3" y="561"/>
                </a:lnTo>
                <a:lnTo>
                  <a:pt x="1112" y="561"/>
                </a:lnTo>
                <a:lnTo>
                  <a:pt x="1111" y="561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7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1" y="581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90"/>
                </a:lnTo>
                <a:lnTo>
                  <a:pt x="1137" y="590"/>
                </a:lnTo>
                <a:lnTo>
                  <a:pt x="1138" y="591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3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4"/>
                </a:lnTo>
                <a:lnTo>
                  <a:pt x="1152" y="594"/>
                </a:lnTo>
                <a:lnTo>
                  <a:pt x="1155" y="594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2" y="605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6" y="609"/>
                </a:lnTo>
                <a:lnTo>
                  <a:pt x="1165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4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7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60" y="622"/>
                </a:lnTo>
                <a:lnTo>
                  <a:pt x="1159" y="623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0" y="628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0" y="632"/>
                </a:lnTo>
                <a:lnTo>
                  <a:pt x="1161" y="632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2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3" y="647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79" y="663"/>
                </a:lnTo>
                <a:lnTo>
                  <a:pt x="1180" y="663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2" y="671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5" y="680"/>
                </a:lnTo>
                <a:lnTo>
                  <a:pt x="1186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4"/>
                </a:lnTo>
                <a:lnTo>
                  <a:pt x="1185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0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3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6"/>
                </a:lnTo>
                <a:lnTo>
                  <a:pt x="1170" y="707"/>
                </a:lnTo>
                <a:lnTo>
                  <a:pt x="1171" y="708"/>
                </a:lnTo>
                <a:lnTo>
                  <a:pt x="1172" y="709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6" y="712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0" y="719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1" y="723"/>
                </a:lnTo>
                <a:lnTo>
                  <a:pt x="1202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7"/>
                </a:lnTo>
                <a:lnTo>
                  <a:pt x="1206" y="727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5" y="733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09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3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2" y="743"/>
                </a:lnTo>
                <a:lnTo>
                  <a:pt x="1223" y="743"/>
                </a:lnTo>
                <a:lnTo>
                  <a:pt x="1224" y="744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1" y="744"/>
                </a:lnTo>
                <a:lnTo>
                  <a:pt x="1231" y="745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2" y="748"/>
                </a:lnTo>
                <a:lnTo>
                  <a:pt x="1234" y="748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6"/>
                </a:lnTo>
                <a:lnTo>
                  <a:pt x="1248" y="756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3" y="761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5" y="765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3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4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5" y="771"/>
                </a:lnTo>
                <a:lnTo>
                  <a:pt x="1266" y="771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6"/>
                </a:lnTo>
                <a:lnTo>
                  <a:pt x="1274" y="765"/>
                </a:lnTo>
                <a:lnTo>
                  <a:pt x="1275" y="765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0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4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3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3"/>
                </a:lnTo>
                <a:lnTo>
                  <a:pt x="1281" y="722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7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0" y="712"/>
                </a:lnTo>
                <a:lnTo>
                  <a:pt x="1310" y="711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10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1" y="700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3"/>
                </a:lnTo>
                <a:lnTo>
                  <a:pt x="1312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09" y="678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9"/>
                </a:lnTo>
                <a:lnTo>
                  <a:pt x="1289" y="669"/>
                </a:lnTo>
                <a:lnTo>
                  <a:pt x="1289" y="670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80" y="670"/>
                </a:lnTo>
                <a:lnTo>
                  <a:pt x="1279" y="670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1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6"/>
                </a:lnTo>
                <a:lnTo>
                  <a:pt x="1277" y="656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5" y="647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1" y="637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2" y="633"/>
                </a:lnTo>
                <a:lnTo>
                  <a:pt x="1273" y="633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7" y="626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4" y="597"/>
                </a:lnTo>
                <a:lnTo>
                  <a:pt x="1285" y="597"/>
                </a:lnTo>
                <a:lnTo>
                  <a:pt x="1285" y="598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7" y="581"/>
                </a:lnTo>
                <a:lnTo>
                  <a:pt x="1288" y="581"/>
                </a:lnTo>
                <a:lnTo>
                  <a:pt x="1288" y="582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6" y="583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9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4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8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5" y="616"/>
                </a:lnTo>
                <a:lnTo>
                  <a:pt x="1396" y="616"/>
                </a:lnTo>
                <a:lnTo>
                  <a:pt x="1397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8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5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3" y="802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1" y="790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5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800"/>
                </a:lnTo>
                <a:lnTo>
                  <a:pt x="1274" y="801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5" y="805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10"/>
                </a:lnTo>
                <a:lnTo>
                  <a:pt x="1278" y="810"/>
                </a:lnTo>
                <a:lnTo>
                  <a:pt x="1278" y="811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2" y="828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4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8"/>
                </a:lnTo>
                <a:lnTo>
                  <a:pt x="1262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4" y="848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50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5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6"/>
                </a:lnTo>
                <a:lnTo>
                  <a:pt x="1292" y="867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7" y="874"/>
                </a:lnTo>
                <a:lnTo>
                  <a:pt x="1286" y="874"/>
                </a:lnTo>
                <a:lnTo>
                  <a:pt x="1286" y="873"/>
                </a:lnTo>
                <a:lnTo>
                  <a:pt x="1285" y="874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1" y="872"/>
                </a:lnTo>
                <a:lnTo>
                  <a:pt x="1280" y="872"/>
                </a:lnTo>
                <a:lnTo>
                  <a:pt x="1279" y="871"/>
                </a:lnTo>
                <a:lnTo>
                  <a:pt x="1278" y="870"/>
                </a:lnTo>
                <a:lnTo>
                  <a:pt x="1278" y="871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5" y="876"/>
                </a:lnTo>
                <a:lnTo>
                  <a:pt x="1277" y="876"/>
                </a:lnTo>
                <a:lnTo>
                  <a:pt x="1277" y="875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2" y="888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5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1" y="914"/>
                </a:lnTo>
                <a:lnTo>
                  <a:pt x="1272" y="913"/>
                </a:lnTo>
                <a:lnTo>
                  <a:pt x="1271" y="913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8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1" y="943"/>
                </a:lnTo>
                <a:lnTo>
                  <a:pt x="1280" y="944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2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40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9" y="946"/>
                </a:lnTo>
                <a:lnTo>
                  <a:pt x="1248" y="946"/>
                </a:lnTo>
                <a:lnTo>
                  <a:pt x="1247" y="947"/>
                </a:lnTo>
                <a:lnTo>
                  <a:pt x="1246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4" y="946"/>
                </a:lnTo>
                <a:lnTo>
                  <a:pt x="1244" y="945"/>
                </a:lnTo>
                <a:lnTo>
                  <a:pt x="1243" y="945"/>
                </a:lnTo>
                <a:lnTo>
                  <a:pt x="1243" y="944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7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4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5" y="957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3" y="964"/>
                </a:lnTo>
                <a:lnTo>
                  <a:pt x="1212" y="964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7" y="968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1" y="974"/>
                </a:lnTo>
                <a:lnTo>
                  <a:pt x="1211" y="975"/>
                </a:lnTo>
                <a:lnTo>
                  <a:pt x="1212" y="975"/>
                </a:lnTo>
                <a:lnTo>
                  <a:pt x="1212" y="976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8" y="988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2" y="987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9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4" y="996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2" y="1004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8" y="1009"/>
                </a:lnTo>
                <a:lnTo>
                  <a:pt x="1217" y="1009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10" y="1010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6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1"/>
                </a:lnTo>
                <a:lnTo>
                  <a:pt x="1182" y="1010"/>
                </a:lnTo>
                <a:lnTo>
                  <a:pt x="1181" y="1009"/>
                </a:lnTo>
                <a:lnTo>
                  <a:pt x="1181" y="1010"/>
                </a:lnTo>
                <a:lnTo>
                  <a:pt x="1180" y="1010"/>
                </a:lnTo>
                <a:lnTo>
                  <a:pt x="1180" y="1009"/>
                </a:lnTo>
                <a:lnTo>
                  <a:pt x="1179" y="1009"/>
                </a:lnTo>
                <a:lnTo>
                  <a:pt x="1179" y="1010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3"/>
                </a:lnTo>
                <a:lnTo>
                  <a:pt x="1177" y="1014"/>
                </a:lnTo>
                <a:lnTo>
                  <a:pt x="1177" y="1015"/>
                </a:lnTo>
                <a:lnTo>
                  <a:pt x="1176" y="1015"/>
                </a:lnTo>
                <a:lnTo>
                  <a:pt x="1175" y="1015"/>
                </a:lnTo>
                <a:lnTo>
                  <a:pt x="1175" y="1016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8" y="1025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70" y="1036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8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9"/>
                </a:lnTo>
                <a:lnTo>
                  <a:pt x="1141" y="1040"/>
                </a:lnTo>
                <a:lnTo>
                  <a:pt x="1141" y="1039"/>
                </a:lnTo>
                <a:lnTo>
                  <a:pt x="1140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2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40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31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30"/>
                </a:lnTo>
                <a:lnTo>
                  <a:pt x="1097" y="1029"/>
                </a:lnTo>
                <a:lnTo>
                  <a:pt x="1096" y="1028"/>
                </a:lnTo>
                <a:lnTo>
                  <a:pt x="1095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5" y="1023"/>
                </a:lnTo>
                <a:lnTo>
                  <a:pt x="1084" y="1023"/>
                </a:lnTo>
                <a:lnTo>
                  <a:pt x="1084" y="1022"/>
                </a:lnTo>
                <a:lnTo>
                  <a:pt x="1083" y="1021"/>
                </a:lnTo>
                <a:lnTo>
                  <a:pt x="1082" y="1021"/>
                </a:lnTo>
                <a:lnTo>
                  <a:pt x="1080" y="1021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8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1" y="1009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4" y="1000"/>
                </a:lnTo>
                <a:lnTo>
                  <a:pt x="1082" y="999"/>
                </a:lnTo>
                <a:lnTo>
                  <a:pt x="1081" y="999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2" y="994"/>
                </a:lnTo>
                <a:lnTo>
                  <a:pt x="1083" y="993"/>
                </a:lnTo>
                <a:lnTo>
                  <a:pt x="1083" y="992"/>
                </a:lnTo>
                <a:lnTo>
                  <a:pt x="1085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4"/>
                </a:lnTo>
                <a:lnTo>
                  <a:pt x="1081" y="983"/>
                </a:lnTo>
                <a:lnTo>
                  <a:pt x="1081" y="982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80"/>
                </a:lnTo>
                <a:lnTo>
                  <a:pt x="1080" y="979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2"/>
                </a:lnTo>
                <a:lnTo>
                  <a:pt x="1078" y="971"/>
                </a:lnTo>
                <a:lnTo>
                  <a:pt x="1079" y="971"/>
                </a:lnTo>
                <a:lnTo>
                  <a:pt x="1080" y="970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2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8" y="969"/>
                </a:lnTo>
                <a:lnTo>
                  <a:pt x="1077" y="969"/>
                </a:lnTo>
                <a:lnTo>
                  <a:pt x="1077" y="968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2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69" y="957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4" y="947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6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19" y="932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30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9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7"/>
                </a:lnTo>
                <a:lnTo>
                  <a:pt x="1008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1" y="923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9" y="927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8" y="925"/>
                </a:lnTo>
                <a:lnTo>
                  <a:pt x="987" y="925"/>
                </a:lnTo>
                <a:lnTo>
                  <a:pt x="986" y="924"/>
                </a:lnTo>
                <a:lnTo>
                  <a:pt x="985" y="924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2" y="907"/>
                </a:lnTo>
                <a:lnTo>
                  <a:pt x="972" y="908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6" y="893"/>
                </a:lnTo>
                <a:lnTo>
                  <a:pt x="975" y="893"/>
                </a:lnTo>
                <a:lnTo>
                  <a:pt x="976" y="892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1" y="889"/>
                </a:lnTo>
                <a:lnTo>
                  <a:pt x="971" y="888"/>
                </a:lnTo>
                <a:lnTo>
                  <a:pt x="972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71" y="883"/>
                </a:lnTo>
                <a:lnTo>
                  <a:pt x="970" y="883"/>
                </a:lnTo>
                <a:lnTo>
                  <a:pt x="969" y="882"/>
                </a:lnTo>
                <a:lnTo>
                  <a:pt x="968" y="882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4" y="882"/>
                </a:lnTo>
                <a:lnTo>
                  <a:pt x="963" y="882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1" y="882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5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4" y="869"/>
                </a:lnTo>
                <a:lnTo>
                  <a:pt x="953" y="869"/>
                </a:lnTo>
                <a:lnTo>
                  <a:pt x="952" y="868"/>
                </a:lnTo>
                <a:lnTo>
                  <a:pt x="949" y="868"/>
                </a:lnTo>
                <a:lnTo>
                  <a:pt x="949" y="869"/>
                </a:lnTo>
                <a:lnTo>
                  <a:pt x="948" y="869"/>
                </a:lnTo>
                <a:lnTo>
                  <a:pt x="947" y="870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7" y="873"/>
                </a:lnTo>
                <a:lnTo>
                  <a:pt x="946" y="873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4" y="879"/>
                </a:lnTo>
                <a:lnTo>
                  <a:pt x="934" y="878"/>
                </a:lnTo>
                <a:lnTo>
                  <a:pt x="934" y="879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1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20" y="892"/>
                </a:lnTo>
                <a:lnTo>
                  <a:pt x="919" y="892"/>
                </a:lnTo>
                <a:lnTo>
                  <a:pt x="918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10" y="892"/>
                </a:lnTo>
                <a:lnTo>
                  <a:pt x="909" y="892"/>
                </a:lnTo>
                <a:lnTo>
                  <a:pt x="909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4" y="904"/>
                </a:lnTo>
                <a:lnTo>
                  <a:pt x="903" y="904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1" y="904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8" y="902"/>
                </a:lnTo>
                <a:lnTo>
                  <a:pt x="897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90" y="905"/>
                </a:lnTo>
                <a:lnTo>
                  <a:pt x="889" y="905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4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1"/>
                </a:lnTo>
                <a:lnTo>
                  <a:pt x="890" y="912"/>
                </a:lnTo>
                <a:lnTo>
                  <a:pt x="890" y="913"/>
                </a:lnTo>
                <a:lnTo>
                  <a:pt x="891" y="913"/>
                </a:lnTo>
                <a:lnTo>
                  <a:pt x="891" y="914"/>
                </a:lnTo>
                <a:lnTo>
                  <a:pt x="892" y="914"/>
                </a:lnTo>
                <a:lnTo>
                  <a:pt x="893" y="915"/>
                </a:lnTo>
                <a:lnTo>
                  <a:pt x="893" y="916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4" y="919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3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8" y="924"/>
                </a:lnTo>
                <a:lnTo>
                  <a:pt x="899" y="925"/>
                </a:lnTo>
                <a:lnTo>
                  <a:pt x="899" y="926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9"/>
                </a:lnTo>
                <a:lnTo>
                  <a:pt x="899" y="928"/>
                </a:lnTo>
                <a:lnTo>
                  <a:pt x="900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30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9"/>
                </a:lnTo>
                <a:lnTo>
                  <a:pt x="901" y="940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7" y="944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2" y="947"/>
                </a:lnTo>
                <a:lnTo>
                  <a:pt x="913" y="947"/>
                </a:lnTo>
                <a:lnTo>
                  <a:pt x="913" y="948"/>
                </a:lnTo>
                <a:lnTo>
                  <a:pt x="913" y="949"/>
                </a:lnTo>
                <a:lnTo>
                  <a:pt x="912" y="949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0" y="949"/>
                </a:lnTo>
                <a:lnTo>
                  <a:pt x="911" y="949"/>
                </a:lnTo>
                <a:lnTo>
                  <a:pt x="911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1" y="956"/>
                </a:lnTo>
                <a:lnTo>
                  <a:pt x="912" y="956"/>
                </a:lnTo>
                <a:lnTo>
                  <a:pt x="912" y="957"/>
                </a:lnTo>
                <a:lnTo>
                  <a:pt x="911" y="956"/>
                </a:lnTo>
                <a:lnTo>
                  <a:pt x="910" y="956"/>
                </a:lnTo>
                <a:lnTo>
                  <a:pt x="910" y="957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3" y="963"/>
                </a:lnTo>
                <a:lnTo>
                  <a:pt x="902" y="962"/>
                </a:lnTo>
                <a:lnTo>
                  <a:pt x="902" y="961"/>
                </a:lnTo>
                <a:lnTo>
                  <a:pt x="901" y="961"/>
                </a:lnTo>
                <a:lnTo>
                  <a:pt x="901" y="960"/>
                </a:lnTo>
                <a:lnTo>
                  <a:pt x="901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70"/>
                </a:lnTo>
                <a:lnTo>
                  <a:pt x="889" y="970"/>
                </a:lnTo>
                <a:lnTo>
                  <a:pt x="888" y="970"/>
                </a:lnTo>
                <a:lnTo>
                  <a:pt x="888" y="971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3"/>
                </a:lnTo>
                <a:lnTo>
                  <a:pt x="865" y="984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4" y="991"/>
                </a:lnTo>
                <a:lnTo>
                  <a:pt x="854" y="990"/>
                </a:lnTo>
                <a:lnTo>
                  <a:pt x="854" y="989"/>
                </a:lnTo>
                <a:lnTo>
                  <a:pt x="855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6" y="973"/>
                </a:lnTo>
                <a:lnTo>
                  <a:pt x="857" y="972"/>
                </a:lnTo>
                <a:lnTo>
                  <a:pt x="857" y="971"/>
                </a:lnTo>
                <a:lnTo>
                  <a:pt x="858" y="971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60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1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7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2" y="946"/>
                </a:lnTo>
                <a:lnTo>
                  <a:pt x="851" y="946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9" y="948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8" y="951"/>
                </a:lnTo>
                <a:lnTo>
                  <a:pt x="847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1"/>
                </a:lnTo>
                <a:lnTo>
                  <a:pt x="840" y="952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0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4"/>
                </a:lnTo>
                <a:lnTo>
                  <a:pt x="835" y="943"/>
                </a:lnTo>
                <a:lnTo>
                  <a:pt x="835" y="942"/>
                </a:lnTo>
                <a:lnTo>
                  <a:pt x="836" y="942"/>
                </a:lnTo>
                <a:lnTo>
                  <a:pt x="836" y="941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2" y="933"/>
                </a:lnTo>
                <a:lnTo>
                  <a:pt x="832" y="934"/>
                </a:lnTo>
                <a:lnTo>
                  <a:pt x="831" y="934"/>
                </a:lnTo>
                <a:lnTo>
                  <a:pt x="830" y="934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6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5" y="937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1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0" y="916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0" y="912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4" y="903"/>
                </a:lnTo>
                <a:lnTo>
                  <a:pt x="773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2" y="900"/>
                </a:lnTo>
                <a:lnTo>
                  <a:pt x="772" y="899"/>
                </a:lnTo>
                <a:lnTo>
                  <a:pt x="771" y="899"/>
                </a:lnTo>
                <a:lnTo>
                  <a:pt x="771" y="898"/>
                </a:lnTo>
                <a:lnTo>
                  <a:pt x="771" y="897"/>
                </a:lnTo>
                <a:lnTo>
                  <a:pt x="770" y="897"/>
                </a:lnTo>
                <a:lnTo>
                  <a:pt x="769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4"/>
                </a:lnTo>
                <a:lnTo>
                  <a:pt x="768" y="893"/>
                </a:lnTo>
                <a:lnTo>
                  <a:pt x="768" y="892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4" y="871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3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8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799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2"/>
                </a:lnTo>
                <a:lnTo>
                  <a:pt x="835" y="883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9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4" y="892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5" y="888"/>
                </a:lnTo>
                <a:lnTo>
                  <a:pt x="856" y="888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8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7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69" y="884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2" y="881"/>
                </a:lnTo>
                <a:lnTo>
                  <a:pt x="873" y="881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2" y="873"/>
                </a:lnTo>
                <a:lnTo>
                  <a:pt x="883" y="873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4" y="871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60"/>
                </a:lnTo>
                <a:lnTo>
                  <a:pt x="889" y="859"/>
                </a:lnTo>
                <a:lnTo>
                  <a:pt x="889" y="858"/>
                </a:lnTo>
                <a:lnTo>
                  <a:pt x="888" y="857"/>
                </a:lnTo>
                <a:lnTo>
                  <a:pt x="888" y="856"/>
                </a:lnTo>
                <a:lnTo>
                  <a:pt x="887" y="855"/>
                </a:lnTo>
                <a:lnTo>
                  <a:pt x="886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3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4" y="849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6"/>
                </a:lnTo>
                <a:lnTo>
                  <a:pt x="873" y="846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5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5" y="841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3" y="816"/>
                </a:lnTo>
                <a:lnTo>
                  <a:pt x="863" y="815"/>
                </a:lnTo>
                <a:lnTo>
                  <a:pt x="864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10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0" y="809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6" y="809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7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8" y="795"/>
                </a:lnTo>
                <a:lnTo>
                  <a:pt x="889" y="795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6" y="791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900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2"/>
                </a:lnTo>
                <a:lnTo>
                  <a:pt x="904" y="782"/>
                </a:lnTo>
                <a:lnTo>
                  <a:pt x="905" y="781"/>
                </a:lnTo>
                <a:lnTo>
                  <a:pt x="906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2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7" y="756"/>
                </a:lnTo>
                <a:lnTo>
                  <a:pt x="897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8" y="755"/>
                </a:lnTo>
                <a:lnTo>
                  <a:pt x="909" y="755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40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40"/>
                </a:lnTo>
                <a:lnTo>
                  <a:pt x="919" y="741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4"/>
                </a:lnTo>
                <a:lnTo>
                  <a:pt x="929" y="744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8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0"/>
                </a:lnTo>
                <a:lnTo>
                  <a:pt x="946" y="710"/>
                </a:lnTo>
                <a:lnTo>
                  <a:pt x="946" y="711"/>
                </a:lnTo>
                <a:lnTo>
                  <a:pt x="947" y="711"/>
                </a:lnTo>
                <a:lnTo>
                  <a:pt x="947" y="712"/>
                </a:lnTo>
                <a:lnTo>
                  <a:pt x="948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7"/>
                </a:lnTo>
                <a:lnTo>
                  <a:pt x="956" y="706"/>
                </a:lnTo>
                <a:lnTo>
                  <a:pt x="956" y="705"/>
                </a:lnTo>
                <a:lnTo>
                  <a:pt x="956" y="704"/>
                </a:lnTo>
                <a:lnTo>
                  <a:pt x="955" y="703"/>
                </a:lnTo>
                <a:lnTo>
                  <a:pt x="955" y="702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4"/>
                </a:lnTo>
                <a:lnTo>
                  <a:pt x="955" y="683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4" y="676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5" y="674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1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59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5" y="666"/>
                </a:lnTo>
                <a:lnTo>
                  <a:pt x="954" y="666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2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4" y="657"/>
                </a:lnTo>
                <a:lnTo>
                  <a:pt x="944" y="656"/>
                </a:lnTo>
                <a:lnTo>
                  <a:pt x="945" y="655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39" y="643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6" y="628"/>
                </a:lnTo>
                <a:lnTo>
                  <a:pt x="926" y="627"/>
                </a:lnTo>
                <a:lnTo>
                  <a:pt x="925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29" y="620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8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1"/>
                </a:lnTo>
                <a:lnTo>
                  <a:pt x="928" y="610"/>
                </a:lnTo>
                <a:lnTo>
                  <a:pt x="928" y="609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2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600"/>
                </a:lnTo>
                <a:lnTo>
                  <a:pt x="915" y="599"/>
                </a:lnTo>
                <a:lnTo>
                  <a:pt x="915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8"/>
                </a:lnTo>
                <a:lnTo>
                  <a:pt x="911" y="597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7" y="585"/>
                </a:lnTo>
                <a:lnTo>
                  <a:pt x="918" y="585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6" y="579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2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3" y="569"/>
                </a:lnTo>
                <a:lnTo>
                  <a:pt x="912" y="569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6"/>
                </a:lnTo>
                <a:lnTo>
                  <a:pt x="909" y="565"/>
                </a:lnTo>
                <a:lnTo>
                  <a:pt x="908" y="564"/>
                </a:lnTo>
                <a:lnTo>
                  <a:pt x="908" y="563"/>
                </a:lnTo>
                <a:lnTo>
                  <a:pt x="909" y="562"/>
                </a:lnTo>
                <a:lnTo>
                  <a:pt x="908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5" y="561"/>
                </a:lnTo>
                <a:lnTo>
                  <a:pt x="904" y="560"/>
                </a:lnTo>
                <a:lnTo>
                  <a:pt x="903" y="560"/>
                </a:lnTo>
                <a:lnTo>
                  <a:pt x="901" y="559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5" y="553"/>
                </a:lnTo>
                <a:lnTo>
                  <a:pt x="895" y="554"/>
                </a:lnTo>
                <a:lnTo>
                  <a:pt x="894" y="553"/>
                </a:lnTo>
                <a:lnTo>
                  <a:pt x="893" y="553"/>
                </a:lnTo>
                <a:lnTo>
                  <a:pt x="893" y="552"/>
                </a:lnTo>
                <a:lnTo>
                  <a:pt x="892" y="552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5"/>
                </a:lnTo>
                <a:lnTo>
                  <a:pt x="882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79" y="535"/>
                </a:lnTo>
                <a:lnTo>
                  <a:pt x="878" y="535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1"/>
                </a:lnTo>
                <a:lnTo>
                  <a:pt x="874" y="530"/>
                </a:lnTo>
                <a:lnTo>
                  <a:pt x="873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6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2" y="524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8" y="515"/>
                </a:lnTo>
                <a:lnTo>
                  <a:pt x="838" y="514"/>
                </a:lnTo>
                <a:lnTo>
                  <a:pt x="837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8" y="508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1" y="506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3" y="513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0" y="512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1" y="508"/>
                </a:lnTo>
                <a:lnTo>
                  <a:pt x="800" y="508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1" y="494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5"/>
                </a:lnTo>
                <a:lnTo>
                  <a:pt x="771" y="484"/>
                </a:lnTo>
                <a:lnTo>
                  <a:pt x="772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2" y="473"/>
                </a:lnTo>
                <a:lnTo>
                  <a:pt x="771" y="473"/>
                </a:lnTo>
                <a:lnTo>
                  <a:pt x="771" y="474"/>
                </a:lnTo>
                <a:lnTo>
                  <a:pt x="770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2" y="473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0" y="471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7" y="464"/>
                </a:lnTo>
                <a:lnTo>
                  <a:pt x="746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4" y="467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4"/>
                </a:lnTo>
                <a:lnTo>
                  <a:pt x="735" y="463"/>
                </a:lnTo>
                <a:lnTo>
                  <a:pt x="734" y="463"/>
                </a:lnTo>
                <a:lnTo>
                  <a:pt x="733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2" y="460"/>
                </a:lnTo>
                <a:lnTo>
                  <a:pt x="721" y="460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4" y="453"/>
                </a:lnTo>
                <a:lnTo>
                  <a:pt x="714" y="454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6" y="440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5"/>
                </a:lnTo>
                <a:lnTo>
                  <a:pt x="692" y="445"/>
                </a:lnTo>
                <a:lnTo>
                  <a:pt x="692" y="446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9"/>
                </a:lnTo>
                <a:lnTo>
                  <a:pt x="704" y="469"/>
                </a:lnTo>
                <a:lnTo>
                  <a:pt x="703" y="469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7" y="462"/>
                </a:lnTo>
                <a:lnTo>
                  <a:pt x="696" y="462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2" y="453"/>
                </a:lnTo>
                <a:lnTo>
                  <a:pt x="672" y="452"/>
                </a:lnTo>
                <a:lnTo>
                  <a:pt x="671" y="452"/>
                </a:lnTo>
                <a:lnTo>
                  <a:pt x="670" y="452"/>
                </a:lnTo>
                <a:lnTo>
                  <a:pt x="670" y="451"/>
                </a:lnTo>
                <a:lnTo>
                  <a:pt x="670" y="450"/>
                </a:lnTo>
                <a:lnTo>
                  <a:pt x="668" y="450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8" y="415"/>
                </a:lnTo>
                <a:lnTo>
                  <a:pt x="628" y="414"/>
                </a:lnTo>
                <a:lnTo>
                  <a:pt x="627" y="414"/>
                </a:lnTo>
                <a:lnTo>
                  <a:pt x="626" y="414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8" y="402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6" y="382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2" y="397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9"/>
                </a:lnTo>
                <a:lnTo>
                  <a:pt x="516" y="408"/>
                </a:lnTo>
                <a:lnTo>
                  <a:pt x="515" y="407"/>
                </a:lnTo>
                <a:lnTo>
                  <a:pt x="515" y="408"/>
                </a:lnTo>
                <a:lnTo>
                  <a:pt x="514" y="408"/>
                </a:lnTo>
                <a:lnTo>
                  <a:pt x="514" y="407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8"/>
                </a:lnTo>
                <a:lnTo>
                  <a:pt x="480" y="388"/>
                </a:lnTo>
                <a:lnTo>
                  <a:pt x="479" y="388"/>
                </a:lnTo>
                <a:lnTo>
                  <a:pt x="479" y="387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69" y="383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60" y="378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7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1" y="372"/>
                </a:lnTo>
                <a:lnTo>
                  <a:pt x="451" y="371"/>
                </a:lnTo>
                <a:lnTo>
                  <a:pt x="450" y="372"/>
                </a:lnTo>
                <a:lnTo>
                  <a:pt x="448" y="372"/>
                </a:lnTo>
                <a:lnTo>
                  <a:pt x="448" y="373"/>
                </a:lnTo>
                <a:lnTo>
                  <a:pt x="447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39" y="370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2"/>
                </a:lnTo>
                <a:lnTo>
                  <a:pt x="419" y="373"/>
                </a:lnTo>
                <a:lnTo>
                  <a:pt x="419" y="374"/>
                </a:lnTo>
                <a:lnTo>
                  <a:pt x="420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2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4" y="397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1"/>
                </a:lnTo>
                <a:lnTo>
                  <a:pt x="416" y="400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4" y="426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5"/>
                </a:lnTo>
                <a:lnTo>
                  <a:pt x="415" y="434"/>
                </a:lnTo>
                <a:lnTo>
                  <a:pt x="414" y="434"/>
                </a:lnTo>
                <a:lnTo>
                  <a:pt x="414" y="435"/>
                </a:lnTo>
                <a:lnTo>
                  <a:pt x="413" y="435"/>
                </a:lnTo>
                <a:lnTo>
                  <a:pt x="413" y="434"/>
                </a:lnTo>
                <a:lnTo>
                  <a:pt x="412" y="434"/>
                </a:lnTo>
                <a:lnTo>
                  <a:pt x="411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2"/>
                </a:lnTo>
                <a:lnTo>
                  <a:pt x="409" y="433"/>
                </a:lnTo>
                <a:lnTo>
                  <a:pt x="408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2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40"/>
                </a:lnTo>
                <a:lnTo>
                  <a:pt x="392" y="440"/>
                </a:lnTo>
                <a:lnTo>
                  <a:pt x="392" y="441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4"/>
                </a:lnTo>
                <a:lnTo>
                  <a:pt x="392" y="444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6" y="455"/>
                </a:lnTo>
                <a:lnTo>
                  <a:pt x="386" y="456"/>
                </a:lnTo>
                <a:lnTo>
                  <a:pt x="386" y="457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8" y="460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8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7"/>
                </a:lnTo>
                <a:lnTo>
                  <a:pt x="353" y="477"/>
                </a:lnTo>
                <a:lnTo>
                  <a:pt x="353" y="476"/>
                </a:lnTo>
                <a:lnTo>
                  <a:pt x="353" y="475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6" y="475"/>
                </a:lnTo>
                <a:lnTo>
                  <a:pt x="345" y="475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3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5" y="459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6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7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1" y="462"/>
                </a:lnTo>
                <a:lnTo>
                  <a:pt x="280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5" y="460"/>
                </a:lnTo>
                <a:lnTo>
                  <a:pt x="275" y="461"/>
                </a:lnTo>
                <a:lnTo>
                  <a:pt x="274" y="461"/>
                </a:lnTo>
                <a:lnTo>
                  <a:pt x="274" y="460"/>
                </a:lnTo>
                <a:lnTo>
                  <a:pt x="273" y="460"/>
                </a:lnTo>
                <a:lnTo>
                  <a:pt x="272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8" y="459"/>
                </a:lnTo>
                <a:lnTo>
                  <a:pt x="267" y="460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2"/>
                </a:lnTo>
                <a:lnTo>
                  <a:pt x="253" y="451"/>
                </a:lnTo>
                <a:lnTo>
                  <a:pt x="252" y="451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9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6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89" y="431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9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8"/>
                </a:lnTo>
                <a:lnTo>
                  <a:pt x="125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7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2"/>
                </a:lnTo>
                <a:lnTo>
                  <a:pt x="10" y="383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7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59" y="227"/>
                </a:lnTo>
                <a:lnTo>
                  <a:pt x="90" y="223"/>
                </a:lnTo>
                <a:lnTo>
                  <a:pt x="104" y="221"/>
                </a:lnTo>
                <a:lnTo>
                  <a:pt x="105" y="221"/>
                </a:lnTo>
                <a:lnTo>
                  <a:pt x="128" y="219"/>
                </a:lnTo>
                <a:lnTo>
                  <a:pt x="133" y="206"/>
                </a:lnTo>
                <a:lnTo>
                  <a:pt x="132" y="197"/>
                </a:lnTo>
                <a:lnTo>
                  <a:pt x="141" y="186"/>
                </a:lnTo>
                <a:lnTo>
                  <a:pt x="149" y="174"/>
                </a:lnTo>
                <a:lnTo>
                  <a:pt x="150" y="173"/>
                </a:lnTo>
                <a:lnTo>
                  <a:pt x="166" y="157"/>
                </a:lnTo>
                <a:lnTo>
                  <a:pt x="175" y="150"/>
                </a:lnTo>
                <a:lnTo>
                  <a:pt x="197" y="133"/>
                </a:lnTo>
                <a:lnTo>
                  <a:pt x="213" y="130"/>
                </a:lnTo>
                <a:lnTo>
                  <a:pt x="217" y="130"/>
                </a:lnTo>
                <a:lnTo>
                  <a:pt x="219" y="126"/>
                </a:lnTo>
                <a:lnTo>
                  <a:pt x="222" y="121"/>
                </a:lnTo>
                <a:lnTo>
                  <a:pt x="224" y="120"/>
                </a:lnTo>
                <a:lnTo>
                  <a:pt x="227" y="116"/>
                </a:lnTo>
                <a:lnTo>
                  <a:pt x="237" y="111"/>
                </a:lnTo>
                <a:lnTo>
                  <a:pt x="240" y="110"/>
                </a:lnTo>
                <a:lnTo>
                  <a:pt x="249" y="106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5"/>
                </a:lnTo>
                <a:lnTo>
                  <a:pt x="258" y="116"/>
                </a:lnTo>
                <a:lnTo>
                  <a:pt x="259" y="116"/>
                </a:lnTo>
                <a:lnTo>
                  <a:pt x="259" y="117"/>
                </a:lnTo>
                <a:lnTo>
                  <a:pt x="260" y="117"/>
                </a:lnTo>
                <a:lnTo>
                  <a:pt x="260" y="118"/>
                </a:lnTo>
                <a:lnTo>
                  <a:pt x="260" y="119"/>
                </a:lnTo>
                <a:lnTo>
                  <a:pt x="262" y="122"/>
                </a:lnTo>
                <a:lnTo>
                  <a:pt x="262" y="123"/>
                </a:lnTo>
                <a:lnTo>
                  <a:pt x="266" y="126"/>
                </a:lnTo>
                <a:lnTo>
                  <a:pt x="266" y="127"/>
                </a:lnTo>
                <a:lnTo>
                  <a:pt x="267" y="127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69" y="119"/>
                </a:lnTo>
                <a:lnTo>
                  <a:pt x="270" y="118"/>
                </a:lnTo>
                <a:lnTo>
                  <a:pt x="271" y="117"/>
                </a:lnTo>
                <a:lnTo>
                  <a:pt x="272" y="116"/>
                </a:lnTo>
                <a:lnTo>
                  <a:pt x="274" y="115"/>
                </a:lnTo>
                <a:lnTo>
                  <a:pt x="275" y="114"/>
                </a:lnTo>
                <a:lnTo>
                  <a:pt x="276" y="113"/>
                </a:lnTo>
                <a:lnTo>
                  <a:pt x="277" y="112"/>
                </a:lnTo>
                <a:lnTo>
                  <a:pt x="278" y="112"/>
                </a:lnTo>
                <a:lnTo>
                  <a:pt x="279" y="111"/>
                </a:lnTo>
                <a:lnTo>
                  <a:pt x="282" y="110"/>
                </a:lnTo>
                <a:lnTo>
                  <a:pt x="283" y="109"/>
                </a:lnTo>
                <a:lnTo>
                  <a:pt x="283" y="108"/>
                </a:lnTo>
                <a:lnTo>
                  <a:pt x="284" y="108"/>
                </a:lnTo>
                <a:lnTo>
                  <a:pt x="285" y="107"/>
                </a:lnTo>
                <a:lnTo>
                  <a:pt x="286" y="107"/>
                </a:lnTo>
                <a:lnTo>
                  <a:pt x="288" y="106"/>
                </a:lnTo>
                <a:lnTo>
                  <a:pt x="288" y="105"/>
                </a:lnTo>
                <a:lnTo>
                  <a:pt x="289" y="105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8" y="100"/>
                </a:lnTo>
                <a:lnTo>
                  <a:pt x="300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7" y="97"/>
                </a:lnTo>
                <a:lnTo>
                  <a:pt x="318" y="97"/>
                </a:lnTo>
                <a:lnTo>
                  <a:pt x="319" y="96"/>
                </a:lnTo>
                <a:lnTo>
                  <a:pt x="320" y="96"/>
                </a:lnTo>
                <a:lnTo>
                  <a:pt x="322" y="95"/>
                </a:lnTo>
                <a:lnTo>
                  <a:pt x="324" y="94"/>
                </a:lnTo>
                <a:lnTo>
                  <a:pt x="325" y="94"/>
                </a:lnTo>
                <a:lnTo>
                  <a:pt x="326" y="94"/>
                </a:lnTo>
                <a:lnTo>
                  <a:pt x="326" y="93"/>
                </a:lnTo>
                <a:lnTo>
                  <a:pt x="328" y="92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9"/>
                </a:lnTo>
                <a:lnTo>
                  <a:pt x="336" y="88"/>
                </a:lnTo>
                <a:lnTo>
                  <a:pt x="336" y="87"/>
                </a:lnTo>
                <a:lnTo>
                  <a:pt x="337" y="87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2" y="79"/>
                </a:lnTo>
                <a:lnTo>
                  <a:pt x="342" y="77"/>
                </a:lnTo>
                <a:lnTo>
                  <a:pt x="336" y="67"/>
                </a:lnTo>
                <a:lnTo>
                  <a:pt x="339" y="65"/>
                </a:lnTo>
                <a:lnTo>
                  <a:pt x="342" y="63"/>
                </a:lnTo>
                <a:lnTo>
                  <a:pt x="346" y="60"/>
                </a:lnTo>
                <a:lnTo>
                  <a:pt x="333" y="49"/>
                </a:lnTo>
                <a:lnTo>
                  <a:pt x="333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29" y="36"/>
                </a:lnTo>
                <a:lnTo>
                  <a:pt x="330" y="35"/>
                </a:lnTo>
                <a:lnTo>
                  <a:pt x="331" y="33"/>
                </a:lnTo>
                <a:lnTo>
                  <a:pt x="331" y="31"/>
                </a:lnTo>
                <a:lnTo>
                  <a:pt x="332" y="27"/>
                </a:lnTo>
                <a:lnTo>
                  <a:pt x="333" y="26"/>
                </a:lnTo>
                <a:lnTo>
                  <a:pt x="334" y="25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9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6" y="17"/>
                </a:lnTo>
                <a:lnTo>
                  <a:pt x="349" y="16"/>
                </a:lnTo>
                <a:lnTo>
                  <a:pt x="350" y="16"/>
                </a:lnTo>
                <a:lnTo>
                  <a:pt x="351" y="15"/>
                </a:lnTo>
                <a:lnTo>
                  <a:pt x="352" y="15"/>
                </a:lnTo>
                <a:lnTo>
                  <a:pt x="353" y="14"/>
                </a:lnTo>
                <a:lnTo>
                  <a:pt x="354" y="14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1" y="10"/>
                </a:lnTo>
                <a:lnTo>
                  <a:pt x="362" y="10"/>
                </a:lnTo>
                <a:lnTo>
                  <a:pt x="362" y="9"/>
                </a:lnTo>
                <a:lnTo>
                  <a:pt x="364" y="8"/>
                </a:lnTo>
                <a:lnTo>
                  <a:pt x="368" y="8"/>
                </a:lnTo>
                <a:lnTo>
                  <a:pt x="371" y="8"/>
                </a:lnTo>
                <a:lnTo>
                  <a:pt x="372" y="7"/>
                </a:lnTo>
                <a:lnTo>
                  <a:pt x="375" y="7"/>
                </a:lnTo>
                <a:lnTo>
                  <a:pt x="378" y="7"/>
                </a:lnTo>
                <a:lnTo>
                  <a:pt x="379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7" y="6"/>
                </a:lnTo>
                <a:lnTo>
                  <a:pt x="397" y="5"/>
                </a:lnTo>
                <a:lnTo>
                  <a:pt x="403" y="5"/>
                </a:lnTo>
                <a:lnTo>
                  <a:pt x="408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4" y="4"/>
                </a:lnTo>
                <a:lnTo>
                  <a:pt x="425" y="3"/>
                </a:lnTo>
                <a:lnTo>
                  <a:pt x="426" y="3"/>
                </a:lnTo>
                <a:lnTo>
                  <a:pt x="429" y="1"/>
                </a:lnTo>
                <a:lnTo>
                  <a:pt x="431" y="1"/>
                </a:lnTo>
                <a:lnTo>
                  <a:pt x="433" y="1"/>
                </a:lnTo>
                <a:lnTo>
                  <a:pt x="435" y="0"/>
                </a:lnTo>
                <a:lnTo>
                  <a:pt x="437" y="4"/>
                </a:lnTo>
                <a:lnTo>
                  <a:pt x="441" y="14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1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4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A2CAE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128988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3" y="2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4" y="3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5"/>
                </a:lnTo>
                <a:lnTo>
                  <a:pt x="710" y="5"/>
                </a:lnTo>
                <a:lnTo>
                  <a:pt x="711" y="5"/>
                </a:lnTo>
                <a:lnTo>
                  <a:pt x="712" y="6"/>
                </a:lnTo>
                <a:lnTo>
                  <a:pt x="713" y="6"/>
                </a:lnTo>
                <a:lnTo>
                  <a:pt x="713" y="5"/>
                </a:lnTo>
                <a:lnTo>
                  <a:pt x="715" y="5"/>
                </a:lnTo>
                <a:lnTo>
                  <a:pt x="716" y="4"/>
                </a:lnTo>
                <a:lnTo>
                  <a:pt x="716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10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5" y="11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2"/>
                </a:lnTo>
                <a:lnTo>
                  <a:pt x="747" y="22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40"/>
                </a:lnTo>
                <a:lnTo>
                  <a:pt x="780" y="41"/>
                </a:lnTo>
                <a:lnTo>
                  <a:pt x="781" y="41"/>
                </a:lnTo>
                <a:lnTo>
                  <a:pt x="781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1" y="21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3" y="83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2" y="102"/>
                </a:lnTo>
                <a:lnTo>
                  <a:pt x="972" y="100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4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8" y="267"/>
                </a:lnTo>
                <a:lnTo>
                  <a:pt x="1199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1" y="345"/>
                </a:lnTo>
                <a:lnTo>
                  <a:pt x="1221" y="346"/>
                </a:lnTo>
                <a:lnTo>
                  <a:pt x="1222" y="346"/>
                </a:lnTo>
                <a:lnTo>
                  <a:pt x="1222" y="347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6" y="378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4"/>
                </a:lnTo>
                <a:lnTo>
                  <a:pt x="1177" y="383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6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29" y="450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1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30" y="505"/>
                </a:lnTo>
                <a:lnTo>
                  <a:pt x="1029" y="505"/>
                </a:lnTo>
                <a:lnTo>
                  <a:pt x="1028" y="505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1" y="522"/>
                </a:lnTo>
                <a:lnTo>
                  <a:pt x="1032" y="523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8" y="619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20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6" y="670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2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2" y="665"/>
                </a:lnTo>
                <a:lnTo>
                  <a:pt x="931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0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2" y="573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49"/>
                </a:lnTo>
                <a:lnTo>
                  <a:pt x="813" y="548"/>
                </a:lnTo>
                <a:lnTo>
                  <a:pt x="813" y="547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7" y="525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8"/>
                </a:lnTo>
                <a:lnTo>
                  <a:pt x="774" y="518"/>
                </a:lnTo>
                <a:lnTo>
                  <a:pt x="774" y="517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4"/>
                </a:lnTo>
                <a:lnTo>
                  <a:pt x="757" y="517"/>
                </a:lnTo>
                <a:lnTo>
                  <a:pt x="756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9"/>
                </a:lnTo>
                <a:lnTo>
                  <a:pt x="750" y="520"/>
                </a:lnTo>
                <a:lnTo>
                  <a:pt x="749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3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2" y="559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3" y="566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1" y="574"/>
                </a:lnTo>
                <a:lnTo>
                  <a:pt x="722" y="575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5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8" y="650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5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7" y="683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7" y="687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1" y="700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2" y="706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3" y="726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10" y="732"/>
                </a:lnTo>
                <a:lnTo>
                  <a:pt x="709" y="732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1"/>
                </a:lnTo>
                <a:lnTo>
                  <a:pt x="705" y="731"/>
                </a:lnTo>
                <a:lnTo>
                  <a:pt x="705" y="732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2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0" y="737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1" y="742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3" y="737"/>
                </a:lnTo>
                <a:lnTo>
                  <a:pt x="662" y="738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8"/>
                </a:lnTo>
                <a:lnTo>
                  <a:pt x="661" y="738"/>
                </a:lnTo>
                <a:lnTo>
                  <a:pt x="661" y="739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5"/>
                </a:lnTo>
                <a:lnTo>
                  <a:pt x="664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6"/>
                </a:lnTo>
                <a:lnTo>
                  <a:pt x="663" y="757"/>
                </a:lnTo>
                <a:lnTo>
                  <a:pt x="664" y="758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2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8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5"/>
                </a:lnTo>
                <a:lnTo>
                  <a:pt x="631" y="754"/>
                </a:lnTo>
                <a:lnTo>
                  <a:pt x="631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7"/>
                </a:lnTo>
                <a:lnTo>
                  <a:pt x="628" y="747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9"/>
                </a:lnTo>
                <a:lnTo>
                  <a:pt x="613" y="749"/>
                </a:lnTo>
                <a:lnTo>
                  <a:pt x="613" y="748"/>
                </a:lnTo>
                <a:lnTo>
                  <a:pt x="612" y="749"/>
                </a:lnTo>
                <a:lnTo>
                  <a:pt x="612" y="751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6"/>
                </a:lnTo>
                <a:lnTo>
                  <a:pt x="610" y="757"/>
                </a:lnTo>
                <a:lnTo>
                  <a:pt x="611" y="758"/>
                </a:lnTo>
                <a:lnTo>
                  <a:pt x="611" y="759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8"/>
                </a:lnTo>
                <a:lnTo>
                  <a:pt x="614" y="779"/>
                </a:lnTo>
                <a:lnTo>
                  <a:pt x="614" y="780"/>
                </a:lnTo>
                <a:lnTo>
                  <a:pt x="613" y="780"/>
                </a:lnTo>
                <a:lnTo>
                  <a:pt x="612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3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3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8"/>
                </a:lnTo>
                <a:lnTo>
                  <a:pt x="593" y="758"/>
                </a:lnTo>
                <a:lnTo>
                  <a:pt x="592" y="758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8"/>
                </a:lnTo>
                <a:lnTo>
                  <a:pt x="585" y="758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8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3"/>
                </a:lnTo>
                <a:lnTo>
                  <a:pt x="557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2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6" y="759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3" y="751"/>
                </a:lnTo>
                <a:lnTo>
                  <a:pt x="542" y="751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5" y="738"/>
                </a:lnTo>
                <a:lnTo>
                  <a:pt x="545" y="739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9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3"/>
                </a:lnTo>
                <a:lnTo>
                  <a:pt x="542" y="723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4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0" y="721"/>
                </a:lnTo>
                <a:lnTo>
                  <a:pt x="530" y="720"/>
                </a:lnTo>
                <a:lnTo>
                  <a:pt x="529" y="720"/>
                </a:lnTo>
                <a:lnTo>
                  <a:pt x="529" y="719"/>
                </a:lnTo>
                <a:lnTo>
                  <a:pt x="530" y="718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5"/>
                </a:lnTo>
                <a:lnTo>
                  <a:pt x="528" y="714"/>
                </a:lnTo>
                <a:lnTo>
                  <a:pt x="527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7"/>
                </a:lnTo>
                <a:lnTo>
                  <a:pt x="513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5" y="701"/>
                </a:lnTo>
                <a:lnTo>
                  <a:pt x="525" y="702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4" y="700"/>
                </a:lnTo>
                <a:lnTo>
                  <a:pt x="514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9" y="698"/>
                </a:lnTo>
                <a:lnTo>
                  <a:pt x="499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5" y="683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0" y="680"/>
                </a:lnTo>
                <a:lnTo>
                  <a:pt x="480" y="679"/>
                </a:lnTo>
                <a:lnTo>
                  <a:pt x="481" y="679"/>
                </a:lnTo>
                <a:lnTo>
                  <a:pt x="480" y="679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4" y="675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8" y="675"/>
                </a:lnTo>
                <a:lnTo>
                  <a:pt x="466" y="675"/>
                </a:lnTo>
                <a:lnTo>
                  <a:pt x="466" y="674"/>
                </a:lnTo>
                <a:lnTo>
                  <a:pt x="465" y="675"/>
                </a:lnTo>
                <a:lnTo>
                  <a:pt x="464" y="676"/>
                </a:lnTo>
                <a:lnTo>
                  <a:pt x="464" y="677"/>
                </a:lnTo>
                <a:lnTo>
                  <a:pt x="463" y="677"/>
                </a:lnTo>
                <a:lnTo>
                  <a:pt x="462" y="678"/>
                </a:lnTo>
                <a:lnTo>
                  <a:pt x="461" y="678"/>
                </a:lnTo>
                <a:lnTo>
                  <a:pt x="460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8"/>
                </a:lnTo>
                <a:lnTo>
                  <a:pt x="458" y="677"/>
                </a:lnTo>
                <a:lnTo>
                  <a:pt x="457" y="677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2" y="680"/>
                </a:lnTo>
                <a:lnTo>
                  <a:pt x="451" y="680"/>
                </a:lnTo>
                <a:lnTo>
                  <a:pt x="451" y="679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6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7" y="687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5"/>
                </a:lnTo>
                <a:lnTo>
                  <a:pt x="426" y="694"/>
                </a:lnTo>
                <a:lnTo>
                  <a:pt x="425" y="694"/>
                </a:lnTo>
                <a:lnTo>
                  <a:pt x="424" y="694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2"/>
                </a:lnTo>
                <a:lnTo>
                  <a:pt x="414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1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1"/>
                </a:lnTo>
                <a:lnTo>
                  <a:pt x="403" y="691"/>
                </a:lnTo>
                <a:lnTo>
                  <a:pt x="403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1"/>
                </a:lnTo>
                <a:lnTo>
                  <a:pt x="382" y="682"/>
                </a:lnTo>
                <a:lnTo>
                  <a:pt x="380" y="682"/>
                </a:lnTo>
                <a:lnTo>
                  <a:pt x="380" y="683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8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60" y="684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6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4" y="672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7" y="667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3" y="668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2" y="663"/>
                </a:lnTo>
                <a:lnTo>
                  <a:pt x="271" y="663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8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5" y="654"/>
                </a:lnTo>
                <a:lnTo>
                  <a:pt x="234" y="653"/>
                </a:lnTo>
                <a:lnTo>
                  <a:pt x="234" y="654"/>
                </a:lnTo>
                <a:lnTo>
                  <a:pt x="234" y="655"/>
                </a:lnTo>
                <a:lnTo>
                  <a:pt x="233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7"/>
                </a:lnTo>
                <a:lnTo>
                  <a:pt x="221" y="647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2"/>
                </a:lnTo>
                <a:lnTo>
                  <a:pt x="214" y="642"/>
                </a:lnTo>
                <a:lnTo>
                  <a:pt x="214" y="641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2" y="627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3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2" y="625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3"/>
                </a:lnTo>
                <a:lnTo>
                  <a:pt x="117" y="623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2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79" y="598"/>
                </a:lnTo>
                <a:lnTo>
                  <a:pt x="79" y="597"/>
                </a:lnTo>
                <a:lnTo>
                  <a:pt x="78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6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2" y="532"/>
                </a:lnTo>
                <a:lnTo>
                  <a:pt x="23" y="531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8" y="512"/>
                </a:lnTo>
                <a:lnTo>
                  <a:pt x="38" y="511"/>
                </a:lnTo>
                <a:lnTo>
                  <a:pt x="39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7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2"/>
                </a:lnTo>
                <a:lnTo>
                  <a:pt x="38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8" y="482"/>
                </a:lnTo>
                <a:lnTo>
                  <a:pt x="38" y="481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6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3" y="459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6"/>
                </a:lnTo>
                <a:lnTo>
                  <a:pt x="37" y="455"/>
                </a:lnTo>
                <a:lnTo>
                  <a:pt x="38" y="455"/>
                </a:lnTo>
                <a:lnTo>
                  <a:pt x="39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8" y="445"/>
                </a:lnTo>
                <a:lnTo>
                  <a:pt x="38" y="444"/>
                </a:lnTo>
                <a:lnTo>
                  <a:pt x="37" y="443"/>
                </a:lnTo>
                <a:lnTo>
                  <a:pt x="37" y="442"/>
                </a:lnTo>
                <a:lnTo>
                  <a:pt x="38" y="442"/>
                </a:lnTo>
                <a:lnTo>
                  <a:pt x="37" y="442"/>
                </a:lnTo>
                <a:lnTo>
                  <a:pt x="37" y="441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4" y="441"/>
                </a:lnTo>
                <a:lnTo>
                  <a:pt x="33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8" y="395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3" y="383"/>
                </a:lnTo>
                <a:lnTo>
                  <a:pt x="33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29" y="380"/>
                </a:lnTo>
                <a:lnTo>
                  <a:pt x="29" y="381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3" y="372"/>
                </a:lnTo>
                <a:lnTo>
                  <a:pt x="33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5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2"/>
                </a:lnTo>
                <a:lnTo>
                  <a:pt x="33" y="351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4" y="344"/>
                </a:lnTo>
                <a:lnTo>
                  <a:pt x="33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7"/>
                </a:lnTo>
                <a:lnTo>
                  <a:pt x="48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1" y="315"/>
                </a:lnTo>
                <a:lnTo>
                  <a:pt x="51" y="314"/>
                </a:lnTo>
                <a:lnTo>
                  <a:pt x="52" y="314"/>
                </a:lnTo>
                <a:lnTo>
                  <a:pt x="53" y="314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6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5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6" y="306"/>
                </a:lnTo>
                <a:lnTo>
                  <a:pt x="66" y="307"/>
                </a:lnTo>
                <a:lnTo>
                  <a:pt x="66" y="308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0"/>
                </a:lnTo>
                <a:lnTo>
                  <a:pt x="71" y="311"/>
                </a:lnTo>
                <a:lnTo>
                  <a:pt x="71" y="310"/>
                </a:lnTo>
                <a:lnTo>
                  <a:pt x="72" y="310"/>
                </a:lnTo>
                <a:lnTo>
                  <a:pt x="72" y="311"/>
                </a:lnTo>
                <a:lnTo>
                  <a:pt x="73" y="312"/>
                </a:lnTo>
                <a:lnTo>
                  <a:pt x="74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8" y="313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90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7" y="317"/>
                </a:lnTo>
                <a:lnTo>
                  <a:pt x="97" y="316"/>
                </a:lnTo>
                <a:lnTo>
                  <a:pt x="98" y="316"/>
                </a:lnTo>
                <a:lnTo>
                  <a:pt x="99" y="315"/>
                </a:lnTo>
                <a:lnTo>
                  <a:pt x="101" y="315"/>
                </a:lnTo>
                <a:lnTo>
                  <a:pt x="102" y="315"/>
                </a:lnTo>
                <a:lnTo>
                  <a:pt x="104" y="315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7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3" y="321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8" y="326"/>
                </a:lnTo>
                <a:lnTo>
                  <a:pt x="127" y="326"/>
                </a:lnTo>
                <a:lnTo>
                  <a:pt x="128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1" y="320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20"/>
                </a:lnTo>
                <a:lnTo>
                  <a:pt x="145" y="319"/>
                </a:lnTo>
                <a:lnTo>
                  <a:pt x="146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0" y="321"/>
                </a:lnTo>
                <a:lnTo>
                  <a:pt x="151" y="321"/>
                </a:lnTo>
                <a:lnTo>
                  <a:pt x="152" y="321"/>
                </a:lnTo>
                <a:lnTo>
                  <a:pt x="154" y="320"/>
                </a:lnTo>
                <a:lnTo>
                  <a:pt x="155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3"/>
                </a:lnTo>
                <a:lnTo>
                  <a:pt x="153" y="312"/>
                </a:lnTo>
                <a:lnTo>
                  <a:pt x="152" y="311"/>
                </a:lnTo>
                <a:lnTo>
                  <a:pt x="152" y="310"/>
                </a:lnTo>
                <a:lnTo>
                  <a:pt x="153" y="310"/>
                </a:lnTo>
                <a:lnTo>
                  <a:pt x="152" y="309"/>
                </a:lnTo>
                <a:lnTo>
                  <a:pt x="153" y="309"/>
                </a:lnTo>
                <a:lnTo>
                  <a:pt x="153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9" y="305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3"/>
                </a:lnTo>
                <a:lnTo>
                  <a:pt x="149" y="302"/>
                </a:lnTo>
                <a:lnTo>
                  <a:pt x="150" y="301"/>
                </a:lnTo>
                <a:lnTo>
                  <a:pt x="151" y="301"/>
                </a:lnTo>
                <a:lnTo>
                  <a:pt x="151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9" y="299"/>
                </a:lnTo>
                <a:lnTo>
                  <a:pt x="149" y="298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1"/>
                </a:lnTo>
                <a:lnTo>
                  <a:pt x="148" y="290"/>
                </a:lnTo>
                <a:lnTo>
                  <a:pt x="147" y="290"/>
                </a:lnTo>
                <a:lnTo>
                  <a:pt x="147" y="289"/>
                </a:lnTo>
                <a:lnTo>
                  <a:pt x="148" y="289"/>
                </a:lnTo>
                <a:lnTo>
                  <a:pt x="148" y="288"/>
                </a:lnTo>
                <a:lnTo>
                  <a:pt x="148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7" y="284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8" y="281"/>
                </a:lnTo>
                <a:lnTo>
                  <a:pt x="147" y="281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7" y="277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8" y="272"/>
                </a:lnTo>
                <a:lnTo>
                  <a:pt x="128" y="271"/>
                </a:lnTo>
                <a:lnTo>
                  <a:pt x="127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7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20" y="262"/>
                </a:lnTo>
                <a:lnTo>
                  <a:pt x="119" y="262"/>
                </a:lnTo>
                <a:lnTo>
                  <a:pt x="119" y="261"/>
                </a:lnTo>
                <a:lnTo>
                  <a:pt x="118" y="262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30"/>
                </a:lnTo>
                <a:lnTo>
                  <a:pt x="155" y="229"/>
                </a:lnTo>
                <a:lnTo>
                  <a:pt x="156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7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6" y="174"/>
                </a:lnTo>
                <a:lnTo>
                  <a:pt x="135" y="174"/>
                </a:lnTo>
                <a:lnTo>
                  <a:pt x="135" y="173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2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4"/>
                </a:lnTo>
                <a:lnTo>
                  <a:pt x="86" y="94"/>
                </a:lnTo>
                <a:lnTo>
                  <a:pt x="86" y="95"/>
                </a:lnTo>
                <a:lnTo>
                  <a:pt x="86" y="99"/>
                </a:lnTo>
                <a:lnTo>
                  <a:pt x="86" y="100"/>
                </a:lnTo>
                <a:lnTo>
                  <a:pt x="86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1"/>
                </a:lnTo>
                <a:lnTo>
                  <a:pt x="67" y="90"/>
                </a:lnTo>
                <a:lnTo>
                  <a:pt x="66" y="90"/>
                </a:lnTo>
                <a:lnTo>
                  <a:pt x="67" y="89"/>
                </a:lnTo>
                <a:lnTo>
                  <a:pt x="68" y="89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9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6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8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50"/>
                </a:lnTo>
                <a:lnTo>
                  <a:pt x="162" y="49"/>
                </a:lnTo>
                <a:lnTo>
                  <a:pt x="163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4" y="29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8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6"/>
                </a:lnTo>
                <a:lnTo>
                  <a:pt x="276" y="15"/>
                </a:lnTo>
                <a:lnTo>
                  <a:pt x="277" y="14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3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5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2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0"/>
                </a:lnTo>
                <a:lnTo>
                  <a:pt x="370" y="31"/>
                </a:lnTo>
                <a:lnTo>
                  <a:pt x="371" y="31"/>
                </a:lnTo>
                <a:lnTo>
                  <a:pt x="376" y="30"/>
                </a:lnTo>
                <a:lnTo>
                  <a:pt x="386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4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1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50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4" y="64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6" y="69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4" y="89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2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5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2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7" y="93"/>
                </a:lnTo>
                <a:lnTo>
                  <a:pt x="538" y="93"/>
                </a:lnTo>
                <a:lnTo>
                  <a:pt x="539" y="93"/>
                </a:lnTo>
                <a:lnTo>
                  <a:pt x="539" y="94"/>
                </a:lnTo>
                <a:lnTo>
                  <a:pt x="540" y="94"/>
                </a:lnTo>
                <a:lnTo>
                  <a:pt x="540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5" y="95"/>
                </a:lnTo>
                <a:lnTo>
                  <a:pt x="546" y="95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90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0" y="92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0" y="101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6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6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8"/>
                </a:lnTo>
                <a:lnTo>
                  <a:pt x="618" y="109"/>
                </a:lnTo>
                <a:lnTo>
                  <a:pt x="618" y="110"/>
                </a:lnTo>
                <a:lnTo>
                  <a:pt x="619" y="110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6"/>
                </a:lnTo>
                <a:lnTo>
                  <a:pt x="631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8"/>
                </a:lnTo>
                <a:lnTo>
                  <a:pt x="641" y="98"/>
                </a:lnTo>
                <a:lnTo>
                  <a:pt x="643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1" y="90"/>
                </a:lnTo>
                <a:lnTo>
                  <a:pt x="651" y="89"/>
                </a:lnTo>
                <a:lnTo>
                  <a:pt x="651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8"/>
                </a:lnTo>
                <a:lnTo>
                  <a:pt x="657" y="77"/>
                </a:lnTo>
                <a:lnTo>
                  <a:pt x="656" y="77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4"/>
                </a:lnTo>
                <a:lnTo>
                  <a:pt x="657" y="73"/>
                </a:lnTo>
                <a:lnTo>
                  <a:pt x="658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7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3" y="66"/>
                </a:lnTo>
                <a:lnTo>
                  <a:pt x="674" y="66"/>
                </a:lnTo>
                <a:lnTo>
                  <a:pt x="674" y="65"/>
                </a:lnTo>
                <a:lnTo>
                  <a:pt x="675" y="66"/>
                </a:lnTo>
                <a:lnTo>
                  <a:pt x="676" y="66"/>
                </a:lnTo>
                <a:lnTo>
                  <a:pt x="676" y="67"/>
                </a:lnTo>
                <a:lnTo>
                  <a:pt x="677" y="67"/>
                </a:lnTo>
                <a:lnTo>
                  <a:pt x="678" y="67"/>
                </a:lnTo>
                <a:lnTo>
                  <a:pt x="678" y="68"/>
                </a:lnTo>
                <a:lnTo>
                  <a:pt x="679" y="68"/>
                </a:lnTo>
                <a:lnTo>
                  <a:pt x="679" y="67"/>
                </a:lnTo>
                <a:lnTo>
                  <a:pt x="680" y="67"/>
                </a:lnTo>
                <a:lnTo>
                  <a:pt x="681" y="68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89" y="59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2" y="34"/>
                </a:lnTo>
                <a:lnTo>
                  <a:pt x="681" y="33"/>
                </a:lnTo>
                <a:lnTo>
                  <a:pt x="681" y="34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5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7"/>
                </a:lnTo>
                <a:lnTo>
                  <a:pt x="684" y="7"/>
                </a:lnTo>
                <a:lnTo>
                  <a:pt x="684" y="6"/>
                </a:lnTo>
                <a:lnTo>
                  <a:pt x="684" y="5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B5D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182448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2" y="4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7EAA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177264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6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0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5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4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2" y="128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4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3"/>
                </a:lnTo>
                <a:lnTo>
                  <a:pt x="269" y="214"/>
                </a:lnTo>
                <a:lnTo>
                  <a:pt x="269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5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2" y="233"/>
                </a:lnTo>
                <a:lnTo>
                  <a:pt x="251" y="233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8"/>
                </a:lnTo>
                <a:lnTo>
                  <a:pt x="197" y="289"/>
                </a:lnTo>
                <a:lnTo>
                  <a:pt x="196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4" y="322"/>
                </a:lnTo>
                <a:lnTo>
                  <a:pt x="214" y="321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2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5"/>
                </a:lnTo>
                <a:lnTo>
                  <a:pt x="206" y="374"/>
                </a:lnTo>
                <a:lnTo>
                  <a:pt x="206" y="375"/>
                </a:lnTo>
                <a:lnTo>
                  <a:pt x="204" y="374"/>
                </a:lnTo>
                <a:lnTo>
                  <a:pt x="203" y="374"/>
                </a:lnTo>
                <a:lnTo>
                  <a:pt x="202" y="375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2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5"/>
                </a:lnTo>
                <a:lnTo>
                  <a:pt x="162" y="404"/>
                </a:lnTo>
                <a:lnTo>
                  <a:pt x="161" y="404"/>
                </a:lnTo>
                <a:lnTo>
                  <a:pt x="162" y="403"/>
                </a:lnTo>
                <a:lnTo>
                  <a:pt x="162" y="402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9"/>
                </a:lnTo>
                <a:lnTo>
                  <a:pt x="160" y="399"/>
                </a:lnTo>
                <a:lnTo>
                  <a:pt x="159" y="400"/>
                </a:lnTo>
                <a:lnTo>
                  <a:pt x="157" y="400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9" y="396"/>
                </a:lnTo>
                <a:lnTo>
                  <a:pt x="148" y="395"/>
                </a:lnTo>
                <a:lnTo>
                  <a:pt x="147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9" y="392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1" y="379"/>
                </a:lnTo>
                <a:lnTo>
                  <a:pt x="132" y="379"/>
                </a:lnTo>
                <a:lnTo>
                  <a:pt x="132" y="378"/>
                </a:lnTo>
                <a:lnTo>
                  <a:pt x="133" y="378"/>
                </a:lnTo>
                <a:lnTo>
                  <a:pt x="133" y="377"/>
                </a:lnTo>
                <a:lnTo>
                  <a:pt x="134" y="376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5" y="371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100" y="363"/>
                </a:lnTo>
                <a:lnTo>
                  <a:pt x="101" y="363"/>
                </a:lnTo>
                <a:lnTo>
                  <a:pt x="101" y="364"/>
                </a:lnTo>
                <a:lnTo>
                  <a:pt x="101" y="363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0"/>
                </a:lnTo>
                <a:lnTo>
                  <a:pt x="97" y="361"/>
                </a:lnTo>
                <a:lnTo>
                  <a:pt x="96" y="360"/>
                </a:lnTo>
                <a:lnTo>
                  <a:pt x="95" y="359"/>
                </a:lnTo>
                <a:lnTo>
                  <a:pt x="94" y="358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5"/>
                </a:lnTo>
                <a:lnTo>
                  <a:pt x="98" y="344"/>
                </a:lnTo>
                <a:lnTo>
                  <a:pt x="98" y="343"/>
                </a:lnTo>
                <a:lnTo>
                  <a:pt x="99" y="342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8"/>
                </a:lnTo>
                <a:lnTo>
                  <a:pt x="110" y="337"/>
                </a:lnTo>
                <a:lnTo>
                  <a:pt x="110" y="336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1" y="332"/>
                </a:lnTo>
                <a:lnTo>
                  <a:pt x="110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9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9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9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5" y="266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89" y="261"/>
                </a:lnTo>
                <a:lnTo>
                  <a:pt x="90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4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6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5" y="174"/>
                </a:lnTo>
                <a:lnTo>
                  <a:pt x="98" y="173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9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3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8" y="158"/>
                </a:lnTo>
                <a:lnTo>
                  <a:pt x="138" y="157"/>
                </a:lnTo>
                <a:lnTo>
                  <a:pt x="138" y="155"/>
                </a:lnTo>
                <a:lnTo>
                  <a:pt x="137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49"/>
                </a:lnTo>
                <a:lnTo>
                  <a:pt x="137" y="148"/>
                </a:lnTo>
                <a:lnTo>
                  <a:pt x="138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5"/>
                </a:lnTo>
                <a:lnTo>
                  <a:pt x="141" y="144"/>
                </a:lnTo>
                <a:lnTo>
                  <a:pt x="141" y="143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4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40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2" y="91"/>
                </a:lnTo>
                <a:lnTo>
                  <a:pt x="143" y="90"/>
                </a:lnTo>
                <a:lnTo>
                  <a:pt x="143" y="88"/>
                </a:lnTo>
                <a:lnTo>
                  <a:pt x="143" y="87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7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50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1" y="45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3" y="4"/>
                </a:lnTo>
                <a:lnTo>
                  <a:pt x="214" y="4"/>
                </a:lnTo>
                <a:lnTo>
                  <a:pt x="215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7EAA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77400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5" y="746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8" y="763"/>
                </a:lnTo>
                <a:lnTo>
                  <a:pt x="1977" y="764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1" y="768"/>
                </a:lnTo>
                <a:lnTo>
                  <a:pt x="1970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78"/>
                </a:lnTo>
                <a:lnTo>
                  <a:pt x="1961" y="775"/>
                </a:lnTo>
                <a:lnTo>
                  <a:pt x="1961" y="774"/>
                </a:lnTo>
                <a:lnTo>
                  <a:pt x="1959" y="771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2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6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8" y="1083"/>
                </a:lnTo>
                <a:lnTo>
                  <a:pt x="1538" y="1084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5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4" y="1123"/>
                </a:lnTo>
                <a:lnTo>
                  <a:pt x="1534" y="1137"/>
                </a:lnTo>
                <a:lnTo>
                  <a:pt x="1535" y="1140"/>
                </a:lnTo>
                <a:lnTo>
                  <a:pt x="1535" y="1153"/>
                </a:lnTo>
                <a:lnTo>
                  <a:pt x="1535" y="1155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2" y="1258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1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7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1"/>
                </a:lnTo>
                <a:lnTo>
                  <a:pt x="1586" y="1332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4" y="1335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300"/>
                </a:lnTo>
                <a:lnTo>
                  <a:pt x="1342" y="1299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4" y="1327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2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4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5" y="1413"/>
                </a:lnTo>
                <a:lnTo>
                  <a:pt x="964" y="1413"/>
                </a:lnTo>
                <a:lnTo>
                  <a:pt x="964" y="1414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1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09"/>
                </a:lnTo>
                <a:lnTo>
                  <a:pt x="938" y="1410"/>
                </a:lnTo>
                <a:lnTo>
                  <a:pt x="936" y="1411"/>
                </a:lnTo>
                <a:lnTo>
                  <a:pt x="936" y="1412"/>
                </a:lnTo>
                <a:lnTo>
                  <a:pt x="937" y="1412"/>
                </a:lnTo>
                <a:lnTo>
                  <a:pt x="936" y="1412"/>
                </a:lnTo>
                <a:lnTo>
                  <a:pt x="936" y="1413"/>
                </a:lnTo>
                <a:lnTo>
                  <a:pt x="935" y="1414"/>
                </a:lnTo>
                <a:lnTo>
                  <a:pt x="933" y="1415"/>
                </a:lnTo>
                <a:lnTo>
                  <a:pt x="932" y="1414"/>
                </a:lnTo>
                <a:lnTo>
                  <a:pt x="930" y="1414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4"/>
                </a:lnTo>
                <a:lnTo>
                  <a:pt x="916" y="1415"/>
                </a:lnTo>
                <a:lnTo>
                  <a:pt x="914" y="1416"/>
                </a:lnTo>
                <a:lnTo>
                  <a:pt x="913" y="1416"/>
                </a:lnTo>
                <a:lnTo>
                  <a:pt x="912" y="1417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5"/>
                </a:lnTo>
                <a:lnTo>
                  <a:pt x="906" y="1415"/>
                </a:lnTo>
                <a:lnTo>
                  <a:pt x="905" y="1416"/>
                </a:lnTo>
                <a:lnTo>
                  <a:pt x="904" y="1416"/>
                </a:lnTo>
                <a:lnTo>
                  <a:pt x="904" y="1415"/>
                </a:lnTo>
                <a:lnTo>
                  <a:pt x="905" y="1415"/>
                </a:lnTo>
                <a:lnTo>
                  <a:pt x="905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3"/>
                </a:lnTo>
                <a:lnTo>
                  <a:pt x="897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0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09"/>
                </a:lnTo>
                <a:lnTo>
                  <a:pt x="879" y="1409"/>
                </a:lnTo>
                <a:lnTo>
                  <a:pt x="878" y="1408"/>
                </a:lnTo>
                <a:lnTo>
                  <a:pt x="877" y="1408"/>
                </a:lnTo>
                <a:lnTo>
                  <a:pt x="877" y="1409"/>
                </a:lnTo>
                <a:lnTo>
                  <a:pt x="875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3" y="1407"/>
                </a:lnTo>
                <a:lnTo>
                  <a:pt x="863" y="1406"/>
                </a:lnTo>
                <a:lnTo>
                  <a:pt x="863" y="1405"/>
                </a:lnTo>
                <a:lnTo>
                  <a:pt x="862" y="1404"/>
                </a:lnTo>
                <a:lnTo>
                  <a:pt x="861" y="1403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6" y="1402"/>
                </a:lnTo>
                <a:lnTo>
                  <a:pt x="856" y="1401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7"/>
                </a:lnTo>
                <a:lnTo>
                  <a:pt x="854" y="1396"/>
                </a:lnTo>
                <a:lnTo>
                  <a:pt x="853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4" y="1393"/>
                </a:lnTo>
                <a:lnTo>
                  <a:pt x="854" y="1392"/>
                </a:lnTo>
                <a:lnTo>
                  <a:pt x="855" y="1392"/>
                </a:lnTo>
                <a:lnTo>
                  <a:pt x="855" y="1391"/>
                </a:lnTo>
                <a:lnTo>
                  <a:pt x="854" y="1391"/>
                </a:lnTo>
                <a:lnTo>
                  <a:pt x="854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2" y="1387"/>
                </a:lnTo>
                <a:lnTo>
                  <a:pt x="852" y="1386"/>
                </a:lnTo>
                <a:lnTo>
                  <a:pt x="853" y="1385"/>
                </a:lnTo>
                <a:lnTo>
                  <a:pt x="852" y="1385"/>
                </a:lnTo>
                <a:lnTo>
                  <a:pt x="852" y="1384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7" y="1382"/>
                </a:lnTo>
                <a:lnTo>
                  <a:pt x="846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1"/>
                </a:lnTo>
                <a:lnTo>
                  <a:pt x="841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6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6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5" y="1383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79"/>
                </a:lnTo>
                <a:lnTo>
                  <a:pt x="802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6" y="1384"/>
                </a:lnTo>
                <a:lnTo>
                  <a:pt x="796" y="1385"/>
                </a:lnTo>
                <a:lnTo>
                  <a:pt x="796" y="1386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89"/>
                </a:lnTo>
                <a:lnTo>
                  <a:pt x="797" y="1390"/>
                </a:lnTo>
                <a:lnTo>
                  <a:pt x="796" y="1391"/>
                </a:lnTo>
                <a:lnTo>
                  <a:pt x="796" y="1392"/>
                </a:lnTo>
                <a:lnTo>
                  <a:pt x="796" y="1393"/>
                </a:lnTo>
                <a:lnTo>
                  <a:pt x="796" y="1394"/>
                </a:lnTo>
                <a:lnTo>
                  <a:pt x="795" y="1394"/>
                </a:lnTo>
                <a:lnTo>
                  <a:pt x="794" y="1395"/>
                </a:lnTo>
                <a:lnTo>
                  <a:pt x="794" y="1396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89" y="1396"/>
                </a:lnTo>
                <a:lnTo>
                  <a:pt x="789" y="1397"/>
                </a:lnTo>
                <a:lnTo>
                  <a:pt x="788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3" y="1398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3"/>
                </a:lnTo>
                <a:lnTo>
                  <a:pt x="774" y="1404"/>
                </a:lnTo>
                <a:lnTo>
                  <a:pt x="773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8" y="1407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2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4"/>
                </a:lnTo>
                <a:lnTo>
                  <a:pt x="771" y="1415"/>
                </a:lnTo>
                <a:lnTo>
                  <a:pt x="770" y="1417"/>
                </a:lnTo>
                <a:lnTo>
                  <a:pt x="769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2" y="1419"/>
                </a:lnTo>
                <a:lnTo>
                  <a:pt x="762" y="1420"/>
                </a:lnTo>
                <a:lnTo>
                  <a:pt x="761" y="1421"/>
                </a:lnTo>
                <a:lnTo>
                  <a:pt x="760" y="1422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4" y="1424"/>
                </a:lnTo>
                <a:lnTo>
                  <a:pt x="753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3"/>
                </a:lnTo>
                <a:lnTo>
                  <a:pt x="747" y="1423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2" y="1425"/>
                </a:lnTo>
                <a:lnTo>
                  <a:pt x="742" y="1424"/>
                </a:lnTo>
                <a:lnTo>
                  <a:pt x="741" y="1424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7" y="1427"/>
                </a:lnTo>
                <a:lnTo>
                  <a:pt x="735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0" y="1427"/>
                </a:lnTo>
                <a:lnTo>
                  <a:pt x="726" y="1427"/>
                </a:lnTo>
                <a:lnTo>
                  <a:pt x="725" y="1427"/>
                </a:lnTo>
                <a:lnTo>
                  <a:pt x="725" y="1426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1"/>
                </a:lnTo>
                <a:lnTo>
                  <a:pt x="719" y="1421"/>
                </a:lnTo>
                <a:lnTo>
                  <a:pt x="717" y="1419"/>
                </a:lnTo>
                <a:lnTo>
                  <a:pt x="716" y="1419"/>
                </a:lnTo>
                <a:lnTo>
                  <a:pt x="716" y="1418"/>
                </a:lnTo>
                <a:lnTo>
                  <a:pt x="716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6"/>
                </a:lnTo>
                <a:lnTo>
                  <a:pt x="711" y="1416"/>
                </a:lnTo>
                <a:lnTo>
                  <a:pt x="709" y="1416"/>
                </a:lnTo>
                <a:lnTo>
                  <a:pt x="709" y="1415"/>
                </a:lnTo>
                <a:lnTo>
                  <a:pt x="708" y="1415"/>
                </a:lnTo>
                <a:lnTo>
                  <a:pt x="708" y="1416"/>
                </a:lnTo>
                <a:lnTo>
                  <a:pt x="707" y="1416"/>
                </a:lnTo>
                <a:lnTo>
                  <a:pt x="706" y="1415"/>
                </a:lnTo>
                <a:lnTo>
                  <a:pt x="705" y="1415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4" y="1416"/>
                </a:lnTo>
                <a:lnTo>
                  <a:pt x="703" y="1416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699" y="1417"/>
                </a:lnTo>
                <a:lnTo>
                  <a:pt x="699" y="1418"/>
                </a:lnTo>
                <a:lnTo>
                  <a:pt x="698" y="1417"/>
                </a:lnTo>
                <a:lnTo>
                  <a:pt x="697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8"/>
                </a:lnTo>
                <a:lnTo>
                  <a:pt x="694" y="1416"/>
                </a:lnTo>
                <a:lnTo>
                  <a:pt x="694" y="1415"/>
                </a:lnTo>
                <a:lnTo>
                  <a:pt x="693" y="1414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4" y="1411"/>
                </a:lnTo>
                <a:lnTo>
                  <a:pt x="685" y="1410"/>
                </a:lnTo>
                <a:lnTo>
                  <a:pt x="684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6" y="1417"/>
                </a:lnTo>
                <a:lnTo>
                  <a:pt x="676" y="1418"/>
                </a:lnTo>
                <a:lnTo>
                  <a:pt x="678" y="1419"/>
                </a:lnTo>
                <a:lnTo>
                  <a:pt x="677" y="1420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1" y="1419"/>
                </a:lnTo>
                <a:lnTo>
                  <a:pt x="670" y="1418"/>
                </a:lnTo>
                <a:lnTo>
                  <a:pt x="670" y="1417"/>
                </a:lnTo>
                <a:lnTo>
                  <a:pt x="669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60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6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3" y="1410"/>
                </a:lnTo>
                <a:lnTo>
                  <a:pt x="633" y="1411"/>
                </a:lnTo>
                <a:lnTo>
                  <a:pt x="632" y="1411"/>
                </a:lnTo>
                <a:lnTo>
                  <a:pt x="631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5"/>
                </a:lnTo>
                <a:lnTo>
                  <a:pt x="623" y="1406"/>
                </a:lnTo>
                <a:lnTo>
                  <a:pt x="623" y="1408"/>
                </a:lnTo>
                <a:lnTo>
                  <a:pt x="622" y="1408"/>
                </a:lnTo>
                <a:lnTo>
                  <a:pt x="621" y="1409"/>
                </a:lnTo>
                <a:lnTo>
                  <a:pt x="621" y="1410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4"/>
                </a:lnTo>
                <a:lnTo>
                  <a:pt x="612" y="1415"/>
                </a:lnTo>
                <a:lnTo>
                  <a:pt x="612" y="1416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3" y="1424"/>
                </a:lnTo>
                <a:lnTo>
                  <a:pt x="614" y="1424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8"/>
                </a:lnTo>
                <a:lnTo>
                  <a:pt x="618" y="1430"/>
                </a:lnTo>
                <a:lnTo>
                  <a:pt x="618" y="1431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7"/>
                </a:lnTo>
                <a:lnTo>
                  <a:pt x="605" y="1437"/>
                </a:lnTo>
                <a:lnTo>
                  <a:pt x="605" y="1438"/>
                </a:lnTo>
                <a:lnTo>
                  <a:pt x="603" y="1439"/>
                </a:lnTo>
                <a:lnTo>
                  <a:pt x="599" y="1442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1" y="1445"/>
                </a:lnTo>
                <a:lnTo>
                  <a:pt x="589" y="1447"/>
                </a:lnTo>
                <a:lnTo>
                  <a:pt x="589" y="1448"/>
                </a:lnTo>
                <a:lnTo>
                  <a:pt x="590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90" y="1453"/>
                </a:lnTo>
                <a:lnTo>
                  <a:pt x="589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89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6" y="1465"/>
                </a:lnTo>
                <a:lnTo>
                  <a:pt x="585" y="1466"/>
                </a:lnTo>
                <a:lnTo>
                  <a:pt x="584" y="1465"/>
                </a:lnTo>
                <a:lnTo>
                  <a:pt x="583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1" y="1469"/>
                </a:lnTo>
                <a:lnTo>
                  <a:pt x="581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8" y="1477"/>
                </a:lnTo>
                <a:lnTo>
                  <a:pt x="577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4"/>
                </a:lnTo>
                <a:lnTo>
                  <a:pt x="574" y="1485"/>
                </a:lnTo>
                <a:lnTo>
                  <a:pt x="574" y="1486"/>
                </a:lnTo>
                <a:lnTo>
                  <a:pt x="576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0"/>
                </a:lnTo>
                <a:lnTo>
                  <a:pt x="574" y="1490"/>
                </a:lnTo>
                <a:lnTo>
                  <a:pt x="574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4" y="1494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8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2" y="1500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68" y="1503"/>
                </a:lnTo>
                <a:lnTo>
                  <a:pt x="568" y="1504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8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6" y="1506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40" y="1508"/>
                </a:lnTo>
                <a:lnTo>
                  <a:pt x="539" y="1508"/>
                </a:lnTo>
                <a:lnTo>
                  <a:pt x="539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20" y="1509"/>
                </a:lnTo>
                <a:lnTo>
                  <a:pt x="520" y="1510"/>
                </a:lnTo>
                <a:lnTo>
                  <a:pt x="518" y="1511"/>
                </a:lnTo>
                <a:lnTo>
                  <a:pt x="517" y="1511"/>
                </a:lnTo>
                <a:lnTo>
                  <a:pt x="517" y="1510"/>
                </a:lnTo>
                <a:lnTo>
                  <a:pt x="516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3" y="1509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3" y="1511"/>
                </a:lnTo>
                <a:lnTo>
                  <a:pt x="502" y="1511"/>
                </a:lnTo>
                <a:lnTo>
                  <a:pt x="501" y="1513"/>
                </a:lnTo>
                <a:lnTo>
                  <a:pt x="501" y="1514"/>
                </a:lnTo>
                <a:lnTo>
                  <a:pt x="501" y="1516"/>
                </a:lnTo>
                <a:lnTo>
                  <a:pt x="501" y="1517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6" y="1517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4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09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4" y="1506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4" y="1495"/>
                </a:lnTo>
                <a:lnTo>
                  <a:pt x="454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9" y="1495"/>
                </a:lnTo>
                <a:lnTo>
                  <a:pt x="448" y="1495"/>
                </a:lnTo>
                <a:lnTo>
                  <a:pt x="447" y="1495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7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5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6" y="1491"/>
                </a:lnTo>
                <a:lnTo>
                  <a:pt x="435" y="1491"/>
                </a:lnTo>
                <a:lnTo>
                  <a:pt x="433" y="1491"/>
                </a:lnTo>
                <a:lnTo>
                  <a:pt x="433" y="1490"/>
                </a:lnTo>
                <a:lnTo>
                  <a:pt x="432" y="1490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30" y="1486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3"/>
                </a:lnTo>
                <a:lnTo>
                  <a:pt x="426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7" y="1448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7" y="1446"/>
                </a:lnTo>
                <a:lnTo>
                  <a:pt x="418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8" y="1442"/>
                </a:lnTo>
                <a:lnTo>
                  <a:pt x="418" y="1441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1" y="1436"/>
                </a:lnTo>
                <a:lnTo>
                  <a:pt x="411" y="1435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1" y="1433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7" y="1424"/>
                </a:lnTo>
                <a:lnTo>
                  <a:pt x="407" y="1423"/>
                </a:lnTo>
                <a:lnTo>
                  <a:pt x="407" y="1422"/>
                </a:lnTo>
                <a:lnTo>
                  <a:pt x="406" y="1422"/>
                </a:lnTo>
                <a:lnTo>
                  <a:pt x="406" y="1421"/>
                </a:lnTo>
                <a:lnTo>
                  <a:pt x="407" y="1421"/>
                </a:lnTo>
                <a:lnTo>
                  <a:pt x="407" y="1420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6"/>
                </a:lnTo>
                <a:lnTo>
                  <a:pt x="407" y="1414"/>
                </a:lnTo>
                <a:lnTo>
                  <a:pt x="408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3" y="1408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4" y="1401"/>
                </a:lnTo>
                <a:lnTo>
                  <a:pt x="413" y="1401"/>
                </a:lnTo>
                <a:lnTo>
                  <a:pt x="412" y="1401"/>
                </a:lnTo>
                <a:lnTo>
                  <a:pt x="412" y="1402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1" y="1402"/>
                </a:lnTo>
                <a:lnTo>
                  <a:pt x="400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5" y="1401"/>
                </a:lnTo>
                <a:lnTo>
                  <a:pt x="394" y="1400"/>
                </a:lnTo>
                <a:lnTo>
                  <a:pt x="393" y="1400"/>
                </a:lnTo>
                <a:lnTo>
                  <a:pt x="393" y="1401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2"/>
                </a:lnTo>
                <a:lnTo>
                  <a:pt x="374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6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4" y="1403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50" y="1402"/>
                </a:lnTo>
                <a:lnTo>
                  <a:pt x="349" y="1401"/>
                </a:lnTo>
                <a:lnTo>
                  <a:pt x="349" y="1400"/>
                </a:lnTo>
                <a:lnTo>
                  <a:pt x="348" y="1401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9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2" y="1333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30" y="1322"/>
                </a:lnTo>
                <a:lnTo>
                  <a:pt x="229" y="1321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2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1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89" y="1229"/>
                </a:lnTo>
                <a:lnTo>
                  <a:pt x="90" y="1229"/>
                </a:lnTo>
                <a:lnTo>
                  <a:pt x="89" y="1228"/>
                </a:lnTo>
                <a:lnTo>
                  <a:pt x="89" y="1227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7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2" y="1138"/>
                </a:lnTo>
                <a:lnTo>
                  <a:pt x="121" y="1137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3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4" y="1099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4" y="1081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29" y="1083"/>
                </a:lnTo>
                <a:lnTo>
                  <a:pt x="28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39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19" y="1034"/>
                </a:lnTo>
                <a:lnTo>
                  <a:pt x="19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5"/>
                </a:lnTo>
                <a:lnTo>
                  <a:pt x="6" y="1014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8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5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9" y="945"/>
                </a:lnTo>
                <a:lnTo>
                  <a:pt x="39" y="944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9" y="930"/>
                </a:lnTo>
                <a:lnTo>
                  <a:pt x="50" y="930"/>
                </a:lnTo>
                <a:lnTo>
                  <a:pt x="51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7"/>
                </a:lnTo>
                <a:lnTo>
                  <a:pt x="195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6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5" y="899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8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2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6"/>
                </a:lnTo>
                <a:lnTo>
                  <a:pt x="333" y="836"/>
                </a:lnTo>
                <a:lnTo>
                  <a:pt x="334" y="835"/>
                </a:lnTo>
                <a:lnTo>
                  <a:pt x="335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40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3" y="837"/>
                </a:lnTo>
                <a:lnTo>
                  <a:pt x="364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7"/>
                </a:lnTo>
                <a:lnTo>
                  <a:pt x="366" y="838"/>
                </a:lnTo>
                <a:lnTo>
                  <a:pt x="368" y="838"/>
                </a:lnTo>
                <a:lnTo>
                  <a:pt x="368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799"/>
                </a:lnTo>
                <a:lnTo>
                  <a:pt x="420" y="798"/>
                </a:lnTo>
                <a:lnTo>
                  <a:pt x="422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30" y="796"/>
                </a:lnTo>
                <a:lnTo>
                  <a:pt x="431" y="797"/>
                </a:lnTo>
                <a:lnTo>
                  <a:pt x="432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1" y="795"/>
                </a:lnTo>
                <a:lnTo>
                  <a:pt x="443" y="795"/>
                </a:lnTo>
                <a:lnTo>
                  <a:pt x="443" y="794"/>
                </a:lnTo>
                <a:lnTo>
                  <a:pt x="444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3" y="791"/>
                </a:lnTo>
                <a:lnTo>
                  <a:pt x="454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9" y="784"/>
                </a:lnTo>
                <a:lnTo>
                  <a:pt x="469" y="783"/>
                </a:lnTo>
                <a:lnTo>
                  <a:pt x="469" y="782"/>
                </a:lnTo>
                <a:lnTo>
                  <a:pt x="468" y="781"/>
                </a:lnTo>
                <a:lnTo>
                  <a:pt x="469" y="780"/>
                </a:lnTo>
                <a:lnTo>
                  <a:pt x="470" y="780"/>
                </a:lnTo>
                <a:lnTo>
                  <a:pt x="471" y="780"/>
                </a:lnTo>
                <a:lnTo>
                  <a:pt x="473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1"/>
                </a:lnTo>
                <a:lnTo>
                  <a:pt x="491" y="770"/>
                </a:lnTo>
                <a:lnTo>
                  <a:pt x="492" y="770"/>
                </a:lnTo>
                <a:lnTo>
                  <a:pt x="493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8"/>
                </a:lnTo>
                <a:lnTo>
                  <a:pt x="499" y="767"/>
                </a:lnTo>
                <a:lnTo>
                  <a:pt x="500" y="767"/>
                </a:lnTo>
                <a:lnTo>
                  <a:pt x="501" y="767"/>
                </a:lnTo>
                <a:lnTo>
                  <a:pt x="502" y="766"/>
                </a:lnTo>
                <a:lnTo>
                  <a:pt x="504" y="766"/>
                </a:lnTo>
                <a:lnTo>
                  <a:pt x="505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7" y="763"/>
                </a:lnTo>
                <a:lnTo>
                  <a:pt x="508" y="762"/>
                </a:lnTo>
                <a:lnTo>
                  <a:pt x="512" y="762"/>
                </a:lnTo>
                <a:lnTo>
                  <a:pt x="513" y="763"/>
                </a:lnTo>
                <a:lnTo>
                  <a:pt x="514" y="763"/>
                </a:lnTo>
                <a:lnTo>
                  <a:pt x="515" y="762"/>
                </a:lnTo>
                <a:lnTo>
                  <a:pt x="516" y="762"/>
                </a:lnTo>
                <a:lnTo>
                  <a:pt x="517" y="761"/>
                </a:lnTo>
                <a:lnTo>
                  <a:pt x="518" y="759"/>
                </a:lnTo>
                <a:lnTo>
                  <a:pt x="519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6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1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6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2" y="751"/>
                </a:lnTo>
                <a:lnTo>
                  <a:pt x="545" y="751"/>
                </a:lnTo>
                <a:lnTo>
                  <a:pt x="547" y="751"/>
                </a:lnTo>
                <a:lnTo>
                  <a:pt x="548" y="750"/>
                </a:lnTo>
                <a:lnTo>
                  <a:pt x="550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2" y="747"/>
                </a:lnTo>
                <a:lnTo>
                  <a:pt x="553" y="746"/>
                </a:lnTo>
                <a:lnTo>
                  <a:pt x="554" y="746"/>
                </a:lnTo>
                <a:lnTo>
                  <a:pt x="555" y="746"/>
                </a:lnTo>
                <a:lnTo>
                  <a:pt x="557" y="746"/>
                </a:lnTo>
                <a:lnTo>
                  <a:pt x="559" y="745"/>
                </a:lnTo>
                <a:lnTo>
                  <a:pt x="560" y="745"/>
                </a:lnTo>
                <a:lnTo>
                  <a:pt x="561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6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40"/>
                </a:lnTo>
                <a:lnTo>
                  <a:pt x="569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3" y="736"/>
                </a:lnTo>
                <a:lnTo>
                  <a:pt x="572" y="735"/>
                </a:lnTo>
                <a:lnTo>
                  <a:pt x="572" y="733"/>
                </a:lnTo>
                <a:lnTo>
                  <a:pt x="574" y="732"/>
                </a:lnTo>
                <a:lnTo>
                  <a:pt x="575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3" y="730"/>
                </a:lnTo>
                <a:lnTo>
                  <a:pt x="586" y="730"/>
                </a:lnTo>
                <a:lnTo>
                  <a:pt x="587" y="730"/>
                </a:lnTo>
                <a:lnTo>
                  <a:pt x="589" y="730"/>
                </a:lnTo>
                <a:lnTo>
                  <a:pt x="593" y="730"/>
                </a:lnTo>
                <a:lnTo>
                  <a:pt x="594" y="730"/>
                </a:lnTo>
                <a:lnTo>
                  <a:pt x="596" y="730"/>
                </a:lnTo>
                <a:lnTo>
                  <a:pt x="598" y="731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1" y="728"/>
                </a:lnTo>
                <a:lnTo>
                  <a:pt x="602" y="727"/>
                </a:lnTo>
                <a:lnTo>
                  <a:pt x="603" y="726"/>
                </a:lnTo>
                <a:lnTo>
                  <a:pt x="603" y="725"/>
                </a:lnTo>
                <a:lnTo>
                  <a:pt x="602" y="725"/>
                </a:lnTo>
                <a:lnTo>
                  <a:pt x="601" y="724"/>
                </a:lnTo>
                <a:lnTo>
                  <a:pt x="600" y="721"/>
                </a:lnTo>
                <a:lnTo>
                  <a:pt x="599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1" y="715"/>
                </a:lnTo>
                <a:lnTo>
                  <a:pt x="601" y="713"/>
                </a:lnTo>
                <a:lnTo>
                  <a:pt x="602" y="713"/>
                </a:lnTo>
                <a:lnTo>
                  <a:pt x="603" y="713"/>
                </a:lnTo>
                <a:lnTo>
                  <a:pt x="605" y="713"/>
                </a:lnTo>
                <a:lnTo>
                  <a:pt x="607" y="713"/>
                </a:lnTo>
                <a:lnTo>
                  <a:pt x="608" y="712"/>
                </a:lnTo>
                <a:lnTo>
                  <a:pt x="609" y="711"/>
                </a:lnTo>
                <a:lnTo>
                  <a:pt x="611" y="711"/>
                </a:lnTo>
                <a:lnTo>
                  <a:pt x="612" y="710"/>
                </a:lnTo>
                <a:lnTo>
                  <a:pt x="612" y="708"/>
                </a:lnTo>
                <a:lnTo>
                  <a:pt x="612" y="707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8" y="699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7" y="694"/>
                </a:lnTo>
                <a:lnTo>
                  <a:pt x="606" y="693"/>
                </a:lnTo>
                <a:lnTo>
                  <a:pt x="605" y="691"/>
                </a:lnTo>
                <a:lnTo>
                  <a:pt x="604" y="691"/>
                </a:lnTo>
                <a:lnTo>
                  <a:pt x="604" y="690"/>
                </a:lnTo>
                <a:lnTo>
                  <a:pt x="605" y="688"/>
                </a:lnTo>
                <a:lnTo>
                  <a:pt x="605" y="686"/>
                </a:lnTo>
                <a:lnTo>
                  <a:pt x="606" y="685"/>
                </a:lnTo>
                <a:lnTo>
                  <a:pt x="607" y="684"/>
                </a:lnTo>
                <a:lnTo>
                  <a:pt x="611" y="683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5" y="679"/>
                </a:lnTo>
                <a:lnTo>
                  <a:pt x="605" y="678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1" y="669"/>
                </a:lnTo>
                <a:lnTo>
                  <a:pt x="602" y="667"/>
                </a:lnTo>
                <a:lnTo>
                  <a:pt x="602" y="666"/>
                </a:lnTo>
                <a:lnTo>
                  <a:pt x="602" y="665"/>
                </a:lnTo>
                <a:lnTo>
                  <a:pt x="604" y="664"/>
                </a:lnTo>
                <a:lnTo>
                  <a:pt x="607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8" y="650"/>
                </a:lnTo>
                <a:lnTo>
                  <a:pt x="618" y="649"/>
                </a:lnTo>
                <a:lnTo>
                  <a:pt x="619" y="649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0" y="648"/>
                </a:lnTo>
                <a:lnTo>
                  <a:pt x="621" y="648"/>
                </a:lnTo>
                <a:lnTo>
                  <a:pt x="621" y="649"/>
                </a:lnTo>
                <a:lnTo>
                  <a:pt x="622" y="649"/>
                </a:lnTo>
                <a:lnTo>
                  <a:pt x="623" y="649"/>
                </a:lnTo>
                <a:lnTo>
                  <a:pt x="623" y="648"/>
                </a:lnTo>
                <a:lnTo>
                  <a:pt x="624" y="648"/>
                </a:lnTo>
                <a:lnTo>
                  <a:pt x="624" y="647"/>
                </a:lnTo>
                <a:lnTo>
                  <a:pt x="625" y="647"/>
                </a:lnTo>
                <a:lnTo>
                  <a:pt x="626" y="646"/>
                </a:lnTo>
                <a:lnTo>
                  <a:pt x="627" y="647"/>
                </a:lnTo>
                <a:lnTo>
                  <a:pt x="627" y="646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3" y="644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4"/>
                </a:lnTo>
                <a:lnTo>
                  <a:pt x="637" y="643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6"/>
                </a:lnTo>
                <a:lnTo>
                  <a:pt x="626" y="636"/>
                </a:lnTo>
                <a:lnTo>
                  <a:pt x="626" y="635"/>
                </a:lnTo>
                <a:lnTo>
                  <a:pt x="625" y="635"/>
                </a:lnTo>
                <a:lnTo>
                  <a:pt x="623" y="634"/>
                </a:lnTo>
                <a:lnTo>
                  <a:pt x="622" y="633"/>
                </a:lnTo>
                <a:lnTo>
                  <a:pt x="622" y="632"/>
                </a:lnTo>
                <a:lnTo>
                  <a:pt x="621" y="632"/>
                </a:lnTo>
                <a:lnTo>
                  <a:pt x="621" y="631"/>
                </a:lnTo>
                <a:lnTo>
                  <a:pt x="620" y="630"/>
                </a:lnTo>
                <a:lnTo>
                  <a:pt x="620" y="629"/>
                </a:lnTo>
                <a:lnTo>
                  <a:pt x="620" y="628"/>
                </a:lnTo>
                <a:lnTo>
                  <a:pt x="622" y="627"/>
                </a:lnTo>
                <a:lnTo>
                  <a:pt x="623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29" y="625"/>
                </a:lnTo>
                <a:lnTo>
                  <a:pt x="632" y="624"/>
                </a:lnTo>
                <a:lnTo>
                  <a:pt x="633" y="623"/>
                </a:lnTo>
                <a:lnTo>
                  <a:pt x="634" y="622"/>
                </a:lnTo>
                <a:lnTo>
                  <a:pt x="636" y="622"/>
                </a:lnTo>
                <a:lnTo>
                  <a:pt x="637" y="620"/>
                </a:lnTo>
                <a:lnTo>
                  <a:pt x="638" y="620"/>
                </a:lnTo>
                <a:lnTo>
                  <a:pt x="639" y="619"/>
                </a:lnTo>
                <a:lnTo>
                  <a:pt x="639" y="618"/>
                </a:lnTo>
                <a:lnTo>
                  <a:pt x="640" y="618"/>
                </a:lnTo>
                <a:lnTo>
                  <a:pt x="642" y="618"/>
                </a:lnTo>
                <a:lnTo>
                  <a:pt x="643" y="617"/>
                </a:lnTo>
                <a:lnTo>
                  <a:pt x="644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9"/>
                </a:lnTo>
                <a:lnTo>
                  <a:pt x="652" y="619"/>
                </a:lnTo>
                <a:lnTo>
                  <a:pt x="652" y="618"/>
                </a:lnTo>
                <a:lnTo>
                  <a:pt x="653" y="617"/>
                </a:lnTo>
                <a:lnTo>
                  <a:pt x="654" y="617"/>
                </a:lnTo>
                <a:lnTo>
                  <a:pt x="655" y="618"/>
                </a:lnTo>
                <a:lnTo>
                  <a:pt x="656" y="618"/>
                </a:lnTo>
                <a:lnTo>
                  <a:pt x="657" y="618"/>
                </a:lnTo>
                <a:lnTo>
                  <a:pt x="657" y="617"/>
                </a:lnTo>
                <a:lnTo>
                  <a:pt x="658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2"/>
                </a:lnTo>
                <a:lnTo>
                  <a:pt x="656" y="601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1" y="600"/>
                </a:lnTo>
                <a:lnTo>
                  <a:pt x="649" y="600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8" y="597"/>
                </a:lnTo>
                <a:lnTo>
                  <a:pt x="649" y="596"/>
                </a:lnTo>
                <a:lnTo>
                  <a:pt x="650" y="595"/>
                </a:lnTo>
                <a:lnTo>
                  <a:pt x="651" y="594"/>
                </a:lnTo>
                <a:lnTo>
                  <a:pt x="651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2" y="589"/>
                </a:lnTo>
                <a:lnTo>
                  <a:pt x="653" y="588"/>
                </a:lnTo>
                <a:lnTo>
                  <a:pt x="653" y="587"/>
                </a:lnTo>
                <a:lnTo>
                  <a:pt x="654" y="587"/>
                </a:lnTo>
                <a:lnTo>
                  <a:pt x="654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3" y="544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29" y="536"/>
                </a:lnTo>
                <a:lnTo>
                  <a:pt x="629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8" y="533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6" y="523"/>
                </a:lnTo>
                <a:lnTo>
                  <a:pt x="626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2" y="510"/>
                </a:lnTo>
                <a:lnTo>
                  <a:pt x="622" y="508"/>
                </a:lnTo>
                <a:lnTo>
                  <a:pt x="622" y="506"/>
                </a:lnTo>
                <a:lnTo>
                  <a:pt x="623" y="505"/>
                </a:lnTo>
                <a:lnTo>
                  <a:pt x="623" y="504"/>
                </a:lnTo>
                <a:lnTo>
                  <a:pt x="623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8"/>
                </a:lnTo>
                <a:lnTo>
                  <a:pt x="621" y="494"/>
                </a:lnTo>
                <a:lnTo>
                  <a:pt x="620" y="491"/>
                </a:lnTo>
                <a:lnTo>
                  <a:pt x="620" y="489"/>
                </a:lnTo>
                <a:lnTo>
                  <a:pt x="620" y="487"/>
                </a:lnTo>
                <a:lnTo>
                  <a:pt x="619" y="484"/>
                </a:lnTo>
                <a:lnTo>
                  <a:pt x="618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80"/>
                </a:lnTo>
                <a:lnTo>
                  <a:pt x="619" y="479"/>
                </a:lnTo>
                <a:lnTo>
                  <a:pt x="619" y="477"/>
                </a:lnTo>
                <a:lnTo>
                  <a:pt x="620" y="475"/>
                </a:lnTo>
                <a:lnTo>
                  <a:pt x="620" y="474"/>
                </a:lnTo>
                <a:lnTo>
                  <a:pt x="621" y="472"/>
                </a:lnTo>
                <a:lnTo>
                  <a:pt x="621" y="471"/>
                </a:lnTo>
                <a:lnTo>
                  <a:pt x="622" y="469"/>
                </a:lnTo>
                <a:lnTo>
                  <a:pt x="623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7" y="459"/>
                </a:lnTo>
                <a:lnTo>
                  <a:pt x="615" y="458"/>
                </a:lnTo>
                <a:lnTo>
                  <a:pt x="614" y="457"/>
                </a:lnTo>
                <a:lnTo>
                  <a:pt x="612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4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3" y="446"/>
                </a:lnTo>
                <a:lnTo>
                  <a:pt x="603" y="445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600" y="444"/>
                </a:lnTo>
                <a:lnTo>
                  <a:pt x="600" y="445"/>
                </a:lnTo>
                <a:lnTo>
                  <a:pt x="599" y="445"/>
                </a:lnTo>
                <a:lnTo>
                  <a:pt x="598" y="446"/>
                </a:lnTo>
                <a:lnTo>
                  <a:pt x="597" y="446"/>
                </a:lnTo>
                <a:lnTo>
                  <a:pt x="595" y="446"/>
                </a:lnTo>
                <a:lnTo>
                  <a:pt x="592" y="446"/>
                </a:lnTo>
                <a:lnTo>
                  <a:pt x="590" y="447"/>
                </a:lnTo>
                <a:lnTo>
                  <a:pt x="588" y="447"/>
                </a:lnTo>
                <a:lnTo>
                  <a:pt x="588" y="448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5"/>
                </a:lnTo>
                <a:lnTo>
                  <a:pt x="584" y="444"/>
                </a:lnTo>
                <a:lnTo>
                  <a:pt x="582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1"/>
                </a:lnTo>
                <a:lnTo>
                  <a:pt x="582" y="440"/>
                </a:lnTo>
                <a:lnTo>
                  <a:pt x="583" y="440"/>
                </a:lnTo>
                <a:lnTo>
                  <a:pt x="582" y="439"/>
                </a:lnTo>
                <a:lnTo>
                  <a:pt x="581" y="439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6" y="438"/>
                </a:lnTo>
                <a:lnTo>
                  <a:pt x="576" y="437"/>
                </a:lnTo>
                <a:lnTo>
                  <a:pt x="576" y="436"/>
                </a:lnTo>
                <a:lnTo>
                  <a:pt x="577" y="436"/>
                </a:lnTo>
                <a:lnTo>
                  <a:pt x="578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3" y="431"/>
                </a:lnTo>
                <a:lnTo>
                  <a:pt x="584" y="431"/>
                </a:lnTo>
                <a:lnTo>
                  <a:pt x="586" y="430"/>
                </a:lnTo>
                <a:lnTo>
                  <a:pt x="586" y="429"/>
                </a:lnTo>
                <a:lnTo>
                  <a:pt x="588" y="428"/>
                </a:lnTo>
                <a:lnTo>
                  <a:pt x="589" y="428"/>
                </a:lnTo>
                <a:lnTo>
                  <a:pt x="590" y="427"/>
                </a:lnTo>
                <a:lnTo>
                  <a:pt x="591" y="426"/>
                </a:lnTo>
                <a:lnTo>
                  <a:pt x="592" y="424"/>
                </a:lnTo>
                <a:lnTo>
                  <a:pt x="594" y="423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8" y="423"/>
                </a:lnTo>
                <a:lnTo>
                  <a:pt x="599" y="422"/>
                </a:lnTo>
                <a:lnTo>
                  <a:pt x="599" y="421"/>
                </a:lnTo>
                <a:lnTo>
                  <a:pt x="600" y="421"/>
                </a:lnTo>
                <a:lnTo>
                  <a:pt x="601" y="422"/>
                </a:lnTo>
                <a:lnTo>
                  <a:pt x="603" y="424"/>
                </a:lnTo>
                <a:lnTo>
                  <a:pt x="605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3" y="420"/>
                </a:lnTo>
                <a:lnTo>
                  <a:pt x="615" y="420"/>
                </a:lnTo>
                <a:lnTo>
                  <a:pt x="616" y="420"/>
                </a:lnTo>
                <a:lnTo>
                  <a:pt x="616" y="421"/>
                </a:lnTo>
                <a:lnTo>
                  <a:pt x="616" y="422"/>
                </a:lnTo>
                <a:lnTo>
                  <a:pt x="617" y="422"/>
                </a:lnTo>
                <a:lnTo>
                  <a:pt x="618" y="423"/>
                </a:lnTo>
                <a:lnTo>
                  <a:pt x="620" y="423"/>
                </a:lnTo>
                <a:lnTo>
                  <a:pt x="621" y="423"/>
                </a:lnTo>
                <a:lnTo>
                  <a:pt x="623" y="422"/>
                </a:lnTo>
                <a:lnTo>
                  <a:pt x="624" y="420"/>
                </a:lnTo>
                <a:lnTo>
                  <a:pt x="625" y="420"/>
                </a:lnTo>
                <a:lnTo>
                  <a:pt x="626" y="419"/>
                </a:lnTo>
                <a:lnTo>
                  <a:pt x="626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5"/>
                </a:lnTo>
                <a:lnTo>
                  <a:pt x="632" y="416"/>
                </a:lnTo>
                <a:lnTo>
                  <a:pt x="633" y="416"/>
                </a:lnTo>
                <a:lnTo>
                  <a:pt x="635" y="416"/>
                </a:lnTo>
                <a:lnTo>
                  <a:pt x="636" y="416"/>
                </a:lnTo>
                <a:lnTo>
                  <a:pt x="637" y="416"/>
                </a:lnTo>
                <a:lnTo>
                  <a:pt x="639" y="417"/>
                </a:lnTo>
                <a:lnTo>
                  <a:pt x="640" y="416"/>
                </a:lnTo>
                <a:lnTo>
                  <a:pt x="641" y="416"/>
                </a:lnTo>
                <a:lnTo>
                  <a:pt x="642" y="415"/>
                </a:lnTo>
                <a:lnTo>
                  <a:pt x="644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0"/>
                </a:lnTo>
                <a:lnTo>
                  <a:pt x="650" y="409"/>
                </a:lnTo>
                <a:lnTo>
                  <a:pt x="651" y="409"/>
                </a:lnTo>
                <a:lnTo>
                  <a:pt x="652" y="409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5" y="411"/>
                </a:lnTo>
                <a:lnTo>
                  <a:pt x="655" y="412"/>
                </a:lnTo>
                <a:lnTo>
                  <a:pt x="656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2"/>
                </a:lnTo>
                <a:lnTo>
                  <a:pt x="661" y="413"/>
                </a:lnTo>
                <a:lnTo>
                  <a:pt x="662" y="414"/>
                </a:lnTo>
                <a:lnTo>
                  <a:pt x="663" y="414"/>
                </a:lnTo>
                <a:lnTo>
                  <a:pt x="666" y="414"/>
                </a:lnTo>
                <a:lnTo>
                  <a:pt x="667" y="414"/>
                </a:lnTo>
                <a:lnTo>
                  <a:pt x="668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2" y="410"/>
                </a:lnTo>
                <a:lnTo>
                  <a:pt x="673" y="410"/>
                </a:lnTo>
                <a:lnTo>
                  <a:pt x="674" y="411"/>
                </a:lnTo>
                <a:lnTo>
                  <a:pt x="676" y="411"/>
                </a:lnTo>
                <a:lnTo>
                  <a:pt x="678" y="410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3" y="409"/>
                </a:lnTo>
                <a:lnTo>
                  <a:pt x="684" y="408"/>
                </a:lnTo>
                <a:lnTo>
                  <a:pt x="684" y="407"/>
                </a:lnTo>
                <a:lnTo>
                  <a:pt x="685" y="406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5"/>
                </a:lnTo>
                <a:lnTo>
                  <a:pt x="691" y="404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6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5" y="401"/>
                </a:lnTo>
                <a:lnTo>
                  <a:pt x="707" y="400"/>
                </a:lnTo>
                <a:lnTo>
                  <a:pt x="708" y="400"/>
                </a:lnTo>
                <a:lnTo>
                  <a:pt x="709" y="401"/>
                </a:lnTo>
                <a:lnTo>
                  <a:pt x="710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1" y="399"/>
                </a:lnTo>
                <a:lnTo>
                  <a:pt x="723" y="399"/>
                </a:lnTo>
                <a:lnTo>
                  <a:pt x="723" y="398"/>
                </a:lnTo>
                <a:lnTo>
                  <a:pt x="724" y="398"/>
                </a:lnTo>
                <a:lnTo>
                  <a:pt x="724" y="396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8" y="393"/>
                </a:lnTo>
                <a:lnTo>
                  <a:pt x="730" y="392"/>
                </a:lnTo>
                <a:lnTo>
                  <a:pt x="732" y="391"/>
                </a:lnTo>
                <a:lnTo>
                  <a:pt x="733" y="391"/>
                </a:lnTo>
                <a:lnTo>
                  <a:pt x="735" y="391"/>
                </a:lnTo>
                <a:lnTo>
                  <a:pt x="736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2" y="390"/>
                </a:lnTo>
                <a:lnTo>
                  <a:pt x="742" y="389"/>
                </a:lnTo>
                <a:lnTo>
                  <a:pt x="743" y="389"/>
                </a:lnTo>
                <a:lnTo>
                  <a:pt x="744" y="389"/>
                </a:lnTo>
                <a:lnTo>
                  <a:pt x="746" y="389"/>
                </a:lnTo>
                <a:lnTo>
                  <a:pt x="746" y="388"/>
                </a:lnTo>
                <a:lnTo>
                  <a:pt x="747" y="388"/>
                </a:lnTo>
                <a:lnTo>
                  <a:pt x="747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1" y="393"/>
                </a:lnTo>
                <a:lnTo>
                  <a:pt x="751" y="394"/>
                </a:lnTo>
                <a:lnTo>
                  <a:pt x="753" y="396"/>
                </a:lnTo>
                <a:lnTo>
                  <a:pt x="753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400"/>
                </a:lnTo>
                <a:lnTo>
                  <a:pt x="758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3"/>
                </a:lnTo>
                <a:lnTo>
                  <a:pt x="762" y="403"/>
                </a:lnTo>
                <a:lnTo>
                  <a:pt x="763" y="403"/>
                </a:lnTo>
                <a:lnTo>
                  <a:pt x="765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2"/>
                </a:lnTo>
                <a:lnTo>
                  <a:pt x="792" y="402"/>
                </a:lnTo>
                <a:lnTo>
                  <a:pt x="798" y="406"/>
                </a:lnTo>
                <a:lnTo>
                  <a:pt x="802" y="407"/>
                </a:lnTo>
                <a:lnTo>
                  <a:pt x="809" y="409"/>
                </a:lnTo>
                <a:lnTo>
                  <a:pt x="816" y="407"/>
                </a:lnTo>
                <a:lnTo>
                  <a:pt x="819" y="404"/>
                </a:lnTo>
                <a:lnTo>
                  <a:pt x="820" y="392"/>
                </a:lnTo>
                <a:lnTo>
                  <a:pt x="817" y="387"/>
                </a:lnTo>
                <a:lnTo>
                  <a:pt x="815" y="384"/>
                </a:lnTo>
                <a:lnTo>
                  <a:pt x="806" y="380"/>
                </a:lnTo>
                <a:lnTo>
                  <a:pt x="791" y="372"/>
                </a:lnTo>
                <a:lnTo>
                  <a:pt x="791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2" y="354"/>
                </a:lnTo>
                <a:lnTo>
                  <a:pt x="792" y="353"/>
                </a:lnTo>
                <a:lnTo>
                  <a:pt x="795" y="350"/>
                </a:lnTo>
                <a:lnTo>
                  <a:pt x="795" y="349"/>
                </a:lnTo>
                <a:lnTo>
                  <a:pt x="796" y="349"/>
                </a:lnTo>
                <a:lnTo>
                  <a:pt x="797" y="347"/>
                </a:lnTo>
                <a:lnTo>
                  <a:pt x="797" y="344"/>
                </a:lnTo>
                <a:lnTo>
                  <a:pt x="797" y="343"/>
                </a:lnTo>
                <a:lnTo>
                  <a:pt x="797" y="342"/>
                </a:lnTo>
                <a:lnTo>
                  <a:pt x="797" y="340"/>
                </a:lnTo>
                <a:lnTo>
                  <a:pt x="796" y="339"/>
                </a:lnTo>
                <a:lnTo>
                  <a:pt x="796" y="338"/>
                </a:lnTo>
                <a:lnTo>
                  <a:pt x="796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7" y="331"/>
                </a:lnTo>
                <a:lnTo>
                  <a:pt x="800" y="329"/>
                </a:lnTo>
                <a:lnTo>
                  <a:pt x="802" y="328"/>
                </a:lnTo>
                <a:lnTo>
                  <a:pt x="803" y="328"/>
                </a:lnTo>
                <a:lnTo>
                  <a:pt x="805" y="328"/>
                </a:lnTo>
                <a:lnTo>
                  <a:pt x="807" y="327"/>
                </a:lnTo>
                <a:lnTo>
                  <a:pt x="813" y="309"/>
                </a:lnTo>
                <a:lnTo>
                  <a:pt x="821" y="295"/>
                </a:lnTo>
                <a:lnTo>
                  <a:pt x="831" y="275"/>
                </a:lnTo>
                <a:lnTo>
                  <a:pt x="836" y="264"/>
                </a:lnTo>
                <a:lnTo>
                  <a:pt x="837" y="256"/>
                </a:lnTo>
                <a:lnTo>
                  <a:pt x="840" y="246"/>
                </a:lnTo>
                <a:lnTo>
                  <a:pt x="845" y="244"/>
                </a:lnTo>
                <a:lnTo>
                  <a:pt x="845" y="241"/>
                </a:lnTo>
                <a:lnTo>
                  <a:pt x="849" y="229"/>
                </a:lnTo>
                <a:lnTo>
                  <a:pt x="850" y="226"/>
                </a:lnTo>
                <a:lnTo>
                  <a:pt x="850" y="223"/>
                </a:lnTo>
                <a:lnTo>
                  <a:pt x="850" y="222"/>
                </a:lnTo>
                <a:lnTo>
                  <a:pt x="851" y="221"/>
                </a:lnTo>
                <a:lnTo>
                  <a:pt x="852" y="220"/>
                </a:lnTo>
                <a:lnTo>
                  <a:pt x="854" y="218"/>
                </a:lnTo>
                <a:lnTo>
                  <a:pt x="855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7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4"/>
                </a:lnTo>
                <a:lnTo>
                  <a:pt x="858" y="202"/>
                </a:lnTo>
                <a:lnTo>
                  <a:pt x="858" y="200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4" y="200"/>
                </a:lnTo>
                <a:lnTo>
                  <a:pt x="865" y="200"/>
                </a:lnTo>
                <a:lnTo>
                  <a:pt x="867" y="200"/>
                </a:lnTo>
                <a:lnTo>
                  <a:pt x="868" y="199"/>
                </a:lnTo>
                <a:lnTo>
                  <a:pt x="869" y="199"/>
                </a:lnTo>
                <a:lnTo>
                  <a:pt x="869" y="198"/>
                </a:lnTo>
                <a:lnTo>
                  <a:pt x="870" y="199"/>
                </a:lnTo>
                <a:lnTo>
                  <a:pt x="871" y="200"/>
                </a:lnTo>
                <a:lnTo>
                  <a:pt x="873" y="200"/>
                </a:lnTo>
                <a:lnTo>
                  <a:pt x="874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7" y="203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2" y="205"/>
                </a:lnTo>
                <a:lnTo>
                  <a:pt x="883" y="204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2" y="209"/>
                </a:lnTo>
                <a:lnTo>
                  <a:pt x="893" y="209"/>
                </a:lnTo>
                <a:lnTo>
                  <a:pt x="893" y="210"/>
                </a:lnTo>
                <a:lnTo>
                  <a:pt x="894" y="210"/>
                </a:lnTo>
                <a:lnTo>
                  <a:pt x="894" y="211"/>
                </a:lnTo>
                <a:lnTo>
                  <a:pt x="895" y="210"/>
                </a:lnTo>
                <a:lnTo>
                  <a:pt x="896" y="210"/>
                </a:lnTo>
                <a:lnTo>
                  <a:pt x="897" y="209"/>
                </a:lnTo>
                <a:lnTo>
                  <a:pt x="898" y="209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4" y="214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5"/>
                </a:lnTo>
                <a:lnTo>
                  <a:pt x="907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8" y="219"/>
                </a:lnTo>
                <a:lnTo>
                  <a:pt x="919" y="219"/>
                </a:lnTo>
                <a:lnTo>
                  <a:pt x="919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0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8" y="221"/>
                </a:lnTo>
                <a:lnTo>
                  <a:pt x="929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4"/>
                </a:lnTo>
                <a:lnTo>
                  <a:pt x="938" y="224"/>
                </a:lnTo>
                <a:lnTo>
                  <a:pt x="938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5"/>
                </a:lnTo>
                <a:lnTo>
                  <a:pt x="941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3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5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5" y="202"/>
                </a:lnTo>
                <a:lnTo>
                  <a:pt x="1097" y="201"/>
                </a:lnTo>
                <a:lnTo>
                  <a:pt x="1097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1" y="184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4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5" y="96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5" y="58"/>
                </a:lnTo>
                <a:lnTo>
                  <a:pt x="1185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3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3" y="23"/>
                </a:lnTo>
                <a:lnTo>
                  <a:pt x="1193" y="22"/>
                </a:lnTo>
                <a:lnTo>
                  <a:pt x="1194" y="21"/>
                </a:lnTo>
                <a:lnTo>
                  <a:pt x="1193" y="20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0" y="0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8" y="32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3" y="51"/>
                </a:lnTo>
                <a:lnTo>
                  <a:pt x="1313" y="52"/>
                </a:lnTo>
                <a:lnTo>
                  <a:pt x="1312" y="52"/>
                </a:lnTo>
                <a:lnTo>
                  <a:pt x="1310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4" y="78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7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7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0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3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599" y="413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86" y="424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2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80" y="428"/>
                </a:lnTo>
                <a:lnTo>
                  <a:pt x="1781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39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ACD0E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06352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209952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209700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221148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221220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3" y="6"/>
                </a:move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2"/>
                </a:move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01348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194796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1978200" y="2181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191448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197424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190440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02752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01672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03580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07792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08836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099520" y="206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6" y="1"/>
                </a:move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10888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10888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10672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13876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12616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19492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284200" y="203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26620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20968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26656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19924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258280" y="1955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27160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0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29284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29140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31876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31768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31120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1"/>
                </a:move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323080" y="185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33676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0"/>
                </a:move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33388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3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35440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33352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3335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33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3360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1"/>
                </a:move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35332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2"/>
                </a:move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1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34756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35152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fill="none"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34288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3" y="1"/>
                </a:move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36232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0" y="0"/>
                </a:move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33496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5" y="4"/>
                </a:move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279880" y="15771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29824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34180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32200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3"/>
                </a:moveTo>
                <a:lnTo>
                  <a:pt x="6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38068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42316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42172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42280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42388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42136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42424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423160" y="141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42640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426760" y="1410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42712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42856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43000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43036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430720" y="140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243252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43396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435400" y="1404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62512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624040" y="1323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61468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261468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261432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77400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8"/>
                </a:lnTo>
                <a:lnTo>
                  <a:pt x="4541" y="8"/>
                </a:lnTo>
                <a:lnTo>
                  <a:pt x="4542" y="9"/>
                </a:lnTo>
                <a:lnTo>
                  <a:pt x="4544" y="10"/>
                </a:lnTo>
                <a:lnTo>
                  <a:pt x="4546" y="11"/>
                </a:lnTo>
                <a:lnTo>
                  <a:pt x="4548" y="12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7" y="16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0" y="24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8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3" y="37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7" y="44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1" y="47"/>
                </a:lnTo>
                <a:lnTo>
                  <a:pt x="4632" y="47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6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7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1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9"/>
                </a:lnTo>
                <a:lnTo>
                  <a:pt x="4708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1"/>
                </a:lnTo>
                <a:lnTo>
                  <a:pt x="4719" y="71"/>
                </a:lnTo>
                <a:lnTo>
                  <a:pt x="4719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0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38" y="79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7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6" y="87"/>
                </a:lnTo>
                <a:lnTo>
                  <a:pt x="4737" y="87"/>
                </a:lnTo>
                <a:lnTo>
                  <a:pt x="4737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6" y="98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49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59"/>
                </a:lnTo>
                <a:lnTo>
                  <a:pt x="4772" y="160"/>
                </a:lnTo>
                <a:lnTo>
                  <a:pt x="4773" y="160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5" y="203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8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8" y="236"/>
                </a:lnTo>
                <a:lnTo>
                  <a:pt x="4809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2"/>
                </a:lnTo>
                <a:lnTo>
                  <a:pt x="4813" y="244"/>
                </a:lnTo>
                <a:lnTo>
                  <a:pt x="4813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4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7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2" y="269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1" y="300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5" y="334"/>
                </a:lnTo>
                <a:lnTo>
                  <a:pt x="4856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0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5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5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0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0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5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1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7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6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6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4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8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6" y="423"/>
                </a:lnTo>
                <a:lnTo>
                  <a:pt x="5048" y="423"/>
                </a:lnTo>
                <a:lnTo>
                  <a:pt x="5049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5"/>
                </a:lnTo>
                <a:lnTo>
                  <a:pt x="5070" y="446"/>
                </a:lnTo>
                <a:lnTo>
                  <a:pt x="5071" y="447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1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5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7" y="481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1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8"/>
                </a:lnTo>
                <a:lnTo>
                  <a:pt x="5149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1" y="518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1"/>
                </a:lnTo>
                <a:lnTo>
                  <a:pt x="5175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199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1" y="601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5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2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3" y="526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3" y="523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2"/>
                </a:lnTo>
                <a:lnTo>
                  <a:pt x="5548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4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2" y="554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2"/>
                </a:lnTo>
                <a:lnTo>
                  <a:pt x="5505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2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2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9" y="637"/>
                </a:lnTo>
                <a:lnTo>
                  <a:pt x="5468" y="637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5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0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8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4"/>
                </a:lnTo>
                <a:lnTo>
                  <a:pt x="5401" y="804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2" y="811"/>
                </a:lnTo>
                <a:lnTo>
                  <a:pt x="5401" y="811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5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3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0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5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7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5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3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4"/>
                </a:lnTo>
                <a:lnTo>
                  <a:pt x="5205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2" y="1014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1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9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2" y="1074"/>
                </a:lnTo>
                <a:lnTo>
                  <a:pt x="5193" y="1075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3" y="1084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4" y="1087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8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59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7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6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3" y="1127"/>
                </a:lnTo>
                <a:lnTo>
                  <a:pt x="5144" y="1128"/>
                </a:lnTo>
                <a:lnTo>
                  <a:pt x="5143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3"/>
                </a:lnTo>
                <a:lnTo>
                  <a:pt x="5143" y="1132"/>
                </a:lnTo>
                <a:lnTo>
                  <a:pt x="5142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31" y="1122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3" y="1098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7" y="1093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4" y="1113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69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8" y="1124"/>
                </a:lnTo>
                <a:lnTo>
                  <a:pt x="5069" y="1124"/>
                </a:lnTo>
                <a:lnTo>
                  <a:pt x="5068" y="1125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7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8" y="1136"/>
                </a:lnTo>
                <a:lnTo>
                  <a:pt x="5037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49"/>
                </a:lnTo>
                <a:lnTo>
                  <a:pt x="5020" y="1149"/>
                </a:lnTo>
                <a:lnTo>
                  <a:pt x="5020" y="1150"/>
                </a:lnTo>
                <a:lnTo>
                  <a:pt x="5019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8" y="1178"/>
                </a:lnTo>
                <a:lnTo>
                  <a:pt x="4997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9"/>
                </a:lnTo>
                <a:lnTo>
                  <a:pt x="4969" y="1178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4" y="1182"/>
                </a:lnTo>
                <a:lnTo>
                  <a:pt x="4915" y="1184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2"/>
                </a:lnTo>
                <a:lnTo>
                  <a:pt x="4930" y="1243"/>
                </a:lnTo>
                <a:lnTo>
                  <a:pt x="4929" y="1243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4"/>
                </a:lnTo>
                <a:lnTo>
                  <a:pt x="4926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5" y="1238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2"/>
                </a:lnTo>
                <a:lnTo>
                  <a:pt x="4892" y="1241"/>
                </a:lnTo>
                <a:lnTo>
                  <a:pt x="4891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0" y="1238"/>
                </a:lnTo>
                <a:lnTo>
                  <a:pt x="4870" y="1237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70" y="1237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3" y="1236"/>
                </a:lnTo>
                <a:lnTo>
                  <a:pt x="4863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7" y="1233"/>
                </a:lnTo>
                <a:lnTo>
                  <a:pt x="4847" y="1232"/>
                </a:lnTo>
                <a:lnTo>
                  <a:pt x="4845" y="1232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4" y="1229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2" y="1223"/>
                </a:lnTo>
                <a:lnTo>
                  <a:pt x="4832" y="1222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3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09" y="1206"/>
                </a:lnTo>
                <a:lnTo>
                  <a:pt x="4809" y="1207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3" y="1209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3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799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5" y="1221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2" y="1233"/>
                </a:lnTo>
                <a:lnTo>
                  <a:pt x="4781" y="1234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9" y="1240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5"/>
                </a:lnTo>
                <a:lnTo>
                  <a:pt x="4742" y="1275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29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3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19" y="1295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4" y="1300"/>
                </a:lnTo>
                <a:lnTo>
                  <a:pt x="4704" y="1301"/>
                </a:lnTo>
                <a:lnTo>
                  <a:pt x="4703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8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09"/>
                </a:lnTo>
                <a:lnTo>
                  <a:pt x="4692" y="1310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4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2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1" y="1339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9" y="1350"/>
                </a:lnTo>
                <a:lnTo>
                  <a:pt x="4618" y="1351"/>
                </a:lnTo>
                <a:lnTo>
                  <a:pt x="4618" y="1350"/>
                </a:lnTo>
                <a:lnTo>
                  <a:pt x="4618" y="1351"/>
                </a:lnTo>
                <a:lnTo>
                  <a:pt x="4618" y="1352"/>
                </a:lnTo>
                <a:lnTo>
                  <a:pt x="4617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8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2" y="1370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5" y="1381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2" y="1397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6" y="1400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399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6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3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6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3" y="1409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09"/>
                </a:lnTo>
                <a:lnTo>
                  <a:pt x="4509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7" y="1411"/>
                </a:lnTo>
                <a:lnTo>
                  <a:pt x="4485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69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8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4" y="1433"/>
                </a:lnTo>
                <a:lnTo>
                  <a:pt x="4434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29" y="1436"/>
                </a:lnTo>
                <a:lnTo>
                  <a:pt x="4429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6" y="1480"/>
                </a:lnTo>
                <a:lnTo>
                  <a:pt x="4376" y="1481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2"/>
                </a:lnTo>
                <a:lnTo>
                  <a:pt x="4368" y="1484"/>
                </a:lnTo>
                <a:lnTo>
                  <a:pt x="4368" y="1485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9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7"/>
                </a:lnTo>
                <a:lnTo>
                  <a:pt x="4359" y="1487"/>
                </a:lnTo>
                <a:lnTo>
                  <a:pt x="4359" y="1488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1" y="1487"/>
                </a:lnTo>
                <a:lnTo>
                  <a:pt x="4340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5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0" y="1503"/>
                </a:lnTo>
                <a:lnTo>
                  <a:pt x="4330" y="1504"/>
                </a:lnTo>
                <a:lnTo>
                  <a:pt x="4329" y="1504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3" y="1513"/>
                </a:lnTo>
                <a:lnTo>
                  <a:pt x="4292" y="1513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8" y="1466"/>
                </a:lnTo>
                <a:lnTo>
                  <a:pt x="4338" y="1465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1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4" y="1449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3" y="1448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3" y="1446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7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7"/>
                </a:lnTo>
                <a:lnTo>
                  <a:pt x="4307" y="1437"/>
                </a:lnTo>
                <a:lnTo>
                  <a:pt x="4307" y="1436"/>
                </a:lnTo>
                <a:lnTo>
                  <a:pt x="4306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6"/>
                </a:lnTo>
                <a:lnTo>
                  <a:pt x="4301" y="1435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8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4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2" y="1391"/>
                </a:lnTo>
                <a:lnTo>
                  <a:pt x="4353" y="1391"/>
                </a:lnTo>
                <a:lnTo>
                  <a:pt x="4354" y="1390"/>
                </a:lnTo>
                <a:lnTo>
                  <a:pt x="4355" y="1390"/>
                </a:lnTo>
                <a:lnTo>
                  <a:pt x="4356" y="1390"/>
                </a:lnTo>
                <a:lnTo>
                  <a:pt x="4356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5" y="1386"/>
                </a:lnTo>
                <a:lnTo>
                  <a:pt x="4354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5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7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6" y="1365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79" y="1355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0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6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5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89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68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10"/>
                </a:lnTo>
                <a:lnTo>
                  <a:pt x="4368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6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6" y="1288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1" y="1300"/>
                </a:lnTo>
                <a:lnTo>
                  <a:pt x="4341" y="1301"/>
                </a:lnTo>
                <a:lnTo>
                  <a:pt x="4341" y="1302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2" y="1301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1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5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0" y="1296"/>
                </a:lnTo>
                <a:lnTo>
                  <a:pt x="4320" y="1294"/>
                </a:lnTo>
                <a:lnTo>
                  <a:pt x="4320" y="1295"/>
                </a:lnTo>
                <a:lnTo>
                  <a:pt x="4319" y="1295"/>
                </a:lnTo>
                <a:lnTo>
                  <a:pt x="4319" y="1296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6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3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8" y="1308"/>
                </a:lnTo>
                <a:lnTo>
                  <a:pt x="4278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20"/>
                </a:lnTo>
                <a:lnTo>
                  <a:pt x="4266" y="1320"/>
                </a:lnTo>
                <a:lnTo>
                  <a:pt x="4266" y="1321"/>
                </a:lnTo>
                <a:lnTo>
                  <a:pt x="4265" y="1321"/>
                </a:lnTo>
                <a:lnTo>
                  <a:pt x="4264" y="1322"/>
                </a:lnTo>
                <a:lnTo>
                  <a:pt x="4263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1" y="1327"/>
                </a:lnTo>
                <a:lnTo>
                  <a:pt x="4260" y="1329"/>
                </a:lnTo>
                <a:lnTo>
                  <a:pt x="4259" y="1328"/>
                </a:lnTo>
                <a:lnTo>
                  <a:pt x="4258" y="1329"/>
                </a:lnTo>
                <a:lnTo>
                  <a:pt x="4257" y="1330"/>
                </a:lnTo>
                <a:lnTo>
                  <a:pt x="4256" y="1330"/>
                </a:lnTo>
                <a:lnTo>
                  <a:pt x="4256" y="1331"/>
                </a:lnTo>
                <a:lnTo>
                  <a:pt x="4255" y="1331"/>
                </a:lnTo>
                <a:lnTo>
                  <a:pt x="4254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4" y="1333"/>
                </a:lnTo>
                <a:lnTo>
                  <a:pt x="4255" y="1332"/>
                </a:lnTo>
                <a:lnTo>
                  <a:pt x="4256" y="1334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4"/>
                </a:lnTo>
                <a:lnTo>
                  <a:pt x="4251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7"/>
                </a:lnTo>
                <a:lnTo>
                  <a:pt x="4247" y="1337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9"/>
                </a:lnTo>
                <a:lnTo>
                  <a:pt x="4246" y="1340"/>
                </a:lnTo>
                <a:lnTo>
                  <a:pt x="4247" y="1341"/>
                </a:lnTo>
                <a:lnTo>
                  <a:pt x="4246" y="1341"/>
                </a:lnTo>
                <a:lnTo>
                  <a:pt x="4245" y="1340"/>
                </a:lnTo>
                <a:lnTo>
                  <a:pt x="4245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6" y="1345"/>
                </a:lnTo>
                <a:lnTo>
                  <a:pt x="4245" y="1346"/>
                </a:lnTo>
                <a:lnTo>
                  <a:pt x="4243" y="1344"/>
                </a:lnTo>
                <a:lnTo>
                  <a:pt x="4243" y="1345"/>
                </a:lnTo>
                <a:lnTo>
                  <a:pt x="4244" y="1345"/>
                </a:lnTo>
                <a:lnTo>
                  <a:pt x="4243" y="1346"/>
                </a:lnTo>
                <a:lnTo>
                  <a:pt x="4242" y="1347"/>
                </a:lnTo>
                <a:lnTo>
                  <a:pt x="4243" y="1348"/>
                </a:lnTo>
                <a:lnTo>
                  <a:pt x="4244" y="1348"/>
                </a:lnTo>
                <a:lnTo>
                  <a:pt x="4245" y="1348"/>
                </a:lnTo>
                <a:lnTo>
                  <a:pt x="4244" y="1348"/>
                </a:lnTo>
                <a:lnTo>
                  <a:pt x="4244" y="1349"/>
                </a:lnTo>
                <a:lnTo>
                  <a:pt x="4244" y="1350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6" y="1353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7"/>
                </a:lnTo>
                <a:lnTo>
                  <a:pt x="4237" y="1358"/>
                </a:lnTo>
                <a:lnTo>
                  <a:pt x="4238" y="1359"/>
                </a:lnTo>
                <a:lnTo>
                  <a:pt x="4238" y="1360"/>
                </a:lnTo>
                <a:lnTo>
                  <a:pt x="4237" y="1360"/>
                </a:lnTo>
                <a:lnTo>
                  <a:pt x="4237" y="1361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4" y="1364"/>
                </a:lnTo>
                <a:lnTo>
                  <a:pt x="4233" y="1365"/>
                </a:lnTo>
                <a:lnTo>
                  <a:pt x="4232" y="1366"/>
                </a:lnTo>
                <a:lnTo>
                  <a:pt x="4231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4" y="1371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2" y="1373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2" y="1376"/>
                </a:lnTo>
                <a:lnTo>
                  <a:pt x="4199" y="1377"/>
                </a:lnTo>
                <a:lnTo>
                  <a:pt x="4197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79"/>
                </a:lnTo>
                <a:lnTo>
                  <a:pt x="4192" y="1379"/>
                </a:lnTo>
                <a:lnTo>
                  <a:pt x="4191" y="1379"/>
                </a:lnTo>
                <a:lnTo>
                  <a:pt x="4191" y="1380"/>
                </a:lnTo>
                <a:lnTo>
                  <a:pt x="4189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5"/>
                </a:lnTo>
                <a:lnTo>
                  <a:pt x="4183" y="1386"/>
                </a:lnTo>
                <a:lnTo>
                  <a:pt x="4183" y="1387"/>
                </a:lnTo>
                <a:lnTo>
                  <a:pt x="4182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1"/>
                </a:lnTo>
                <a:lnTo>
                  <a:pt x="4171" y="1391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5" y="1393"/>
                </a:lnTo>
                <a:lnTo>
                  <a:pt x="4164" y="1393"/>
                </a:lnTo>
                <a:lnTo>
                  <a:pt x="4163" y="1393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3"/>
                </a:lnTo>
                <a:lnTo>
                  <a:pt x="4161" y="1393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6"/>
                </a:lnTo>
                <a:lnTo>
                  <a:pt x="4152" y="1396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8"/>
                </a:lnTo>
                <a:lnTo>
                  <a:pt x="4149" y="1399"/>
                </a:lnTo>
                <a:lnTo>
                  <a:pt x="4148" y="1400"/>
                </a:lnTo>
                <a:lnTo>
                  <a:pt x="4148" y="1401"/>
                </a:lnTo>
                <a:lnTo>
                  <a:pt x="4148" y="1402"/>
                </a:lnTo>
                <a:lnTo>
                  <a:pt x="4148" y="1403"/>
                </a:lnTo>
                <a:lnTo>
                  <a:pt x="4147" y="1403"/>
                </a:lnTo>
                <a:lnTo>
                  <a:pt x="4147" y="1404"/>
                </a:lnTo>
                <a:lnTo>
                  <a:pt x="4148" y="1404"/>
                </a:lnTo>
                <a:lnTo>
                  <a:pt x="4149" y="1404"/>
                </a:lnTo>
                <a:lnTo>
                  <a:pt x="4149" y="1405"/>
                </a:lnTo>
                <a:lnTo>
                  <a:pt x="4149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9" y="1409"/>
                </a:lnTo>
                <a:lnTo>
                  <a:pt x="4138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3"/>
                </a:lnTo>
                <a:lnTo>
                  <a:pt x="4133" y="1413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1" y="1419"/>
                </a:lnTo>
                <a:lnTo>
                  <a:pt x="4131" y="1420"/>
                </a:lnTo>
                <a:lnTo>
                  <a:pt x="4130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4"/>
                </a:lnTo>
                <a:lnTo>
                  <a:pt x="4129" y="1425"/>
                </a:lnTo>
                <a:lnTo>
                  <a:pt x="4128" y="1427"/>
                </a:lnTo>
                <a:lnTo>
                  <a:pt x="4128" y="1428"/>
                </a:lnTo>
                <a:lnTo>
                  <a:pt x="4127" y="1429"/>
                </a:lnTo>
                <a:lnTo>
                  <a:pt x="4127" y="1430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4" y="1437"/>
                </a:lnTo>
                <a:lnTo>
                  <a:pt x="4124" y="1439"/>
                </a:lnTo>
                <a:lnTo>
                  <a:pt x="4125" y="1439"/>
                </a:lnTo>
                <a:lnTo>
                  <a:pt x="4125" y="1440"/>
                </a:lnTo>
                <a:lnTo>
                  <a:pt x="4125" y="1439"/>
                </a:lnTo>
                <a:lnTo>
                  <a:pt x="4126" y="1440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4"/>
                </a:lnTo>
                <a:lnTo>
                  <a:pt x="4129" y="1444"/>
                </a:lnTo>
                <a:lnTo>
                  <a:pt x="4129" y="1445"/>
                </a:lnTo>
                <a:lnTo>
                  <a:pt x="4128" y="1445"/>
                </a:lnTo>
                <a:lnTo>
                  <a:pt x="4127" y="1445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5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3" y="1458"/>
                </a:lnTo>
                <a:lnTo>
                  <a:pt x="4112" y="1459"/>
                </a:lnTo>
                <a:lnTo>
                  <a:pt x="4113" y="1460"/>
                </a:lnTo>
                <a:lnTo>
                  <a:pt x="4112" y="1460"/>
                </a:lnTo>
                <a:lnTo>
                  <a:pt x="4110" y="1461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69"/>
                </a:lnTo>
                <a:lnTo>
                  <a:pt x="4104" y="1470"/>
                </a:lnTo>
                <a:lnTo>
                  <a:pt x="4104" y="1471"/>
                </a:lnTo>
                <a:lnTo>
                  <a:pt x="4103" y="1471"/>
                </a:lnTo>
                <a:lnTo>
                  <a:pt x="4103" y="1470"/>
                </a:lnTo>
                <a:lnTo>
                  <a:pt x="4101" y="1471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7"/>
                </a:lnTo>
                <a:lnTo>
                  <a:pt x="4091" y="1476"/>
                </a:lnTo>
                <a:lnTo>
                  <a:pt x="4091" y="1475"/>
                </a:lnTo>
                <a:lnTo>
                  <a:pt x="4092" y="1475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9" y="1470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1"/>
                </a:lnTo>
                <a:lnTo>
                  <a:pt x="4093" y="1472"/>
                </a:lnTo>
                <a:lnTo>
                  <a:pt x="4092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9" y="1471"/>
                </a:lnTo>
                <a:lnTo>
                  <a:pt x="4089" y="1470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67"/>
                </a:lnTo>
                <a:lnTo>
                  <a:pt x="4088" y="1468"/>
                </a:lnTo>
                <a:lnTo>
                  <a:pt x="4088" y="1470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5" y="1474"/>
                </a:lnTo>
                <a:lnTo>
                  <a:pt x="4084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5"/>
                </a:lnTo>
                <a:lnTo>
                  <a:pt x="4080" y="1475"/>
                </a:lnTo>
                <a:lnTo>
                  <a:pt x="4079" y="1475"/>
                </a:lnTo>
                <a:lnTo>
                  <a:pt x="4076" y="1475"/>
                </a:lnTo>
                <a:lnTo>
                  <a:pt x="4074" y="1474"/>
                </a:lnTo>
                <a:lnTo>
                  <a:pt x="4074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2" y="1473"/>
                </a:lnTo>
                <a:lnTo>
                  <a:pt x="4071" y="1474"/>
                </a:lnTo>
                <a:lnTo>
                  <a:pt x="4070" y="1473"/>
                </a:lnTo>
                <a:lnTo>
                  <a:pt x="4068" y="1473"/>
                </a:lnTo>
                <a:lnTo>
                  <a:pt x="4066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60" y="1475"/>
                </a:lnTo>
                <a:lnTo>
                  <a:pt x="4061" y="1475"/>
                </a:lnTo>
                <a:lnTo>
                  <a:pt x="4063" y="1478"/>
                </a:lnTo>
                <a:lnTo>
                  <a:pt x="4062" y="1479"/>
                </a:lnTo>
                <a:lnTo>
                  <a:pt x="4061" y="1478"/>
                </a:lnTo>
                <a:lnTo>
                  <a:pt x="4059" y="1477"/>
                </a:lnTo>
                <a:lnTo>
                  <a:pt x="4059" y="1478"/>
                </a:lnTo>
                <a:lnTo>
                  <a:pt x="4060" y="1479"/>
                </a:lnTo>
                <a:lnTo>
                  <a:pt x="4060" y="1480"/>
                </a:lnTo>
                <a:lnTo>
                  <a:pt x="4056" y="1479"/>
                </a:lnTo>
                <a:lnTo>
                  <a:pt x="4057" y="1480"/>
                </a:lnTo>
                <a:lnTo>
                  <a:pt x="4057" y="1481"/>
                </a:lnTo>
                <a:lnTo>
                  <a:pt x="4056" y="1481"/>
                </a:lnTo>
                <a:lnTo>
                  <a:pt x="4055" y="1480"/>
                </a:lnTo>
                <a:lnTo>
                  <a:pt x="4054" y="1480"/>
                </a:lnTo>
                <a:lnTo>
                  <a:pt x="4053" y="1480"/>
                </a:lnTo>
                <a:lnTo>
                  <a:pt x="4053" y="1481"/>
                </a:lnTo>
                <a:lnTo>
                  <a:pt x="4054" y="1481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5" y="1484"/>
                </a:lnTo>
                <a:lnTo>
                  <a:pt x="4058" y="1485"/>
                </a:lnTo>
                <a:lnTo>
                  <a:pt x="4059" y="1485"/>
                </a:lnTo>
                <a:lnTo>
                  <a:pt x="4059" y="1486"/>
                </a:lnTo>
                <a:lnTo>
                  <a:pt x="4060" y="1487"/>
                </a:lnTo>
                <a:lnTo>
                  <a:pt x="4061" y="1488"/>
                </a:lnTo>
                <a:lnTo>
                  <a:pt x="4061" y="1489"/>
                </a:lnTo>
                <a:lnTo>
                  <a:pt x="4062" y="1490"/>
                </a:lnTo>
                <a:lnTo>
                  <a:pt x="4063" y="1489"/>
                </a:lnTo>
                <a:lnTo>
                  <a:pt x="4064" y="1488"/>
                </a:lnTo>
                <a:lnTo>
                  <a:pt x="4066" y="1486"/>
                </a:lnTo>
                <a:lnTo>
                  <a:pt x="4067" y="1485"/>
                </a:lnTo>
                <a:lnTo>
                  <a:pt x="4067" y="1484"/>
                </a:lnTo>
                <a:lnTo>
                  <a:pt x="4068" y="1484"/>
                </a:lnTo>
                <a:lnTo>
                  <a:pt x="4067" y="1483"/>
                </a:lnTo>
                <a:lnTo>
                  <a:pt x="4066" y="1482"/>
                </a:lnTo>
                <a:lnTo>
                  <a:pt x="4068" y="1481"/>
                </a:lnTo>
                <a:lnTo>
                  <a:pt x="4069" y="1483"/>
                </a:lnTo>
                <a:lnTo>
                  <a:pt x="4069" y="1484"/>
                </a:lnTo>
                <a:lnTo>
                  <a:pt x="4068" y="1487"/>
                </a:lnTo>
                <a:lnTo>
                  <a:pt x="4066" y="1489"/>
                </a:lnTo>
                <a:lnTo>
                  <a:pt x="4065" y="1492"/>
                </a:lnTo>
                <a:lnTo>
                  <a:pt x="4064" y="1492"/>
                </a:lnTo>
                <a:lnTo>
                  <a:pt x="4062" y="1494"/>
                </a:lnTo>
                <a:lnTo>
                  <a:pt x="4060" y="1495"/>
                </a:lnTo>
                <a:lnTo>
                  <a:pt x="4057" y="1497"/>
                </a:lnTo>
                <a:lnTo>
                  <a:pt x="4057" y="1498"/>
                </a:lnTo>
                <a:lnTo>
                  <a:pt x="4056" y="1497"/>
                </a:lnTo>
                <a:lnTo>
                  <a:pt x="4054" y="1495"/>
                </a:lnTo>
                <a:lnTo>
                  <a:pt x="4055" y="1495"/>
                </a:lnTo>
                <a:lnTo>
                  <a:pt x="4055" y="1494"/>
                </a:lnTo>
                <a:lnTo>
                  <a:pt x="4054" y="1494"/>
                </a:lnTo>
                <a:lnTo>
                  <a:pt x="4054" y="1493"/>
                </a:lnTo>
                <a:lnTo>
                  <a:pt x="4053" y="1492"/>
                </a:lnTo>
                <a:lnTo>
                  <a:pt x="4053" y="1488"/>
                </a:lnTo>
                <a:lnTo>
                  <a:pt x="4053" y="1487"/>
                </a:lnTo>
                <a:lnTo>
                  <a:pt x="4052" y="1487"/>
                </a:lnTo>
                <a:lnTo>
                  <a:pt x="4051" y="1487"/>
                </a:lnTo>
                <a:lnTo>
                  <a:pt x="4052" y="1488"/>
                </a:lnTo>
                <a:lnTo>
                  <a:pt x="4052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4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0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2"/>
                </a:lnTo>
                <a:lnTo>
                  <a:pt x="4045" y="1491"/>
                </a:lnTo>
                <a:lnTo>
                  <a:pt x="4045" y="1487"/>
                </a:lnTo>
                <a:lnTo>
                  <a:pt x="4044" y="1486"/>
                </a:lnTo>
                <a:lnTo>
                  <a:pt x="4044" y="1485"/>
                </a:lnTo>
                <a:lnTo>
                  <a:pt x="4043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39" y="1486"/>
                </a:lnTo>
                <a:lnTo>
                  <a:pt x="4039" y="1485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4"/>
                </a:lnTo>
                <a:lnTo>
                  <a:pt x="4032" y="1484"/>
                </a:lnTo>
                <a:lnTo>
                  <a:pt x="4030" y="1482"/>
                </a:lnTo>
                <a:lnTo>
                  <a:pt x="4029" y="1481"/>
                </a:lnTo>
                <a:lnTo>
                  <a:pt x="4028" y="1479"/>
                </a:lnTo>
                <a:lnTo>
                  <a:pt x="4028" y="1478"/>
                </a:lnTo>
                <a:lnTo>
                  <a:pt x="4027" y="1478"/>
                </a:lnTo>
                <a:lnTo>
                  <a:pt x="4027" y="1477"/>
                </a:lnTo>
                <a:lnTo>
                  <a:pt x="4027" y="1476"/>
                </a:lnTo>
                <a:lnTo>
                  <a:pt x="4026" y="1476"/>
                </a:lnTo>
                <a:lnTo>
                  <a:pt x="4026" y="1475"/>
                </a:lnTo>
                <a:lnTo>
                  <a:pt x="4026" y="1474"/>
                </a:lnTo>
                <a:lnTo>
                  <a:pt x="4025" y="1474"/>
                </a:lnTo>
                <a:lnTo>
                  <a:pt x="4025" y="1473"/>
                </a:lnTo>
                <a:lnTo>
                  <a:pt x="4024" y="1473"/>
                </a:lnTo>
                <a:lnTo>
                  <a:pt x="4024" y="1472"/>
                </a:lnTo>
                <a:lnTo>
                  <a:pt x="4023" y="1471"/>
                </a:lnTo>
                <a:lnTo>
                  <a:pt x="4023" y="1472"/>
                </a:lnTo>
                <a:lnTo>
                  <a:pt x="4023" y="1471"/>
                </a:lnTo>
                <a:lnTo>
                  <a:pt x="4022" y="1471"/>
                </a:lnTo>
                <a:lnTo>
                  <a:pt x="4023" y="1470"/>
                </a:lnTo>
                <a:lnTo>
                  <a:pt x="4022" y="1470"/>
                </a:lnTo>
                <a:lnTo>
                  <a:pt x="4020" y="1469"/>
                </a:lnTo>
                <a:lnTo>
                  <a:pt x="4020" y="1468"/>
                </a:lnTo>
                <a:lnTo>
                  <a:pt x="4018" y="1468"/>
                </a:lnTo>
                <a:lnTo>
                  <a:pt x="4017" y="1467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4" y="1466"/>
                </a:lnTo>
                <a:lnTo>
                  <a:pt x="4011" y="1466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68"/>
                </a:lnTo>
                <a:lnTo>
                  <a:pt x="4003" y="1468"/>
                </a:lnTo>
                <a:lnTo>
                  <a:pt x="3999" y="1469"/>
                </a:lnTo>
                <a:lnTo>
                  <a:pt x="4000" y="1471"/>
                </a:lnTo>
                <a:lnTo>
                  <a:pt x="4000" y="1472"/>
                </a:lnTo>
                <a:lnTo>
                  <a:pt x="4000" y="1471"/>
                </a:lnTo>
                <a:lnTo>
                  <a:pt x="3999" y="1470"/>
                </a:lnTo>
                <a:lnTo>
                  <a:pt x="3999" y="1471"/>
                </a:lnTo>
                <a:lnTo>
                  <a:pt x="4000" y="1472"/>
                </a:lnTo>
                <a:lnTo>
                  <a:pt x="3999" y="1472"/>
                </a:lnTo>
                <a:lnTo>
                  <a:pt x="3998" y="1470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5" y="1472"/>
                </a:lnTo>
                <a:lnTo>
                  <a:pt x="3996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2" y="1475"/>
                </a:lnTo>
                <a:lnTo>
                  <a:pt x="3997" y="1479"/>
                </a:lnTo>
                <a:lnTo>
                  <a:pt x="3996" y="1479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1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79"/>
                </a:lnTo>
                <a:lnTo>
                  <a:pt x="3987" y="1480"/>
                </a:lnTo>
                <a:lnTo>
                  <a:pt x="3986" y="1480"/>
                </a:lnTo>
                <a:lnTo>
                  <a:pt x="3987" y="1480"/>
                </a:lnTo>
                <a:lnTo>
                  <a:pt x="3987" y="1481"/>
                </a:lnTo>
                <a:lnTo>
                  <a:pt x="3989" y="1481"/>
                </a:lnTo>
                <a:lnTo>
                  <a:pt x="3990" y="1482"/>
                </a:lnTo>
                <a:lnTo>
                  <a:pt x="3991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2" y="1488"/>
                </a:lnTo>
                <a:lnTo>
                  <a:pt x="3991" y="1484"/>
                </a:lnTo>
                <a:lnTo>
                  <a:pt x="3990" y="1484"/>
                </a:lnTo>
                <a:lnTo>
                  <a:pt x="3989" y="1484"/>
                </a:lnTo>
                <a:lnTo>
                  <a:pt x="3990" y="1484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1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1"/>
                </a:lnTo>
                <a:lnTo>
                  <a:pt x="3992" y="1492"/>
                </a:lnTo>
                <a:lnTo>
                  <a:pt x="3991" y="1492"/>
                </a:lnTo>
                <a:lnTo>
                  <a:pt x="3991" y="1491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8" y="1490"/>
                </a:lnTo>
                <a:lnTo>
                  <a:pt x="3988" y="1491"/>
                </a:lnTo>
                <a:lnTo>
                  <a:pt x="3987" y="1490"/>
                </a:lnTo>
                <a:lnTo>
                  <a:pt x="3986" y="1490"/>
                </a:lnTo>
                <a:lnTo>
                  <a:pt x="3985" y="1490"/>
                </a:lnTo>
                <a:lnTo>
                  <a:pt x="3986" y="1491"/>
                </a:lnTo>
                <a:lnTo>
                  <a:pt x="3988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2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3"/>
                </a:lnTo>
                <a:lnTo>
                  <a:pt x="3997" y="1494"/>
                </a:lnTo>
                <a:lnTo>
                  <a:pt x="4000" y="1495"/>
                </a:lnTo>
                <a:lnTo>
                  <a:pt x="4000" y="1496"/>
                </a:lnTo>
                <a:lnTo>
                  <a:pt x="3995" y="1495"/>
                </a:lnTo>
                <a:lnTo>
                  <a:pt x="3994" y="1495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9" y="1494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6"/>
                </a:lnTo>
                <a:lnTo>
                  <a:pt x="3991" y="1497"/>
                </a:lnTo>
                <a:lnTo>
                  <a:pt x="3992" y="1495"/>
                </a:lnTo>
                <a:lnTo>
                  <a:pt x="3995" y="1496"/>
                </a:lnTo>
                <a:lnTo>
                  <a:pt x="3994" y="1498"/>
                </a:lnTo>
                <a:lnTo>
                  <a:pt x="3995" y="1498"/>
                </a:lnTo>
                <a:lnTo>
                  <a:pt x="3996" y="1497"/>
                </a:lnTo>
                <a:lnTo>
                  <a:pt x="3998" y="1497"/>
                </a:lnTo>
                <a:lnTo>
                  <a:pt x="3996" y="1500"/>
                </a:lnTo>
                <a:lnTo>
                  <a:pt x="3996" y="1501"/>
                </a:lnTo>
                <a:lnTo>
                  <a:pt x="3997" y="1502"/>
                </a:lnTo>
                <a:lnTo>
                  <a:pt x="3996" y="1503"/>
                </a:lnTo>
                <a:lnTo>
                  <a:pt x="3994" y="1502"/>
                </a:lnTo>
                <a:lnTo>
                  <a:pt x="3993" y="1502"/>
                </a:lnTo>
                <a:lnTo>
                  <a:pt x="3991" y="1501"/>
                </a:lnTo>
                <a:lnTo>
                  <a:pt x="3987" y="1500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2" y="1499"/>
                </a:lnTo>
                <a:lnTo>
                  <a:pt x="3982" y="1500"/>
                </a:lnTo>
                <a:lnTo>
                  <a:pt x="3983" y="1500"/>
                </a:lnTo>
                <a:lnTo>
                  <a:pt x="3984" y="1501"/>
                </a:lnTo>
                <a:lnTo>
                  <a:pt x="3985" y="1501"/>
                </a:lnTo>
                <a:lnTo>
                  <a:pt x="3986" y="1501"/>
                </a:lnTo>
                <a:lnTo>
                  <a:pt x="3987" y="1502"/>
                </a:lnTo>
                <a:lnTo>
                  <a:pt x="3989" y="1502"/>
                </a:lnTo>
                <a:lnTo>
                  <a:pt x="3989" y="1503"/>
                </a:lnTo>
                <a:lnTo>
                  <a:pt x="3988" y="1504"/>
                </a:lnTo>
                <a:lnTo>
                  <a:pt x="3987" y="1503"/>
                </a:lnTo>
                <a:lnTo>
                  <a:pt x="3983" y="1502"/>
                </a:lnTo>
                <a:lnTo>
                  <a:pt x="3982" y="1504"/>
                </a:lnTo>
                <a:lnTo>
                  <a:pt x="3987" y="1505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6"/>
                </a:lnTo>
                <a:lnTo>
                  <a:pt x="3981" y="1505"/>
                </a:lnTo>
                <a:lnTo>
                  <a:pt x="3980" y="1505"/>
                </a:lnTo>
                <a:lnTo>
                  <a:pt x="3979" y="1505"/>
                </a:lnTo>
                <a:lnTo>
                  <a:pt x="3979" y="1504"/>
                </a:lnTo>
                <a:lnTo>
                  <a:pt x="3978" y="1504"/>
                </a:lnTo>
                <a:lnTo>
                  <a:pt x="3978" y="1505"/>
                </a:lnTo>
                <a:lnTo>
                  <a:pt x="3977" y="1505"/>
                </a:lnTo>
                <a:lnTo>
                  <a:pt x="3975" y="1507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5" y="1513"/>
                </a:lnTo>
                <a:lnTo>
                  <a:pt x="3974" y="1513"/>
                </a:lnTo>
                <a:lnTo>
                  <a:pt x="3973" y="1514"/>
                </a:lnTo>
                <a:lnTo>
                  <a:pt x="3975" y="1514"/>
                </a:lnTo>
                <a:lnTo>
                  <a:pt x="3976" y="1514"/>
                </a:lnTo>
                <a:lnTo>
                  <a:pt x="3976" y="1518"/>
                </a:lnTo>
                <a:lnTo>
                  <a:pt x="3977" y="1518"/>
                </a:lnTo>
                <a:lnTo>
                  <a:pt x="3977" y="1515"/>
                </a:lnTo>
                <a:lnTo>
                  <a:pt x="3979" y="1514"/>
                </a:lnTo>
                <a:lnTo>
                  <a:pt x="3983" y="1514"/>
                </a:lnTo>
                <a:lnTo>
                  <a:pt x="3983" y="1517"/>
                </a:lnTo>
                <a:lnTo>
                  <a:pt x="3985" y="1517"/>
                </a:lnTo>
                <a:lnTo>
                  <a:pt x="3985" y="1514"/>
                </a:lnTo>
                <a:lnTo>
                  <a:pt x="3986" y="1514"/>
                </a:lnTo>
                <a:lnTo>
                  <a:pt x="3986" y="1523"/>
                </a:lnTo>
                <a:lnTo>
                  <a:pt x="3976" y="1523"/>
                </a:lnTo>
                <a:lnTo>
                  <a:pt x="3976" y="1522"/>
                </a:lnTo>
                <a:lnTo>
                  <a:pt x="3973" y="1522"/>
                </a:lnTo>
                <a:lnTo>
                  <a:pt x="3973" y="1523"/>
                </a:lnTo>
                <a:lnTo>
                  <a:pt x="3973" y="1524"/>
                </a:lnTo>
                <a:lnTo>
                  <a:pt x="3974" y="1524"/>
                </a:lnTo>
                <a:lnTo>
                  <a:pt x="3974" y="1526"/>
                </a:lnTo>
                <a:lnTo>
                  <a:pt x="3975" y="1526"/>
                </a:lnTo>
                <a:lnTo>
                  <a:pt x="3975" y="1527"/>
                </a:lnTo>
                <a:lnTo>
                  <a:pt x="3975" y="1528"/>
                </a:lnTo>
                <a:lnTo>
                  <a:pt x="3974" y="1528"/>
                </a:lnTo>
                <a:lnTo>
                  <a:pt x="3973" y="1528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0"/>
                </a:lnTo>
                <a:lnTo>
                  <a:pt x="3974" y="1531"/>
                </a:lnTo>
                <a:lnTo>
                  <a:pt x="3975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6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8"/>
                </a:lnTo>
                <a:lnTo>
                  <a:pt x="3977" y="1539"/>
                </a:lnTo>
                <a:lnTo>
                  <a:pt x="3978" y="1540"/>
                </a:lnTo>
                <a:lnTo>
                  <a:pt x="3978" y="1541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1"/>
                </a:lnTo>
                <a:lnTo>
                  <a:pt x="3978" y="1542"/>
                </a:lnTo>
                <a:lnTo>
                  <a:pt x="3979" y="1542"/>
                </a:lnTo>
                <a:lnTo>
                  <a:pt x="3980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5"/>
                </a:lnTo>
                <a:lnTo>
                  <a:pt x="3981" y="1546"/>
                </a:lnTo>
                <a:lnTo>
                  <a:pt x="3982" y="1547"/>
                </a:lnTo>
                <a:lnTo>
                  <a:pt x="3982" y="1548"/>
                </a:lnTo>
                <a:lnTo>
                  <a:pt x="3983" y="1549"/>
                </a:lnTo>
                <a:lnTo>
                  <a:pt x="3983" y="1550"/>
                </a:lnTo>
                <a:lnTo>
                  <a:pt x="3984" y="1551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3"/>
                </a:lnTo>
                <a:lnTo>
                  <a:pt x="3986" y="1554"/>
                </a:lnTo>
                <a:lnTo>
                  <a:pt x="3987" y="1555"/>
                </a:lnTo>
                <a:lnTo>
                  <a:pt x="3988" y="1556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6"/>
                </a:lnTo>
                <a:lnTo>
                  <a:pt x="3993" y="1555"/>
                </a:lnTo>
                <a:lnTo>
                  <a:pt x="3994" y="1556"/>
                </a:lnTo>
                <a:lnTo>
                  <a:pt x="3996" y="1555"/>
                </a:lnTo>
                <a:lnTo>
                  <a:pt x="3997" y="1555"/>
                </a:lnTo>
                <a:lnTo>
                  <a:pt x="3998" y="1555"/>
                </a:lnTo>
                <a:lnTo>
                  <a:pt x="3995" y="1557"/>
                </a:lnTo>
                <a:lnTo>
                  <a:pt x="3996" y="1558"/>
                </a:lnTo>
                <a:lnTo>
                  <a:pt x="3999" y="1556"/>
                </a:lnTo>
                <a:lnTo>
                  <a:pt x="4003" y="1554"/>
                </a:lnTo>
                <a:lnTo>
                  <a:pt x="4005" y="1553"/>
                </a:lnTo>
                <a:lnTo>
                  <a:pt x="4006" y="1554"/>
                </a:lnTo>
                <a:lnTo>
                  <a:pt x="4004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2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60"/>
                </a:lnTo>
                <a:lnTo>
                  <a:pt x="3997" y="1562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4"/>
                </a:lnTo>
                <a:lnTo>
                  <a:pt x="3999" y="1564"/>
                </a:lnTo>
                <a:lnTo>
                  <a:pt x="3999" y="1565"/>
                </a:lnTo>
                <a:lnTo>
                  <a:pt x="4000" y="1565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4" y="1566"/>
                </a:lnTo>
                <a:lnTo>
                  <a:pt x="4004" y="1567"/>
                </a:lnTo>
                <a:lnTo>
                  <a:pt x="4005" y="1567"/>
                </a:lnTo>
                <a:lnTo>
                  <a:pt x="4006" y="1568"/>
                </a:lnTo>
                <a:lnTo>
                  <a:pt x="4007" y="1569"/>
                </a:lnTo>
                <a:lnTo>
                  <a:pt x="4007" y="1570"/>
                </a:lnTo>
                <a:lnTo>
                  <a:pt x="4008" y="1570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0" y="1571"/>
                </a:lnTo>
                <a:lnTo>
                  <a:pt x="4011" y="1571"/>
                </a:lnTo>
                <a:lnTo>
                  <a:pt x="4012" y="1572"/>
                </a:lnTo>
                <a:lnTo>
                  <a:pt x="4014" y="1573"/>
                </a:lnTo>
                <a:lnTo>
                  <a:pt x="4015" y="1573"/>
                </a:lnTo>
                <a:lnTo>
                  <a:pt x="4016" y="1574"/>
                </a:lnTo>
                <a:lnTo>
                  <a:pt x="4017" y="1574"/>
                </a:lnTo>
                <a:lnTo>
                  <a:pt x="4018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7"/>
                </a:lnTo>
                <a:lnTo>
                  <a:pt x="4017" y="1577"/>
                </a:lnTo>
                <a:lnTo>
                  <a:pt x="4019" y="1577"/>
                </a:lnTo>
                <a:lnTo>
                  <a:pt x="4020" y="1577"/>
                </a:lnTo>
                <a:lnTo>
                  <a:pt x="4022" y="1576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8" y="1577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2" y="1578"/>
                </a:lnTo>
                <a:lnTo>
                  <a:pt x="4033" y="1578"/>
                </a:lnTo>
                <a:lnTo>
                  <a:pt x="4034" y="1578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8" y="1579"/>
                </a:lnTo>
                <a:lnTo>
                  <a:pt x="4038" y="1580"/>
                </a:lnTo>
                <a:lnTo>
                  <a:pt x="4038" y="1579"/>
                </a:lnTo>
                <a:lnTo>
                  <a:pt x="4039" y="1579"/>
                </a:lnTo>
                <a:lnTo>
                  <a:pt x="4040" y="1579"/>
                </a:lnTo>
                <a:lnTo>
                  <a:pt x="4040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41" y="1581"/>
                </a:lnTo>
                <a:lnTo>
                  <a:pt x="4041" y="1580"/>
                </a:lnTo>
                <a:lnTo>
                  <a:pt x="4042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2"/>
                </a:lnTo>
                <a:lnTo>
                  <a:pt x="4042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5" y="1581"/>
                </a:lnTo>
                <a:lnTo>
                  <a:pt x="4055" y="1582"/>
                </a:lnTo>
                <a:lnTo>
                  <a:pt x="4056" y="1582"/>
                </a:lnTo>
                <a:lnTo>
                  <a:pt x="4056" y="1583"/>
                </a:lnTo>
                <a:lnTo>
                  <a:pt x="4056" y="1584"/>
                </a:lnTo>
                <a:lnTo>
                  <a:pt x="4057" y="1584"/>
                </a:lnTo>
                <a:lnTo>
                  <a:pt x="4057" y="1586"/>
                </a:lnTo>
                <a:lnTo>
                  <a:pt x="4057" y="1587"/>
                </a:lnTo>
                <a:lnTo>
                  <a:pt x="4058" y="1586"/>
                </a:lnTo>
                <a:lnTo>
                  <a:pt x="4059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6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5" y="1587"/>
                </a:lnTo>
                <a:lnTo>
                  <a:pt x="4065" y="1588"/>
                </a:lnTo>
                <a:lnTo>
                  <a:pt x="4066" y="1587"/>
                </a:lnTo>
                <a:lnTo>
                  <a:pt x="4066" y="1586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5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3"/>
                </a:lnTo>
                <a:lnTo>
                  <a:pt x="4068" y="1584"/>
                </a:lnTo>
                <a:lnTo>
                  <a:pt x="4068" y="1583"/>
                </a:lnTo>
                <a:lnTo>
                  <a:pt x="4068" y="1582"/>
                </a:lnTo>
                <a:lnTo>
                  <a:pt x="4069" y="1583"/>
                </a:lnTo>
                <a:lnTo>
                  <a:pt x="4069" y="1582"/>
                </a:lnTo>
                <a:lnTo>
                  <a:pt x="4069" y="1581"/>
                </a:lnTo>
                <a:lnTo>
                  <a:pt x="4068" y="1581"/>
                </a:lnTo>
                <a:lnTo>
                  <a:pt x="4068" y="1580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79"/>
                </a:lnTo>
                <a:lnTo>
                  <a:pt x="4071" y="1580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4" y="1581"/>
                </a:lnTo>
                <a:lnTo>
                  <a:pt x="4075" y="1581"/>
                </a:lnTo>
                <a:lnTo>
                  <a:pt x="4075" y="1582"/>
                </a:lnTo>
                <a:lnTo>
                  <a:pt x="4076" y="1582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7" y="1583"/>
                </a:lnTo>
                <a:lnTo>
                  <a:pt x="4078" y="1584"/>
                </a:lnTo>
                <a:lnTo>
                  <a:pt x="4079" y="1584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3"/>
                </a:lnTo>
                <a:lnTo>
                  <a:pt x="4082" y="1584"/>
                </a:lnTo>
                <a:lnTo>
                  <a:pt x="4083" y="1583"/>
                </a:lnTo>
                <a:lnTo>
                  <a:pt x="4084" y="1582"/>
                </a:lnTo>
                <a:lnTo>
                  <a:pt x="4084" y="1581"/>
                </a:lnTo>
                <a:lnTo>
                  <a:pt x="4084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4" y="1579"/>
                </a:lnTo>
                <a:lnTo>
                  <a:pt x="4083" y="1579"/>
                </a:lnTo>
                <a:lnTo>
                  <a:pt x="4083" y="1577"/>
                </a:lnTo>
                <a:lnTo>
                  <a:pt x="4083" y="1576"/>
                </a:lnTo>
                <a:lnTo>
                  <a:pt x="4085" y="1576"/>
                </a:lnTo>
                <a:lnTo>
                  <a:pt x="4087" y="1577"/>
                </a:lnTo>
                <a:lnTo>
                  <a:pt x="4087" y="1579"/>
                </a:lnTo>
                <a:lnTo>
                  <a:pt x="4088" y="1579"/>
                </a:lnTo>
                <a:lnTo>
                  <a:pt x="4090" y="1579"/>
                </a:lnTo>
                <a:lnTo>
                  <a:pt x="4091" y="1578"/>
                </a:lnTo>
                <a:lnTo>
                  <a:pt x="4096" y="1581"/>
                </a:lnTo>
                <a:lnTo>
                  <a:pt x="4097" y="1582"/>
                </a:lnTo>
                <a:lnTo>
                  <a:pt x="4095" y="1583"/>
                </a:lnTo>
                <a:lnTo>
                  <a:pt x="4095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8" y="1583"/>
                </a:lnTo>
                <a:lnTo>
                  <a:pt x="4098" y="1584"/>
                </a:lnTo>
                <a:lnTo>
                  <a:pt x="4098" y="1585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1"/>
                </a:lnTo>
                <a:lnTo>
                  <a:pt x="4099" y="1592"/>
                </a:lnTo>
                <a:lnTo>
                  <a:pt x="4100" y="1593"/>
                </a:lnTo>
                <a:lnTo>
                  <a:pt x="4100" y="1594"/>
                </a:lnTo>
                <a:lnTo>
                  <a:pt x="4101" y="1596"/>
                </a:lnTo>
                <a:lnTo>
                  <a:pt x="4104" y="1596"/>
                </a:lnTo>
                <a:lnTo>
                  <a:pt x="4104" y="1597"/>
                </a:lnTo>
                <a:lnTo>
                  <a:pt x="4105" y="1597"/>
                </a:lnTo>
                <a:lnTo>
                  <a:pt x="4107" y="1598"/>
                </a:lnTo>
                <a:lnTo>
                  <a:pt x="4107" y="1599"/>
                </a:lnTo>
                <a:lnTo>
                  <a:pt x="4108" y="1599"/>
                </a:lnTo>
                <a:lnTo>
                  <a:pt x="4108" y="1600"/>
                </a:lnTo>
                <a:lnTo>
                  <a:pt x="4109" y="1600"/>
                </a:lnTo>
                <a:lnTo>
                  <a:pt x="4109" y="1601"/>
                </a:lnTo>
                <a:lnTo>
                  <a:pt x="4109" y="1603"/>
                </a:lnTo>
                <a:lnTo>
                  <a:pt x="4110" y="1606"/>
                </a:lnTo>
                <a:lnTo>
                  <a:pt x="4110" y="1607"/>
                </a:lnTo>
                <a:lnTo>
                  <a:pt x="4109" y="1608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09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10" y="1611"/>
                </a:lnTo>
                <a:lnTo>
                  <a:pt x="4110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9" y="1614"/>
                </a:lnTo>
                <a:lnTo>
                  <a:pt x="4109" y="1613"/>
                </a:lnTo>
                <a:lnTo>
                  <a:pt x="4112" y="1614"/>
                </a:lnTo>
                <a:lnTo>
                  <a:pt x="4113" y="1613"/>
                </a:lnTo>
                <a:lnTo>
                  <a:pt x="4115" y="1613"/>
                </a:lnTo>
                <a:lnTo>
                  <a:pt x="4115" y="1614"/>
                </a:lnTo>
                <a:lnTo>
                  <a:pt x="4116" y="1615"/>
                </a:lnTo>
                <a:lnTo>
                  <a:pt x="4117" y="1615"/>
                </a:lnTo>
                <a:lnTo>
                  <a:pt x="4117" y="1614"/>
                </a:lnTo>
                <a:lnTo>
                  <a:pt x="4118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20" y="1612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1"/>
                </a:lnTo>
                <a:lnTo>
                  <a:pt x="4127" y="1612"/>
                </a:lnTo>
                <a:lnTo>
                  <a:pt x="4128" y="1612"/>
                </a:lnTo>
                <a:lnTo>
                  <a:pt x="4128" y="1613"/>
                </a:lnTo>
                <a:lnTo>
                  <a:pt x="4127" y="1613"/>
                </a:lnTo>
                <a:lnTo>
                  <a:pt x="4128" y="1613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6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7"/>
                </a:lnTo>
                <a:lnTo>
                  <a:pt x="4118" y="1618"/>
                </a:lnTo>
                <a:lnTo>
                  <a:pt x="4119" y="1618"/>
                </a:lnTo>
                <a:lnTo>
                  <a:pt x="4119" y="1619"/>
                </a:lnTo>
                <a:lnTo>
                  <a:pt x="4120" y="1619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0"/>
                </a:lnTo>
                <a:lnTo>
                  <a:pt x="4123" y="1621"/>
                </a:lnTo>
                <a:lnTo>
                  <a:pt x="4124" y="1623"/>
                </a:lnTo>
                <a:lnTo>
                  <a:pt x="4125" y="1624"/>
                </a:lnTo>
                <a:lnTo>
                  <a:pt x="4126" y="1624"/>
                </a:lnTo>
                <a:lnTo>
                  <a:pt x="4126" y="1625"/>
                </a:lnTo>
                <a:lnTo>
                  <a:pt x="4125" y="1625"/>
                </a:lnTo>
                <a:lnTo>
                  <a:pt x="4121" y="1621"/>
                </a:lnTo>
                <a:lnTo>
                  <a:pt x="4119" y="1619"/>
                </a:lnTo>
                <a:lnTo>
                  <a:pt x="4121" y="1621"/>
                </a:lnTo>
                <a:lnTo>
                  <a:pt x="4123" y="1624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6"/>
                </a:lnTo>
                <a:lnTo>
                  <a:pt x="4123" y="1624"/>
                </a:lnTo>
                <a:lnTo>
                  <a:pt x="4122" y="1624"/>
                </a:lnTo>
                <a:lnTo>
                  <a:pt x="4122" y="1623"/>
                </a:lnTo>
                <a:lnTo>
                  <a:pt x="4121" y="1623"/>
                </a:lnTo>
                <a:lnTo>
                  <a:pt x="4119" y="1621"/>
                </a:lnTo>
                <a:lnTo>
                  <a:pt x="4118" y="1620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2" y="1620"/>
                </a:lnTo>
                <a:lnTo>
                  <a:pt x="4111" y="1620"/>
                </a:lnTo>
                <a:lnTo>
                  <a:pt x="4111" y="1621"/>
                </a:lnTo>
                <a:lnTo>
                  <a:pt x="4109" y="1621"/>
                </a:lnTo>
                <a:lnTo>
                  <a:pt x="4108" y="1620"/>
                </a:lnTo>
                <a:lnTo>
                  <a:pt x="4107" y="1619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20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29"/>
                </a:lnTo>
                <a:lnTo>
                  <a:pt x="4098" y="1630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5" y="1637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3" y="1641"/>
                </a:lnTo>
                <a:lnTo>
                  <a:pt x="4093" y="1643"/>
                </a:lnTo>
                <a:lnTo>
                  <a:pt x="4094" y="1644"/>
                </a:lnTo>
                <a:lnTo>
                  <a:pt x="4095" y="1644"/>
                </a:lnTo>
                <a:lnTo>
                  <a:pt x="4095" y="1645"/>
                </a:lnTo>
                <a:lnTo>
                  <a:pt x="4094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5"/>
                </a:lnTo>
                <a:lnTo>
                  <a:pt x="4095" y="1657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6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1" y="1657"/>
                </a:lnTo>
                <a:lnTo>
                  <a:pt x="4091" y="1656"/>
                </a:lnTo>
                <a:lnTo>
                  <a:pt x="4091" y="1657"/>
                </a:lnTo>
                <a:lnTo>
                  <a:pt x="4092" y="1657"/>
                </a:lnTo>
                <a:lnTo>
                  <a:pt x="4091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7" y="1661"/>
                </a:lnTo>
                <a:lnTo>
                  <a:pt x="4097" y="1662"/>
                </a:lnTo>
                <a:lnTo>
                  <a:pt x="4098" y="1662"/>
                </a:lnTo>
                <a:lnTo>
                  <a:pt x="4098" y="1663"/>
                </a:lnTo>
                <a:lnTo>
                  <a:pt x="4098" y="1665"/>
                </a:lnTo>
                <a:lnTo>
                  <a:pt x="4099" y="1666"/>
                </a:lnTo>
                <a:lnTo>
                  <a:pt x="4099" y="1665"/>
                </a:lnTo>
                <a:lnTo>
                  <a:pt x="4100" y="1665"/>
                </a:lnTo>
                <a:lnTo>
                  <a:pt x="4100" y="1666"/>
                </a:lnTo>
                <a:lnTo>
                  <a:pt x="4101" y="1666"/>
                </a:lnTo>
                <a:lnTo>
                  <a:pt x="4104" y="1666"/>
                </a:lnTo>
                <a:lnTo>
                  <a:pt x="4105" y="1667"/>
                </a:lnTo>
                <a:lnTo>
                  <a:pt x="4105" y="1668"/>
                </a:lnTo>
                <a:lnTo>
                  <a:pt x="4106" y="1669"/>
                </a:lnTo>
                <a:lnTo>
                  <a:pt x="4107" y="1670"/>
                </a:lnTo>
                <a:lnTo>
                  <a:pt x="4108" y="1670"/>
                </a:lnTo>
                <a:lnTo>
                  <a:pt x="4108" y="1671"/>
                </a:lnTo>
                <a:lnTo>
                  <a:pt x="4110" y="1672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2"/>
                </a:lnTo>
                <a:lnTo>
                  <a:pt x="4113" y="1672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0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1"/>
                </a:lnTo>
                <a:lnTo>
                  <a:pt x="4121" y="1671"/>
                </a:lnTo>
                <a:lnTo>
                  <a:pt x="4123" y="1673"/>
                </a:lnTo>
                <a:lnTo>
                  <a:pt x="4124" y="1673"/>
                </a:lnTo>
                <a:lnTo>
                  <a:pt x="4126" y="1673"/>
                </a:lnTo>
                <a:lnTo>
                  <a:pt x="4127" y="1674"/>
                </a:lnTo>
                <a:lnTo>
                  <a:pt x="4126" y="1675"/>
                </a:lnTo>
                <a:lnTo>
                  <a:pt x="4126" y="1677"/>
                </a:lnTo>
                <a:lnTo>
                  <a:pt x="4127" y="1677"/>
                </a:lnTo>
                <a:lnTo>
                  <a:pt x="4127" y="1678"/>
                </a:lnTo>
                <a:lnTo>
                  <a:pt x="4124" y="1685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3"/>
                </a:lnTo>
                <a:lnTo>
                  <a:pt x="4129" y="1683"/>
                </a:lnTo>
                <a:lnTo>
                  <a:pt x="4129" y="1684"/>
                </a:lnTo>
                <a:lnTo>
                  <a:pt x="4130" y="1684"/>
                </a:lnTo>
                <a:lnTo>
                  <a:pt x="4130" y="1685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5" y="1681"/>
                </a:lnTo>
                <a:lnTo>
                  <a:pt x="4137" y="1681"/>
                </a:lnTo>
                <a:lnTo>
                  <a:pt x="4140" y="1682"/>
                </a:lnTo>
                <a:lnTo>
                  <a:pt x="4143" y="1682"/>
                </a:lnTo>
                <a:lnTo>
                  <a:pt x="4143" y="1683"/>
                </a:lnTo>
                <a:lnTo>
                  <a:pt x="4143" y="1684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5" y="1682"/>
                </a:lnTo>
                <a:lnTo>
                  <a:pt x="4146" y="1682"/>
                </a:lnTo>
                <a:lnTo>
                  <a:pt x="4146" y="1681"/>
                </a:lnTo>
                <a:lnTo>
                  <a:pt x="4151" y="1681"/>
                </a:lnTo>
                <a:lnTo>
                  <a:pt x="4151" y="1683"/>
                </a:lnTo>
                <a:lnTo>
                  <a:pt x="4151" y="1684"/>
                </a:lnTo>
                <a:lnTo>
                  <a:pt x="4151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1" y="1688"/>
                </a:lnTo>
                <a:lnTo>
                  <a:pt x="4152" y="1689"/>
                </a:lnTo>
                <a:lnTo>
                  <a:pt x="4152" y="1688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4" y="1681"/>
                </a:lnTo>
                <a:lnTo>
                  <a:pt x="4156" y="1680"/>
                </a:lnTo>
                <a:lnTo>
                  <a:pt x="4157" y="1680"/>
                </a:lnTo>
                <a:lnTo>
                  <a:pt x="4162" y="1680"/>
                </a:lnTo>
                <a:lnTo>
                  <a:pt x="4162" y="1681"/>
                </a:lnTo>
                <a:lnTo>
                  <a:pt x="4162" y="1682"/>
                </a:lnTo>
                <a:lnTo>
                  <a:pt x="4165" y="1682"/>
                </a:lnTo>
                <a:lnTo>
                  <a:pt x="4165" y="1680"/>
                </a:lnTo>
                <a:lnTo>
                  <a:pt x="4164" y="1680"/>
                </a:lnTo>
                <a:lnTo>
                  <a:pt x="4166" y="1679"/>
                </a:lnTo>
                <a:lnTo>
                  <a:pt x="4166" y="1680"/>
                </a:lnTo>
                <a:lnTo>
                  <a:pt x="4166" y="1681"/>
                </a:lnTo>
                <a:lnTo>
                  <a:pt x="4167" y="1681"/>
                </a:lnTo>
                <a:lnTo>
                  <a:pt x="4169" y="1681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6"/>
                </a:lnTo>
                <a:lnTo>
                  <a:pt x="4172" y="1676"/>
                </a:lnTo>
                <a:lnTo>
                  <a:pt x="4172" y="1675"/>
                </a:lnTo>
                <a:lnTo>
                  <a:pt x="4173" y="1675"/>
                </a:lnTo>
                <a:lnTo>
                  <a:pt x="4174" y="1674"/>
                </a:lnTo>
                <a:lnTo>
                  <a:pt x="4174" y="1675"/>
                </a:lnTo>
                <a:lnTo>
                  <a:pt x="4174" y="1674"/>
                </a:lnTo>
                <a:lnTo>
                  <a:pt x="4175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6" y="1672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80" y="1670"/>
                </a:lnTo>
                <a:lnTo>
                  <a:pt x="4181" y="1669"/>
                </a:lnTo>
                <a:lnTo>
                  <a:pt x="4181" y="1667"/>
                </a:lnTo>
                <a:lnTo>
                  <a:pt x="4180" y="1667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3"/>
                </a:lnTo>
                <a:lnTo>
                  <a:pt x="4183" y="1663"/>
                </a:lnTo>
                <a:lnTo>
                  <a:pt x="4182" y="1662"/>
                </a:lnTo>
                <a:lnTo>
                  <a:pt x="4181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80" y="1659"/>
                </a:lnTo>
                <a:lnTo>
                  <a:pt x="4179" y="1660"/>
                </a:lnTo>
                <a:lnTo>
                  <a:pt x="4179" y="1661"/>
                </a:lnTo>
                <a:lnTo>
                  <a:pt x="4178" y="1661"/>
                </a:lnTo>
                <a:lnTo>
                  <a:pt x="4178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8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6" y="1651"/>
                </a:lnTo>
                <a:lnTo>
                  <a:pt x="4187" y="1651"/>
                </a:lnTo>
                <a:lnTo>
                  <a:pt x="4186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8" y="1648"/>
                </a:lnTo>
                <a:lnTo>
                  <a:pt x="4199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6" y="1644"/>
                </a:lnTo>
                <a:lnTo>
                  <a:pt x="4208" y="1642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2" y="1638"/>
                </a:lnTo>
                <a:lnTo>
                  <a:pt x="4213" y="1638"/>
                </a:lnTo>
                <a:lnTo>
                  <a:pt x="4213" y="1637"/>
                </a:lnTo>
                <a:lnTo>
                  <a:pt x="4213" y="1636"/>
                </a:lnTo>
                <a:lnTo>
                  <a:pt x="4212" y="1636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3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6"/>
                </a:lnTo>
                <a:lnTo>
                  <a:pt x="4218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7"/>
                </a:lnTo>
                <a:lnTo>
                  <a:pt x="4217" y="1627"/>
                </a:lnTo>
                <a:lnTo>
                  <a:pt x="4217" y="1626"/>
                </a:lnTo>
                <a:lnTo>
                  <a:pt x="4218" y="1626"/>
                </a:lnTo>
                <a:lnTo>
                  <a:pt x="4219" y="1625"/>
                </a:lnTo>
                <a:lnTo>
                  <a:pt x="4218" y="1625"/>
                </a:lnTo>
                <a:lnTo>
                  <a:pt x="4217" y="1625"/>
                </a:lnTo>
                <a:lnTo>
                  <a:pt x="4217" y="1626"/>
                </a:lnTo>
                <a:lnTo>
                  <a:pt x="4216" y="1626"/>
                </a:lnTo>
                <a:lnTo>
                  <a:pt x="4216" y="1625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1" y="1624"/>
                </a:lnTo>
                <a:lnTo>
                  <a:pt x="4211" y="1623"/>
                </a:lnTo>
                <a:lnTo>
                  <a:pt x="4213" y="1623"/>
                </a:lnTo>
                <a:lnTo>
                  <a:pt x="4214" y="1624"/>
                </a:lnTo>
                <a:lnTo>
                  <a:pt x="4215" y="1624"/>
                </a:lnTo>
                <a:lnTo>
                  <a:pt x="4217" y="1623"/>
                </a:lnTo>
                <a:lnTo>
                  <a:pt x="4220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4" y="1622"/>
                </a:lnTo>
                <a:lnTo>
                  <a:pt x="4225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7"/>
                </a:lnTo>
                <a:lnTo>
                  <a:pt x="4233" y="1617"/>
                </a:lnTo>
                <a:lnTo>
                  <a:pt x="4234" y="1617"/>
                </a:lnTo>
                <a:lnTo>
                  <a:pt x="4236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6"/>
                </a:lnTo>
                <a:lnTo>
                  <a:pt x="4245" y="1615"/>
                </a:lnTo>
                <a:lnTo>
                  <a:pt x="4246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09"/>
                </a:lnTo>
                <a:lnTo>
                  <a:pt x="4260" y="1610"/>
                </a:lnTo>
                <a:lnTo>
                  <a:pt x="4261" y="1609"/>
                </a:lnTo>
                <a:lnTo>
                  <a:pt x="4262" y="1609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0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68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3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2" y="1644"/>
                </a:lnTo>
                <a:lnTo>
                  <a:pt x="4323" y="1646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8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49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7" y="1646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5" y="1639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7" y="1636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5" y="1649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6" y="1648"/>
                </a:lnTo>
                <a:lnTo>
                  <a:pt x="4397" y="1648"/>
                </a:lnTo>
                <a:lnTo>
                  <a:pt x="4395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4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5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2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1" y="1662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4" y="1671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2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4" y="1690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2" y="1689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19" y="1693"/>
                </a:lnTo>
                <a:lnTo>
                  <a:pt x="4419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8" y="1698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5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09" y="1702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4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4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69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6"/>
                </a:lnTo>
                <a:lnTo>
                  <a:pt x="4368" y="1697"/>
                </a:lnTo>
                <a:lnTo>
                  <a:pt x="4368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8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1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5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2" y="1727"/>
                </a:lnTo>
                <a:lnTo>
                  <a:pt x="4303" y="1727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0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9" y="1729"/>
                </a:lnTo>
                <a:lnTo>
                  <a:pt x="4268" y="1729"/>
                </a:lnTo>
                <a:lnTo>
                  <a:pt x="4269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3"/>
                </a:lnTo>
                <a:lnTo>
                  <a:pt x="4263" y="1732"/>
                </a:lnTo>
                <a:lnTo>
                  <a:pt x="4262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3" y="1732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4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0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7" y="1734"/>
                </a:lnTo>
                <a:lnTo>
                  <a:pt x="4267" y="1733"/>
                </a:lnTo>
                <a:lnTo>
                  <a:pt x="4268" y="1733"/>
                </a:lnTo>
                <a:lnTo>
                  <a:pt x="4268" y="1734"/>
                </a:lnTo>
                <a:lnTo>
                  <a:pt x="4269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1"/>
                </a:lnTo>
                <a:lnTo>
                  <a:pt x="4278" y="1742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7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9" y="1754"/>
                </a:lnTo>
                <a:lnTo>
                  <a:pt x="4269" y="1753"/>
                </a:lnTo>
                <a:lnTo>
                  <a:pt x="4268" y="1752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59" y="1749"/>
                </a:lnTo>
                <a:lnTo>
                  <a:pt x="4258" y="1749"/>
                </a:lnTo>
                <a:lnTo>
                  <a:pt x="4259" y="1749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8" y="1751"/>
                </a:lnTo>
                <a:lnTo>
                  <a:pt x="4257" y="1751"/>
                </a:lnTo>
                <a:lnTo>
                  <a:pt x="4256" y="1751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4" y="1759"/>
                </a:lnTo>
                <a:lnTo>
                  <a:pt x="4255" y="1759"/>
                </a:lnTo>
                <a:lnTo>
                  <a:pt x="4256" y="1759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2" y="1761"/>
                </a:lnTo>
                <a:lnTo>
                  <a:pt x="4251" y="1761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2"/>
                </a:lnTo>
                <a:lnTo>
                  <a:pt x="4249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51" y="1764"/>
                </a:lnTo>
                <a:lnTo>
                  <a:pt x="4251" y="1765"/>
                </a:lnTo>
                <a:lnTo>
                  <a:pt x="4250" y="1766"/>
                </a:lnTo>
                <a:lnTo>
                  <a:pt x="4249" y="1766"/>
                </a:lnTo>
                <a:lnTo>
                  <a:pt x="4249" y="1767"/>
                </a:lnTo>
                <a:lnTo>
                  <a:pt x="4250" y="1768"/>
                </a:lnTo>
                <a:lnTo>
                  <a:pt x="4251" y="1768"/>
                </a:lnTo>
                <a:lnTo>
                  <a:pt x="4252" y="1767"/>
                </a:lnTo>
                <a:lnTo>
                  <a:pt x="4252" y="1768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2" y="1773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80"/>
                </a:lnTo>
                <a:lnTo>
                  <a:pt x="4254" y="1780"/>
                </a:lnTo>
                <a:lnTo>
                  <a:pt x="4254" y="1781"/>
                </a:lnTo>
                <a:lnTo>
                  <a:pt x="4254" y="1782"/>
                </a:lnTo>
                <a:lnTo>
                  <a:pt x="4255" y="1782"/>
                </a:lnTo>
                <a:lnTo>
                  <a:pt x="4256" y="1782"/>
                </a:lnTo>
                <a:lnTo>
                  <a:pt x="4255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2" y="1782"/>
                </a:lnTo>
                <a:lnTo>
                  <a:pt x="4251" y="1782"/>
                </a:lnTo>
                <a:lnTo>
                  <a:pt x="4250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6" y="1784"/>
                </a:lnTo>
                <a:lnTo>
                  <a:pt x="4245" y="1784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5"/>
                </a:lnTo>
                <a:lnTo>
                  <a:pt x="4244" y="1784"/>
                </a:lnTo>
                <a:lnTo>
                  <a:pt x="4242" y="1784"/>
                </a:lnTo>
                <a:lnTo>
                  <a:pt x="4242" y="1785"/>
                </a:lnTo>
                <a:lnTo>
                  <a:pt x="4241" y="1784"/>
                </a:lnTo>
                <a:lnTo>
                  <a:pt x="4240" y="1784"/>
                </a:lnTo>
                <a:lnTo>
                  <a:pt x="4239" y="1785"/>
                </a:lnTo>
                <a:lnTo>
                  <a:pt x="4240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7"/>
                </a:lnTo>
                <a:lnTo>
                  <a:pt x="4235" y="1787"/>
                </a:lnTo>
                <a:lnTo>
                  <a:pt x="4235" y="1786"/>
                </a:lnTo>
                <a:lnTo>
                  <a:pt x="4234" y="1786"/>
                </a:lnTo>
                <a:lnTo>
                  <a:pt x="4233" y="1786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1"/>
                </a:lnTo>
                <a:lnTo>
                  <a:pt x="4222" y="1790"/>
                </a:lnTo>
                <a:lnTo>
                  <a:pt x="4221" y="1790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1" y="1787"/>
                </a:lnTo>
                <a:lnTo>
                  <a:pt x="4221" y="1786"/>
                </a:lnTo>
                <a:lnTo>
                  <a:pt x="4220" y="1786"/>
                </a:lnTo>
                <a:lnTo>
                  <a:pt x="4219" y="1787"/>
                </a:lnTo>
                <a:lnTo>
                  <a:pt x="4219" y="1786"/>
                </a:lnTo>
                <a:lnTo>
                  <a:pt x="4220" y="1785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5"/>
                </a:lnTo>
                <a:lnTo>
                  <a:pt x="4220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4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4" y="1778"/>
                </a:lnTo>
                <a:lnTo>
                  <a:pt x="4224" y="1776"/>
                </a:lnTo>
                <a:lnTo>
                  <a:pt x="4223" y="1775"/>
                </a:lnTo>
                <a:lnTo>
                  <a:pt x="4221" y="1774"/>
                </a:lnTo>
                <a:lnTo>
                  <a:pt x="4221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20" y="1770"/>
                </a:lnTo>
                <a:lnTo>
                  <a:pt x="4219" y="1769"/>
                </a:lnTo>
                <a:lnTo>
                  <a:pt x="4219" y="1770"/>
                </a:lnTo>
                <a:lnTo>
                  <a:pt x="4218" y="1770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7" y="1775"/>
                </a:lnTo>
                <a:lnTo>
                  <a:pt x="4218" y="1775"/>
                </a:lnTo>
                <a:lnTo>
                  <a:pt x="4219" y="1776"/>
                </a:lnTo>
                <a:lnTo>
                  <a:pt x="4219" y="1777"/>
                </a:lnTo>
                <a:lnTo>
                  <a:pt x="4218" y="1777"/>
                </a:lnTo>
                <a:lnTo>
                  <a:pt x="4216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5" y="1776"/>
                </a:lnTo>
                <a:lnTo>
                  <a:pt x="4215" y="1775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4"/>
                </a:lnTo>
                <a:lnTo>
                  <a:pt x="4211" y="1773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6"/>
                </a:lnTo>
                <a:lnTo>
                  <a:pt x="4205" y="1777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3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3" y="1781"/>
                </a:lnTo>
                <a:lnTo>
                  <a:pt x="4202" y="1782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9" y="1782"/>
                </a:lnTo>
                <a:lnTo>
                  <a:pt x="4198" y="1782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3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4" y="1786"/>
                </a:lnTo>
                <a:lnTo>
                  <a:pt x="4204" y="1787"/>
                </a:lnTo>
                <a:lnTo>
                  <a:pt x="4205" y="1787"/>
                </a:lnTo>
                <a:lnTo>
                  <a:pt x="4205" y="1788"/>
                </a:lnTo>
                <a:lnTo>
                  <a:pt x="4206" y="1788"/>
                </a:lnTo>
                <a:lnTo>
                  <a:pt x="4206" y="1789"/>
                </a:lnTo>
                <a:lnTo>
                  <a:pt x="4207" y="1789"/>
                </a:lnTo>
                <a:lnTo>
                  <a:pt x="4208" y="1790"/>
                </a:lnTo>
                <a:lnTo>
                  <a:pt x="4209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2" y="1792"/>
                </a:lnTo>
                <a:lnTo>
                  <a:pt x="4212" y="1793"/>
                </a:lnTo>
                <a:lnTo>
                  <a:pt x="4210" y="1794"/>
                </a:lnTo>
                <a:lnTo>
                  <a:pt x="4209" y="1796"/>
                </a:lnTo>
                <a:lnTo>
                  <a:pt x="4208" y="1795"/>
                </a:lnTo>
                <a:lnTo>
                  <a:pt x="4208" y="1796"/>
                </a:lnTo>
                <a:lnTo>
                  <a:pt x="4209" y="1796"/>
                </a:lnTo>
                <a:lnTo>
                  <a:pt x="4210" y="1796"/>
                </a:lnTo>
                <a:lnTo>
                  <a:pt x="4212" y="1794"/>
                </a:lnTo>
                <a:lnTo>
                  <a:pt x="4213" y="1795"/>
                </a:lnTo>
                <a:lnTo>
                  <a:pt x="4214" y="1795"/>
                </a:lnTo>
                <a:lnTo>
                  <a:pt x="4214" y="1796"/>
                </a:lnTo>
                <a:lnTo>
                  <a:pt x="4213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6"/>
                </a:lnTo>
                <a:lnTo>
                  <a:pt x="4215" y="1797"/>
                </a:lnTo>
                <a:lnTo>
                  <a:pt x="4216" y="1796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4"/>
                </a:lnTo>
                <a:lnTo>
                  <a:pt x="4219" y="1795"/>
                </a:lnTo>
                <a:lnTo>
                  <a:pt x="4219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799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1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09" y="1804"/>
                </a:lnTo>
                <a:lnTo>
                  <a:pt x="4209" y="1805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10" y="1803"/>
                </a:lnTo>
                <a:lnTo>
                  <a:pt x="4210" y="1802"/>
                </a:lnTo>
                <a:lnTo>
                  <a:pt x="4210" y="1801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4"/>
                </a:lnTo>
                <a:lnTo>
                  <a:pt x="4203" y="1804"/>
                </a:lnTo>
                <a:lnTo>
                  <a:pt x="4203" y="1805"/>
                </a:lnTo>
                <a:lnTo>
                  <a:pt x="4202" y="1805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7" y="1808"/>
                </a:lnTo>
                <a:lnTo>
                  <a:pt x="4196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5"/>
                </a:lnTo>
                <a:lnTo>
                  <a:pt x="4193" y="1816"/>
                </a:lnTo>
                <a:lnTo>
                  <a:pt x="4194" y="1816"/>
                </a:lnTo>
                <a:lnTo>
                  <a:pt x="4194" y="1817"/>
                </a:lnTo>
                <a:lnTo>
                  <a:pt x="4195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2"/>
                </a:lnTo>
                <a:lnTo>
                  <a:pt x="4192" y="1823"/>
                </a:lnTo>
                <a:lnTo>
                  <a:pt x="4193" y="1823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2" y="1824"/>
                </a:lnTo>
                <a:lnTo>
                  <a:pt x="4191" y="1824"/>
                </a:lnTo>
                <a:lnTo>
                  <a:pt x="4190" y="1824"/>
                </a:lnTo>
                <a:lnTo>
                  <a:pt x="4190" y="1823"/>
                </a:lnTo>
                <a:lnTo>
                  <a:pt x="4189" y="1822"/>
                </a:lnTo>
                <a:lnTo>
                  <a:pt x="4188" y="1822"/>
                </a:lnTo>
                <a:lnTo>
                  <a:pt x="4188" y="1823"/>
                </a:lnTo>
                <a:lnTo>
                  <a:pt x="4188" y="1822"/>
                </a:lnTo>
                <a:lnTo>
                  <a:pt x="4188" y="1821"/>
                </a:lnTo>
                <a:lnTo>
                  <a:pt x="4187" y="1821"/>
                </a:lnTo>
                <a:lnTo>
                  <a:pt x="4187" y="1820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4" y="1824"/>
                </a:lnTo>
                <a:lnTo>
                  <a:pt x="4185" y="1824"/>
                </a:lnTo>
                <a:lnTo>
                  <a:pt x="4186" y="1824"/>
                </a:lnTo>
                <a:lnTo>
                  <a:pt x="4186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3" y="1831"/>
                </a:lnTo>
                <a:lnTo>
                  <a:pt x="4184" y="1832"/>
                </a:lnTo>
                <a:lnTo>
                  <a:pt x="4183" y="1833"/>
                </a:lnTo>
                <a:lnTo>
                  <a:pt x="4182" y="1833"/>
                </a:lnTo>
                <a:lnTo>
                  <a:pt x="4181" y="1833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6" y="1832"/>
                </a:lnTo>
                <a:lnTo>
                  <a:pt x="4175" y="1832"/>
                </a:lnTo>
                <a:lnTo>
                  <a:pt x="4174" y="1832"/>
                </a:lnTo>
                <a:lnTo>
                  <a:pt x="4175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7"/>
                </a:lnTo>
                <a:lnTo>
                  <a:pt x="4172" y="1838"/>
                </a:lnTo>
                <a:lnTo>
                  <a:pt x="4173" y="1838"/>
                </a:lnTo>
                <a:lnTo>
                  <a:pt x="4172" y="1839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4"/>
                </a:lnTo>
                <a:lnTo>
                  <a:pt x="4167" y="1835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6"/>
                </a:lnTo>
                <a:lnTo>
                  <a:pt x="4164" y="1836"/>
                </a:lnTo>
                <a:lnTo>
                  <a:pt x="4163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7"/>
                </a:lnTo>
                <a:lnTo>
                  <a:pt x="4160" y="1837"/>
                </a:lnTo>
                <a:lnTo>
                  <a:pt x="4160" y="1836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8"/>
                </a:lnTo>
                <a:lnTo>
                  <a:pt x="4159" y="1838"/>
                </a:lnTo>
                <a:lnTo>
                  <a:pt x="4160" y="1838"/>
                </a:lnTo>
                <a:lnTo>
                  <a:pt x="4160" y="1839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8" y="1840"/>
                </a:lnTo>
                <a:lnTo>
                  <a:pt x="4158" y="1841"/>
                </a:lnTo>
                <a:lnTo>
                  <a:pt x="4157" y="1841"/>
                </a:lnTo>
                <a:lnTo>
                  <a:pt x="4158" y="1841"/>
                </a:lnTo>
                <a:lnTo>
                  <a:pt x="4159" y="1841"/>
                </a:lnTo>
                <a:lnTo>
                  <a:pt x="4158" y="1842"/>
                </a:lnTo>
                <a:lnTo>
                  <a:pt x="4158" y="1843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6" y="1849"/>
                </a:lnTo>
                <a:lnTo>
                  <a:pt x="4156" y="1850"/>
                </a:lnTo>
                <a:lnTo>
                  <a:pt x="4155" y="1850"/>
                </a:lnTo>
                <a:lnTo>
                  <a:pt x="4155" y="1851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1" y="1857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60"/>
                </a:lnTo>
                <a:lnTo>
                  <a:pt x="4151" y="1861"/>
                </a:lnTo>
                <a:lnTo>
                  <a:pt x="4151" y="1862"/>
                </a:lnTo>
                <a:lnTo>
                  <a:pt x="4150" y="1862"/>
                </a:lnTo>
                <a:lnTo>
                  <a:pt x="4150" y="1861"/>
                </a:lnTo>
                <a:lnTo>
                  <a:pt x="4151" y="1860"/>
                </a:lnTo>
                <a:lnTo>
                  <a:pt x="4149" y="1860"/>
                </a:lnTo>
                <a:lnTo>
                  <a:pt x="4149" y="1864"/>
                </a:lnTo>
                <a:lnTo>
                  <a:pt x="4149" y="1867"/>
                </a:lnTo>
                <a:lnTo>
                  <a:pt x="4148" y="1867"/>
                </a:lnTo>
                <a:lnTo>
                  <a:pt x="4148" y="1864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5"/>
                </a:lnTo>
                <a:lnTo>
                  <a:pt x="4144" y="1864"/>
                </a:lnTo>
                <a:lnTo>
                  <a:pt x="4143" y="1864"/>
                </a:lnTo>
                <a:lnTo>
                  <a:pt x="4143" y="1865"/>
                </a:lnTo>
                <a:lnTo>
                  <a:pt x="4144" y="1865"/>
                </a:lnTo>
                <a:lnTo>
                  <a:pt x="4144" y="1866"/>
                </a:lnTo>
                <a:lnTo>
                  <a:pt x="4143" y="1865"/>
                </a:lnTo>
                <a:lnTo>
                  <a:pt x="4142" y="1866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0" y="1867"/>
                </a:lnTo>
                <a:lnTo>
                  <a:pt x="4141" y="1867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7" y="1874"/>
                </a:lnTo>
                <a:lnTo>
                  <a:pt x="4137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6" y="1885"/>
                </a:lnTo>
                <a:lnTo>
                  <a:pt x="4136" y="1886"/>
                </a:lnTo>
                <a:lnTo>
                  <a:pt x="4136" y="1887"/>
                </a:lnTo>
                <a:lnTo>
                  <a:pt x="4135" y="1887"/>
                </a:lnTo>
                <a:lnTo>
                  <a:pt x="4135" y="1888"/>
                </a:lnTo>
                <a:lnTo>
                  <a:pt x="4135" y="1887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8"/>
                </a:lnTo>
                <a:lnTo>
                  <a:pt x="4133" y="1889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8" y="1890"/>
                </a:lnTo>
                <a:lnTo>
                  <a:pt x="4128" y="1889"/>
                </a:lnTo>
                <a:lnTo>
                  <a:pt x="4128" y="1890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1"/>
                </a:lnTo>
                <a:lnTo>
                  <a:pt x="4124" y="1891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6"/>
                </a:lnTo>
                <a:lnTo>
                  <a:pt x="4120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0"/>
                </a:lnTo>
                <a:lnTo>
                  <a:pt x="4119" y="1901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09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0"/>
                </a:lnTo>
                <a:lnTo>
                  <a:pt x="4119" y="1910"/>
                </a:lnTo>
                <a:lnTo>
                  <a:pt x="4119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20" y="1913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20"/>
                </a:lnTo>
                <a:lnTo>
                  <a:pt x="4124" y="1919"/>
                </a:lnTo>
                <a:lnTo>
                  <a:pt x="4125" y="1919"/>
                </a:lnTo>
                <a:lnTo>
                  <a:pt x="4126" y="1920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1"/>
                </a:lnTo>
                <a:lnTo>
                  <a:pt x="4130" y="1922"/>
                </a:lnTo>
                <a:lnTo>
                  <a:pt x="4131" y="1923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2"/>
                </a:lnTo>
                <a:lnTo>
                  <a:pt x="4134" y="1923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40" y="1925"/>
                </a:lnTo>
                <a:lnTo>
                  <a:pt x="4140" y="1924"/>
                </a:lnTo>
                <a:lnTo>
                  <a:pt x="4141" y="1924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3" y="1926"/>
                </a:lnTo>
                <a:lnTo>
                  <a:pt x="4144" y="1925"/>
                </a:lnTo>
                <a:lnTo>
                  <a:pt x="4146" y="1926"/>
                </a:lnTo>
                <a:lnTo>
                  <a:pt x="4147" y="1926"/>
                </a:lnTo>
                <a:lnTo>
                  <a:pt x="4148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7"/>
                </a:lnTo>
                <a:lnTo>
                  <a:pt x="4144" y="1928"/>
                </a:lnTo>
                <a:lnTo>
                  <a:pt x="4145" y="1928"/>
                </a:lnTo>
                <a:lnTo>
                  <a:pt x="4144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1"/>
                </a:lnTo>
                <a:lnTo>
                  <a:pt x="4142" y="1932"/>
                </a:lnTo>
                <a:lnTo>
                  <a:pt x="4143" y="1932"/>
                </a:lnTo>
                <a:lnTo>
                  <a:pt x="4144" y="1933"/>
                </a:lnTo>
                <a:lnTo>
                  <a:pt x="4145" y="1934"/>
                </a:lnTo>
                <a:lnTo>
                  <a:pt x="4146" y="1935"/>
                </a:lnTo>
                <a:lnTo>
                  <a:pt x="4148" y="1937"/>
                </a:lnTo>
                <a:lnTo>
                  <a:pt x="4150" y="1936"/>
                </a:lnTo>
                <a:lnTo>
                  <a:pt x="4151" y="1936"/>
                </a:lnTo>
                <a:lnTo>
                  <a:pt x="4151" y="1938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0"/>
                </a:lnTo>
                <a:lnTo>
                  <a:pt x="4154" y="1940"/>
                </a:lnTo>
                <a:lnTo>
                  <a:pt x="4153" y="1941"/>
                </a:lnTo>
                <a:lnTo>
                  <a:pt x="4155" y="1941"/>
                </a:lnTo>
                <a:lnTo>
                  <a:pt x="4156" y="1942"/>
                </a:lnTo>
                <a:lnTo>
                  <a:pt x="4157" y="1942"/>
                </a:lnTo>
                <a:lnTo>
                  <a:pt x="4158" y="1943"/>
                </a:lnTo>
                <a:lnTo>
                  <a:pt x="4159" y="1943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60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6" y="1947"/>
                </a:lnTo>
                <a:lnTo>
                  <a:pt x="4167" y="1947"/>
                </a:lnTo>
                <a:lnTo>
                  <a:pt x="4169" y="1948"/>
                </a:lnTo>
                <a:lnTo>
                  <a:pt x="4170" y="1949"/>
                </a:lnTo>
                <a:lnTo>
                  <a:pt x="4171" y="1949"/>
                </a:lnTo>
                <a:lnTo>
                  <a:pt x="4171" y="1950"/>
                </a:lnTo>
                <a:lnTo>
                  <a:pt x="4171" y="1949"/>
                </a:lnTo>
                <a:lnTo>
                  <a:pt x="4172" y="1950"/>
                </a:lnTo>
                <a:lnTo>
                  <a:pt x="4172" y="1951"/>
                </a:lnTo>
                <a:lnTo>
                  <a:pt x="4171" y="1951"/>
                </a:lnTo>
                <a:lnTo>
                  <a:pt x="4172" y="1951"/>
                </a:lnTo>
                <a:lnTo>
                  <a:pt x="4172" y="1952"/>
                </a:lnTo>
                <a:lnTo>
                  <a:pt x="4172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8" y="1953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4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9" y="1956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7"/>
                </a:lnTo>
                <a:lnTo>
                  <a:pt x="4194" y="1958"/>
                </a:lnTo>
                <a:lnTo>
                  <a:pt x="4196" y="1959"/>
                </a:lnTo>
                <a:lnTo>
                  <a:pt x="4197" y="1960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2"/>
                </a:lnTo>
                <a:lnTo>
                  <a:pt x="4200" y="1963"/>
                </a:lnTo>
                <a:lnTo>
                  <a:pt x="4201" y="1963"/>
                </a:lnTo>
                <a:lnTo>
                  <a:pt x="4202" y="1963"/>
                </a:lnTo>
                <a:lnTo>
                  <a:pt x="4204" y="1964"/>
                </a:lnTo>
                <a:lnTo>
                  <a:pt x="4205" y="1965"/>
                </a:lnTo>
                <a:lnTo>
                  <a:pt x="4206" y="1965"/>
                </a:lnTo>
                <a:lnTo>
                  <a:pt x="4207" y="1965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6"/>
                </a:lnTo>
                <a:lnTo>
                  <a:pt x="4211" y="1967"/>
                </a:lnTo>
                <a:lnTo>
                  <a:pt x="4213" y="1968"/>
                </a:lnTo>
                <a:lnTo>
                  <a:pt x="4215" y="1969"/>
                </a:lnTo>
                <a:lnTo>
                  <a:pt x="4216" y="1970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7" y="1974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20" y="1986"/>
                </a:lnTo>
                <a:lnTo>
                  <a:pt x="4220" y="1987"/>
                </a:lnTo>
                <a:lnTo>
                  <a:pt x="4221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21" y="1990"/>
                </a:lnTo>
                <a:lnTo>
                  <a:pt x="4221" y="1991"/>
                </a:lnTo>
                <a:lnTo>
                  <a:pt x="4222" y="1991"/>
                </a:lnTo>
                <a:lnTo>
                  <a:pt x="4222" y="1992"/>
                </a:lnTo>
                <a:lnTo>
                  <a:pt x="4223" y="1994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1999"/>
                </a:lnTo>
                <a:lnTo>
                  <a:pt x="4226" y="2000"/>
                </a:lnTo>
                <a:lnTo>
                  <a:pt x="4227" y="2001"/>
                </a:lnTo>
                <a:lnTo>
                  <a:pt x="4227" y="2002"/>
                </a:lnTo>
                <a:lnTo>
                  <a:pt x="4227" y="2003"/>
                </a:lnTo>
                <a:lnTo>
                  <a:pt x="4228" y="2003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30" y="2008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1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5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0"/>
                </a:lnTo>
                <a:lnTo>
                  <a:pt x="4236" y="2021"/>
                </a:lnTo>
                <a:lnTo>
                  <a:pt x="4237" y="2021"/>
                </a:lnTo>
                <a:lnTo>
                  <a:pt x="4237" y="2022"/>
                </a:lnTo>
                <a:lnTo>
                  <a:pt x="4238" y="2022"/>
                </a:lnTo>
                <a:lnTo>
                  <a:pt x="4238" y="2023"/>
                </a:lnTo>
                <a:lnTo>
                  <a:pt x="4239" y="2023"/>
                </a:lnTo>
                <a:lnTo>
                  <a:pt x="4239" y="2024"/>
                </a:lnTo>
                <a:lnTo>
                  <a:pt x="4239" y="2025"/>
                </a:lnTo>
                <a:lnTo>
                  <a:pt x="4240" y="2026"/>
                </a:lnTo>
                <a:lnTo>
                  <a:pt x="4240" y="2027"/>
                </a:lnTo>
                <a:lnTo>
                  <a:pt x="4240" y="2028"/>
                </a:lnTo>
                <a:lnTo>
                  <a:pt x="4241" y="2029"/>
                </a:lnTo>
                <a:lnTo>
                  <a:pt x="4241" y="2031"/>
                </a:lnTo>
                <a:lnTo>
                  <a:pt x="4242" y="2031"/>
                </a:lnTo>
                <a:lnTo>
                  <a:pt x="4242" y="2032"/>
                </a:lnTo>
                <a:lnTo>
                  <a:pt x="4243" y="2034"/>
                </a:lnTo>
                <a:lnTo>
                  <a:pt x="4243" y="2035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3" y="2038"/>
                </a:lnTo>
                <a:lnTo>
                  <a:pt x="4244" y="2039"/>
                </a:lnTo>
                <a:lnTo>
                  <a:pt x="4244" y="2040"/>
                </a:lnTo>
                <a:lnTo>
                  <a:pt x="4244" y="2042"/>
                </a:lnTo>
                <a:lnTo>
                  <a:pt x="4242" y="2043"/>
                </a:lnTo>
                <a:lnTo>
                  <a:pt x="4241" y="2044"/>
                </a:lnTo>
                <a:lnTo>
                  <a:pt x="4242" y="2045"/>
                </a:lnTo>
                <a:lnTo>
                  <a:pt x="4240" y="2046"/>
                </a:lnTo>
                <a:lnTo>
                  <a:pt x="4241" y="2047"/>
                </a:lnTo>
                <a:lnTo>
                  <a:pt x="4243" y="2049"/>
                </a:lnTo>
                <a:lnTo>
                  <a:pt x="4245" y="2050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1"/>
                </a:lnTo>
                <a:lnTo>
                  <a:pt x="4249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50" y="2052"/>
                </a:lnTo>
                <a:lnTo>
                  <a:pt x="4250" y="2054"/>
                </a:lnTo>
                <a:lnTo>
                  <a:pt x="4250" y="2055"/>
                </a:lnTo>
                <a:lnTo>
                  <a:pt x="4251" y="2054"/>
                </a:lnTo>
                <a:lnTo>
                  <a:pt x="4252" y="2055"/>
                </a:lnTo>
                <a:lnTo>
                  <a:pt x="4253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4" y="2059"/>
                </a:lnTo>
                <a:lnTo>
                  <a:pt x="4255" y="2059"/>
                </a:lnTo>
                <a:lnTo>
                  <a:pt x="4255" y="2061"/>
                </a:lnTo>
                <a:lnTo>
                  <a:pt x="4255" y="2062"/>
                </a:lnTo>
                <a:lnTo>
                  <a:pt x="4256" y="2063"/>
                </a:lnTo>
                <a:lnTo>
                  <a:pt x="4256" y="2064"/>
                </a:lnTo>
                <a:lnTo>
                  <a:pt x="4255" y="2064"/>
                </a:lnTo>
                <a:lnTo>
                  <a:pt x="4254" y="2065"/>
                </a:lnTo>
                <a:lnTo>
                  <a:pt x="4255" y="2065"/>
                </a:lnTo>
                <a:lnTo>
                  <a:pt x="4256" y="2064"/>
                </a:lnTo>
                <a:lnTo>
                  <a:pt x="4256" y="2066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4" y="2069"/>
                </a:lnTo>
                <a:lnTo>
                  <a:pt x="4254" y="2068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7"/>
                </a:lnTo>
                <a:lnTo>
                  <a:pt x="4257" y="2067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69"/>
                </a:lnTo>
                <a:lnTo>
                  <a:pt x="4259" y="2069"/>
                </a:lnTo>
                <a:lnTo>
                  <a:pt x="4259" y="2070"/>
                </a:lnTo>
                <a:lnTo>
                  <a:pt x="4258" y="2070"/>
                </a:lnTo>
                <a:lnTo>
                  <a:pt x="4259" y="2070"/>
                </a:lnTo>
                <a:lnTo>
                  <a:pt x="4259" y="2072"/>
                </a:lnTo>
                <a:lnTo>
                  <a:pt x="4260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2" y="2077"/>
                </a:lnTo>
                <a:lnTo>
                  <a:pt x="4263" y="2079"/>
                </a:lnTo>
                <a:lnTo>
                  <a:pt x="4263" y="2080"/>
                </a:lnTo>
                <a:lnTo>
                  <a:pt x="4265" y="2080"/>
                </a:lnTo>
                <a:lnTo>
                  <a:pt x="4266" y="2079"/>
                </a:lnTo>
                <a:lnTo>
                  <a:pt x="4267" y="2081"/>
                </a:lnTo>
                <a:lnTo>
                  <a:pt x="4266" y="2081"/>
                </a:lnTo>
                <a:lnTo>
                  <a:pt x="4266" y="2082"/>
                </a:lnTo>
                <a:lnTo>
                  <a:pt x="4266" y="2083"/>
                </a:lnTo>
                <a:lnTo>
                  <a:pt x="4267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8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9" y="2093"/>
                </a:lnTo>
                <a:lnTo>
                  <a:pt x="4269" y="2097"/>
                </a:lnTo>
                <a:lnTo>
                  <a:pt x="4266" y="2097"/>
                </a:lnTo>
                <a:lnTo>
                  <a:pt x="4264" y="2098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099"/>
                </a:lnTo>
                <a:lnTo>
                  <a:pt x="4269" y="2100"/>
                </a:lnTo>
                <a:lnTo>
                  <a:pt x="4271" y="2101"/>
                </a:lnTo>
                <a:lnTo>
                  <a:pt x="4270" y="2101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8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2" y="2143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8" y="2164"/>
                </a:lnTo>
                <a:lnTo>
                  <a:pt x="4319" y="2164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8" y="2185"/>
                </a:lnTo>
                <a:lnTo>
                  <a:pt x="4318" y="2187"/>
                </a:lnTo>
                <a:lnTo>
                  <a:pt x="4319" y="2187"/>
                </a:lnTo>
                <a:lnTo>
                  <a:pt x="4319" y="2188"/>
                </a:lnTo>
                <a:lnTo>
                  <a:pt x="4320" y="2188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8" y="2203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69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4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69" y="2275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8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2"/>
                </a:lnTo>
                <a:lnTo>
                  <a:pt x="4356" y="2283"/>
                </a:lnTo>
                <a:lnTo>
                  <a:pt x="4356" y="2284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5" y="2283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1" y="2323"/>
                </a:lnTo>
                <a:lnTo>
                  <a:pt x="4340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8" y="2332"/>
                </a:lnTo>
                <a:lnTo>
                  <a:pt x="4317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4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2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8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29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1" y="2409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6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3" y="2420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3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3" y="2443"/>
                </a:lnTo>
                <a:lnTo>
                  <a:pt x="4353" y="2444"/>
                </a:lnTo>
                <a:lnTo>
                  <a:pt x="4352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8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7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0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7"/>
                </a:lnTo>
                <a:lnTo>
                  <a:pt x="4351" y="2458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2" y="2463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69" y="2454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9" y="2456"/>
                </a:lnTo>
                <a:lnTo>
                  <a:pt x="4367" y="2460"/>
                </a:lnTo>
                <a:lnTo>
                  <a:pt x="4367" y="2461"/>
                </a:lnTo>
                <a:lnTo>
                  <a:pt x="4367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4" y="2483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69" y="2483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0" y="2494"/>
                </a:lnTo>
                <a:lnTo>
                  <a:pt x="4360" y="2495"/>
                </a:lnTo>
                <a:lnTo>
                  <a:pt x="4359" y="2495"/>
                </a:lnTo>
                <a:lnTo>
                  <a:pt x="4359" y="2494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3" y="2478"/>
                </a:lnTo>
                <a:lnTo>
                  <a:pt x="4353" y="2479"/>
                </a:lnTo>
                <a:lnTo>
                  <a:pt x="4354" y="2479"/>
                </a:lnTo>
                <a:lnTo>
                  <a:pt x="4353" y="2479"/>
                </a:lnTo>
                <a:lnTo>
                  <a:pt x="4352" y="2478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0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1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49" y="2495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5" y="2486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2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9" y="2497"/>
                </a:lnTo>
                <a:lnTo>
                  <a:pt x="4327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6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10"/>
                </a:lnTo>
                <a:lnTo>
                  <a:pt x="4331" y="2509"/>
                </a:lnTo>
                <a:lnTo>
                  <a:pt x="4331" y="2508"/>
                </a:lnTo>
                <a:lnTo>
                  <a:pt x="4331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4" y="2510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7" y="2521"/>
                </a:lnTo>
                <a:lnTo>
                  <a:pt x="4336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6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5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30" y="2583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3" y="2605"/>
                </a:lnTo>
                <a:lnTo>
                  <a:pt x="4293" y="2604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8" y="2598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299" y="2596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5" y="2582"/>
                </a:lnTo>
                <a:lnTo>
                  <a:pt x="4294" y="2582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3" y="2604"/>
                </a:lnTo>
                <a:lnTo>
                  <a:pt x="4282" y="2606"/>
                </a:lnTo>
                <a:lnTo>
                  <a:pt x="4281" y="2606"/>
                </a:lnTo>
                <a:lnTo>
                  <a:pt x="4282" y="2606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9" y="2629"/>
                </a:lnTo>
                <a:lnTo>
                  <a:pt x="4268" y="2630"/>
                </a:lnTo>
                <a:lnTo>
                  <a:pt x="4267" y="2631"/>
                </a:lnTo>
                <a:lnTo>
                  <a:pt x="4264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8" y="2640"/>
                </a:lnTo>
                <a:lnTo>
                  <a:pt x="4258" y="2641"/>
                </a:lnTo>
                <a:lnTo>
                  <a:pt x="4258" y="2642"/>
                </a:lnTo>
                <a:lnTo>
                  <a:pt x="4259" y="2643"/>
                </a:lnTo>
                <a:lnTo>
                  <a:pt x="4259" y="2644"/>
                </a:lnTo>
                <a:lnTo>
                  <a:pt x="4258" y="2644"/>
                </a:lnTo>
                <a:lnTo>
                  <a:pt x="4256" y="2645"/>
                </a:lnTo>
                <a:lnTo>
                  <a:pt x="4255" y="2645"/>
                </a:lnTo>
                <a:lnTo>
                  <a:pt x="4255" y="2644"/>
                </a:lnTo>
                <a:lnTo>
                  <a:pt x="4254" y="2644"/>
                </a:lnTo>
                <a:lnTo>
                  <a:pt x="4253" y="2644"/>
                </a:lnTo>
                <a:lnTo>
                  <a:pt x="4253" y="2645"/>
                </a:lnTo>
                <a:lnTo>
                  <a:pt x="4252" y="2645"/>
                </a:lnTo>
                <a:lnTo>
                  <a:pt x="4252" y="2646"/>
                </a:lnTo>
                <a:lnTo>
                  <a:pt x="4254" y="2647"/>
                </a:lnTo>
                <a:lnTo>
                  <a:pt x="4253" y="2648"/>
                </a:lnTo>
                <a:lnTo>
                  <a:pt x="4252" y="2651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5"/>
                </a:lnTo>
                <a:lnTo>
                  <a:pt x="4249" y="2655"/>
                </a:lnTo>
                <a:lnTo>
                  <a:pt x="4249" y="2656"/>
                </a:lnTo>
                <a:lnTo>
                  <a:pt x="4250" y="2657"/>
                </a:lnTo>
                <a:lnTo>
                  <a:pt x="4249" y="2657"/>
                </a:lnTo>
                <a:lnTo>
                  <a:pt x="4248" y="2658"/>
                </a:lnTo>
                <a:lnTo>
                  <a:pt x="4246" y="2657"/>
                </a:lnTo>
                <a:lnTo>
                  <a:pt x="4244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6" y="2658"/>
                </a:lnTo>
                <a:lnTo>
                  <a:pt x="4248" y="2660"/>
                </a:lnTo>
                <a:lnTo>
                  <a:pt x="4249" y="2661"/>
                </a:lnTo>
                <a:lnTo>
                  <a:pt x="4250" y="2664"/>
                </a:lnTo>
                <a:lnTo>
                  <a:pt x="4251" y="2665"/>
                </a:lnTo>
                <a:lnTo>
                  <a:pt x="4252" y="2665"/>
                </a:lnTo>
                <a:lnTo>
                  <a:pt x="4251" y="2666"/>
                </a:lnTo>
                <a:lnTo>
                  <a:pt x="4251" y="2665"/>
                </a:lnTo>
                <a:lnTo>
                  <a:pt x="4250" y="2665"/>
                </a:lnTo>
                <a:lnTo>
                  <a:pt x="4249" y="2666"/>
                </a:lnTo>
                <a:lnTo>
                  <a:pt x="4248" y="2667"/>
                </a:lnTo>
                <a:lnTo>
                  <a:pt x="4249" y="2666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6"/>
                </a:lnTo>
                <a:lnTo>
                  <a:pt x="4251" y="2666"/>
                </a:lnTo>
                <a:lnTo>
                  <a:pt x="4251" y="2668"/>
                </a:lnTo>
                <a:lnTo>
                  <a:pt x="4252" y="2668"/>
                </a:lnTo>
                <a:lnTo>
                  <a:pt x="4252" y="2669"/>
                </a:lnTo>
                <a:lnTo>
                  <a:pt x="4253" y="2668"/>
                </a:lnTo>
                <a:lnTo>
                  <a:pt x="4253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1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4"/>
                </a:lnTo>
                <a:lnTo>
                  <a:pt x="4249" y="2675"/>
                </a:lnTo>
                <a:lnTo>
                  <a:pt x="4249" y="2676"/>
                </a:lnTo>
                <a:lnTo>
                  <a:pt x="4248" y="2676"/>
                </a:lnTo>
                <a:lnTo>
                  <a:pt x="4249" y="2676"/>
                </a:lnTo>
                <a:lnTo>
                  <a:pt x="4250" y="2676"/>
                </a:lnTo>
                <a:lnTo>
                  <a:pt x="4250" y="2677"/>
                </a:lnTo>
                <a:lnTo>
                  <a:pt x="4250" y="2678"/>
                </a:lnTo>
                <a:lnTo>
                  <a:pt x="4249" y="2678"/>
                </a:lnTo>
                <a:lnTo>
                  <a:pt x="4250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8"/>
                </a:lnTo>
                <a:lnTo>
                  <a:pt x="4243" y="2678"/>
                </a:lnTo>
                <a:lnTo>
                  <a:pt x="4243" y="2677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40" y="2677"/>
                </a:lnTo>
                <a:lnTo>
                  <a:pt x="4241" y="2677"/>
                </a:lnTo>
                <a:lnTo>
                  <a:pt x="4241" y="2678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1" y="2678"/>
                </a:lnTo>
                <a:lnTo>
                  <a:pt x="4241" y="2679"/>
                </a:lnTo>
                <a:lnTo>
                  <a:pt x="4242" y="2679"/>
                </a:lnTo>
                <a:lnTo>
                  <a:pt x="4241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40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8" y="2684"/>
                </a:lnTo>
                <a:lnTo>
                  <a:pt x="4239" y="2684"/>
                </a:lnTo>
                <a:lnTo>
                  <a:pt x="4240" y="2684"/>
                </a:lnTo>
                <a:lnTo>
                  <a:pt x="4240" y="2685"/>
                </a:lnTo>
                <a:lnTo>
                  <a:pt x="4241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41" y="2687"/>
                </a:lnTo>
                <a:lnTo>
                  <a:pt x="4242" y="2687"/>
                </a:lnTo>
                <a:lnTo>
                  <a:pt x="4241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39" y="2689"/>
                </a:lnTo>
                <a:lnTo>
                  <a:pt x="4238" y="2689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9" y="2692"/>
                </a:lnTo>
                <a:lnTo>
                  <a:pt x="4240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7" y="2698"/>
                </a:lnTo>
                <a:lnTo>
                  <a:pt x="4236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3" y="2697"/>
                </a:lnTo>
                <a:lnTo>
                  <a:pt x="4232" y="2696"/>
                </a:lnTo>
                <a:lnTo>
                  <a:pt x="4233" y="2696"/>
                </a:lnTo>
                <a:lnTo>
                  <a:pt x="4233" y="2695"/>
                </a:lnTo>
                <a:lnTo>
                  <a:pt x="4232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29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9" y="2701"/>
                </a:lnTo>
                <a:lnTo>
                  <a:pt x="4229" y="2699"/>
                </a:lnTo>
                <a:lnTo>
                  <a:pt x="4228" y="2699"/>
                </a:lnTo>
                <a:lnTo>
                  <a:pt x="4228" y="2698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7" y="2693"/>
                </a:lnTo>
                <a:lnTo>
                  <a:pt x="4226" y="2693"/>
                </a:lnTo>
                <a:lnTo>
                  <a:pt x="4225" y="2694"/>
                </a:lnTo>
                <a:lnTo>
                  <a:pt x="4225" y="2693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1" y="2692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1" y="2688"/>
                </a:lnTo>
                <a:lnTo>
                  <a:pt x="4220" y="2688"/>
                </a:lnTo>
                <a:lnTo>
                  <a:pt x="4219" y="2689"/>
                </a:lnTo>
                <a:lnTo>
                  <a:pt x="4218" y="2689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7" y="2688"/>
                </a:lnTo>
                <a:lnTo>
                  <a:pt x="4217" y="2687"/>
                </a:lnTo>
                <a:lnTo>
                  <a:pt x="4217" y="2688"/>
                </a:lnTo>
                <a:lnTo>
                  <a:pt x="4216" y="2688"/>
                </a:lnTo>
                <a:lnTo>
                  <a:pt x="4217" y="2688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7"/>
                </a:lnTo>
                <a:lnTo>
                  <a:pt x="4213" y="2686"/>
                </a:lnTo>
                <a:lnTo>
                  <a:pt x="4213" y="2687"/>
                </a:lnTo>
                <a:lnTo>
                  <a:pt x="4213" y="2688"/>
                </a:lnTo>
                <a:lnTo>
                  <a:pt x="4214" y="2688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0"/>
                </a:lnTo>
                <a:lnTo>
                  <a:pt x="4211" y="2690"/>
                </a:lnTo>
                <a:lnTo>
                  <a:pt x="4211" y="2689"/>
                </a:lnTo>
                <a:lnTo>
                  <a:pt x="4210" y="2688"/>
                </a:lnTo>
                <a:lnTo>
                  <a:pt x="4210" y="2687"/>
                </a:lnTo>
                <a:lnTo>
                  <a:pt x="4210" y="2688"/>
                </a:lnTo>
                <a:lnTo>
                  <a:pt x="4210" y="2689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90"/>
                </a:lnTo>
                <a:lnTo>
                  <a:pt x="4209" y="2691"/>
                </a:lnTo>
                <a:lnTo>
                  <a:pt x="4209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9" y="2696"/>
                </a:lnTo>
                <a:lnTo>
                  <a:pt x="4209" y="2697"/>
                </a:lnTo>
                <a:lnTo>
                  <a:pt x="4209" y="2696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2"/>
                </a:lnTo>
                <a:lnTo>
                  <a:pt x="4215" y="2691"/>
                </a:lnTo>
                <a:lnTo>
                  <a:pt x="4216" y="2692"/>
                </a:lnTo>
                <a:lnTo>
                  <a:pt x="4216" y="2693"/>
                </a:lnTo>
                <a:lnTo>
                  <a:pt x="4217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6"/>
                </a:lnTo>
                <a:lnTo>
                  <a:pt x="4219" y="2696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5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6" y="2699"/>
                </a:lnTo>
                <a:lnTo>
                  <a:pt x="4226" y="2700"/>
                </a:lnTo>
                <a:lnTo>
                  <a:pt x="4227" y="2700"/>
                </a:lnTo>
                <a:lnTo>
                  <a:pt x="4227" y="2701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2"/>
                </a:lnTo>
                <a:lnTo>
                  <a:pt x="4230" y="2703"/>
                </a:lnTo>
                <a:lnTo>
                  <a:pt x="4230" y="2702"/>
                </a:lnTo>
                <a:lnTo>
                  <a:pt x="4231" y="2702"/>
                </a:lnTo>
                <a:lnTo>
                  <a:pt x="4231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3"/>
                </a:lnTo>
                <a:lnTo>
                  <a:pt x="4228" y="2703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4"/>
                </a:lnTo>
                <a:lnTo>
                  <a:pt x="4228" y="2705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6"/>
                </a:lnTo>
                <a:lnTo>
                  <a:pt x="4225" y="2706"/>
                </a:lnTo>
                <a:lnTo>
                  <a:pt x="4225" y="2707"/>
                </a:lnTo>
                <a:lnTo>
                  <a:pt x="4225" y="2708"/>
                </a:lnTo>
                <a:lnTo>
                  <a:pt x="4226" y="2708"/>
                </a:lnTo>
                <a:lnTo>
                  <a:pt x="4227" y="2708"/>
                </a:lnTo>
                <a:lnTo>
                  <a:pt x="4226" y="2709"/>
                </a:lnTo>
                <a:lnTo>
                  <a:pt x="4225" y="2709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1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6" y="2706"/>
                </a:lnTo>
                <a:lnTo>
                  <a:pt x="4215" y="2706"/>
                </a:lnTo>
                <a:lnTo>
                  <a:pt x="4214" y="2706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8"/>
                </a:lnTo>
                <a:lnTo>
                  <a:pt x="4217" y="2709"/>
                </a:lnTo>
                <a:lnTo>
                  <a:pt x="4217" y="2710"/>
                </a:lnTo>
                <a:lnTo>
                  <a:pt x="4216" y="2710"/>
                </a:lnTo>
                <a:lnTo>
                  <a:pt x="4216" y="2711"/>
                </a:lnTo>
                <a:lnTo>
                  <a:pt x="4216" y="2712"/>
                </a:lnTo>
                <a:lnTo>
                  <a:pt x="4217" y="2712"/>
                </a:lnTo>
                <a:lnTo>
                  <a:pt x="4218" y="2713"/>
                </a:lnTo>
                <a:lnTo>
                  <a:pt x="4217" y="2713"/>
                </a:lnTo>
                <a:lnTo>
                  <a:pt x="4216" y="2713"/>
                </a:lnTo>
                <a:lnTo>
                  <a:pt x="4216" y="2712"/>
                </a:lnTo>
                <a:lnTo>
                  <a:pt x="4214" y="2711"/>
                </a:lnTo>
                <a:lnTo>
                  <a:pt x="4214" y="2712"/>
                </a:lnTo>
                <a:lnTo>
                  <a:pt x="4215" y="2712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4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5" y="2714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9" y="2722"/>
                </a:lnTo>
                <a:lnTo>
                  <a:pt x="4210" y="2722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3" y="2721"/>
                </a:lnTo>
                <a:lnTo>
                  <a:pt x="4213" y="2722"/>
                </a:lnTo>
                <a:lnTo>
                  <a:pt x="4212" y="2722"/>
                </a:lnTo>
                <a:lnTo>
                  <a:pt x="4212" y="2723"/>
                </a:lnTo>
                <a:lnTo>
                  <a:pt x="4213" y="2723"/>
                </a:lnTo>
                <a:lnTo>
                  <a:pt x="4213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3" y="2726"/>
                </a:lnTo>
                <a:lnTo>
                  <a:pt x="4202" y="2726"/>
                </a:lnTo>
                <a:lnTo>
                  <a:pt x="4203" y="2726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2" y="2728"/>
                </a:lnTo>
                <a:lnTo>
                  <a:pt x="4201" y="2728"/>
                </a:lnTo>
                <a:lnTo>
                  <a:pt x="4201" y="2729"/>
                </a:lnTo>
                <a:lnTo>
                  <a:pt x="4200" y="2730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8"/>
                </a:lnTo>
                <a:lnTo>
                  <a:pt x="4196" y="2729"/>
                </a:lnTo>
                <a:lnTo>
                  <a:pt x="4195" y="2729"/>
                </a:lnTo>
                <a:lnTo>
                  <a:pt x="4196" y="2729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9" y="2736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8"/>
                </a:lnTo>
                <a:lnTo>
                  <a:pt x="4201" y="2739"/>
                </a:lnTo>
                <a:lnTo>
                  <a:pt x="4202" y="2739"/>
                </a:lnTo>
                <a:lnTo>
                  <a:pt x="4203" y="2738"/>
                </a:lnTo>
                <a:lnTo>
                  <a:pt x="4203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1" y="2744"/>
                </a:lnTo>
                <a:lnTo>
                  <a:pt x="4201" y="2745"/>
                </a:lnTo>
                <a:lnTo>
                  <a:pt x="4202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4" y="2744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5"/>
                </a:lnTo>
                <a:lnTo>
                  <a:pt x="4204" y="2745"/>
                </a:lnTo>
                <a:lnTo>
                  <a:pt x="4205" y="2745"/>
                </a:lnTo>
                <a:lnTo>
                  <a:pt x="4205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201" y="2750"/>
                </a:lnTo>
                <a:lnTo>
                  <a:pt x="4201" y="2751"/>
                </a:lnTo>
                <a:lnTo>
                  <a:pt x="4200" y="2751"/>
                </a:lnTo>
                <a:lnTo>
                  <a:pt x="4201" y="2751"/>
                </a:lnTo>
                <a:lnTo>
                  <a:pt x="4201" y="2752"/>
                </a:lnTo>
                <a:lnTo>
                  <a:pt x="4201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4"/>
                </a:lnTo>
                <a:lnTo>
                  <a:pt x="4203" y="2753"/>
                </a:lnTo>
                <a:lnTo>
                  <a:pt x="4203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0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6"/>
                </a:lnTo>
                <a:lnTo>
                  <a:pt x="4194" y="2756"/>
                </a:lnTo>
                <a:lnTo>
                  <a:pt x="4193" y="2757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7"/>
                </a:lnTo>
                <a:lnTo>
                  <a:pt x="4187" y="2757"/>
                </a:lnTo>
                <a:lnTo>
                  <a:pt x="4187" y="2758"/>
                </a:lnTo>
                <a:lnTo>
                  <a:pt x="4186" y="2758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0"/>
                </a:lnTo>
                <a:lnTo>
                  <a:pt x="4185" y="2761"/>
                </a:lnTo>
                <a:lnTo>
                  <a:pt x="4186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4"/>
                </a:lnTo>
                <a:lnTo>
                  <a:pt x="4184" y="2763"/>
                </a:lnTo>
                <a:lnTo>
                  <a:pt x="4183" y="2764"/>
                </a:lnTo>
                <a:lnTo>
                  <a:pt x="4182" y="2765"/>
                </a:lnTo>
                <a:lnTo>
                  <a:pt x="4182" y="2766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6"/>
                </a:lnTo>
                <a:lnTo>
                  <a:pt x="4178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7" y="2766"/>
                </a:lnTo>
                <a:lnTo>
                  <a:pt x="4177" y="2765"/>
                </a:lnTo>
                <a:lnTo>
                  <a:pt x="4176" y="2766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7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7" y="2762"/>
                </a:lnTo>
                <a:lnTo>
                  <a:pt x="4178" y="2762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61"/>
                </a:lnTo>
                <a:lnTo>
                  <a:pt x="4178" y="2760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0" y="2758"/>
                </a:lnTo>
                <a:lnTo>
                  <a:pt x="4180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7"/>
                </a:lnTo>
                <a:lnTo>
                  <a:pt x="4185" y="2757"/>
                </a:lnTo>
                <a:lnTo>
                  <a:pt x="4186" y="2757"/>
                </a:lnTo>
                <a:lnTo>
                  <a:pt x="4187" y="2757"/>
                </a:lnTo>
                <a:lnTo>
                  <a:pt x="4187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9" y="2753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90" y="2750"/>
                </a:lnTo>
                <a:lnTo>
                  <a:pt x="4191" y="2750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1" y="2747"/>
                </a:lnTo>
                <a:lnTo>
                  <a:pt x="4191" y="2748"/>
                </a:lnTo>
                <a:lnTo>
                  <a:pt x="4191" y="2747"/>
                </a:lnTo>
                <a:lnTo>
                  <a:pt x="4192" y="2747"/>
                </a:lnTo>
                <a:lnTo>
                  <a:pt x="4191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3" y="2746"/>
                </a:lnTo>
                <a:lnTo>
                  <a:pt x="4193" y="2745"/>
                </a:lnTo>
                <a:lnTo>
                  <a:pt x="4193" y="2744"/>
                </a:lnTo>
                <a:lnTo>
                  <a:pt x="4194" y="2744"/>
                </a:lnTo>
                <a:lnTo>
                  <a:pt x="4195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8" y="2738"/>
                </a:lnTo>
                <a:lnTo>
                  <a:pt x="4197" y="2738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39"/>
                </a:lnTo>
                <a:lnTo>
                  <a:pt x="4192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40"/>
                </a:lnTo>
                <a:lnTo>
                  <a:pt x="4188" y="2740"/>
                </a:lnTo>
                <a:lnTo>
                  <a:pt x="4189" y="2739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40"/>
                </a:lnTo>
                <a:lnTo>
                  <a:pt x="4184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5" y="2742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6"/>
                </a:lnTo>
                <a:lnTo>
                  <a:pt x="4182" y="2747"/>
                </a:lnTo>
                <a:lnTo>
                  <a:pt x="4182" y="2748"/>
                </a:lnTo>
                <a:lnTo>
                  <a:pt x="4181" y="2749"/>
                </a:lnTo>
                <a:lnTo>
                  <a:pt x="4182" y="2750"/>
                </a:lnTo>
                <a:lnTo>
                  <a:pt x="4181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1"/>
                </a:lnTo>
                <a:lnTo>
                  <a:pt x="4179" y="2751"/>
                </a:lnTo>
                <a:lnTo>
                  <a:pt x="4179" y="2750"/>
                </a:lnTo>
                <a:lnTo>
                  <a:pt x="4178" y="2750"/>
                </a:lnTo>
                <a:lnTo>
                  <a:pt x="4178" y="2749"/>
                </a:lnTo>
                <a:lnTo>
                  <a:pt x="4177" y="2749"/>
                </a:lnTo>
                <a:lnTo>
                  <a:pt x="4177" y="2748"/>
                </a:lnTo>
                <a:lnTo>
                  <a:pt x="4177" y="2747"/>
                </a:lnTo>
                <a:lnTo>
                  <a:pt x="4176" y="2747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2" y="2747"/>
                </a:lnTo>
                <a:lnTo>
                  <a:pt x="4173" y="2746"/>
                </a:lnTo>
                <a:lnTo>
                  <a:pt x="4174" y="2746"/>
                </a:lnTo>
                <a:lnTo>
                  <a:pt x="4174" y="2745"/>
                </a:lnTo>
                <a:lnTo>
                  <a:pt x="4173" y="2745"/>
                </a:lnTo>
                <a:lnTo>
                  <a:pt x="4173" y="2743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4" y="2742"/>
                </a:lnTo>
                <a:lnTo>
                  <a:pt x="4173" y="2741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8" y="2740"/>
                </a:lnTo>
                <a:lnTo>
                  <a:pt x="4178" y="2739"/>
                </a:lnTo>
                <a:lnTo>
                  <a:pt x="4177" y="2739"/>
                </a:lnTo>
                <a:lnTo>
                  <a:pt x="4178" y="2738"/>
                </a:lnTo>
                <a:lnTo>
                  <a:pt x="4178" y="2737"/>
                </a:lnTo>
                <a:lnTo>
                  <a:pt x="4177" y="2737"/>
                </a:lnTo>
                <a:lnTo>
                  <a:pt x="4177" y="2736"/>
                </a:lnTo>
                <a:lnTo>
                  <a:pt x="4177" y="2737"/>
                </a:lnTo>
                <a:lnTo>
                  <a:pt x="4176" y="2738"/>
                </a:lnTo>
                <a:lnTo>
                  <a:pt x="4175" y="2738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39"/>
                </a:lnTo>
                <a:lnTo>
                  <a:pt x="4172" y="2738"/>
                </a:lnTo>
                <a:lnTo>
                  <a:pt x="4171" y="2738"/>
                </a:lnTo>
                <a:lnTo>
                  <a:pt x="4172" y="2738"/>
                </a:lnTo>
                <a:lnTo>
                  <a:pt x="4172" y="2737"/>
                </a:lnTo>
                <a:lnTo>
                  <a:pt x="4172" y="2736"/>
                </a:lnTo>
                <a:lnTo>
                  <a:pt x="4173" y="2735"/>
                </a:lnTo>
                <a:lnTo>
                  <a:pt x="4175" y="2735"/>
                </a:lnTo>
                <a:lnTo>
                  <a:pt x="4177" y="2734"/>
                </a:lnTo>
                <a:lnTo>
                  <a:pt x="4178" y="2733"/>
                </a:lnTo>
                <a:lnTo>
                  <a:pt x="4177" y="2732"/>
                </a:lnTo>
                <a:lnTo>
                  <a:pt x="4177" y="2733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2"/>
                </a:lnTo>
                <a:lnTo>
                  <a:pt x="4173" y="2732"/>
                </a:lnTo>
                <a:lnTo>
                  <a:pt x="4173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7"/>
                </a:lnTo>
                <a:lnTo>
                  <a:pt x="4169" y="2738"/>
                </a:lnTo>
                <a:lnTo>
                  <a:pt x="4169" y="2739"/>
                </a:lnTo>
                <a:lnTo>
                  <a:pt x="4170" y="2740"/>
                </a:lnTo>
                <a:lnTo>
                  <a:pt x="4171" y="2740"/>
                </a:lnTo>
                <a:lnTo>
                  <a:pt x="4171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7" y="2742"/>
                </a:lnTo>
                <a:lnTo>
                  <a:pt x="4166" y="2739"/>
                </a:lnTo>
                <a:lnTo>
                  <a:pt x="4165" y="2738"/>
                </a:lnTo>
                <a:lnTo>
                  <a:pt x="4164" y="2736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40"/>
                </a:lnTo>
                <a:lnTo>
                  <a:pt x="4162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4" y="2743"/>
                </a:lnTo>
                <a:lnTo>
                  <a:pt x="4164" y="2744"/>
                </a:lnTo>
                <a:lnTo>
                  <a:pt x="4165" y="2744"/>
                </a:lnTo>
                <a:lnTo>
                  <a:pt x="4166" y="2744"/>
                </a:lnTo>
                <a:lnTo>
                  <a:pt x="4166" y="2745"/>
                </a:lnTo>
                <a:lnTo>
                  <a:pt x="4167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6" y="2748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6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1" y="2744"/>
                </a:lnTo>
                <a:lnTo>
                  <a:pt x="4161" y="2743"/>
                </a:lnTo>
                <a:lnTo>
                  <a:pt x="4160" y="2743"/>
                </a:lnTo>
                <a:lnTo>
                  <a:pt x="4160" y="2742"/>
                </a:lnTo>
                <a:lnTo>
                  <a:pt x="4159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7" y="2741"/>
                </a:lnTo>
                <a:lnTo>
                  <a:pt x="4157" y="2740"/>
                </a:lnTo>
                <a:lnTo>
                  <a:pt x="4157" y="2738"/>
                </a:lnTo>
                <a:lnTo>
                  <a:pt x="4156" y="2738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4" y="2739"/>
                </a:lnTo>
                <a:lnTo>
                  <a:pt x="4153" y="2739"/>
                </a:lnTo>
                <a:lnTo>
                  <a:pt x="4153" y="2738"/>
                </a:lnTo>
                <a:lnTo>
                  <a:pt x="4152" y="2738"/>
                </a:lnTo>
                <a:lnTo>
                  <a:pt x="4152" y="2739"/>
                </a:lnTo>
                <a:lnTo>
                  <a:pt x="4153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2"/>
                </a:lnTo>
                <a:lnTo>
                  <a:pt x="4151" y="2742"/>
                </a:lnTo>
                <a:lnTo>
                  <a:pt x="4151" y="2743"/>
                </a:lnTo>
                <a:lnTo>
                  <a:pt x="4152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6" y="2744"/>
                </a:lnTo>
                <a:lnTo>
                  <a:pt x="4156" y="2743"/>
                </a:lnTo>
                <a:lnTo>
                  <a:pt x="4157" y="2743"/>
                </a:lnTo>
                <a:lnTo>
                  <a:pt x="4158" y="2744"/>
                </a:lnTo>
                <a:lnTo>
                  <a:pt x="4158" y="2745"/>
                </a:lnTo>
                <a:lnTo>
                  <a:pt x="4159" y="2745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8" y="2748"/>
                </a:lnTo>
                <a:lnTo>
                  <a:pt x="4158" y="2749"/>
                </a:lnTo>
                <a:lnTo>
                  <a:pt x="4158" y="2750"/>
                </a:lnTo>
                <a:lnTo>
                  <a:pt x="4157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7" y="2751"/>
                </a:lnTo>
                <a:lnTo>
                  <a:pt x="4157" y="2752"/>
                </a:lnTo>
                <a:lnTo>
                  <a:pt x="4157" y="2753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2" y="2757"/>
                </a:lnTo>
                <a:lnTo>
                  <a:pt x="4153" y="2758"/>
                </a:lnTo>
                <a:lnTo>
                  <a:pt x="4154" y="2758"/>
                </a:lnTo>
                <a:lnTo>
                  <a:pt x="4155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5" y="2761"/>
                </a:lnTo>
                <a:lnTo>
                  <a:pt x="4156" y="2761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8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1" y="2757"/>
                </a:lnTo>
                <a:lnTo>
                  <a:pt x="4161" y="2756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7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70" y="2759"/>
                </a:lnTo>
                <a:lnTo>
                  <a:pt x="4170" y="2760"/>
                </a:lnTo>
                <a:lnTo>
                  <a:pt x="4171" y="2760"/>
                </a:lnTo>
                <a:lnTo>
                  <a:pt x="4172" y="2761"/>
                </a:lnTo>
                <a:lnTo>
                  <a:pt x="4171" y="2761"/>
                </a:lnTo>
                <a:lnTo>
                  <a:pt x="4172" y="2762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3"/>
                </a:lnTo>
                <a:lnTo>
                  <a:pt x="4171" y="2762"/>
                </a:lnTo>
                <a:lnTo>
                  <a:pt x="4170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4"/>
                </a:lnTo>
                <a:lnTo>
                  <a:pt x="4172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3" y="2767"/>
                </a:lnTo>
                <a:lnTo>
                  <a:pt x="4173" y="2768"/>
                </a:lnTo>
                <a:lnTo>
                  <a:pt x="4172" y="2768"/>
                </a:lnTo>
                <a:lnTo>
                  <a:pt x="4171" y="2768"/>
                </a:lnTo>
                <a:lnTo>
                  <a:pt x="4171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3" y="2770"/>
                </a:lnTo>
                <a:lnTo>
                  <a:pt x="4173" y="2769"/>
                </a:lnTo>
                <a:lnTo>
                  <a:pt x="4173" y="2770"/>
                </a:lnTo>
                <a:lnTo>
                  <a:pt x="4174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5" y="2771"/>
                </a:lnTo>
                <a:lnTo>
                  <a:pt x="4174" y="2772"/>
                </a:lnTo>
                <a:lnTo>
                  <a:pt x="4174" y="2773"/>
                </a:lnTo>
                <a:lnTo>
                  <a:pt x="4175" y="2773"/>
                </a:lnTo>
                <a:lnTo>
                  <a:pt x="4175" y="2774"/>
                </a:lnTo>
                <a:lnTo>
                  <a:pt x="4176" y="2774"/>
                </a:lnTo>
                <a:lnTo>
                  <a:pt x="4175" y="2774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7"/>
                </a:lnTo>
                <a:lnTo>
                  <a:pt x="4173" y="2777"/>
                </a:lnTo>
                <a:lnTo>
                  <a:pt x="4172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1" y="2776"/>
                </a:lnTo>
                <a:lnTo>
                  <a:pt x="4171" y="2775"/>
                </a:lnTo>
                <a:lnTo>
                  <a:pt x="4170" y="2775"/>
                </a:lnTo>
                <a:lnTo>
                  <a:pt x="4169" y="2774"/>
                </a:lnTo>
                <a:lnTo>
                  <a:pt x="4168" y="2773"/>
                </a:lnTo>
                <a:lnTo>
                  <a:pt x="4168" y="2774"/>
                </a:lnTo>
                <a:lnTo>
                  <a:pt x="4166" y="2774"/>
                </a:lnTo>
                <a:lnTo>
                  <a:pt x="4164" y="2773"/>
                </a:lnTo>
                <a:lnTo>
                  <a:pt x="4163" y="2772"/>
                </a:lnTo>
                <a:lnTo>
                  <a:pt x="4162" y="2772"/>
                </a:lnTo>
                <a:lnTo>
                  <a:pt x="4162" y="2771"/>
                </a:lnTo>
                <a:lnTo>
                  <a:pt x="4160" y="2771"/>
                </a:lnTo>
                <a:lnTo>
                  <a:pt x="4158" y="2770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8" y="2775"/>
                </a:lnTo>
                <a:lnTo>
                  <a:pt x="4159" y="2774"/>
                </a:lnTo>
                <a:lnTo>
                  <a:pt x="4160" y="2775"/>
                </a:lnTo>
                <a:lnTo>
                  <a:pt x="4161" y="2776"/>
                </a:lnTo>
                <a:lnTo>
                  <a:pt x="4161" y="2777"/>
                </a:lnTo>
                <a:lnTo>
                  <a:pt x="4161" y="2778"/>
                </a:lnTo>
                <a:lnTo>
                  <a:pt x="4160" y="2778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8" y="2782"/>
                </a:lnTo>
                <a:lnTo>
                  <a:pt x="4168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8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2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6" y="2776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8" y="2778"/>
                </a:lnTo>
                <a:lnTo>
                  <a:pt x="4178" y="2779"/>
                </a:lnTo>
                <a:lnTo>
                  <a:pt x="4177" y="2780"/>
                </a:lnTo>
                <a:lnTo>
                  <a:pt x="4177" y="2781"/>
                </a:lnTo>
                <a:lnTo>
                  <a:pt x="4178" y="2780"/>
                </a:lnTo>
                <a:lnTo>
                  <a:pt x="4179" y="2780"/>
                </a:lnTo>
                <a:lnTo>
                  <a:pt x="4179" y="2782"/>
                </a:lnTo>
                <a:lnTo>
                  <a:pt x="4180" y="2781"/>
                </a:lnTo>
                <a:lnTo>
                  <a:pt x="4180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8" y="2784"/>
                </a:lnTo>
                <a:lnTo>
                  <a:pt x="4179" y="2784"/>
                </a:lnTo>
                <a:lnTo>
                  <a:pt x="4181" y="2784"/>
                </a:lnTo>
                <a:lnTo>
                  <a:pt x="4181" y="2783"/>
                </a:lnTo>
                <a:lnTo>
                  <a:pt x="4182" y="2784"/>
                </a:lnTo>
                <a:lnTo>
                  <a:pt x="4181" y="2784"/>
                </a:lnTo>
                <a:lnTo>
                  <a:pt x="4182" y="2785"/>
                </a:lnTo>
                <a:lnTo>
                  <a:pt x="4183" y="2784"/>
                </a:lnTo>
                <a:lnTo>
                  <a:pt x="4183" y="2783"/>
                </a:lnTo>
                <a:lnTo>
                  <a:pt x="4184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7" y="2781"/>
                </a:lnTo>
                <a:lnTo>
                  <a:pt x="4187" y="2782"/>
                </a:lnTo>
                <a:lnTo>
                  <a:pt x="4186" y="2782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4"/>
                </a:lnTo>
                <a:lnTo>
                  <a:pt x="4185" y="2785"/>
                </a:lnTo>
                <a:lnTo>
                  <a:pt x="4184" y="2785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6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7"/>
                </a:lnTo>
                <a:lnTo>
                  <a:pt x="4172" y="2788"/>
                </a:lnTo>
                <a:lnTo>
                  <a:pt x="4172" y="2789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89"/>
                </a:lnTo>
                <a:lnTo>
                  <a:pt x="4174" y="2790"/>
                </a:lnTo>
                <a:lnTo>
                  <a:pt x="4173" y="2791"/>
                </a:lnTo>
                <a:lnTo>
                  <a:pt x="4172" y="2791"/>
                </a:lnTo>
                <a:lnTo>
                  <a:pt x="4172" y="2790"/>
                </a:lnTo>
                <a:lnTo>
                  <a:pt x="4172" y="2789"/>
                </a:lnTo>
                <a:lnTo>
                  <a:pt x="4170" y="2789"/>
                </a:lnTo>
                <a:lnTo>
                  <a:pt x="4169" y="2789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2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60" y="2793"/>
                </a:lnTo>
                <a:lnTo>
                  <a:pt x="4160" y="2794"/>
                </a:lnTo>
                <a:lnTo>
                  <a:pt x="4161" y="2794"/>
                </a:lnTo>
                <a:lnTo>
                  <a:pt x="4161" y="2796"/>
                </a:lnTo>
                <a:lnTo>
                  <a:pt x="4162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801"/>
                </a:lnTo>
                <a:lnTo>
                  <a:pt x="4156" y="2801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4"/>
                </a:lnTo>
                <a:lnTo>
                  <a:pt x="4155" y="2805"/>
                </a:lnTo>
                <a:lnTo>
                  <a:pt x="4156" y="2805"/>
                </a:lnTo>
                <a:lnTo>
                  <a:pt x="4154" y="2806"/>
                </a:lnTo>
                <a:lnTo>
                  <a:pt x="4153" y="2806"/>
                </a:lnTo>
                <a:lnTo>
                  <a:pt x="4151" y="2806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8" y="2811"/>
                </a:lnTo>
                <a:lnTo>
                  <a:pt x="4147" y="2811"/>
                </a:lnTo>
                <a:lnTo>
                  <a:pt x="4147" y="2813"/>
                </a:lnTo>
                <a:lnTo>
                  <a:pt x="4147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7" y="2814"/>
                </a:lnTo>
                <a:lnTo>
                  <a:pt x="4148" y="2813"/>
                </a:lnTo>
                <a:lnTo>
                  <a:pt x="4149" y="2812"/>
                </a:lnTo>
                <a:lnTo>
                  <a:pt x="4150" y="2812"/>
                </a:lnTo>
                <a:lnTo>
                  <a:pt x="4150" y="2813"/>
                </a:lnTo>
                <a:lnTo>
                  <a:pt x="4151" y="2814"/>
                </a:lnTo>
                <a:lnTo>
                  <a:pt x="4151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6" y="2815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7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7"/>
                </a:lnTo>
                <a:lnTo>
                  <a:pt x="4164" y="2817"/>
                </a:lnTo>
                <a:lnTo>
                  <a:pt x="4165" y="2818"/>
                </a:lnTo>
                <a:lnTo>
                  <a:pt x="4166" y="2818"/>
                </a:lnTo>
                <a:lnTo>
                  <a:pt x="4166" y="2819"/>
                </a:lnTo>
                <a:lnTo>
                  <a:pt x="4165" y="2820"/>
                </a:lnTo>
                <a:lnTo>
                  <a:pt x="4164" y="2824"/>
                </a:lnTo>
                <a:lnTo>
                  <a:pt x="4163" y="2824"/>
                </a:lnTo>
                <a:lnTo>
                  <a:pt x="4163" y="2825"/>
                </a:lnTo>
                <a:lnTo>
                  <a:pt x="4163" y="2827"/>
                </a:lnTo>
                <a:lnTo>
                  <a:pt x="4163" y="2828"/>
                </a:lnTo>
                <a:lnTo>
                  <a:pt x="4162" y="2829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30"/>
                </a:lnTo>
                <a:lnTo>
                  <a:pt x="4157" y="2831"/>
                </a:lnTo>
                <a:lnTo>
                  <a:pt x="4157" y="2832"/>
                </a:lnTo>
                <a:lnTo>
                  <a:pt x="4156" y="2834"/>
                </a:lnTo>
                <a:lnTo>
                  <a:pt x="4156" y="2835"/>
                </a:lnTo>
                <a:lnTo>
                  <a:pt x="4157" y="2836"/>
                </a:lnTo>
                <a:lnTo>
                  <a:pt x="4156" y="2838"/>
                </a:lnTo>
                <a:lnTo>
                  <a:pt x="4156" y="2839"/>
                </a:lnTo>
                <a:lnTo>
                  <a:pt x="4156" y="2840"/>
                </a:lnTo>
                <a:lnTo>
                  <a:pt x="4157" y="2842"/>
                </a:lnTo>
                <a:lnTo>
                  <a:pt x="4156" y="2843"/>
                </a:lnTo>
                <a:lnTo>
                  <a:pt x="4157" y="2843"/>
                </a:lnTo>
                <a:lnTo>
                  <a:pt x="4157" y="2844"/>
                </a:lnTo>
                <a:lnTo>
                  <a:pt x="4158" y="2844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2"/>
                </a:lnTo>
                <a:lnTo>
                  <a:pt x="4154" y="2852"/>
                </a:lnTo>
                <a:lnTo>
                  <a:pt x="4153" y="2852"/>
                </a:lnTo>
                <a:lnTo>
                  <a:pt x="4151" y="2851"/>
                </a:lnTo>
                <a:lnTo>
                  <a:pt x="4150" y="2851"/>
                </a:lnTo>
                <a:lnTo>
                  <a:pt x="4148" y="2852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4" y="2853"/>
                </a:lnTo>
                <a:lnTo>
                  <a:pt x="4145" y="2853"/>
                </a:lnTo>
                <a:lnTo>
                  <a:pt x="4144" y="2854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3" y="2856"/>
                </a:lnTo>
                <a:lnTo>
                  <a:pt x="4144" y="2856"/>
                </a:lnTo>
                <a:lnTo>
                  <a:pt x="4143" y="2857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7" y="2858"/>
                </a:lnTo>
                <a:lnTo>
                  <a:pt x="4148" y="2858"/>
                </a:lnTo>
                <a:lnTo>
                  <a:pt x="4149" y="2858"/>
                </a:lnTo>
                <a:lnTo>
                  <a:pt x="4149" y="2857"/>
                </a:lnTo>
                <a:lnTo>
                  <a:pt x="4149" y="2858"/>
                </a:lnTo>
                <a:lnTo>
                  <a:pt x="4150" y="2860"/>
                </a:lnTo>
                <a:lnTo>
                  <a:pt x="4149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50" y="2862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3"/>
                </a:lnTo>
                <a:lnTo>
                  <a:pt x="4153" y="2862"/>
                </a:lnTo>
                <a:lnTo>
                  <a:pt x="4154" y="2862"/>
                </a:lnTo>
                <a:lnTo>
                  <a:pt x="4154" y="2864"/>
                </a:lnTo>
                <a:lnTo>
                  <a:pt x="4155" y="2864"/>
                </a:lnTo>
                <a:lnTo>
                  <a:pt x="4156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6" y="2870"/>
                </a:lnTo>
                <a:lnTo>
                  <a:pt x="4155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7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4"/>
                </a:lnTo>
                <a:lnTo>
                  <a:pt x="4156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9" y="2874"/>
                </a:lnTo>
                <a:lnTo>
                  <a:pt x="4158" y="2874"/>
                </a:lnTo>
                <a:lnTo>
                  <a:pt x="4159" y="2874"/>
                </a:lnTo>
                <a:lnTo>
                  <a:pt x="4159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8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7" y="2886"/>
                </a:lnTo>
                <a:lnTo>
                  <a:pt x="4159" y="2886"/>
                </a:lnTo>
                <a:lnTo>
                  <a:pt x="4160" y="2885"/>
                </a:lnTo>
                <a:lnTo>
                  <a:pt x="4160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5" y="2885"/>
                </a:lnTo>
                <a:lnTo>
                  <a:pt x="4154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4" y="2880"/>
                </a:lnTo>
                <a:lnTo>
                  <a:pt x="4153" y="2879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7"/>
                </a:lnTo>
                <a:lnTo>
                  <a:pt x="4154" y="2876"/>
                </a:lnTo>
                <a:lnTo>
                  <a:pt x="4153" y="2875"/>
                </a:lnTo>
                <a:lnTo>
                  <a:pt x="4152" y="2875"/>
                </a:lnTo>
                <a:lnTo>
                  <a:pt x="4151" y="2875"/>
                </a:lnTo>
                <a:lnTo>
                  <a:pt x="4151" y="2876"/>
                </a:lnTo>
                <a:lnTo>
                  <a:pt x="4151" y="2877"/>
                </a:lnTo>
                <a:lnTo>
                  <a:pt x="4150" y="2877"/>
                </a:lnTo>
                <a:lnTo>
                  <a:pt x="4149" y="2877"/>
                </a:lnTo>
                <a:lnTo>
                  <a:pt x="4149" y="2878"/>
                </a:lnTo>
                <a:lnTo>
                  <a:pt x="4149" y="2877"/>
                </a:lnTo>
                <a:lnTo>
                  <a:pt x="4149" y="2878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2" y="2879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2" y="2879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5"/>
                </a:lnTo>
                <a:lnTo>
                  <a:pt x="4149" y="2884"/>
                </a:lnTo>
                <a:lnTo>
                  <a:pt x="4149" y="2883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4"/>
                </a:lnTo>
                <a:lnTo>
                  <a:pt x="4145" y="2884"/>
                </a:lnTo>
                <a:lnTo>
                  <a:pt x="4145" y="2885"/>
                </a:lnTo>
                <a:lnTo>
                  <a:pt x="4146" y="2885"/>
                </a:lnTo>
                <a:lnTo>
                  <a:pt x="4145" y="2885"/>
                </a:lnTo>
                <a:lnTo>
                  <a:pt x="4145" y="2884"/>
                </a:lnTo>
                <a:lnTo>
                  <a:pt x="4146" y="2883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79"/>
                </a:lnTo>
                <a:lnTo>
                  <a:pt x="4145" y="2878"/>
                </a:lnTo>
                <a:lnTo>
                  <a:pt x="4145" y="2877"/>
                </a:lnTo>
                <a:lnTo>
                  <a:pt x="4146" y="2876"/>
                </a:lnTo>
                <a:lnTo>
                  <a:pt x="4146" y="2875"/>
                </a:lnTo>
                <a:lnTo>
                  <a:pt x="4145" y="2875"/>
                </a:lnTo>
                <a:lnTo>
                  <a:pt x="4145" y="2876"/>
                </a:lnTo>
                <a:lnTo>
                  <a:pt x="4144" y="2876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2" y="2876"/>
                </a:lnTo>
                <a:lnTo>
                  <a:pt x="4142" y="2877"/>
                </a:lnTo>
                <a:lnTo>
                  <a:pt x="4141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1" y="2873"/>
                </a:lnTo>
                <a:lnTo>
                  <a:pt x="4142" y="2873"/>
                </a:lnTo>
                <a:lnTo>
                  <a:pt x="4142" y="2872"/>
                </a:lnTo>
                <a:lnTo>
                  <a:pt x="4142" y="2871"/>
                </a:lnTo>
                <a:lnTo>
                  <a:pt x="4142" y="2870"/>
                </a:lnTo>
                <a:lnTo>
                  <a:pt x="4141" y="2871"/>
                </a:lnTo>
                <a:lnTo>
                  <a:pt x="4140" y="2870"/>
                </a:lnTo>
                <a:lnTo>
                  <a:pt x="4139" y="2872"/>
                </a:lnTo>
                <a:lnTo>
                  <a:pt x="4137" y="2871"/>
                </a:lnTo>
                <a:lnTo>
                  <a:pt x="4138" y="2869"/>
                </a:lnTo>
                <a:lnTo>
                  <a:pt x="4137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3" y="2867"/>
                </a:lnTo>
                <a:lnTo>
                  <a:pt x="4133" y="2866"/>
                </a:lnTo>
                <a:lnTo>
                  <a:pt x="4134" y="2866"/>
                </a:lnTo>
                <a:lnTo>
                  <a:pt x="4134" y="2865"/>
                </a:lnTo>
                <a:lnTo>
                  <a:pt x="4133" y="2865"/>
                </a:lnTo>
                <a:lnTo>
                  <a:pt x="4133" y="2866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1" y="2871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2" y="2877"/>
                </a:lnTo>
                <a:lnTo>
                  <a:pt x="4132" y="2878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80"/>
                </a:lnTo>
                <a:lnTo>
                  <a:pt x="4128" y="2879"/>
                </a:lnTo>
                <a:lnTo>
                  <a:pt x="4127" y="2880"/>
                </a:lnTo>
                <a:lnTo>
                  <a:pt x="4126" y="2879"/>
                </a:lnTo>
                <a:lnTo>
                  <a:pt x="4127" y="2878"/>
                </a:lnTo>
                <a:lnTo>
                  <a:pt x="4126" y="2878"/>
                </a:lnTo>
                <a:lnTo>
                  <a:pt x="4125" y="2877"/>
                </a:lnTo>
                <a:lnTo>
                  <a:pt x="4125" y="2875"/>
                </a:lnTo>
                <a:lnTo>
                  <a:pt x="4125" y="2874"/>
                </a:lnTo>
                <a:lnTo>
                  <a:pt x="4125" y="2873"/>
                </a:lnTo>
                <a:lnTo>
                  <a:pt x="4126" y="2873"/>
                </a:lnTo>
                <a:lnTo>
                  <a:pt x="4126" y="2872"/>
                </a:lnTo>
                <a:lnTo>
                  <a:pt x="4125" y="2872"/>
                </a:lnTo>
                <a:lnTo>
                  <a:pt x="4125" y="2873"/>
                </a:lnTo>
                <a:lnTo>
                  <a:pt x="4124" y="2872"/>
                </a:lnTo>
                <a:lnTo>
                  <a:pt x="4125" y="2871"/>
                </a:lnTo>
                <a:lnTo>
                  <a:pt x="4124" y="2871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3"/>
                </a:lnTo>
                <a:lnTo>
                  <a:pt x="4121" y="2874"/>
                </a:lnTo>
                <a:lnTo>
                  <a:pt x="4120" y="2873"/>
                </a:lnTo>
                <a:lnTo>
                  <a:pt x="4120" y="2874"/>
                </a:lnTo>
                <a:lnTo>
                  <a:pt x="4118" y="2875"/>
                </a:lnTo>
                <a:lnTo>
                  <a:pt x="4117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4" y="2878"/>
                </a:lnTo>
                <a:lnTo>
                  <a:pt x="4113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0"/>
                </a:lnTo>
                <a:lnTo>
                  <a:pt x="4112" y="2881"/>
                </a:lnTo>
                <a:lnTo>
                  <a:pt x="4113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4"/>
                </a:lnTo>
                <a:lnTo>
                  <a:pt x="4119" y="2885"/>
                </a:lnTo>
                <a:lnTo>
                  <a:pt x="4120" y="2885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2" y="2889"/>
                </a:lnTo>
                <a:lnTo>
                  <a:pt x="4122" y="2890"/>
                </a:lnTo>
                <a:lnTo>
                  <a:pt x="4123" y="2891"/>
                </a:lnTo>
                <a:lnTo>
                  <a:pt x="4124" y="2891"/>
                </a:lnTo>
                <a:lnTo>
                  <a:pt x="4124" y="2889"/>
                </a:lnTo>
                <a:lnTo>
                  <a:pt x="4124" y="2888"/>
                </a:lnTo>
                <a:lnTo>
                  <a:pt x="4124" y="2889"/>
                </a:lnTo>
                <a:lnTo>
                  <a:pt x="4125" y="2890"/>
                </a:lnTo>
                <a:lnTo>
                  <a:pt x="4126" y="2890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1" y="2893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1" y="2897"/>
                </a:lnTo>
                <a:lnTo>
                  <a:pt x="4131" y="2898"/>
                </a:lnTo>
                <a:lnTo>
                  <a:pt x="4130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8"/>
                </a:lnTo>
                <a:lnTo>
                  <a:pt x="4128" y="2897"/>
                </a:lnTo>
                <a:lnTo>
                  <a:pt x="4127" y="2897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0"/>
                </a:lnTo>
                <a:lnTo>
                  <a:pt x="4128" y="2901"/>
                </a:lnTo>
                <a:lnTo>
                  <a:pt x="4128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5" y="2904"/>
                </a:lnTo>
                <a:lnTo>
                  <a:pt x="4125" y="2903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20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8" y="2903"/>
                </a:lnTo>
                <a:lnTo>
                  <a:pt x="4117" y="2903"/>
                </a:lnTo>
                <a:lnTo>
                  <a:pt x="4116" y="2902"/>
                </a:lnTo>
                <a:lnTo>
                  <a:pt x="4115" y="2901"/>
                </a:lnTo>
                <a:lnTo>
                  <a:pt x="4114" y="2901"/>
                </a:lnTo>
                <a:lnTo>
                  <a:pt x="4114" y="2899"/>
                </a:lnTo>
                <a:lnTo>
                  <a:pt x="4114" y="2898"/>
                </a:lnTo>
                <a:lnTo>
                  <a:pt x="4113" y="2898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0" y="2902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5"/>
                </a:lnTo>
                <a:lnTo>
                  <a:pt x="4114" y="2905"/>
                </a:lnTo>
                <a:lnTo>
                  <a:pt x="4114" y="2906"/>
                </a:lnTo>
                <a:lnTo>
                  <a:pt x="4113" y="2906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09"/>
                </a:lnTo>
                <a:lnTo>
                  <a:pt x="4114" y="2909"/>
                </a:lnTo>
                <a:lnTo>
                  <a:pt x="4111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9" y="2910"/>
                </a:lnTo>
                <a:lnTo>
                  <a:pt x="4108" y="2910"/>
                </a:lnTo>
                <a:lnTo>
                  <a:pt x="4108" y="2911"/>
                </a:lnTo>
                <a:lnTo>
                  <a:pt x="4107" y="2912"/>
                </a:lnTo>
                <a:lnTo>
                  <a:pt x="4107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6" y="2910"/>
                </a:lnTo>
                <a:lnTo>
                  <a:pt x="4105" y="2909"/>
                </a:lnTo>
                <a:lnTo>
                  <a:pt x="4104" y="2909"/>
                </a:lnTo>
                <a:lnTo>
                  <a:pt x="4104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4" y="2905"/>
                </a:lnTo>
                <a:lnTo>
                  <a:pt x="4104" y="2904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5"/>
                </a:lnTo>
                <a:lnTo>
                  <a:pt x="4107" y="2904"/>
                </a:lnTo>
                <a:lnTo>
                  <a:pt x="4107" y="2903"/>
                </a:lnTo>
                <a:lnTo>
                  <a:pt x="4108" y="2902"/>
                </a:lnTo>
                <a:lnTo>
                  <a:pt x="4107" y="2901"/>
                </a:lnTo>
                <a:lnTo>
                  <a:pt x="4108" y="2901"/>
                </a:lnTo>
                <a:lnTo>
                  <a:pt x="4108" y="2900"/>
                </a:lnTo>
                <a:lnTo>
                  <a:pt x="4108" y="2899"/>
                </a:lnTo>
                <a:lnTo>
                  <a:pt x="4108" y="2900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4" y="2900"/>
                </a:lnTo>
                <a:lnTo>
                  <a:pt x="4102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4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9" y="2899"/>
                </a:lnTo>
                <a:lnTo>
                  <a:pt x="4099" y="2898"/>
                </a:lnTo>
                <a:lnTo>
                  <a:pt x="4100" y="2898"/>
                </a:lnTo>
                <a:lnTo>
                  <a:pt x="4100" y="2896"/>
                </a:lnTo>
                <a:lnTo>
                  <a:pt x="4100" y="2895"/>
                </a:lnTo>
                <a:lnTo>
                  <a:pt x="4101" y="2895"/>
                </a:lnTo>
                <a:lnTo>
                  <a:pt x="4101" y="2896"/>
                </a:lnTo>
                <a:lnTo>
                  <a:pt x="4102" y="2896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3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100" y="2892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8" y="2893"/>
                </a:lnTo>
                <a:lnTo>
                  <a:pt x="4097" y="2894"/>
                </a:lnTo>
                <a:lnTo>
                  <a:pt x="4096" y="2894"/>
                </a:lnTo>
                <a:lnTo>
                  <a:pt x="4094" y="2895"/>
                </a:lnTo>
                <a:lnTo>
                  <a:pt x="4093" y="2895"/>
                </a:lnTo>
                <a:lnTo>
                  <a:pt x="4093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90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2" y="2897"/>
                </a:lnTo>
                <a:lnTo>
                  <a:pt x="4093" y="2898"/>
                </a:lnTo>
                <a:lnTo>
                  <a:pt x="4094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5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1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7" y="2910"/>
                </a:lnTo>
                <a:lnTo>
                  <a:pt x="4098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3" y="2911"/>
                </a:lnTo>
                <a:lnTo>
                  <a:pt x="4093" y="2912"/>
                </a:lnTo>
                <a:lnTo>
                  <a:pt x="4091" y="2912"/>
                </a:lnTo>
                <a:lnTo>
                  <a:pt x="4089" y="2912"/>
                </a:lnTo>
                <a:lnTo>
                  <a:pt x="4089" y="2913"/>
                </a:lnTo>
                <a:lnTo>
                  <a:pt x="4088" y="2913"/>
                </a:lnTo>
                <a:lnTo>
                  <a:pt x="4088" y="2914"/>
                </a:lnTo>
                <a:lnTo>
                  <a:pt x="4091" y="2914"/>
                </a:lnTo>
                <a:lnTo>
                  <a:pt x="4092" y="2915"/>
                </a:lnTo>
                <a:lnTo>
                  <a:pt x="4094" y="2917"/>
                </a:lnTo>
                <a:lnTo>
                  <a:pt x="4095" y="2917"/>
                </a:lnTo>
                <a:lnTo>
                  <a:pt x="4095" y="2918"/>
                </a:lnTo>
                <a:lnTo>
                  <a:pt x="4095" y="2917"/>
                </a:lnTo>
                <a:lnTo>
                  <a:pt x="4096" y="2917"/>
                </a:lnTo>
                <a:lnTo>
                  <a:pt x="4096" y="2918"/>
                </a:lnTo>
                <a:lnTo>
                  <a:pt x="4097" y="2918"/>
                </a:lnTo>
                <a:lnTo>
                  <a:pt x="4098" y="2919"/>
                </a:lnTo>
                <a:lnTo>
                  <a:pt x="4098" y="2920"/>
                </a:lnTo>
                <a:lnTo>
                  <a:pt x="4099" y="2920"/>
                </a:lnTo>
                <a:lnTo>
                  <a:pt x="4100" y="2920"/>
                </a:lnTo>
                <a:lnTo>
                  <a:pt x="4100" y="2919"/>
                </a:lnTo>
                <a:lnTo>
                  <a:pt x="4100" y="2918"/>
                </a:lnTo>
                <a:lnTo>
                  <a:pt x="4099" y="2918"/>
                </a:lnTo>
                <a:lnTo>
                  <a:pt x="4100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6"/>
                </a:lnTo>
                <a:lnTo>
                  <a:pt x="4103" y="2917"/>
                </a:lnTo>
                <a:lnTo>
                  <a:pt x="4102" y="2918"/>
                </a:lnTo>
                <a:lnTo>
                  <a:pt x="4101" y="2918"/>
                </a:lnTo>
                <a:lnTo>
                  <a:pt x="4101" y="2919"/>
                </a:lnTo>
                <a:lnTo>
                  <a:pt x="4101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6"/>
                </a:lnTo>
                <a:lnTo>
                  <a:pt x="4101" y="2925"/>
                </a:lnTo>
                <a:lnTo>
                  <a:pt x="4101" y="2926"/>
                </a:lnTo>
                <a:lnTo>
                  <a:pt x="4102" y="2927"/>
                </a:lnTo>
                <a:lnTo>
                  <a:pt x="4102" y="2926"/>
                </a:lnTo>
                <a:lnTo>
                  <a:pt x="4103" y="2926"/>
                </a:lnTo>
                <a:lnTo>
                  <a:pt x="4104" y="2926"/>
                </a:lnTo>
                <a:lnTo>
                  <a:pt x="4103" y="2926"/>
                </a:lnTo>
                <a:lnTo>
                  <a:pt x="4103" y="2927"/>
                </a:lnTo>
                <a:lnTo>
                  <a:pt x="4102" y="2927"/>
                </a:lnTo>
                <a:lnTo>
                  <a:pt x="4100" y="2928"/>
                </a:lnTo>
                <a:lnTo>
                  <a:pt x="4100" y="2927"/>
                </a:lnTo>
                <a:lnTo>
                  <a:pt x="4099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3" y="2926"/>
                </a:lnTo>
                <a:lnTo>
                  <a:pt x="4092" y="2928"/>
                </a:lnTo>
                <a:lnTo>
                  <a:pt x="4093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4" y="2931"/>
                </a:lnTo>
                <a:lnTo>
                  <a:pt x="4094" y="2932"/>
                </a:lnTo>
                <a:lnTo>
                  <a:pt x="4095" y="2933"/>
                </a:lnTo>
                <a:lnTo>
                  <a:pt x="4098" y="2932"/>
                </a:lnTo>
                <a:lnTo>
                  <a:pt x="4099" y="2932"/>
                </a:lnTo>
                <a:lnTo>
                  <a:pt x="4099" y="2933"/>
                </a:lnTo>
                <a:lnTo>
                  <a:pt x="4100" y="2934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5"/>
                </a:lnTo>
                <a:lnTo>
                  <a:pt x="4094" y="2935"/>
                </a:lnTo>
                <a:lnTo>
                  <a:pt x="4093" y="2935"/>
                </a:lnTo>
                <a:lnTo>
                  <a:pt x="4092" y="2934"/>
                </a:lnTo>
                <a:lnTo>
                  <a:pt x="4092" y="2933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8"/>
                </a:lnTo>
                <a:lnTo>
                  <a:pt x="4075" y="2937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3"/>
                </a:lnTo>
                <a:lnTo>
                  <a:pt x="4072" y="2932"/>
                </a:lnTo>
                <a:lnTo>
                  <a:pt x="4073" y="2930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4" y="2927"/>
                </a:lnTo>
                <a:lnTo>
                  <a:pt x="4073" y="2927"/>
                </a:lnTo>
                <a:lnTo>
                  <a:pt x="4073" y="2926"/>
                </a:lnTo>
                <a:lnTo>
                  <a:pt x="4072" y="2926"/>
                </a:lnTo>
                <a:lnTo>
                  <a:pt x="4071" y="2926"/>
                </a:lnTo>
                <a:lnTo>
                  <a:pt x="4072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1" y="2930"/>
                </a:lnTo>
                <a:lnTo>
                  <a:pt x="4070" y="2931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9" y="2938"/>
                </a:lnTo>
                <a:lnTo>
                  <a:pt x="4068" y="2939"/>
                </a:lnTo>
                <a:lnTo>
                  <a:pt x="4069" y="2941"/>
                </a:lnTo>
                <a:lnTo>
                  <a:pt x="4069" y="2942"/>
                </a:lnTo>
                <a:lnTo>
                  <a:pt x="4070" y="2942"/>
                </a:lnTo>
                <a:lnTo>
                  <a:pt x="4070" y="2943"/>
                </a:lnTo>
                <a:lnTo>
                  <a:pt x="4070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1"/>
                </a:lnTo>
                <a:lnTo>
                  <a:pt x="4077" y="2941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7" y="2945"/>
                </a:lnTo>
                <a:lnTo>
                  <a:pt x="4078" y="2946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1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0" y="2948"/>
                </a:lnTo>
                <a:lnTo>
                  <a:pt x="4079" y="2949"/>
                </a:lnTo>
                <a:lnTo>
                  <a:pt x="4079" y="2950"/>
                </a:lnTo>
                <a:lnTo>
                  <a:pt x="4078" y="2951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2"/>
                </a:lnTo>
                <a:lnTo>
                  <a:pt x="4077" y="2953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5" y="2955"/>
                </a:lnTo>
                <a:lnTo>
                  <a:pt x="4074" y="2956"/>
                </a:lnTo>
                <a:lnTo>
                  <a:pt x="4072" y="2956"/>
                </a:lnTo>
                <a:lnTo>
                  <a:pt x="4072" y="2955"/>
                </a:lnTo>
                <a:lnTo>
                  <a:pt x="4072" y="2954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5"/>
                </a:lnTo>
                <a:lnTo>
                  <a:pt x="4069" y="2957"/>
                </a:lnTo>
                <a:lnTo>
                  <a:pt x="4069" y="2958"/>
                </a:lnTo>
                <a:lnTo>
                  <a:pt x="4069" y="2959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0"/>
                </a:lnTo>
                <a:lnTo>
                  <a:pt x="4072" y="2960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2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6"/>
                </a:lnTo>
                <a:lnTo>
                  <a:pt x="4069" y="2967"/>
                </a:lnTo>
                <a:lnTo>
                  <a:pt x="4070" y="2967"/>
                </a:lnTo>
                <a:lnTo>
                  <a:pt x="4069" y="2968"/>
                </a:lnTo>
                <a:lnTo>
                  <a:pt x="4069" y="2967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1"/>
                </a:lnTo>
                <a:lnTo>
                  <a:pt x="4063" y="2972"/>
                </a:lnTo>
                <a:lnTo>
                  <a:pt x="4062" y="2972"/>
                </a:lnTo>
                <a:lnTo>
                  <a:pt x="4062" y="2971"/>
                </a:lnTo>
                <a:lnTo>
                  <a:pt x="4062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5"/>
                </a:lnTo>
                <a:lnTo>
                  <a:pt x="4060" y="2963"/>
                </a:lnTo>
                <a:lnTo>
                  <a:pt x="4059" y="2962"/>
                </a:lnTo>
                <a:lnTo>
                  <a:pt x="4057" y="2961"/>
                </a:lnTo>
                <a:lnTo>
                  <a:pt x="4056" y="2961"/>
                </a:lnTo>
                <a:lnTo>
                  <a:pt x="4056" y="2960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2" y="2955"/>
                </a:lnTo>
                <a:lnTo>
                  <a:pt x="4051" y="2955"/>
                </a:lnTo>
                <a:lnTo>
                  <a:pt x="4051" y="2954"/>
                </a:lnTo>
                <a:lnTo>
                  <a:pt x="4051" y="2953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1" y="2955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8"/>
                </a:lnTo>
                <a:lnTo>
                  <a:pt x="4049" y="2959"/>
                </a:lnTo>
                <a:lnTo>
                  <a:pt x="4050" y="2960"/>
                </a:lnTo>
                <a:lnTo>
                  <a:pt x="4050" y="2961"/>
                </a:lnTo>
                <a:lnTo>
                  <a:pt x="4049" y="2962"/>
                </a:lnTo>
                <a:lnTo>
                  <a:pt x="4048" y="2962"/>
                </a:lnTo>
                <a:lnTo>
                  <a:pt x="4048" y="2963"/>
                </a:lnTo>
                <a:lnTo>
                  <a:pt x="4048" y="2962"/>
                </a:lnTo>
                <a:lnTo>
                  <a:pt x="4047" y="2963"/>
                </a:lnTo>
                <a:lnTo>
                  <a:pt x="4046" y="2963"/>
                </a:lnTo>
                <a:lnTo>
                  <a:pt x="4046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7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4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3" y="2970"/>
                </a:lnTo>
                <a:lnTo>
                  <a:pt x="4031" y="2969"/>
                </a:lnTo>
                <a:lnTo>
                  <a:pt x="4030" y="2968"/>
                </a:lnTo>
                <a:lnTo>
                  <a:pt x="4029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8" y="2961"/>
                </a:lnTo>
                <a:lnTo>
                  <a:pt x="4027" y="2961"/>
                </a:lnTo>
                <a:lnTo>
                  <a:pt x="4027" y="2960"/>
                </a:lnTo>
                <a:lnTo>
                  <a:pt x="4028" y="2959"/>
                </a:lnTo>
                <a:lnTo>
                  <a:pt x="4029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9"/>
                </a:lnTo>
                <a:lnTo>
                  <a:pt x="4026" y="2960"/>
                </a:lnTo>
                <a:lnTo>
                  <a:pt x="4026" y="2959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5" y="2959"/>
                </a:lnTo>
                <a:lnTo>
                  <a:pt x="4024" y="2960"/>
                </a:lnTo>
                <a:lnTo>
                  <a:pt x="4024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9" y="2966"/>
                </a:lnTo>
                <a:lnTo>
                  <a:pt x="4017" y="2966"/>
                </a:lnTo>
                <a:lnTo>
                  <a:pt x="4017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5" y="2970"/>
                </a:lnTo>
                <a:lnTo>
                  <a:pt x="4017" y="2972"/>
                </a:lnTo>
                <a:lnTo>
                  <a:pt x="4017" y="2973"/>
                </a:lnTo>
                <a:lnTo>
                  <a:pt x="4016" y="2974"/>
                </a:lnTo>
                <a:lnTo>
                  <a:pt x="4015" y="2975"/>
                </a:lnTo>
                <a:lnTo>
                  <a:pt x="4014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3" y="2979"/>
                </a:lnTo>
                <a:lnTo>
                  <a:pt x="4009" y="2978"/>
                </a:lnTo>
                <a:lnTo>
                  <a:pt x="4007" y="2978"/>
                </a:lnTo>
                <a:lnTo>
                  <a:pt x="4007" y="2977"/>
                </a:lnTo>
                <a:lnTo>
                  <a:pt x="4006" y="2977"/>
                </a:lnTo>
                <a:lnTo>
                  <a:pt x="4004" y="2976"/>
                </a:lnTo>
                <a:lnTo>
                  <a:pt x="4003" y="2976"/>
                </a:lnTo>
                <a:lnTo>
                  <a:pt x="4003" y="2975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0"/>
                </a:lnTo>
                <a:lnTo>
                  <a:pt x="4001" y="2980"/>
                </a:lnTo>
                <a:lnTo>
                  <a:pt x="4000" y="2980"/>
                </a:lnTo>
                <a:lnTo>
                  <a:pt x="4000" y="2981"/>
                </a:lnTo>
                <a:lnTo>
                  <a:pt x="4001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1" y="2983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7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7" y="2982"/>
                </a:lnTo>
                <a:lnTo>
                  <a:pt x="4017" y="2983"/>
                </a:lnTo>
                <a:lnTo>
                  <a:pt x="4017" y="2984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5" y="2987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5" y="2989"/>
                </a:lnTo>
                <a:lnTo>
                  <a:pt x="4015" y="2988"/>
                </a:lnTo>
                <a:lnTo>
                  <a:pt x="4016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8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2" y="2992"/>
                </a:lnTo>
                <a:lnTo>
                  <a:pt x="4023" y="2993"/>
                </a:lnTo>
                <a:lnTo>
                  <a:pt x="4022" y="2994"/>
                </a:lnTo>
                <a:lnTo>
                  <a:pt x="4022" y="2995"/>
                </a:lnTo>
                <a:lnTo>
                  <a:pt x="4023" y="2996"/>
                </a:lnTo>
                <a:lnTo>
                  <a:pt x="4024" y="2997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8"/>
                </a:lnTo>
                <a:lnTo>
                  <a:pt x="4020" y="2999"/>
                </a:lnTo>
                <a:lnTo>
                  <a:pt x="4019" y="2999"/>
                </a:lnTo>
                <a:lnTo>
                  <a:pt x="4018" y="2998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2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1" y="3005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9" y="3008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8" y="3006"/>
                </a:lnTo>
                <a:lnTo>
                  <a:pt x="4009" y="3005"/>
                </a:lnTo>
                <a:lnTo>
                  <a:pt x="4008" y="3005"/>
                </a:lnTo>
                <a:lnTo>
                  <a:pt x="4008" y="3006"/>
                </a:lnTo>
                <a:lnTo>
                  <a:pt x="4007" y="3005"/>
                </a:lnTo>
                <a:lnTo>
                  <a:pt x="4008" y="3005"/>
                </a:lnTo>
                <a:lnTo>
                  <a:pt x="4007" y="3004"/>
                </a:lnTo>
                <a:lnTo>
                  <a:pt x="4007" y="3003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6"/>
                </a:lnTo>
                <a:lnTo>
                  <a:pt x="4005" y="3006"/>
                </a:lnTo>
                <a:lnTo>
                  <a:pt x="4006" y="3007"/>
                </a:lnTo>
                <a:lnTo>
                  <a:pt x="4007" y="3008"/>
                </a:lnTo>
                <a:lnTo>
                  <a:pt x="4006" y="3008"/>
                </a:lnTo>
                <a:lnTo>
                  <a:pt x="4006" y="3009"/>
                </a:lnTo>
                <a:lnTo>
                  <a:pt x="4005" y="3010"/>
                </a:lnTo>
                <a:lnTo>
                  <a:pt x="4005" y="3011"/>
                </a:lnTo>
                <a:lnTo>
                  <a:pt x="4004" y="3012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4"/>
                </a:lnTo>
                <a:lnTo>
                  <a:pt x="4002" y="3015"/>
                </a:lnTo>
                <a:lnTo>
                  <a:pt x="4002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1" y="3021"/>
                </a:lnTo>
                <a:lnTo>
                  <a:pt x="4000" y="3021"/>
                </a:lnTo>
                <a:lnTo>
                  <a:pt x="3998" y="3021"/>
                </a:lnTo>
                <a:lnTo>
                  <a:pt x="3997" y="3022"/>
                </a:lnTo>
                <a:lnTo>
                  <a:pt x="3996" y="3022"/>
                </a:lnTo>
                <a:lnTo>
                  <a:pt x="3996" y="3023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4" y="3024"/>
                </a:lnTo>
                <a:lnTo>
                  <a:pt x="3993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2" y="3028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3"/>
                </a:lnTo>
                <a:lnTo>
                  <a:pt x="3987" y="3031"/>
                </a:lnTo>
                <a:lnTo>
                  <a:pt x="3988" y="3030"/>
                </a:lnTo>
                <a:lnTo>
                  <a:pt x="3989" y="3029"/>
                </a:lnTo>
                <a:lnTo>
                  <a:pt x="3989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2" y="3025"/>
                </a:lnTo>
                <a:lnTo>
                  <a:pt x="3992" y="3024"/>
                </a:lnTo>
                <a:lnTo>
                  <a:pt x="3992" y="3025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3"/>
                </a:lnTo>
                <a:lnTo>
                  <a:pt x="3989" y="3023"/>
                </a:lnTo>
                <a:lnTo>
                  <a:pt x="3989" y="3022"/>
                </a:lnTo>
                <a:lnTo>
                  <a:pt x="3990" y="3021"/>
                </a:lnTo>
                <a:lnTo>
                  <a:pt x="3990" y="3020"/>
                </a:lnTo>
                <a:lnTo>
                  <a:pt x="3990" y="3021"/>
                </a:lnTo>
                <a:lnTo>
                  <a:pt x="3989" y="3022"/>
                </a:lnTo>
                <a:lnTo>
                  <a:pt x="3989" y="3023"/>
                </a:lnTo>
                <a:lnTo>
                  <a:pt x="3988" y="3023"/>
                </a:lnTo>
                <a:lnTo>
                  <a:pt x="3986" y="3022"/>
                </a:lnTo>
                <a:lnTo>
                  <a:pt x="3986" y="3021"/>
                </a:lnTo>
                <a:lnTo>
                  <a:pt x="3985" y="3021"/>
                </a:lnTo>
                <a:lnTo>
                  <a:pt x="3985" y="3020"/>
                </a:lnTo>
                <a:lnTo>
                  <a:pt x="3984" y="3020"/>
                </a:lnTo>
                <a:lnTo>
                  <a:pt x="3985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4" y="3024"/>
                </a:lnTo>
                <a:lnTo>
                  <a:pt x="3983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4" y="3027"/>
                </a:lnTo>
                <a:lnTo>
                  <a:pt x="3984" y="3028"/>
                </a:lnTo>
                <a:lnTo>
                  <a:pt x="3984" y="3029"/>
                </a:lnTo>
                <a:lnTo>
                  <a:pt x="3985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0"/>
                </a:lnTo>
                <a:lnTo>
                  <a:pt x="3982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80" y="3033"/>
                </a:lnTo>
                <a:lnTo>
                  <a:pt x="3979" y="3033"/>
                </a:lnTo>
                <a:lnTo>
                  <a:pt x="3979" y="3034"/>
                </a:lnTo>
                <a:lnTo>
                  <a:pt x="3978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7" y="3038"/>
                </a:lnTo>
                <a:lnTo>
                  <a:pt x="3977" y="3039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8" y="3044"/>
                </a:lnTo>
                <a:lnTo>
                  <a:pt x="3978" y="3045"/>
                </a:lnTo>
                <a:lnTo>
                  <a:pt x="3979" y="3046"/>
                </a:lnTo>
                <a:lnTo>
                  <a:pt x="3978" y="3046"/>
                </a:lnTo>
                <a:lnTo>
                  <a:pt x="3977" y="3047"/>
                </a:lnTo>
                <a:lnTo>
                  <a:pt x="3977" y="3048"/>
                </a:lnTo>
                <a:lnTo>
                  <a:pt x="3976" y="3048"/>
                </a:lnTo>
                <a:lnTo>
                  <a:pt x="3976" y="3049"/>
                </a:lnTo>
                <a:lnTo>
                  <a:pt x="3976" y="3050"/>
                </a:lnTo>
                <a:lnTo>
                  <a:pt x="3975" y="3051"/>
                </a:lnTo>
                <a:lnTo>
                  <a:pt x="3974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5" y="3051"/>
                </a:lnTo>
                <a:lnTo>
                  <a:pt x="3975" y="3050"/>
                </a:lnTo>
                <a:lnTo>
                  <a:pt x="3975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6" y="3041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7"/>
                </a:lnTo>
                <a:lnTo>
                  <a:pt x="3974" y="3036"/>
                </a:lnTo>
                <a:lnTo>
                  <a:pt x="3973" y="3036"/>
                </a:lnTo>
                <a:lnTo>
                  <a:pt x="3973" y="3037"/>
                </a:lnTo>
                <a:lnTo>
                  <a:pt x="3972" y="3036"/>
                </a:lnTo>
                <a:lnTo>
                  <a:pt x="3973" y="3036"/>
                </a:lnTo>
                <a:lnTo>
                  <a:pt x="3973" y="3035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4"/>
                </a:lnTo>
                <a:lnTo>
                  <a:pt x="3969" y="3034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2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2" y="3032"/>
                </a:lnTo>
                <a:lnTo>
                  <a:pt x="3961" y="3031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8" y="3031"/>
                </a:lnTo>
                <a:lnTo>
                  <a:pt x="3957" y="3031"/>
                </a:lnTo>
                <a:lnTo>
                  <a:pt x="3958" y="3031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4"/>
                </a:lnTo>
                <a:lnTo>
                  <a:pt x="3962" y="3034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4"/>
                </a:lnTo>
                <a:lnTo>
                  <a:pt x="3965" y="3034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6" y="3037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6" y="3042"/>
                </a:lnTo>
                <a:lnTo>
                  <a:pt x="3965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1" y="3048"/>
                </a:lnTo>
                <a:lnTo>
                  <a:pt x="3960" y="3048"/>
                </a:lnTo>
                <a:lnTo>
                  <a:pt x="3960" y="3049"/>
                </a:lnTo>
                <a:lnTo>
                  <a:pt x="3961" y="3049"/>
                </a:lnTo>
                <a:lnTo>
                  <a:pt x="3960" y="3049"/>
                </a:lnTo>
                <a:lnTo>
                  <a:pt x="3959" y="3048"/>
                </a:lnTo>
                <a:lnTo>
                  <a:pt x="3958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9" y="3048"/>
                </a:lnTo>
                <a:lnTo>
                  <a:pt x="3959" y="3049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5" y="3049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9" y="3051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3"/>
                </a:lnTo>
                <a:lnTo>
                  <a:pt x="3966" y="3052"/>
                </a:lnTo>
                <a:lnTo>
                  <a:pt x="3965" y="3052"/>
                </a:lnTo>
                <a:lnTo>
                  <a:pt x="3965" y="3053"/>
                </a:lnTo>
                <a:lnTo>
                  <a:pt x="3964" y="3053"/>
                </a:lnTo>
                <a:lnTo>
                  <a:pt x="3964" y="3054"/>
                </a:lnTo>
                <a:lnTo>
                  <a:pt x="3964" y="3055"/>
                </a:lnTo>
                <a:lnTo>
                  <a:pt x="3963" y="3056"/>
                </a:lnTo>
                <a:lnTo>
                  <a:pt x="3963" y="3058"/>
                </a:lnTo>
                <a:lnTo>
                  <a:pt x="3964" y="3058"/>
                </a:lnTo>
                <a:lnTo>
                  <a:pt x="3965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60"/>
                </a:lnTo>
                <a:lnTo>
                  <a:pt x="3959" y="3061"/>
                </a:lnTo>
                <a:lnTo>
                  <a:pt x="3958" y="3062"/>
                </a:lnTo>
                <a:lnTo>
                  <a:pt x="3958" y="3064"/>
                </a:lnTo>
                <a:lnTo>
                  <a:pt x="3958" y="3065"/>
                </a:lnTo>
                <a:lnTo>
                  <a:pt x="3959" y="3065"/>
                </a:lnTo>
                <a:lnTo>
                  <a:pt x="3959" y="3066"/>
                </a:lnTo>
                <a:lnTo>
                  <a:pt x="3960" y="3066"/>
                </a:lnTo>
                <a:lnTo>
                  <a:pt x="3961" y="3066"/>
                </a:lnTo>
                <a:lnTo>
                  <a:pt x="3961" y="3067"/>
                </a:lnTo>
                <a:lnTo>
                  <a:pt x="3960" y="3067"/>
                </a:lnTo>
                <a:lnTo>
                  <a:pt x="3959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4" y="3068"/>
                </a:lnTo>
                <a:lnTo>
                  <a:pt x="3954" y="3067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0" y="3066"/>
                </a:lnTo>
                <a:lnTo>
                  <a:pt x="3951" y="3066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4"/>
                </a:lnTo>
                <a:lnTo>
                  <a:pt x="3953" y="3063"/>
                </a:lnTo>
                <a:lnTo>
                  <a:pt x="3955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6" y="3046"/>
                </a:lnTo>
                <a:lnTo>
                  <a:pt x="3957" y="3047"/>
                </a:lnTo>
                <a:lnTo>
                  <a:pt x="3957" y="3046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50" y="3049"/>
                </a:lnTo>
                <a:lnTo>
                  <a:pt x="3949" y="3049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6" y="3055"/>
                </a:lnTo>
                <a:lnTo>
                  <a:pt x="3946" y="3056"/>
                </a:lnTo>
                <a:lnTo>
                  <a:pt x="3946" y="3057"/>
                </a:lnTo>
                <a:lnTo>
                  <a:pt x="3945" y="3057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1"/>
                </a:lnTo>
                <a:lnTo>
                  <a:pt x="3946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2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2" y="3059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6"/>
                </a:lnTo>
                <a:lnTo>
                  <a:pt x="3941" y="3056"/>
                </a:lnTo>
                <a:lnTo>
                  <a:pt x="3942" y="3056"/>
                </a:lnTo>
                <a:lnTo>
                  <a:pt x="3942" y="3057"/>
                </a:lnTo>
                <a:lnTo>
                  <a:pt x="3943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1" y="3060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3" y="3067"/>
                </a:lnTo>
                <a:lnTo>
                  <a:pt x="3932" y="3067"/>
                </a:lnTo>
                <a:lnTo>
                  <a:pt x="3932" y="3068"/>
                </a:lnTo>
                <a:lnTo>
                  <a:pt x="3932" y="3069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9" y="3070"/>
                </a:lnTo>
                <a:lnTo>
                  <a:pt x="3929" y="3071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8" y="3067"/>
                </a:lnTo>
                <a:lnTo>
                  <a:pt x="3929" y="3067"/>
                </a:lnTo>
                <a:lnTo>
                  <a:pt x="3929" y="3066"/>
                </a:lnTo>
                <a:lnTo>
                  <a:pt x="3928" y="3066"/>
                </a:lnTo>
                <a:lnTo>
                  <a:pt x="3927" y="3065"/>
                </a:lnTo>
                <a:lnTo>
                  <a:pt x="3928" y="3064"/>
                </a:lnTo>
                <a:lnTo>
                  <a:pt x="3928" y="3063"/>
                </a:lnTo>
                <a:lnTo>
                  <a:pt x="3927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0" y="3063"/>
                </a:lnTo>
                <a:lnTo>
                  <a:pt x="3920" y="3062"/>
                </a:lnTo>
                <a:lnTo>
                  <a:pt x="3920" y="3063"/>
                </a:lnTo>
                <a:lnTo>
                  <a:pt x="3919" y="3064"/>
                </a:lnTo>
                <a:lnTo>
                  <a:pt x="3918" y="3064"/>
                </a:lnTo>
                <a:lnTo>
                  <a:pt x="3917" y="3064"/>
                </a:lnTo>
                <a:lnTo>
                  <a:pt x="3917" y="3065"/>
                </a:lnTo>
                <a:lnTo>
                  <a:pt x="3918" y="3066"/>
                </a:lnTo>
                <a:lnTo>
                  <a:pt x="3918" y="3065"/>
                </a:lnTo>
                <a:lnTo>
                  <a:pt x="3919" y="3065"/>
                </a:lnTo>
                <a:lnTo>
                  <a:pt x="3919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7" y="3069"/>
                </a:lnTo>
                <a:lnTo>
                  <a:pt x="3918" y="3070"/>
                </a:lnTo>
                <a:lnTo>
                  <a:pt x="3919" y="3069"/>
                </a:lnTo>
                <a:lnTo>
                  <a:pt x="3919" y="3070"/>
                </a:lnTo>
                <a:lnTo>
                  <a:pt x="3920" y="3070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3" y="3069"/>
                </a:lnTo>
                <a:lnTo>
                  <a:pt x="3923" y="3070"/>
                </a:lnTo>
                <a:lnTo>
                  <a:pt x="3922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8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5" y="3072"/>
                </a:lnTo>
                <a:lnTo>
                  <a:pt x="3914" y="3071"/>
                </a:lnTo>
                <a:lnTo>
                  <a:pt x="3914" y="3070"/>
                </a:lnTo>
                <a:lnTo>
                  <a:pt x="3913" y="3070"/>
                </a:lnTo>
                <a:lnTo>
                  <a:pt x="3911" y="3070"/>
                </a:lnTo>
                <a:lnTo>
                  <a:pt x="3910" y="3070"/>
                </a:lnTo>
                <a:lnTo>
                  <a:pt x="3910" y="3071"/>
                </a:lnTo>
                <a:lnTo>
                  <a:pt x="3911" y="3071"/>
                </a:lnTo>
                <a:lnTo>
                  <a:pt x="3911" y="3073"/>
                </a:lnTo>
                <a:lnTo>
                  <a:pt x="3909" y="3075"/>
                </a:lnTo>
                <a:lnTo>
                  <a:pt x="3909" y="3076"/>
                </a:lnTo>
                <a:lnTo>
                  <a:pt x="3909" y="3075"/>
                </a:lnTo>
                <a:lnTo>
                  <a:pt x="3908" y="3075"/>
                </a:lnTo>
                <a:lnTo>
                  <a:pt x="3909" y="3075"/>
                </a:lnTo>
                <a:lnTo>
                  <a:pt x="3908" y="3076"/>
                </a:lnTo>
                <a:lnTo>
                  <a:pt x="3909" y="3077"/>
                </a:lnTo>
                <a:lnTo>
                  <a:pt x="3908" y="3078"/>
                </a:lnTo>
                <a:lnTo>
                  <a:pt x="3909" y="3078"/>
                </a:lnTo>
                <a:lnTo>
                  <a:pt x="3910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9" y="3079"/>
                </a:lnTo>
                <a:lnTo>
                  <a:pt x="3908" y="3079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0"/>
                </a:lnTo>
                <a:lnTo>
                  <a:pt x="3905" y="3081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0"/>
                </a:lnTo>
                <a:lnTo>
                  <a:pt x="3909" y="3081"/>
                </a:lnTo>
                <a:lnTo>
                  <a:pt x="3908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9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6" y="3087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3" y="3089"/>
                </a:lnTo>
                <a:lnTo>
                  <a:pt x="3903" y="3090"/>
                </a:lnTo>
                <a:lnTo>
                  <a:pt x="3902" y="3091"/>
                </a:lnTo>
                <a:lnTo>
                  <a:pt x="3902" y="3092"/>
                </a:lnTo>
                <a:lnTo>
                  <a:pt x="3902" y="3093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900" y="3096"/>
                </a:lnTo>
                <a:lnTo>
                  <a:pt x="3900" y="3097"/>
                </a:lnTo>
                <a:lnTo>
                  <a:pt x="3900" y="3099"/>
                </a:lnTo>
                <a:lnTo>
                  <a:pt x="3900" y="3100"/>
                </a:lnTo>
                <a:lnTo>
                  <a:pt x="3900" y="3101"/>
                </a:lnTo>
                <a:lnTo>
                  <a:pt x="3901" y="3101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4" y="3102"/>
                </a:lnTo>
                <a:lnTo>
                  <a:pt x="3903" y="3102"/>
                </a:lnTo>
                <a:lnTo>
                  <a:pt x="3903" y="3103"/>
                </a:lnTo>
                <a:lnTo>
                  <a:pt x="3902" y="3104"/>
                </a:lnTo>
                <a:lnTo>
                  <a:pt x="3903" y="3104"/>
                </a:lnTo>
                <a:lnTo>
                  <a:pt x="3903" y="3105"/>
                </a:lnTo>
                <a:lnTo>
                  <a:pt x="3902" y="3105"/>
                </a:lnTo>
                <a:lnTo>
                  <a:pt x="3901" y="3105"/>
                </a:lnTo>
                <a:lnTo>
                  <a:pt x="3901" y="3103"/>
                </a:lnTo>
                <a:lnTo>
                  <a:pt x="3900" y="3103"/>
                </a:lnTo>
                <a:lnTo>
                  <a:pt x="3899" y="3103"/>
                </a:lnTo>
                <a:lnTo>
                  <a:pt x="3899" y="3102"/>
                </a:lnTo>
                <a:lnTo>
                  <a:pt x="3898" y="3102"/>
                </a:lnTo>
                <a:lnTo>
                  <a:pt x="3898" y="3101"/>
                </a:lnTo>
                <a:lnTo>
                  <a:pt x="3898" y="3100"/>
                </a:lnTo>
                <a:lnTo>
                  <a:pt x="3897" y="3100"/>
                </a:lnTo>
                <a:lnTo>
                  <a:pt x="3896" y="3100"/>
                </a:lnTo>
                <a:lnTo>
                  <a:pt x="3896" y="3101"/>
                </a:lnTo>
                <a:lnTo>
                  <a:pt x="3897" y="3101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6"/>
                </a:lnTo>
                <a:lnTo>
                  <a:pt x="3890" y="3106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10"/>
                </a:lnTo>
                <a:lnTo>
                  <a:pt x="3888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08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7" y="3105"/>
                </a:lnTo>
                <a:lnTo>
                  <a:pt x="3886" y="3104"/>
                </a:lnTo>
                <a:lnTo>
                  <a:pt x="3886" y="3105"/>
                </a:lnTo>
                <a:lnTo>
                  <a:pt x="3886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9"/>
                </a:lnTo>
                <a:lnTo>
                  <a:pt x="3881" y="3110"/>
                </a:lnTo>
                <a:lnTo>
                  <a:pt x="3880" y="3111"/>
                </a:lnTo>
                <a:lnTo>
                  <a:pt x="3880" y="3112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6"/>
                </a:lnTo>
                <a:lnTo>
                  <a:pt x="3881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1" y="3122"/>
                </a:lnTo>
                <a:lnTo>
                  <a:pt x="3881" y="3123"/>
                </a:lnTo>
                <a:lnTo>
                  <a:pt x="3881" y="3124"/>
                </a:lnTo>
                <a:lnTo>
                  <a:pt x="3882" y="3125"/>
                </a:lnTo>
                <a:lnTo>
                  <a:pt x="3881" y="3125"/>
                </a:lnTo>
                <a:lnTo>
                  <a:pt x="3881" y="3126"/>
                </a:lnTo>
                <a:lnTo>
                  <a:pt x="3880" y="3126"/>
                </a:lnTo>
                <a:lnTo>
                  <a:pt x="3880" y="3127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6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4"/>
                </a:lnTo>
                <a:lnTo>
                  <a:pt x="3866" y="3133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4" y="3132"/>
                </a:lnTo>
                <a:lnTo>
                  <a:pt x="3854" y="3133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6"/>
                </a:lnTo>
                <a:lnTo>
                  <a:pt x="3849" y="3137"/>
                </a:lnTo>
                <a:lnTo>
                  <a:pt x="3847" y="3139"/>
                </a:lnTo>
                <a:lnTo>
                  <a:pt x="3847" y="3140"/>
                </a:lnTo>
                <a:lnTo>
                  <a:pt x="3846" y="3140"/>
                </a:lnTo>
                <a:lnTo>
                  <a:pt x="3844" y="3142"/>
                </a:lnTo>
                <a:lnTo>
                  <a:pt x="3843" y="3143"/>
                </a:lnTo>
                <a:lnTo>
                  <a:pt x="3841" y="3143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8" y="3142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7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3" y="3148"/>
                </a:lnTo>
                <a:lnTo>
                  <a:pt x="3822" y="3148"/>
                </a:lnTo>
                <a:lnTo>
                  <a:pt x="3821" y="3148"/>
                </a:lnTo>
                <a:lnTo>
                  <a:pt x="3821" y="3147"/>
                </a:lnTo>
                <a:lnTo>
                  <a:pt x="3820" y="3147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3"/>
                </a:lnTo>
                <a:lnTo>
                  <a:pt x="3813" y="3153"/>
                </a:lnTo>
                <a:lnTo>
                  <a:pt x="3813" y="3152"/>
                </a:lnTo>
                <a:lnTo>
                  <a:pt x="3812" y="3151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3" y="3147"/>
                </a:lnTo>
                <a:lnTo>
                  <a:pt x="3812" y="3147"/>
                </a:lnTo>
                <a:lnTo>
                  <a:pt x="3812" y="3146"/>
                </a:lnTo>
                <a:lnTo>
                  <a:pt x="3812" y="3145"/>
                </a:lnTo>
                <a:lnTo>
                  <a:pt x="3813" y="3145"/>
                </a:lnTo>
                <a:lnTo>
                  <a:pt x="3813" y="3146"/>
                </a:lnTo>
                <a:lnTo>
                  <a:pt x="3813" y="3145"/>
                </a:lnTo>
                <a:lnTo>
                  <a:pt x="3813" y="3146"/>
                </a:lnTo>
                <a:lnTo>
                  <a:pt x="3814" y="3146"/>
                </a:lnTo>
                <a:lnTo>
                  <a:pt x="3814" y="3147"/>
                </a:lnTo>
                <a:lnTo>
                  <a:pt x="3814" y="3146"/>
                </a:lnTo>
                <a:lnTo>
                  <a:pt x="3814" y="3145"/>
                </a:lnTo>
                <a:lnTo>
                  <a:pt x="3813" y="3145"/>
                </a:lnTo>
                <a:lnTo>
                  <a:pt x="3812" y="3144"/>
                </a:lnTo>
                <a:lnTo>
                  <a:pt x="3812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3"/>
                </a:lnTo>
                <a:lnTo>
                  <a:pt x="3809" y="3143"/>
                </a:lnTo>
                <a:lnTo>
                  <a:pt x="3808" y="3142"/>
                </a:lnTo>
                <a:lnTo>
                  <a:pt x="3806" y="3142"/>
                </a:lnTo>
                <a:lnTo>
                  <a:pt x="3804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4" y="3141"/>
                </a:lnTo>
                <a:lnTo>
                  <a:pt x="3804" y="3140"/>
                </a:lnTo>
                <a:lnTo>
                  <a:pt x="3803" y="3140"/>
                </a:lnTo>
                <a:lnTo>
                  <a:pt x="3803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1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2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9" y="3151"/>
                </a:lnTo>
                <a:lnTo>
                  <a:pt x="3788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9" y="3154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2"/>
                </a:lnTo>
                <a:lnTo>
                  <a:pt x="3792" y="3152"/>
                </a:lnTo>
                <a:lnTo>
                  <a:pt x="3793" y="3153"/>
                </a:lnTo>
                <a:lnTo>
                  <a:pt x="3794" y="3152"/>
                </a:lnTo>
                <a:lnTo>
                  <a:pt x="3795" y="3152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4"/>
                </a:lnTo>
                <a:lnTo>
                  <a:pt x="3793" y="3154"/>
                </a:lnTo>
                <a:lnTo>
                  <a:pt x="3792" y="3155"/>
                </a:lnTo>
                <a:lnTo>
                  <a:pt x="3792" y="3156"/>
                </a:lnTo>
                <a:lnTo>
                  <a:pt x="3791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2" y="3159"/>
                </a:lnTo>
                <a:lnTo>
                  <a:pt x="3792" y="3160"/>
                </a:lnTo>
                <a:lnTo>
                  <a:pt x="3793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2" y="3162"/>
                </a:lnTo>
                <a:lnTo>
                  <a:pt x="3791" y="3161"/>
                </a:lnTo>
                <a:lnTo>
                  <a:pt x="3791" y="3160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59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8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5" y="3159"/>
                </a:lnTo>
                <a:lnTo>
                  <a:pt x="3775" y="3158"/>
                </a:lnTo>
                <a:lnTo>
                  <a:pt x="3775" y="3157"/>
                </a:lnTo>
                <a:lnTo>
                  <a:pt x="3774" y="3157"/>
                </a:lnTo>
                <a:lnTo>
                  <a:pt x="3773" y="3157"/>
                </a:lnTo>
                <a:lnTo>
                  <a:pt x="3773" y="3156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4"/>
                </a:lnTo>
                <a:lnTo>
                  <a:pt x="3772" y="3153"/>
                </a:lnTo>
                <a:lnTo>
                  <a:pt x="3772" y="3152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80" y="3151"/>
                </a:lnTo>
                <a:lnTo>
                  <a:pt x="3779" y="3151"/>
                </a:lnTo>
                <a:lnTo>
                  <a:pt x="3779" y="3150"/>
                </a:lnTo>
                <a:lnTo>
                  <a:pt x="3778" y="3148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50"/>
                </a:lnTo>
                <a:lnTo>
                  <a:pt x="3775" y="3149"/>
                </a:lnTo>
                <a:lnTo>
                  <a:pt x="3774" y="3149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1"/>
                </a:lnTo>
                <a:lnTo>
                  <a:pt x="3772" y="3150"/>
                </a:lnTo>
                <a:lnTo>
                  <a:pt x="3772" y="3149"/>
                </a:lnTo>
                <a:lnTo>
                  <a:pt x="3771" y="3149"/>
                </a:lnTo>
                <a:lnTo>
                  <a:pt x="3770" y="3148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2" y="3148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2" y="3148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5" y="3145"/>
                </a:lnTo>
                <a:lnTo>
                  <a:pt x="3765" y="3144"/>
                </a:lnTo>
                <a:lnTo>
                  <a:pt x="3766" y="3144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9" y="3141"/>
                </a:lnTo>
                <a:lnTo>
                  <a:pt x="3769" y="3140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6"/>
                </a:lnTo>
                <a:lnTo>
                  <a:pt x="3770" y="3135"/>
                </a:lnTo>
                <a:lnTo>
                  <a:pt x="3770" y="3136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8"/>
                </a:lnTo>
                <a:lnTo>
                  <a:pt x="3769" y="3140"/>
                </a:lnTo>
                <a:lnTo>
                  <a:pt x="3768" y="3140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4" y="3145"/>
                </a:lnTo>
                <a:lnTo>
                  <a:pt x="3763" y="3145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8"/>
                </a:lnTo>
                <a:lnTo>
                  <a:pt x="3758" y="3148"/>
                </a:lnTo>
                <a:lnTo>
                  <a:pt x="3758" y="3149"/>
                </a:lnTo>
                <a:lnTo>
                  <a:pt x="3757" y="3149"/>
                </a:lnTo>
                <a:lnTo>
                  <a:pt x="3756" y="3149"/>
                </a:lnTo>
                <a:lnTo>
                  <a:pt x="3756" y="3148"/>
                </a:lnTo>
                <a:lnTo>
                  <a:pt x="3755" y="3148"/>
                </a:lnTo>
                <a:lnTo>
                  <a:pt x="3754" y="3147"/>
                </a:lnTo>
                <a:lnTo>
                  <a:pt x="3755" y="3147"/>
                </a:lnTo>
                <a:lnTo>
                  <a:pt x="3755" y="3146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7"/>
                </a:lnTo>
                <a:lnTo>
                  <a:pt x="3748" y="3147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8"/>
                </a:lnTo>
                <a:lnTo>
                  <a:pt x="3745" y="3147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50"/>
                </a:lnTo>
                <a:lnTo>
                  <a:pt x="3745" y="3150"/>
                </a:lnTo>
                <a:lnTo>
                  <a:pt x="3744" y="3151"/>
                </a:lnTo>
                <a:lnTo>
                  <a:pt x="3744" y="3152"/>
                </a:lnTo>
                <a:lnTo>
                  <a:pt x="3745" y="3152"/>
                </a:lnTo>
                <a:lnTo>
                  <a:pt x="3744" y="3152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5"/>
                </a:lnTo>
                <a:lnTo>
                  <a:pt x="3744" y="3156"/>
                </a:lnTo>
                <a:lnTo>
                  <a:pt x="3743" y="3156"/>
                </a:lnTo>
                <a:lnTo>
                  <a:pt x="3743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40" y="3158"/>
                </a:lnTo>
                <a:lnTo>
                  <a:pt x="3739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4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2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1" y="3151"/>
                </a:lnTo>
                <a:lnTo>
                  <a:pt x="3730" y="3151"/>
                </a:lnTo>
                <a:lnTo>
                  <a:pt x="3730" y="3150"/>
                </a:lnTo>
                <a:lnTo>
                  <a:pt x="3730" y="3151"/>
                </a:lnTo>
                <a:lnTo>
                  <a:pt x="3729" y="3151"/>
                </a:lnTo>
                <a:lnTo>
                  <a:pt x="3730" y="3152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0" y="3154"/>
                </a:lnTo>
                <a:lnTo>
                  <a:pt x="3731" y="3155"/>
                </a:lnTo>
                <a:lnTo>
                  <a:pt x="3732" y="3156"/>
                </a:lnTo>
                <a:lnTo>
                  <a:pt x="3732" y="3155"/>
                </a:lnTo>
                <a:lnTo>
                  <a:pt x="3733" y="3155"/>
                </a:lnTo>
                <a:lnTo>
                  <a:pt x="3734" y="3155"/>
                </a:lnTo>
                <a:lnTo>
                  <a:pt x="3734" y="3156"/>
                </a:lnTo>
                <a:lnTo>
                  <a:pt x="3735" y="3156"/>
                </a:lnTo>
                <a:lnTo>
                  <a:pt x="3735" y="3157"/>
                </a:lnTo>
                <a:lnTo>
                  <a:pt x="3736" y="3157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60"/>
                </a:lnTo>
                <a:lnTo>
                  <a:pt x="3735" y="3162"/>
                </a:lnTo>
                <a:lnTo>
                  <a:pt x="3734" y="3163"/>
                </a:lnTo>
                <a:lnTo>
                  <a:pt x="3734" y="3164"/>
                </a:lnTo>
                <a:lnTo>
                  <a:pt x="3733" y="3166"/>
                </a:lnTo>
                <a:lnTo>
                  <a:pt x="3732" y="3167"/>
                </a:lnTo>
                <a:lnTo>
                  <a:pt x="3732" y="3168"/>
                </a:lnTo>
                <a:lnTo>
                  <a:pt x="3732" y="3170"/>
                </a:lnTo>
                <a:lnTo>
                  <a:pt x="3733" y="3171"/>
                </a:lnTo>
                <a:lnTo>
                  <a:pt x="3733" y="3172"/>
                </a:lnTo>
                <a:lnTo>
                  <a:pt x="3732" y="3172"/>
                </a:lnTo>
                <a:lnTo>
                  <a:pt x="3732" y="3173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31" y="3172"/>
                </a:lnTo>
                <a:lnTo>
                  <a:pt x="3731" y="3171"/>
                </a:lnTo>
                <a:lnTo>
                  <a:pt x="3730" y="3171"/>
                </a:lnTo>
                <a:lnTo>
                  <a:pt x="3731" y="3170"/>
                </a:lnTo>
                <a:lnTo>
                  <a:pt x="3731" y="3169"/>
                </a:lnTo>
                <a:lnTo>
                  <a:pt x="3730" y="3168"/>
                </a:lnTo>
                <a:lnTo>
                  <a:pt x="3729" y="3168"/>
                </a:lnTo>
                <a:lnTo>
                  <a:pt x="3729" y="3167"/>
                </a:lnTo>
                <a:lnTo>
                  <a:pt x="3728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8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8" y="3166"/>
                </a:lnTo>
                <a:lnTo>
                  <a:pt x="3718" y="3164"/>
                </a:lnTo>
                <a:lnTo>
                  <a:pt x="3718" y="3163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7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8" y="3157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1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7"/>
                </a:lnTo>
                <a:lnTo>
                  <a:pt x="3723" y="3146"/>
                </a:lnTo>
                <a:lnTo>
                  <a:pt x="3723" y="3145"/>
                </a:lnTo>
                <a:lnTo>
                  <a:pt x="3722" y="3145"/>
                </a:lnTo>
                <a:lnTo>
                  <a:pt x="3722" y="3144"/>
                </a:lnTo>
                <a:lnTo>
                  <a:pt x="3721" y="3144"/>
                </a:lnTo>
                <a:lnTo>
                  <a:pt x="3721" y="3143"/>
                </a:lnTo>
                <a:lnTo>
                  <a:pt x="3721" y="3144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21" y="3147"/>
                </a:lnTo>
                <a:lnTo>
                  <a:pt x="3720" y="3147"/>
                </a:lnTo>
                <a:lnTo>
                  <a:pt x="3720" y="3148"/>
                </a:lnTo>
                <a:lnTo>
                  <a:pt x="3719" y="3149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6" y="3148"/>
                </a:lnTo>
                <a:lnTo>
                  <a:pt x="3715" y="3147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2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2" y="3149"/>
                </a:lnTo>
                <a:lnTo>
                  <a:pt x="3711" y="3149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0"/>
                </a:lnTo>
                <a:lnTo>
                  <a:pt x="3708" y="3151"/>
                </a:lnTo>
                <a:lnTo>
                  <a:pt x="3708" y="3152"/>
                </a:lnTo>
                <a:lnTo>
                  <a:pt x="3705" y="3153"/>
                </a:lnTo>
                <a:lnTo>
                  <a:pt x="3704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1" y="3157"/>
                </a:lnTo>
                <a:lnTo>
                  <a:pt x="3700" y="3157"/>
                </a:lnTo>
                <a:lnTo>
                  <a:pt x="3699" y="3156"/>
                </a:lnTo>
                <a:lnTo>
                  <a:pt x="3698" y="3156"/>
                </a:lnTo>
                <a:lnTo>
                  <a:pt x="3698" y="3157"/>
                </a:lnTo>
                <a:lnTo>
                  <a:pt x="3699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8" y="3159"/>
                </a:lnTo>
                <a:lnTo>
                  <a:pt x="3697" y="3159"/>
                </a:lnTo>
                <a:lnTo>
                  <a:pt x="3697" y="3160"/>
                </a:lnTo>
                <a:lnTo>
                  <a:pt x="3697" y="3161"/>
                </a:lnTo>
                <a:lnTo>
                  <a:pt x="3696" y="3161"/>
                </a:lnTo>
                <a:lnTo>
                  <a:pt x="3695" y="3162"/>
                </a:lnTo>
                <a:lnTo>
                  <a:pt x="3696" y="3163"/>
                </a:lnTo>
                <a:lnTo>
                  <a:pt x="3697" y="3162"/>
                </a:lnTo>
                <a:lnTo>
                  <a:pt x="3698" y="3162"/>
                </a:lnTo>
                <a:lnTo>
                  <a:pt x="3699" y="3163"/>
                </a:lnTo>
                <a:lnTo>
                  <a:pt x="3699" y="3162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1"/>
                </a:lnTo>
                <a:lnTo>
                  <a:pt x="3703" y="3161"/>
                </a:lnTo>
                <a:lnTo>
                  <a:pt x="3703" y="3162"/>
                </a:lnTo>
                <a:lnTo>
                  <a:pt x="3704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6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1"/>
                </a:lnTo>
                <a:lnTo>
                  <a:pt x="3701" y="3172"/>
                </a:lnTo>
                <a:lnTo>
                  <a:pt x="3701" y="3173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3"/>
                </a:lnTo>
                <a:lnTo>
                  <a:pt x="3705" y="3174"/>
                </a:lnTo>
                <a:lnTo>
                  <a:pt x="3705" y="3175"/>
                </a:lnTo>
                <a:lnTo>
                  <a:pt x="3706" y="3175"/>
                </a:lnTo>
                <a:lnTo>
                  <a:pt x="3706" y="3176"/>
                </a:lnTo>
                <a:lnTo>
                  <a:pt x="3707" y="3176"/>
                </a:lnTo>
                <a:lnTo>
                  <a:pt x="3707" y="3177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8"/>
                </a:lnTo>
                <a:lnTo>
                  <a:pt x="3704" y="3178"/>
                </a:lnTo>
                <a:lnTo>
                  <a:pt x="3704" y="3179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81"/>
                </a:lnTo>
                <a:lnTo>
                  <a:pt x="3698" y="3182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2"/>
                </a:lnTo>
                <a:lnTo>
                  <a:pt x="3695" y="3181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4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4" y="3173"/>
                </a:lnTo>
                <a:lnTo>
                  <a:pt x="3693" y="3173"/>
                </a:lnTo>
                <a:lnTo>
                  <a:pt x="3693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90" y="3168"/>
                </a:lnTo>
                <a:lnTo>
                  <a:pt x="3689" y="3168"/>
                </a:lnTo>
                <a:lnTo>
                  <a:pt x="3689" y="3167"/>
                </a:lnTo>
                <a:lnTo>
                  <a:pt x="3688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1" y="3167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7" y="3170"/>
                </a:lnTo>
                <a:lnTo>
                  <a:pt x="3677" y="3169"/>
                </a:lnTo>
                <a:lnTo>
                  <a:pt x="3676" y="3169"/>
                </a:lnTo>
                <a:lnTo>
                  <a:pt x="3675" y="3169"/>
                </a:lnTo>
                <a:lnTo>
                  <a:pt x="3672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4"/>
                </a:lnTo>
                <a:lnTo>
                  <a:pt x="3669" y="3175"/>
                </a:lnTo>
                <a:lnTo>
                  <a:pt x="3670" y="3175"/>
                </a:lnTo>
                <a:lnTo>
                  <a:pt x="3672" y="3175"/>
                </a:lnTo>
                <a:lnTo>
                  <a:pt x="3672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4" y="3173"/>
                </a:lnTo>
                <a:lnTo>
                  <a:pt x="3674" y="3174"/>
                </a:lnTo>
                <a:lnTo>
                  <a:pt x="3675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6" y="3175"/>
                </a:lnTo>
                <a:lnTo>
                  <a:pt x="3676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7"/>
                </a:lnTo>
                <a:lnTo>
                  <a:pt x="3678" y="3178"/>
                </a:lnTo>
                <a:lnTo>
                  <a:pt x="3679" y="3177"/>
                </a:lnTo>
                <a:lnTo>
                  <a:pt x="3680" y="3177"/>
                </a:lnTo>
                <a:lnTo>
                  <a:pt x="3681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4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3" y="3182"/>
                </a:lnTo>
                <a:lnTo>
                  <a:pt x="3672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4"/>
                </a:lnTo>
                <a:lnTo>
                  <a:pt x="3669" y="3185"/>
                </a:lnTo>
                <a:lnTo>
                  <a:pt x="3670" y="3185"/>
                </a:lnTo>
                <a:lnTo>
                  <a:pt x="3670" y="3186"/>
                </a:lnTo>
                <a:lnTo>
                  <a:pt x="3670" y="3187"/>
                </a:lnTo>
                <a:lnTo>
                  <a:pt x="3671" y="3187"/>
                </a:lnTo>
                <a:lnTo>
                  <a:pt x="3671" y="3186"/>
                </a:lnTo>
                <a:lnTo>
                  <a:pt x="3671" y="3185"/>
                </a:lnTo>
                <a:lnTo>
                  <a:pt x="3672" y="3184"/>
                </a:lnTo>
                <a:lnTo>
                  <a:pt x="3673" y="3184"/>
                </a:lnTo>
                <a:lnTo>
                  <a:pt x="3673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2"/>
                </a:lnTo>
                <a:lnTo>
                  <a:pt x="3678" y="3183"/>
                </a:lnTo>
                <a:lnTo>
                  <a:pt x="3678" y="3182"/>
                </a:lnTo>
                <a:lnTo>
                  <a:pt x="3678" y="3181"/>
                </a:lnTo>
                <a:lnTo>
                  <a:pt x="3679" y="3180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1" y="3182"/>
                </a:lnTo>
                <a:lnTo>
                  <a:pt x="3681" y="3181"/>
                </a:lnTo>
                <a:lnTo>
                  <a:pt x="3681" y="3180"/>
                </a:lnTo>
                <a:lnTo>
                  <a:pt x="3682" y="3181"/>
                </a:lnTo>
                <a:lnTo>
                  <a:pt x="3682" y="3182"/>
                </a:lnTo>
                <a:lnTo>
                  <a:pt x="3681" y="3182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4"/>
                </a:lnTo>
                <a:lnTo>
                  <a:pt x="3682" y="3185"/>
                </a:lnTo>
                <a:lnTo>
                  <a:pt x="3682" y="3186"/>
                </a:lnTo>
                <a:lnTo>
                  <a:pt x="3683" y="3186"/>
                </a:lnTo>
                <a:lnTo>
                  <a:pt x="3683" y="3185"/>
                </a:lnTo>
                <a:lnTo>
                  <a:pt x="3682" y="3185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2"/>
                </a:lnTo>
                <a:lnTo>
                  <a:pt x="3684" y="3182"/>
                </a:lnTo>
                <a:lnTo>
                  <a:pt x="3684" y="3183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7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7" y="3186"/>
                </a:lnTo>
                <a:lnTo>
                  <a:pt x="3687" y="3187"/>
                </a:lnTo>
                <a:lnTo>
                  <a:pt x="3686" y="3187"/>
                </a:lnTo>
                <a:lnTo>
                  <a:pt x="3686" y="3186"/>
                </a:lnTo>
                <a:lnTo>
                  <a:pt x="3685" y="3186"/>
                </a:lnTo>
                <a:lnTo>
                  <a:pt x="3684" y="3187"/>
                </a:lnTo>
                <a:lnTo>
                  <a:pt x="3684" y="3188"/>
                </a:lnTo>
                <a:lnTo>
                  <a:pt x="3685" y="3188"/>
                </a:lnTo>
                <a:lnTo>
                  <a:pt x="3685" y="3189"/>
                </a:lnTo>
                <a:lnTo>
                  <a:pt x="3686" y="3189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3"/>
                </a:lnTo>
                <a:lnTo>
                  <a:pt x="3681" y="3193"/>
                </a:lnTo>
                <a:lnTo>
                  <a:pt x="3681" y="3192"/>
                </a:lnTo>
                <a:lnTo>
                  <a:pt x="3680" y="3192"/>
                </a:lnTo>
                <a:lnTo>
                  <a:pt x="3681" y="3191"/>
                </a:lnTo>
                <a:lnTo>
                  <a:pt x="3680" y="3190"/>
                </a:lnTo>
                <a:lnTo>
                  <a:pt x="3679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6" y="3188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6" y="3192"/>
                </a:lnTo>
                <a:lnTo>
                  <a:pt x="3676" y="3193"/>
                </a:lnTo>
                <a:lnTo>
                  <a:pt x="3675" y="3193"/>
                </a:lnTo>
                <a:lnTo>
                  <a:pt x="3675" y="3192"/>
                </a:lnTo>
                <a:lnTo>
                  <a:pt x="3675" y="3191"/>
                </a:lnTo>
                <a:lnTo>
                  <a:pt x="3674" y="3191"/>
                </a:lnTo>
                <a:lnTo>
                  <a:pt x="3674" y="3192"/>
                </a:lnTo>
                <a:lnTo>
                  <a:pt x="3673" y="3193"/>
                </a:lnTo>
                <a:lnTo>
                  <a:pt x="3674" y="3193"/>
                </a:lnTo>
                <a:lnTo>
                  <a:pt x="3675" y="3193"/>
                </a:lnTo>
                <a:lnTo>
                  <a:pt x="3675" y="3194"/>
                </a:lnTo>
                <a:lnTo>
                  <a:pt x="3675" y="3196"/>
                </a:lnTo>
                <a:lnTo>
                  <a:pt x="3676" y="3196"/>
                </a:lnTo>
                <a:lnTo>
                  <a:pt x="3677" y="3197"/>
                </a:lnTo>
                <a:lnTo>
                  <a:pt x="3678" y="3197"/>
                </a:lnTo>
                <a:lnTo>
                  <a:pt x="3678" y="3198"/>
                </a:lnTo>
                <a:lnTo>
                  <a:pt x="3679" y="3198"/>
                </a:lnTo>
                <a:lnTo>
                  <a:pt x="3679" y="3199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7" y="3199"/>
                </a:lnTo>
                <a:lnTo>
                  <a:pt x="3676" y="3199"/>
                </a:lnTo>
                <a:lnTo>
                  <a:pt x="3676" y="3200"/>
                </a:lnTo>
                <a:lnTo>
                  <a:pt x="3677" y="3201"/>
                </a:lnTo>
                <a:lnTo>
                  <a:pt x="3678" y="3200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6" y="3201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5" y="3200"/>
                </a:lnTo>
                <a:lnTo>
                  <a:pt x="3675" y="3199"/>
                </a:lnTo>
                <a:lnTo>
                  <a:pt x="3674" y="3199"/>
                </a:lnTo>
                <a:lnTo>
                  <a:pt x="3674" y="3198"/>
                </a:lnTo>
                <a:lnTo>
                  <a:pt x="3672" y="3200"/>
                </a:lnTo>
                <a:lnTo>
                  <a:pt x="3672" y="3199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68" y="3196"/>
                </a:lnTo>
                <a:lnTo>
                  <a:pt x="3668" y="3197"/>
                </a:lnTo>
                <a:lnTo>
                  <a:pt x="3668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8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6"/>
                </a:lnTo>
                <a:lnTo>
                  <a:pt x="3663" y="3196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2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1" y="3191"/>
                </a:lnTo>
                <a:lnTo>
                  <a:pt x="3660" y="3191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1"/>
                </a:lnTo>
                <a:lnTo>
                  <a:pt x="3649" y="3190"/>
                </a:lnTo>
                <a:lnTo>
                  <a:pt x="3648" y="3190"/>
                </a:lnTo>
                <a:lnTo>
                  <a:pt x="3648" y="3191"/>
                </a:lnTo>
                <a:lnTo>
                  <a:pt x="3647" y="3191"/>
                </a:lnTo>
                <a:lnTo>
                  <a:pt x="3646" y="3191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2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5"/>
                </a:lnTo>
                <a:lnTo>
                  <a:pt x="3646" y="3185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8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0"/>
                </a:lnTo>
                <a:lnTo>
                  <a:pt x="3650" y="3179"/>
                </a:lnTo>
                <a:lnTo>
                  <a:pt x="3651" y="3179"/>
                </a:lnTo>
                <a:lnTo>
                  <a:pt x="3652" y="3179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3" y="3179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5" y="3177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2" y="3175"/>
                </a:lnTo>
                <a:lnTo>
                  <a:pt x="3651" y="3175"/>
                </a:lnTo>
                <a:lnTo>
                  <a:pt x="3650" y="3175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3"/>
                </a:lnTo>
                <a:lnTo>
                  <a:pt x="3640" y="3182"/>
                </a:lnTo>
                <a:lnTo>
                  <a:pt x="3639" y="3180"/>
                </a:lnTo>
                <a:lnTo>
                  <a:pt x="3639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40" y="3175"/>
                </a:lnTo>
                <a:lnTo>
                  <a:pt x="3640" y="3174"/>
                </a:lnTo>
                <a:lnTo>
                  <a:pt x="3641" y="3173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2"/>
                </a:lnTo>
                <a:lnTo>
                  <a:pt x="3639" y="3175"/>
                </a:lnTo>
                <a:lnTo>
                  <a:pt x="3638" y="3175"/>
                </a:lnTo>
                <a:lnTo>
                  <a:pt x="3637" y="3172"/>
                </a:lnTo>
                <a:lnTo>
                  <a:pt x="3636" y="3172"/>
                </a:lnTo>
                <a:lnTo>
                  <a:pt x="3636" y="3170"/>
                </a:lnTo>
                <a:lnTo>
                  <a:pt x="3635" y="3170"/>
                </a:lnTo>
                <a:lnTo>
                  <a:pt x="3635" y="3169"/>
                </a:lnTo>
                <a:lnTo>
                  <a:pt x="3635" y="3167"/>
                </a:lnTo>
                <a:lnTo>
                  <a:pt x="3633" y="3167"/>
                </a:lnTo>
                <a:lnTo>
                  <a:pt x="3632" y="3165"/>
                </a:lnTo>
                <a:lnTo>
                  <a:pt x="3631" y="3163"/>
                </a:lnTo>
                <a:lnTo>
                  <a:pt x="3630" y="3160"/>
                </a:lnTo>
                <a:lnTo>
                  <a:pt x="3629" y="3159"/>
                </a:lnTo>
                <a:lnTo>
                  <a:pt x="3628" y="3158"/>
                </a:lnTo>
                <a:lnTo>
                  <a:pt x="3628" y="3155"/>
                </a:lnTo>
                <a:lnTo>
                  <a:pt x="3628" y="3154"/>
                </a:lnTo>
                <a:lnTo>
                  <a:pt x="3629" y="3154"/>
                </a:lnTo>
                <a:lnTo>
                  <a:pt x="3629" y="3153"/>
                </a:lnTo>
                <a:lnTo>
                  <a:pt x="3628" y="3153"/>
                </a:lnTo>
                <a:lnTo>
                  <a:pt x="3628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6" y="3152"/>
                </a:lnTo>
                <a:lnTo>
                  <a:pt x="3625" y="3152"/>
                </a:lnTo>
                <a:lnTo>
                  <a:pt x="3625" y="3151"/>
                </a:lnTo>
                <a:lnTo>
                  <a:pt x="3624" y="3152"/>
                </a:lnTo>
                <a:lnTo>
                  <a:pt x="3625" y="3152"/>
                </a:lnTo>
                <a:lnTo>
                  <a:pt x="3625" y="3153"/>
                </a:lnTo>
                <a:lnTo>
                  <a:pt x="3624" y="3153"/>
                </a:lnTo>
                <a:lnTo>
                  <a:pt x="3622" y="3153"/>
                </a:lnTo>
                <a:lnTo>
                  <a:pt x="3620" y="3153"/>
                </a:lnTo>
                <a:lnTo>
                  <a:pt x="3620" y="3152"/>
                </a:lnTo>
                <a:lnTo>
                  <a:pt x="3620" y="3151"/>
                </a:lnTo>
                <a:lnTo>
                  <a:pt x="3619" y="3151"/>
                </a:lnTo>
                <a:lnTo>
                  <a:pt x="3616" y="3151"/>
                </a:lnTo>
                <a:lnTo>
                  <a:pt x="3616" y="3152"/>
                </a:lnTo>
                <a:lnTo>
                  <a:pt x="3615" y="3153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1" y="3152"/>
                </a:lnTo>
                <a:lnTo>
                  <a:pt x="3610" y="3153"/>
                </a:lnTo>
                <a:lnTo>
                  <a:pt x="3611" y="3154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7"/>
                </a:lnTo>
                <a:lnTo>
                  <a:pt x="3613" y="3158"/>
                </a:lnTo>
                <a:lnTo>
                  <a:pt x="3614" y="3158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7" y="3161"/>
                </a:lnTo>
                <a:lnTo>
                  <a:pt x="3617" y="3162"/>
                </a:lnTo>
                <a:lnTo>
                  <a:pt x="3618" y="3163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20" y="3167"/>
                </a:lnTo>
                <a:lnTo>
                  <a:pt x="3619" y="3168"/>
                </a:lnTo>
                <a:lnTo>
                  <a:pt x="3617" y="3170"/>
                </a:lnTo>
                <a:lnTo>
                  <a:pt x="3616" y="3169"/>
                </a:lnTo>
                <a:lnTo>
                  <a:pt x="3616" y="3168"/>
                </a:lnTo>
                <a:lnTo>
                  <a:pt x="3615" y="3167"/>
                </a:lnTo>
                <a:lnTo>
                  <a:pt x="3614" y="3167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69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5"/>
                </a:lnTo>
                <a:lnTo>
                  <a:pt x="3617" y="3176"/>
                </a:lnTo>
                <a:lnTo>
                  <a:pt x="3617" y="3177"/>
                </a:lnTo>
                <a:lnTo>
                  <a:pt x="3616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7"/>
                </a:lnTo>
                <a:lnTo>
                  <a:pt x="3614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3" y="3172"/>
                </a:lnTo>
                <a:lnTo>
                  <a:pt x="3612" y="3171"/>
                </a:lnTo>
                <a:lnTo>
                  <a:pt x="3612" y="3172"/>
                </a:lnTo>
                <a:lnTo>
                  <a:pt x="3613" y="3174"/>
                </a:lnTo>
                <a:lnTo>
                  <a:pt x="3613" y="3175"/>
                </a:lnTo>
                <a:lnTo>
                  <a:pt x="3613" y="3177"/>
                </a:lnTo>
                <a:lnTo>
                  <a:pt x="3613" y="3178"/>
                </a:lnTo>
                <a:lnTo>
                  <a:pt x="3613" y="3179"/>
                </a:lnTo>
                <a:lnTo>
                  <a:pt x="3612" y="3179"/>
                </a:lnTo>
                <a:lnTo>
                  <a:pt x="3612" y="3180"/>
                </a:lnTo>
                <a:lnTo>
                  <a:pt x="3612" y="3181"/>
                </a:lnTo>
                <a:lnTo>
                  <a:pt x="3613" y="3181"/>
                </a:lnTo>
                <a:lnTo>
                  <a:pt x="3613" y="3185"/>
                </a:lnTo>
                <a:lnTo>
                  <a:pt x="3612" y="3186"/>
                </a:lnTo>
                <a:lnTo>
                  <a:pt x="3611" y="3186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89"/>
                </a:lnTo>
                <a:lnTo>
                  <a:pt x="3614" y="3190"/>
                </a:lnTo>
                <a:lnTo>
                  <a:pt x="3615" y="3190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0"/>
                </a:lnTo>
                <a:lnTo>
                  <a:pt x="3617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7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5" y="3196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2"/>
                </a:lnTo>
                <a:lnTo>
                  <a:pt x="3613" y="3203"/>
                </a:lnTo>
                <a:lnTo>
                  <a:pt x="3614" y="3203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7"/>
                </a:lnTo>
                <a:lnTo>
                  <a:pt x="3611" y="3207"/>
                </a:lnTo>
                <a:lnTo>
                  <a:pt x="3611" y="3209"/>
                </a:lnTo>
                <a:lnTo>
                  <a:pt x="3611" y="3210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8" y="3210"/>
                </a:lnTo>
                <a:lnTo>
                  <a:pt x="3609" y="3208"/>
                </a:lnTo>
                <a:lnTo>
                  <a:pt x="3609" y="3207"/>
                </a:lnTo>
                <a:lnTo>
                  <a:pt x="3609" y="3208"/>
                </a:lnTo>
                <a:lnTo>
                  <a:pt x="3608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9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8"/>
                </a:lnTo>
                <a:lnTo>
                  <a:pt x="3609" y="3218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1"/>
                </a:lnTo>
                <a:lnTo>
                  <a:pt x="3604" y="3220"/>
                </a:lnTo>
                <a:lnTo>
                  <a:pt x="3603" y="3220"/>
                </a:lnTo>
                <a:lnTo>
                  <a:pt x="3603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601" y="3215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3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4"/>
                </a:lnTo>
                <a:lnTo>
                  <a:pt x="3593" y="3213"/>
                </a:lnTo>
                <a:lnTo>
                  <a:pt x="3593" y="3214"/>
                </a:lnTo>
                <a:lnTo>
                  <a:pt x="3594" y="3216"/>
                </a:lnTo>
                <a:lnTo>
                  <a:pt x="3594" y="3217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0"/>
                </a:lnTo>
                <a:lnTo>
                  <a:pt x="3596" y="3221"/>
                </a:lnTo>
                <a:lnTo>
                  <a:pt x="3597" y="3221"/>
                </a:lnTo>
                <a:lnTo>
                  <a:pt x="3598" y="3222"/>
                </a:lnTo>
                <a:lnTo>
                  <a:pt x="3597" y="3223"/>
                </a:lnTo>
                <a:lnTo>
                  <a:pt x="3596" y="3224"/>
                </a:lnTo>
                <a:lnTo>
                  <a:pt x="3596" y="3225"/>
                </a:lnTo>
                <a:lnTo>
                  <a:pt x="3597" y="3225"/>
                </a:lnTo>
                <a:lnTo>
                  <a:pt x="3596" y="3225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6" y="3227"/>
                </a:lnTo>
                <a:lnTo>
                  <a:pt x="3597" y="3227"/>
                </a:lnTo>
                <a:lnTo>
                  <a:pt x="3597" y="3228"/>
                </a:lnTo>
                <a:lnTo>
                  <a:pt x="3596" y="3228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29"/>
                </a:lnTo>
                <a:lnTo>
                  <a:pt x="3592" y="3229"/>
                </a:lnTo>
                <a:lnTo>
                  <a:pt x="3592" y="3228"/>
                </a:lnTo>
                <a:lnTo>
                  <a:pt x="3591" y="3228"/>
                </a:lnTo>
                <a:lnTo>
                  <a:pt x="3590" y="3228"/>
                </a:lnTo>
                <a:lnTo>
                  <a:pt x="3589" y="3228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7" y="3226"/>
                </a:lnTo>
                <a:lnTo>
                  <a:pt x="3586" y="3226"/>
                </a:lnTo>
                <a:lnTo>
                  <a:pt x="3586" y="3225"/>
                </a:lnTo>
                <a:lnTo>
                  <a:pt x="3586" y="3223"/>
                </a:lnTo>
                <a:lnTo>
                  <a:pt x="3585" y="3222"/>
                </a:lnTo>
                <a:lnTo>
                  <a:pt x="3585" y="3220"/>
                </a:lnTo>
                <a:lnTo>
                  <a:pt x="3584" y="3220"/>
                </a:lnTo>
                <a:lnTo>
                  <a:pt x="3584" y="3221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4" y="3225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3" y="3227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6" y="3239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3" y="3241"/>
                </a:lnTo>
                <a:lnTo>
                  <a:pt x="3582" y="3241"/>
                </a:lnTo>
                <a:lnTo>
                  <a:pt x="3582" y="3240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39"/>
                </a:lnTo>
                <a:lnTo>
                  <a:pt x="3580" y="3238"/>
                </a:lnTo>
                <a:lnTo>
                  <a:pt x="3580" y="3237"/>
                </a:lnTo>
                <a:lnTo>
                  <a:pt x="3581" y="3236"/>
                </a:lnTo>
                <a:lnTo>
                  <a:pt x="3581" y="3235"/>
                </a:lnTo>
                <a:lnTo>
                  <a:pt x="3581" y="3234"/>
                </a:lnTo>
                <a:lnTo>
                  <a:pt x="3580" y="3235"/>
                </a:lnTo>
                <a:lnTo>
                  <a:pt x="3579" y="3236"/>
                </a:lnTo>
                <a:lnTo>
                  <a:pt x="3579" y="3235"/>
                </a:lnTo>
                <a:lnTo>
                  <a:pt x="3579" y="3234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3"/>
                </a:lnTo>
                <a:lnTo>
                  <a:pt x="3576" y="3233"/>
                </a:lnTo>
                <a:lnTo>
                  <a:pt x="3576" y="3232"/>
                </a:lnTo>
                <a:lnTo>
                  <a:pt x="3575" y="3231"/>
                </a:lnTo>
                <a:lnTo>
                  <a:pt x="3574" y="3230"/>
                </a:lnTo>
                <a:lnTo>
                  <a:pt x="3575" y="3230"/>
                </a:lnTo>
                <a:lnTo>
                  <a:pt x="3574" y="3229"/>
                </a:lnTo>
                <a:lnTo>
                  <a:pt x="3573" y="3227"/>
                </a:lnTo>
                <a:lnTo>
                  <a:pt x="3572" y="3226"/>
                </a:lnTo>
                <a:lnTo>
                  <a:pt x="3572" y="3225"/>
                </a:lnTo>
                <a:lnTo>
                  <a:pt x="3571" y="3225"/>
                </a:lnTo>
                <a:lnTo>
                  <a:pt x="3571" y="3224"/>
                </a:lnTo>
                <a:lnTo>
                  <a:pt x="3570" y="3223"/>
                </a:lnTo>
                <a:lnTo>
                  <a:pt x="3570" y="3222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0" y="3217"/>
                </a:lnTo>
                <a:lnTo>
                  <a:pt x="3571" y="3216"/>
                </a:lnTo>
                <a:lnTo>
                  <a:pt x="3571" y="3214"/>
                </a:lnTo>
                <a:lnTo>
                  <a:pt x="3571" y="3213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0" y="3208"/>
                </a:lnTo>
                <a:lnTo>
                  <a:pt x="3572" y="3206"/>
                </a:lnTo>
                <a:lnTo>
                  <a:pt x="3571" y="3207"/>
                </a:lnTo>
                <a:lnTo>
                  <a:pt x="3570" y="3207"/>
                </a:lnTo>
                <a:lnTo>
                  <a:pt x="3569" y="3208"/>
                </a:lnTo>
                <a:lnTo>
                  <a:pt x="3569" y="3207"/>
                </a:lnTo>
                <a:lnTo>
                  <a:pt x="3569" y="3206"/>
                </a:lnTo>
                <a:lnTo>
                  <a:pt x="3568" y="3206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2"/>
                </a:lnTo>
                <a:lnTo>
                  <a:pt x="3567" y="3213"/>
                </a:lnTo>
                <a:lnTo>
                  <a:pt x="3568" y="3214"/>
                </a:lnTo>
                <a:lnTo>
                  <a:pt x="3567" y="3216"/>
                </a:lnTo>
                <a:lnTo>
                  <a:pt x="3566" y="3217"/>
                </a:lnTo>
                <a:lnTo>
                  <a:pt x="3563" y="3215"/>
                </a:lnTo>
                <a:lnTo>
                  <a:pt x="3562" y="3217"/>
                </a:lnTo>
                <a:lnTo>
                  <a:pt x="3562" y="3218"/>
                </a:lnTo>
                <a:lnTo>
                  <a:pt x="3563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4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2" y="3231"/>
                </a:lnTo>
                <a:lnTo>
                  <a:pt x="3562" y="3232"/>
                </a:lnTo>
                <a:lnTo>
                  <a:pt x="3563" y="3232"/>
                </a:lnTo>
                <a:lnTo>
                  <a:pt x="3563" y="3233"/>
                </a:lnTo>
                <a:lnTo>
                  <a:pt x="3563" y="3234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7"/>
                </a:lnTo>
                <a:lnTo>
                  <a:pt x="3559" y="3237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4" y="3243"/>
                </a:lnTo>
                <a:lnTo>
                  <a:pt x="3554" y="3244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1" y="3243"/>
                </a:lnTo>
                <a:lnTo>
                  <a:pt x="3550" y="3242"/>
                </a:lnTo>
                <a:lnTo>
                  <a:pt x="3551" y="3242"/>
                </a:lnTo>
                <a:lnTo>
                  <a:pt x="3551" y="3241"/>
                </a:lnTo>
                <a:lnTo>
                  <a:pt x="3550" y="3241"/>
                </a:lnTo>
                <a:lnTo>
                  <a:pt x="3549" y="3240"/>
                </a:lnTo>
                <a:lnTo>
                  <a:pt x="3548" y="3239"/>
                </a:lnTo>
                <a:lnTo>
                  <a:pt x="3548" y="3238"/>
                </a:lnTo>
                <a:lnTo>
                  <a:pt x="3548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8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5" y="3234"/>
                </a:lnTo>
                <a:lnTo>
                  <a:pt x="3545" y="3233"/>
                </a:lnTo>
                <a:lnTo>
                  <a:pt x="3544" y="3233"/>
                </a:lnTo>
                <a:lnTo>
                  <a:pt x="3545" y="3233"/>
                </a:lnTo>
                <a:lnTo>
                  <a:pt x="3545" y="3234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8" y="3239"/>
                </a:lnTo>
                <a:lnTo>
                  <a:pt x="3538" y="3240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0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3"/>
                </a:lnTo>
                <a:lnTo>
                  <a:pt x="3532" y="3243"/>
                </a:lnTo>
                <a:lnTo>
                  <a:pt x="3532" y="3244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7"/>
                </a:lnTo>
                <a:lnTo>
                  <a:pt x="3529" y="3247"/>
                </a:lnTo>
                <a:lnTo>
                  <a:pt x="3529" y="3248"/>
                </a:lnTo>
                <a:lnTo>
                  <a:pt x="3529" y="3250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7" y="3250"/>
                </a:lnTo>
                <a:lnTo>
                  <a:pt x="3526" y="3251"/>
                </a:lnTo>
                <a:lnTo>
                  <a:pt x="3527" y="3251"/>
                </a:lnTo>
                <a:lnTo>
                  <a:pt x="3527" y="3252"/>
                </a:lnTo>
                <a:lnTo>
                  <a:pt x="3526" y="3252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4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4"/>
                </a:lnTo>
                <a:lnTo>
                  <a:pt x="3520" y="3254"/>
                </a:lnTo>
                <a:lnTo>
                  <a:pt x="3520" y="3253"/>
                </a:lnTo>
                <a:lnTo>
                  <a:pt x="3519" y="3253"/>
                </a:lnTo>
                <a:lnTo>
                  <a:pt x="3519" y="3252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1"/>
                </a:lnTo>
                <a:lnTo>
                  <a:pt x="3515" y="3251"/>
                </a:lnTo>
                <a:lnTo>
                  <a:pt x="3515" y="3250"/>
                </a:lnTo>
                <a:lnTo>
                  <a:pt x="3514" y="3250"/>
                </a:lnTo>
                <a:lnTo>
                  <a:pt x="3514" y="3249"/>
                </a:lnTo>
                <a:lnTo>
                  <a:pt x="3513" y="3249"/>
                </a:lnTo>
                <a:lnTo>
                  <a:pt x="3512" y="3249"/>
                </a:lnTo>
                <a:lnTo>
                  <a:pt x="3512" y="3248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6"/>
                </a:lnTo>
                <a:lnTo>
                  <a:pt x="3508" y="3245"/>
                </a:lnTo>
                <a:lnTo>
                  <a:pt x="3508" y="3242"/>
                </a:lnTo>
                <a:lnTo>
                  <a:pt x="3508" y="3241"/>
                </a:lnTo>
                <a:lnTo>
                  <a:pt x="3508" y="3239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5"/>
                </a:lnTo>
                <a:lnTo>
                  <a:pt x="3515" y="3235"/>
                </a:lnTo>
                <a:lnTo>
                  <a:pt x="3516" y="3235"/>
                </a:lnTo>
                <a:lnTo>
                  <a:pt x="3516" y="3234"/>
                </a:lnTo>
                <a:lnTo>
                  <a:pt x="3516" y="3235"/>
                </a:lnTo>
                <a:lnTo>
                  <a:pt x="3515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7"/>
                </a:lnTo>
                <a:lnTo>
                  <a:pt x="3507" y="3236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5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5" y="3226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4"/>
                </a:lnTo>
                <a:lnTo>
                  <a:pt x="3506" y="3223"/>
                </a:lnTo>
                <a:lnTo>
                  <a:pt x="3506" y="3222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30"/>
                </a:lnTo>
                <a:lnTo>
                  <a:pt x="3504" y="3230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1"/>
                </a:lnTo>
                <a:lnTo>
                  <a:pt x="3507" y="3241"/>
                </a:lnTo>
                <a:lnTo>
                  <a:pt x="3507" y="3242"/>
                </a:lnTo>
                <a:lnTo>
                  <a:pt x="3507" y="3244"/>
                </a:lnTo>
                <a:lnTo>
                  <a:pt x="3507" y="3245"/>
                </a:lnTo>
                <a:lnTo>
                  <a:pt x="3507" y="3246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8" y="3251"/>
                </a:lnTo>
                <a:lnTo>
                  <a:pt x="3508" y="3252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60"/>
                </a:lnTo>
                <a:lnTo>
                  <a:pt x="3494" y="3259"/>
                </a:lnTo>
                <a:lnTo>
                  <a:pt x="3493" y="3259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2" y="3256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90" y="3256"/>
                </a:lnTo>
                <a:lnTo>
                  <a:pt x="3490" y="3255"/>
                </a:lnTo>
                <a:lnTo>
                  <a:pt x="3489" y="3255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3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80" y="3250"/>
                </a:lnTo>
                <a:lnTo>
                  <a:pt x="3479" y="3250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1"/>
                </a:lnTo>
                <a:lnTo>
                  <a:pt x="3474" y="3251"/>
                </a:lnTo>
                <a:lnTo>
                  <a:pt x="3474" y="3250"/>
                </a:lnTo>
                <a:lnTo>
                  <a:pt x="3473" y="3250"/>
                </a:lnTo>
                <a:lnTo>
                  <a:pt x="3472" y="3250"/>
                </a:lnTo>
                <a:lnTo>
                  <a:pt x="3472" y="3251"/>
                </a:lnTo>
                <a:lnTo>
                  <a:pt x="3473" y="3251"/>
                </a:lnTo>
                <a:lnTo>
                  <a:pt x="3474" y="3251"/>
                </a:lnTo>
                <a:lnTo>
                  <a:pt x="3474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5"/>
                </a:lnTo>
                <a:lnTo>
                  <a:pt x="3466" y="3257"/>
                </a:lnTo>
                <a:lnTo>
                  <a:pt x="3467" y="3256"/>
                </a:lnTo>
                <a:lnTo>
                  <a:pt x="3467" y="3255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60"/>
                </a:lnTo>
                <a:lnTo>
                  <a:pt x="3461" y="3261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1"/>
                </a:lnTo>
                <a:lnTo>
                  <a:pt x="3456" y="3261"/>
                </a:lnTo>
                <a:lnTo>
                  <a:pt x="3455" y="3261"/>
                </a:lnTo>
                <a:lnTo>
                  <a:pt x="3455" y="3260"/>
                </a:lnTo>
                <a:lnTo>
                  <a:pt x="3455" y="3259"/>
                </a:lnTo>
                <a:lnTo>
                  <a:pt x="3456" y="3259"/>
                </a:lnTo>
                <a:lnTo>
                  <a:pt x="3456" y="3258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6" y="3256"/>
                </a:lnTo>
                <a:lnTo>
                  <a:pt x="3455" y="3255"/>
                </a:lnTo>
                <a:lnTo>
                  <a:pt x="3454" y="3256"/>
                </a:lnTo>
                <a:lnTo>
                  <a:pt x="3454" y="3255"/>
                </a:lnTo>
                <a:lnTo>
                  <a:pt x="3455" y="3255"/>
                </a:lnTo>
                <a:lnTo>
                  <a:pt x="3456" y="3255"/>
                </a:lnTo>
                <a:lnTo>
                  <a:pt x="3456" y="3254"/>
                </a:lnTo>
                <a:lnTo>
                  <a:pt x="3455" y="3254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3" y="3253"/>
                </a:lnTo>
                <a:lnTo>
                  <a:pt x="3452" y="3253"/>
                </a:lnTo>
                <a:lnTo>
                  <a:pt x="3452" y="3254"/>
                </a:lnTo>
                <a:lnTo>
                  <a:pt x="3451" y="3253"/>
                </a:lnTo>
                <a:lnTo>
                  <a:pt x="3452" y="3252"/>
                </a:lnTo>
                <a:lnTo>
                  <a:pt x="3452" y="3251"/>
                </a:lnTo>
                <a:lnTo>
                  <a:pt x="3452" y="3252"/>
                </a:lnTo>
                <a:lnTo>
                  <a:pt x="3451" y="3252"/>
                </a:lnTo>
                <a:lnTo>
                  <a:pt x="3451" y="3253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2"/>
                </a:lnTo>
                <a:lnTo>
                  <a:pt x="3448" y="3252"/>
                </a:lnTo>
                <a:lnTo>
                  <a:pt x="3448" y="3253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1"/>
                </a:lnTo>
                <a:lnTo>
                  <a:pt x="3444" y="3252"/>
                </a:lnTo>
                <a:lnTo>
                  <a:pt x="3444" y="3253"/>
                </a:lnTo>
                <a:lnTo>
                  <a:pt x="3443" y="3253"/>
                </a:lnTo>
                <a:lnTo>
                  <a:pt x="3442" y="3252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4"/>
                </a:lnTo>
                <a:lnTo>
                  <a:pt x="3444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5" y="3255"/>
                </a:lnTo>
                <a:lnTo>
                  <a:pt x="3445" y="3256"/>
                </a:lnTo>
                <a:lnTo>
                  <a:pt x="3446" y="3256"/>
                </a:lnTo>
                <a:lnTo>
                  <a:pt x="3445" y="3256"/>
                </a:lnTo>
                <a:lnTo>
                  <a:pt x="3446" y="3256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1" y="3258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0" y="3264"/>
                </a:lnTo>
                <a:lnTo>
                  <a:pt x="3450" y="3265"/>
                </a:lnTo>
                <a:lnTo>
                  <a:pt x="3450" y="3266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7"/>
                </a:lnTo>
                <a:lnTo>
                  <a:pt x="3450" y="3267"/>
                </a:lnTo>
                <a:lnTo>
                  <a:pt x="3451" y="3268"/>
                </a:lnTo>
                <a:lnTo>
                  <a:pt x="3448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6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6"/>
                </a:lnTo>
                <a:lnTo>
                  <a:pt x="3441" y="3277"/>
                </a:lnTo>
                <a:lnTo>
                  <a:pt x="3440" y="3277"/>
                </a:lnTo>
                <a:lnTo>
                  <a:pt x="3439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8" y="3277"/>
                </a:lnTo>
                <a:lnTo>
                  <a:pt x="3437" y="3276"/>
                </a:lnTo>
                <a:lnTo>
                  <a:pt x="3436" y="3276"/>
                </a:lnTo>
                <a:lnTo>
                  <a:pt x="3436" y="3275"/>
                </a:lnTo>
                <a:lnTo>
                  <a:pt x="3435" y="3275"/>
                </a:lnTo>
                <a:lnTo>
                  <a:pt x="3435" y="3276"/>
                </a:lnTo>
                <a:lnTo>
                  <a:pt x="3436" y="3276"/>
                </a:lnTo>
                <a:lnTo>
                  <a:pt x="3436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78"/>
                </a:lnTo>
                <a:lnTo>
                  <a:pt x="3430" y="3278"/>
                </a:lnTo>
                <a:lnTo>
                  <a:pt x="3429" y="3277"/>
                </a:lnTo>
                <a:lnTo>
                  <a:pt x="3429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4" y="3279"/>
                </a:lnTo>
                <a:lnTo>
                  <a:pt x="3423" y="3280"/>
                </a:lnTo>
                <a:lnTo>
                  <a:pt x="3423" y="3279"/>
                </a:lnTo>
                <a:lnTo>
                  <a:pt x="3422" y="3278"/>
                </a:lnTo>
                <a:lnTo>
                  <a:pt x="3421" y="3278"/>
                </a:lnTo>
                <a:lnTo>
                  <a:pt x="3422" y="3277"/>
                </a:lnTo>
                <a:lnTo>
                  <a:pt x="3422" y="3278"/>
                </a:lnTo>
                <a:lnTo>
                  <a:pt x="3424" y="3278"/>
                </a:lnTo>
                <a:lnTo>
                  <a:pt x="3424" y="3277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1" y="3273"/>
                </a:lnTo>
                <a:lnTo>
                  <a:pt x="3420" y="3273"/>
                </a:lnTo>
                <a:lnTo>
                  <a:pt x="3421" y="3273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20" y="3272"/>
                </a:lnTo>
                <a:lnTo>
                  <a:pt x="3419" y="3272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20" y="3275"/>
                </a:lnTo>
                <a:lnTo>
                  <a:pt x="3419" y="3275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21" y="3277"/>
                </a:lnTo>
                <a:lnTo>
                  <a:pt x="3420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7" y="3277"/>
                </a:lnTo>
                <a:lnTo>
                  <a:pt x="3416" y="3277"/>
                </a:lnTo>
                <a:lnTo>
                  <a:pt x="3416" y="3276"/>
                </a:lnTo>
                <a:lnTo>
                  <a:pt x="3415" y="3276"/>
                </a:lnTo>
                <a:lnTo>
                  <a:pt x="3414" y="3276"/>
                </a:lnTo>
                <a:lnTo>
                  <a:pt x="3414" y="3277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1"/>
                </a:lnTo>
                <a:lnTo>
                  <a:pt x="3412" y="3282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8" y="3286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2"/>
                </a:lnTo>
                <a:lnTo>
                  <a:pt x="3406" y="3282"/>
                </a:lnTo>
                <a:lnTo>
                  <a:pt x="3406" y="3281"/>
                </a:lnTo>
                <a:lnTo>
                  <a:pt x="3405" y="3281"/>
                </a:lnTo>
                <a:lnTo>
                  <a:pt x="3405" y="3280"/>
                </a:lnTo>
                <a:lnTo>
                  <a:pt x="3404" y="3280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79"/>
                </a:lnTo>
                <a:lnTo>
                  <a:pt x="3400" y="3279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400" y="3280"/>
                </a:lnTo>
                <a:lnTo>
                  <a:pt x="3401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3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9" y="3282"/>
                </a:lnTo>
                <a:lnTo>
                  <a:pt x="3388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7" y="3278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6"/>
                </a:lnTo>
                <a:lnTo>
                  <a:pt x="3383" y="3277"/>
                </a:lnTo>
                <a:lnTo>
                  <a:pt x="3383" y="3278"/>
                </a:lnTo>
                <a:lnTo>
                  <a:pt x="3382" y="3279"/>
                </a:lnTo>
                <a:lnTo>
                  <a:pt x="3382" y="3278"/>
                </a:lnTo>
                <a:lnTo>
                  <a:pt x="3381" y="3279"/>
                </a:lnTo>
                <a:lnTo>
                  <a:pt x="3382" y="3279"/>
                </a:lnTo>
                <a:lnTo>
                  <a:pt x="3381" y="3280"/>
                </a:lnTo>
                <a:lnTo>
                  <a:pt x="3380" y="3280"/>
                </a:lnTo>
                <a:lnTo>
                  <a:pt x="3380" y="3281"/>
                </a:lnTo>
                <a:lnTo>
                  <a:pt x="3381" y="3282"/>
                </a:lnTo>
                <a:lnTo>
                  <a:pt x="3381" y="3281"/>
                </a:lnTo>
                <a:lnTo>
                  <a:pt x="3382" y="3281"/>
                </a:lnTo>
                <a:lnTo>
                  <a:pt x="3382" y="3282"/>
                </a:lnTo>
                <a:lnTo>
                  <a:pt x="3381" y="3283"/>
                </a:lnTo>
                <a:lnTo>
                  <a:pt x="3382" y="3283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2"/>
                </a:lnTo>
                <a:lnTo>
                  <a:pt x="3387" y="3282"/>
                </a:lnTo>
                <a:lnTo>
                  <a:pt x="3388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4"/>
                </a:lnTo>
                <a:lnTo>
                  <a:pt x="3384" y="3285"/>
                </a:lnTo>
                <a:lnTo>
                  <a:pt x="3383" y="3285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9" y="3287"/>
                </a:lnTo>
                <a:lnTo>
                  <a:pt x="3378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7" y="3289"/>
                </a:lnTo>
                <a:lnTo>
                  <a:pt x="3376" y="3289"/>
                </a:lnTo>
                <a:lnTo>
                  <a:pt x="3375" y="3289"/>
                </a:lnTo>
                <a:lnTo>
                  <a:pt x="3375" y="3288"/>
                </a:lnTo>
                <a:lnTo>
                  <a:pt x="3375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5" y="3292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0"/>
                </a:lnTo>
                <a:lnTo>
                  <a:pt x="3363" y="3290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0"/>
                </a:lnTo>
                <a:lnTo>
                  <a:pt x="3361" y="3290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3" y="3298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1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49" y="3305"/>
                </a:lnTo>
                <a:lnTo>
                  <a:pt x="3349" y="3306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5" y="3307"/>
                </a:lnTo>
                <a:lnTo>
                  <a:pt x="3344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1" y="3309"/>
                </a:lnTo>
                <a:lnTo>
                  <a:pt x="3341" y="3308"/>
                </a:lnTo>
                <a:lnTo>
                  <a:pt x="3340" y="3308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7" y="3310"/>
                </a:lnTo>
                <a:lnTo>
                  <a:pt x="3337" y="3309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1" y="3310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1"/>
                </a:lnTo>
                <a:lnTo>
                  <a:pt x="3329" y="3310"/>
                </a:lnTo>
                <a:lnTo>
                  <a:pt x="3330" y="3309"/>
                </a:lnTo>
                <a:lnTo>
                  <a:pt x="3330" y="3308"/>
                </a:lnTo>
                <a:lnTo>
                  <a:pt x="3331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9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1" y="3301"/>
                </a:lnTo>
                <a:lnTo>
                  <a:pt x="3331" y="3300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299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7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4"/>
                </a:lnTo>
                <a:lnTo>
                  <a:pt x="3329" y="3292"/>
                </a:lnTo>
                <a:lnTo>
                  <a:pt x="3329" y="3293"/>
                </a:lnTo>
                <a:lnTo>
                  <a:pt x="3328" y="3294"/>
                </a:lnTo>
                <a:lnTo>
                  <a:pt x="3328" y="3293"/>
                </a:lnTo>
                <a:lnTo>
                  <a:pt x="3327" y="3293"/>
                </a:lnTo>
                <a:lnTo>
                  <a:pt x="3326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5" y="3289"/>
                </a:lnTo>
                <a:lnTo>
                  <a:pt x="3324" y="3289"/>
                </a:lnTo>
                <a:lnTo>
                  <a:pt x="3324" y="3290"/>
                </a:lnTo>
                <a:lnTo>
                  <a:pt x="3325" y="3290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6" y="3293"/>
                </a:lnTo>
                <a:lnTo>
                  <a:pt x="3326" y="3294"/>
                </a:lnTo>
                <a:lnTo>
                  <a:pt x="3326" y="3295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299"/>
                </a:lnTo>
                <a:lnTo>
                  <a:pt x="3326" y="3298"/>
                </a:lnTo>
                <a:lnTo>
                  <a:pt x="3327" y="3298"/>
                </a:lnTo>
                <a:lnTo>
                  <a:pt x="3327" y="3299"/>
                </a:lnTo>
                <a:lnTo>
                  <a:pt x="3327" y="3300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4"/>
                </a:lnTo>
                <a:lnTo>
                  <a:pt x="3327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7" y="3306"/>
                </a:lnTo>
                <a:lnTo>
                  <a:pt x="3328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2"/>
                </a:lnTo>
                <a:lnTo>
                  <a:pt x="3327" y="3313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7" y="3316"/>
                </a:lnTo>
                <a:lnTo>
                  <a:pt x="3326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9" y="3319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2"/>
                </a:lnTo>
                <a:lnTo>
                  <a:pt x="3313" y="3321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7"/>
                </a:lnTo>
                <a:lnTo>
                  <a:pt x="3310" y="3326"/>
                </a:lnTo>
                <a:lnTo>
                  <a:pt x="3309" y="3325"/>
                </a:lnTo>
                <a:lnTo>
                  <a:pt x="3309" y="3324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10" y="3320"/>
                </a:lnTo>
                <a:lnTo>
                  <a:pt x="3309" y="3320"/>
                </a:lnTo>
                <a:lnTo>
                  <a:pt x="3308" y="3320"/>
                </a:lnTo>
                <a:lnTo>
                  <a:pt x="3308" y="3321"/>
                </a:lnTo>
                <a:lnTo>
                  <a:pt x="3309" y="3321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8" y="3325"/>
                </a:lnTo>
                <a:lnTo>
                  <a:pt x="3307" y="3325"/>
                </a:lnTo>
                <a:lnTo>
                  <a:pt x="3308" y="3325"/>
                </a:lnTo>
                <a:lnTo>
                  <a:pt x="3308" y="3326"/>
                </a:lnTo>
                <a:lnTo>
                  <a:pt x="3308" y="3327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9"/>
                </a:lnTo>
                <a:lnTo>
                  <a:pt x="3306" y="3330"/>
                </a:lnTo>
                <a:lnTo>
                  <a:pt x="3306" y="3331"/>
                </a:lnTo>
                <a:lnTo>
                  <a:pt x="3307" y="3332"/>
                </a:lnTo>
                <a:lnTo>
                  <a:pt x="3306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4"/>
                </a:lnTo>
                <a:lnTo>
                  <a:pt x="3307" y="3345"/>
                </a:lnTo>
                <a:lnTo>
                  <a:pt x="3308" y="3346"/>
                </a:lnTo>
                <a:lnTo>
                  <a:pt x="3307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0" y="3346"/>
                </a:lnTo>
                <a:lnTo>
                  <a:pt x="3311" y="3346"/>
                </a:lnTo>
                <a:lnTo>
                  <a:pt x="3312" y="3346"/>
                </a:lnTo>
                <a:lnTo>
                  <a:pt x="3312" y="3347"/>
                </a:lnTo>
                <a:lnTo>
                  <a:pt x="3313" y="3347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7"/>
                </a:lnTo>
                <a:lnTo>
                  <a:pt x="3315" y="3347"/>
                </a:lnTo>
                <a:lnTo>
                  <a:pt x="3316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1" y="3348"/>
                </a:lnTo>
                <a:lnTo>
                  <a:pt x="3321" y="3349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49"/>
                </a:lnTo>
                <a:lnTo>
                  <a:pt x="3325" y="3350"/>
                </a:lnTo>
                <a:lnTo>
                  <a:pt x="3325" y="3352"/>
                </a:lnTo>
                <a:lnTo>
                  <a:pt x="3324" y="3352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2"/>
                </a:lnTo>
                <a:lnTo>
                  <a:pt x="3325" y="3353"/>
                </a:lnTo>
                <a:lnTo>
                  <a:pt x="3325" y="3355"/>
                </a:lnTo>
                <a:lnTo>
                  <a:pt x="3326" y="3355"/>
                </a:lnTo>
                <a:lnTo>
                  <a:pt x="3325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5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2" y="3360"/>
                </a:lnTo>
                <a:lnTo>
                  <a:pt x="3322" y="3359"/>
                </a:lnTo>
                <a:lnTo>
                  <a:pt x="3321" y="3359"/>
                </a:lnTo>
                <a:lnTo>
                  <a:pt x="3321" y="3358"/>
                </a:lnTo>
                <a:lnTo>
                  <a:pt x="3321" y="3357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20" y="3358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20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4"/>
                </a:lnTo>
                <a:lnTo>
                  <a:pt x="3320" y="3364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5"/>
                </a:lnTo>
                <a:lnTo>
                  <a:pt x="3321" y="3366"/>
                </a:lnTo>
                <a:lnTo>
                  <a:pt x="3322" y="3366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4" y="3366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5"/>
                </a:lnTo>
                <a:lnTo>
                  <a:pt x="3330" y="3365"/>
                </a:lnTo>
                <a:lnTo>
                  <a:pt x="3330" y="3366"/>
                </a:lnTo>
                <a:lnTo>
                  <a:pt x="3330" y="3367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1" y="3364"/>
                </a:lnTo>
                <a:lnTo>
                  <a:pt x="3332" y="3365"/>
                </a:lnTo>
                <a:lnTo>
                  <a:pt x="3332" y="3366"/>
                </a:lnTo>
                <a:lnTo>
                  <a:pt x="3333" y="3366"/>
                </a:lnTo>
                <a:lnTo>
                  <a:pt x="3332" y="3366"/>
                </a:lnTo>
                <a:lnTo>
                  <a:pt x="3333" y="3366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4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0"/>
                </a:lnTo>
                <a:lnTo>
                  <a:pt x="3329" y="3369"/>
                </a:lnTo>
                <a:lnTo>
                  <a:pt x="3328" y="3368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2"/>
                </a:lnTo>
                <a:lnTo>
                  <a:pt x="3327" y="3373"/>
                </a:lnTo>
                <a:lnTo>
                  <a:pt x="3327" y="3374"/>
                </a:lnTo>
                <a:lnTo>
                  <a:pt x="3328" y="3374"/>
                </a:lnTo>
                <a:lnTo>
                  <a:pt x="3330" y="3375"/>
                </a:lnTo>
                <a:lnTo>
                  <a:pt x="3330" y="3376"/>
                </a:lnTo>
                <a:lnTo>
                  <a:pt x="3331" y="3376"/>
                </a:lnTo>
                <a:lnTo>
                  <a:pt x="3332" y="3375"/>
                </a:lnTo>
                <a:lnTo>
                  <a:pt x="3332" y="3374"/>
                </a:lnTo>
                <a:lnTo>
                  <a:pt x="3333" y="3374"/>
                </a:lnTo>
                <a:lnTo>
                  <a:pt x="3333" y="3376"/>
                </a:lnTo>
                <a:lnTo>
                  <a:pt x="3334" y="3376"/>
                </a:lnTo>
                <a:lnTo>
                  <a:pt x="3335" y="3378"/>
                </a:lnTo>
                <a:lnTo>
                  <a:pt x="3335" y="3379"/>
                </a:lnTo>
                <a:lnTo>
                  <a:pt x="3336" y="3379"/>
                </a:lnTo>
                <a:lnTo>
                  <a:pt x="3336" y="3380"/>
                </a:lnTo>
                <a:lnTo>
                  <a:pt x="3336" y="3381"/>
                </a:lnTo>
                <a:lnTo>
                  <a:pt x="3337" y="3382"/>
                </a:lnTo>
                <a:lnTo>
                  <a:pt x="3337" y="3383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7" y="3386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3" y="3394"/>
                </a:lnTo>
                <a:lnTo>
                  <a:pt x="3332" y="3395"/>
                </a:lnTo>
                <a:lnTo>
                  <a:pt x="3332" y="3396"/>
                </a:lnTo>
                <a:lnTo>
                  <a:pt x="3331" y="3397"/>
                </a:lnTo>
                <a:lnTo>
                  <a:pt x="3331" y="3398"/>
                </a:lnTo>
                <a:lnTo>
                  <a:pt x="3330" y="3398"/>
                </a:lnTo>
                <a:lnTo>
                  <a:pt x="3330" y="3399"/>
                </a:lnTo>
                <a:lnTo>
                  <a:pt x="3330" y="3400"/>
                </a:lnTo>
                <a:lnTo>
                  <a:pt x="3329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6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7"/>
                </a:lnTo>
                <a:lnTo>
                  <a:pt x="3317" y="3406"/>
                </a:lnTo>
                <a:lnTo>
                  <a:pt x="3316" y="3406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5" y="3406"/>
                </a:lnTo>
                <a:lnTo>
                  <a:pt x="3314" y="3406"/>
                </a:lnTo>
                <a:lnTo>
                  <a:pt x="3313" y="3406"/>
                </a:lnTo>
                <a:lnTo>
                  <a:pt x="3313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5"/>
                </a:lnTo>
                <a:lnTo>
                  <a:pt x="3313" y="3405"/>
                </a:lnTo>
                <a:lnTo>
                  <a:pt x="3312" y="3405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7" y="3406"/>
                </a:lnTo>
                <a:lnTo>
                  <a:pt x="3308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1" y="3408"/>
                </a:lnTo>
                <a:lnTo>
                  <a:pt x="3301" y="3407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6"/>
                </a:lnTo>
                <a:lnTo>
                  <a:pt x="3297" y="3406"/>
                </a:lnTo>
                <a:lnTo>
                  <a:pt x="3296" y="3405"/>
                </a:lnTo>
                <a:lnTo>
                  <a:pt x="3296" y="3404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3" y="3405"/>
                </a:lnTo>
                <a:lnTo>
                  <a:pt x="3292" y="3405"/>
                </a:lnTo>
                <a:lnTo>
                  <a:pt x="3292" y="3404"/>
                </a:lnTo>
                <a:lnTo>
                  <a:pt x="3291" y="3404"/>
                </a:lnTo>
                <a:lnTo>
                  <a:pt x="3291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4"/>
                </a:lnTo>
                <a:lnTo>
                  <a:pt x="3288" y="3404"/>
                </a:lnTo>
                <a:lnTo>
                  <a:pt x="3288" y="3405"/>
                </a:lnTo>
                <a:lnTo>
                  <a:pt x="3287" y="3406"/>
                </a:lnTo>
                <a:lnTo>
                  <a:pt x="3285" y="3408"/>
                </a:lnTo>
                <a:lnTo>
                  <a:pt x="3285" y="3409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3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3"/>
                </a:lnTo>
                <a:lnTo>
                  <a:pt x="3284" y="3401"/>
                </a:lnTo>
                <a:lnTo>
                  <a:pt x="3284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7"/>
                </a:lnTo>
                <a:lnTo>
                  <a:pt x="3281" y="3397"/>
                </a:lnTo>
                <a:lnTo>
                  <a:pt x="3280" y="3397"/>
                </a:lnTo>
                <a:lnTo>
                  <a:pt x="3280" y="3396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2"/>
                </a:lnTo>
                <a:lnTo>
                  <a:pt x="3281" y="3392"/>
                </a:lnTo>
                <a:lnTo>
                  <a:pt x="3281" y="3390"/>
                </a:lnTo>
                <a:lnTo>
                  <a:pt x="3282" y="3390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0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6" y="3393"/>
                </a:lnTo>
                <a:lnTo>
                  <a:pt x="3287" y="3392"/>
                </a:lnTo>
                <a:lnTo>
                  <a:pt x="3288" y="3392"/>
                </a:lnTo>
                <a:lnTo>
                  <a:pt x="3288" y="3393"/>
                </a:lnTo>
                <a:lnTo>
                  <a:pt x="3287" y="3394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90" y="3394"/>
                </a:lnTo>
                <a:lnTo>
                  <a:pt x="3290" y="3393"/>
                </a:lnTo>
                <a:lnTo>
                  <a:pt x="3291" y="3393"/>
                </a:lnTo>
                <a:lnTo>
                  <a:pt x="3291" y="3392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89"/>
                </a:lnTo>
                <a:lnTo>
                  <a:pt x="3290" y="3388"/>
                </a:lnTo>
                <a:lnTo>
                  <a:pt x="3289" y="3388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8" y="3386"/>
                </a:lnTo>
                <a:lnTo>
                  <a:pt x="3288" y="3385"/>
                </a:lnTo>
                <a:lnTo>
                  <a:pt x="3287" y="3385"/>
                </a:lnTo>
                <a:lnTo>
                  <a:pt x="3287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5" y="3383"/>
                </a:lnTo>
                <a:lnTo>
                  <a:pt x="3284" y="3383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4" y="3387"/>
                </a:lnTo>
                <a:lnTo>
                  <a:pt x="3284" y="3388"/>
                </a:lnTo>
                <a:lnTo>
                  <a:pt x="3283" y="3389"/>
                </a:lnTo>
                <a:lnTo>
                  <a:pt x="3283" y="3388"/>
                </a:lnTo>
                <a:lnTo>
                  <a:pt x="3283" y="3387"/>
                </a:lnTo>
                <a:lnTo>
                  <a:pt x="3283" y="3386"/>
                </a:lnTo>
                <a:lnTo>
                  <a:pt x="3282" y="3386"/>
                </a:lnTo>
                <a:lnTo>
                  <a:pt x="3282" y="3385"/>
                </a:lnTo>
                <a:lnTo>
                  <a:pt x="3282" y="3384"/>
                </a:lnTo>
                <a:lnTo>
                  <a:pt x="3281" y="3384"/>
                </a:lnTo>
                <a:lnTo>
                  <a:pt x="3281" y="3383"/>
                </a:lnTo>
                <a:lnTo>
                  <a:pt x="3280" y="3383"/>
                </a:lnTo>
                <a:lnTo>
                  <a:pt x="3279" y="3383"/>
                </a:lnTo>
                <a:lnTo>
                  <a:pt x="3279" y="3382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5" y="3381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4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8"/>
                </a:lnTo>
                <a:lnTo>
                  <a:pt x="3276" y="3377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7"/>
                </a:lnTo>
                <a:lnTo>
                  <a:pt x="3275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4" y="3372"/>
                </a:lnTo>
                <a:lnTo>
                  <a:pt x="3273" y="3372"/>
                </a:lnTo>
                <a:lnTo>
                  <a:pt x="3273" y="3371"/>
                </a:lnTo>
                <a:lnTo>
                  <a:pt x="3272" y="3370"/>
                </a:lnTo>
                <a:lnTo>
                  <a:pt x="3272" y="3369"/>
                </a:lnTo>
                <a:lnTo>
                  <a:pt x="3271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4"/>
                </a:lnTo>
                <a:lnTo>
                  <a:pt x="3269" y="3364"/>
                </a:lnTo>
                <a:lnTo>
                  <a:pt x="3269" y="3363"/>
                </a:lnTo>
                <a:lnTo>
                  <a:pt x="3269" y="3362"/>
                </a:lnTo>
                <a:lnTo>
                  <a:pt x="3270" y="3362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4" y="3363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4" y="3361"/>
                </a:lnTo>
                <a:lnTo>
                  <a:pt x="3274" y="3360"/>
                </a:lnTo>
                <a:lnTo>
                  <a:pt x="3272" y="3360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0" y="3362"/>
                </a:lnTo>
                <a:lnTo>
                  <a:pt x="3270" y="3361"/>
                </a:lnTo>
                <a:lnTo>
                  <a:pt x="3269" y="3361"/>
                </a:lnTo>
                <a:lnTo>
                  <a:pt x="3269" y="3360"/>
                </a:lnTo>
                <a:lnTo>
                  <a:pt x="3268" y="3359"/>
                </a:lnTo>
                <a:lnTo>
                  <a:pt x="3268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8" y="3357"/>
                </a:lnTo>
                <a:lnTo>
                  <a:pt x="3268" y="3356"/>
                </a:lnTo>
                <a:lnTo>
                  <a:pt x="3268" y="3355"/>
                </a:lnTo>
                <a:lnTo>
                  <a:pt x="3269" y="3355"/>
                </a:lnTo>
                <a:lnTo>
                  <a:pt x="3269" y="3353"/>
                </a:lnTo>
                <a:lnTo>
                  <a:pt x="3269" y="3352"/>
                </a:lnTo>
                <a:lnTo>
                  <a:pt x="3269" y="3351"/>
                </a:lnTo>
                <a:lnTo>
                  <a:pt x="3268" y="3351"/>
                </a:lnTo>
                <a:lnTo>
                  <a:pt x="3266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6" y="3352"/>
                </a:lnTo>
                <a:lnTo>
                  <a:pt x="3266" y="3351"/>
                </a:lnTo>
                <a:lnTo>
                  <a:pt x="3265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0"/>
                </a:lnTo>
                <a:lnTo>
                  <a:pt x="3264" y="3349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7"/>
                </a:lnTo>
                <a:lnTo>
                  <a:pt x="3262" y="3346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1" y="3343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41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1" y="3333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2" y="3330"/>
                </a:lnTo>
                <a:lnTo>
                  <a:pt x="3263" y="3330"/>
                </a:lnTo>
                <a:lnTo>
                  <a:pt x="3263" y="3329"/>
                </a:lnTo>
                <a:lnTo>
                  <a:pt x="3263" y="3328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4" y="3324"/>
                </a:lnTo>
                <a:lnTo>
                  <a:pt x="3263" y="3322"/>
                </a:lnTo>
                <a:lnTo>
                  <a:pt x="3262" y="3322"/>
                </a:lnTo>
                <a:lnTo>
                  <a:pt x="3262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6"/>
                </a:lnTo>
                <a:lnTo>
                  <a:pt x="3264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5"/>
                </a:lnTo>
                <a:lnTo>
                  <a:pt x="3269" y="3315"/>
                </a:lnTo>
                <a:lnTo>
                  <a:pt x="3268" y="3315"/>
                </a:lnTo>
                <a:lnTo>
                  <a:pt x="3267" y="3314"/>
                </a:lnTo>
                <a:lnTo>
                  <a:pt x="3268" y="3314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9" y="3311"/>
                </a:lnTo>
                <a:lnTo>
                  <a:pt x="3269" y="3310"/>
                </a:lnTo>
                <a:lnTo>
                  <a:pt x="3269" y="3309"/>
                </a:lnTo>
                <a:lnTo>
                  <a:pt x="3270" y="3309"/>
                </a:lnTo>
                <a:lnTo>
                  <a:pt x="3270" y="3308"/>
                </a:lnTo>
                <a:lnTo>
                  <a:pt x="3270" y="3305"/>
                </a:lnTo>
                <a:lnTo>
                  <a:pt x="3270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70" y="3298"/>
                </a:lnTo>
                <a:lnTo>
                  <a:pt x="3269" y="3298"/>
                </a:lnTo>
                <a:lnTo>
                  <a:pt x="3269" y="3297"/>
                </a:lnTo>
                <a:lnTo>
                  <a:pt x="3269" y="3296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5"/>
                </a:lnTo>
                <a:lnTo>
                  <a:pt x="3270" y="3295"/>
                </a:lnTo>
                <a:lnTo>
                  <a:pt x="3270" y="3296"/>
                </a:lnTo>
                <a:lnTo>
                  <a:pt x="3271" y="3297"/>
                </a:lnTo>
                <a:lnTo>
                  <a:pt x="3272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5"/>
                </a:lnTo>
                <a:lnTo>
                  <a:pt x="3274" y="3295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5"/>
                </a:lnTo>
                <a:lnTo>
                  <a:pt x="3276" y="3295"/>
                </a:lnTo>
                <a:lnTo>
                  <a:pt x="3278" y="3295"/>
                </a:lnTo>
                <a:lnTo>
                  <a:pt x="3282" y="3295"/>
                </a:lnTo>
                <a:lnTo>
                  <a:pt x="3283" y="3295"/>
                </a:lnTo>
                <a:lnTo>
                  <a:pt x="3283" y="3294"/>
                </a:lnTo>
                <a:lnTo>
                  <a:pt x="3282" y="3294"/>
                </a:lnTo>
                <a:lnTo>
                  <a:pt x="3282" y="3293"/>
                </a:lnTo>
                <a:lnTo>
                  <a:pt x="3281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4" y="3288"/>
                </a:lnTo>
                <a:lnTo>
                  <a:pt x="3284" y="3287"/>
                </a:lnTo>
                <a:lnTo>
                  <a:pt x="3283" y="3287"/>
                </a:lnTo>
                <a:lnTo>
                  <a:pt x="3283" y="3286"/>
                </a:lnTo>
                <a:lnTo>
                  <a:pt x="3282" y="3286"/>
                </a:lnTo>
                <a:lnTo>
                  <a:pt x="3282" y="3285"/>
                </a:lnTo>
                <a:lnTo>
                  <a:pt x="3282" y="3284"/>
                </a:lnTo>
                <a:lnTo>
                  <a:pt x="3283" y="3284"/>
                </a:lnTo>
                <a:lnTo>
                  <a:pt x="3283" y="3283"/>
                </a:lnTo>
                <a:lnTo>
                  <a:pt x="3282" y="3283"/>
                </a:lnTo>
                <a:lnTo>
                  <a:pt x="3281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5" y="3285"/>
                </a:lnTo>
                <a:lnTo>
                  <a:pt x="3274" y="3284"/>
                </a:lnTo>
                <a:lnTo>
                  <a:pt x="3274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1" y="3283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1" y="3277"/>
                </a:lnTo>
                <a:lnTo>
                  <a:pt x="3272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70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69" y="3273"/>
                </a:lnTo>
                <a:lnTo>
                  <a:pt x="3270" y="3273"/>
                </a:lnTo>
                <a:lnTo>
                  <a:pt x="3270" y="3272"/>
                </a:lnTo>
                <a:lnTo>
                  <a:pt x="3270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9" y="3278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9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9" y="3283"/>
                </a:lnTo>
                <a:lnTo>
                  <a:pt x="3268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6" y="3283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3" y="3281"/>
                </a:lnTo>
                <a:lnTo>
                  <a:pt x="3262" y="3281"/>
                </a:lnTo>
                <a:lnTo>
                  <a:pt x="3262" y="3280"/>
                </a:lnTo>
                <a:lnTo>
                  <a:pt x="3261" y="3280"/>
                </a:lnTo>
                <a:lnTo>
                  <a:pt x="3260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8"/>
                </a:lnTo>
                <a:lnTo>
                  <a:pt x="3260" y="3277"/>
                </a:lnTo>
                <a:lnTo>
                  <a:pt x="3260" y="3275"/>
                </a:lnTo>
                <a:lnTo>
                  <a:pt x="3261" y="3275"/>
                </a:lnTo>
                <a:lnTo>
                  <a:pt x="3261" y="3273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5" y="3272"/>
                </a:lnTo>
                <a:lnTo>
                  <a:pt x="3255" y="3271"/>
                </a:lnTo>
                <a:lnTo>
                  <a:pt x="3256" y="3271"/>
                </a:lnTo>
                <a:lnTo>
                  <a:pt x="3256" y="3270"/>
                </a:lnTo>
                <a:lnTo>
                  <a:pt x="3255" y="3270"/>
                </a:lnTo>
                <a:lnTo>
                  <a:pt x="3255" y="3269"/>
                </a:lnTo>
                <a:lnTo>
                  <a:pt x="3255" y="3268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6"/>
                </a:lnTo>
                <a:lnTo>
                  <a:pt x="3255" y="3265"/>
                </a:lnTo>
                <a:lnTo>
                  <a:pt x="3256" y="3265"/>
                </a:lnTo>
                <a:lnTo>
                  <a:pt x="3255" y="3265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6"/>
                </a:lnTo>
                <a:lnTo>
                  <a:pt x="3253" y="3266"/>
                </a:lnTo>
                <a:lnTo>
                  <a:pt x="3253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2" y="3265"/>
                </a:lnTo>
                <a:lnTo>
                  <a:pt x="3251" y="3264"/>
                </a:lnTo>
                <a:lnTo>
                  <a:pt x="3252" y="3264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2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1" y="3261"/>
                </a:lnTo>
                <a:lnTo>
                  <a:pt x="3251" y="3260"/>
                </a:lnTo>
                <a:lnTo>
                  <a:pt x="3250" y="3260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8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0"/>
                </a:lnTo>
                <a:lnTo>
                  <a:pt x="3247" y="3261"/>
                </a:lnTo>
                <a:lnTo>
                  <a:pt x="3248" y="3261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5" y="3264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5"/>
                </a:lnTo>
                <a:lnTo>
                  <a:pt x="3248" y="3266"/>
                </a:lnTo>
                <a:lnTo>
                  <a:pt x="3249" y="3266"/>
                </a:lnTo>
                <a:lnTo>
                  <a:pt x="3249" y="3267"/>
                </a:lnTo>
                <a:lnTo>
                  <a:pt x="3250" y="3268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69"/>
                </a:lnTo>
                <a:lnTo>
                  <a:pt x="3252" y="3270"/>
                </a:lnTo>
                <a:lnTo>
                  <a:pt x="3251" y="3270"/>
                </a:lnTo>
                <a:lnTo>
                  <a:pt x="3252" y="3270"/>
                </a:lnTo>
                <a:lnTo>
                  <a:pt x="3252" y="3271"/>
                </a:lnTo>
                <a:lnTo>
                  <a:pt x="3253" y="3271"/>
                </a:lnTo>
                <a:lnTo>
                  <a:pt x="3253" y="3272"/>
                </a:lnTo>
                <a:lnTo>
                  <a:pt x="3253" y="3273"/>
                </a:lnTo>
                <a:lnTo>
                  <a:pt x="3252" y="3273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49" y="3279"/>
                </a:lnTo>
                <a:lnTo>
                  <a:pt x="3250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47" y="3281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4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30" y="3282"/>
                </a:lnTo>
                <a:lnTo>
                  <a:pt x="3229" y="3282"/>
                </a:lnTo>
                <a:lnTo>
                  <a:pt x="3230" y="3283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8" y="3286"/>
                </a:lnTo>
                <a:lnTo>
                  <a:pt x="3227" y="3286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2" y="3286"/>
                </a:lnTo>
                <a:lnTo>
                  <a:pt x="3221" y="3285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2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4"/>
                </a:lnTo>
                <a:lnTo>
                  <a:pt x="3220" y="3284"/>
                </a:lnTo>
                <a:lnTo>
                  <a:pt x="3221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2" y="3289"/>
                </a:lnTo>
                <a:lnTo>
                  <a:pt x="3211" y="3289"/>
                </a:lnTo>
                <a:lnTo>
                  <a:pt x="3211" y="3288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6"/>
                </a:lnTo>
                <a:lnTo>
                  <a:pt x="3205" y="3286"/>
                </a:lnTo>
                <a:lnTo>
                  <a:pt x="3204" y="3286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5" y="3283"/>
                </a:lnTo>
                <a:lnTo>
                  <a:pt x="3206" y="3283"/>
                </a:lnTo>
                <a:lnTo>
                  <a:pt x="3207" y="3281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5" y="3275"/>
                </a:lnTo>
                <a:lnTo>
                  <a:pt x="3214" y="3275"/>
                </a:lnTo>
                <a:lnTo>
                  <a:pt x="3214" y="3274"/>
                </a:lnTo>
                <a:lnTo>
                  <a:pt x="3213" y="3274"/>
                </a:lnTo>
                <a:lnTo>
                  <a:pt x="3214" y="3273"/>
                </a:lnTo>
                <a:lnTo>
                  <a:pt x="3214" y="3272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1"/>
                </a:lnTo>
                <a:lnTo>
                  <a:pt x="3211" y="3271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1"/>
                </a:lnTo>
                <a:lnTo>
                  <a:pt x="3209" y="3272"/>
                </a:lnTo>
                <a:lnTo>
                  <a:pt x="3209" y="3271"/>
                </a:lnTo>
                <a:lnTo>
                  <a:pt x="3208" y="3271"/>
                </a:lnTo>
                <a:lnTo>
                  <a:pt x="3207" y="3270"/>
                </a:lnTo>
                <a:lnTo>
                  <a:pt x="3207" y="3268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11" y="3264"/>
                </a:lnTo>
                <a:lnTo>
                  <a:pt x="3211" y="3263"/>
                </a:lnTo>
                <a:lnTo>
                  <a:pt x="3210" y="3264"/>
                </a:lnTo>
                <a:lnTo>
                  <a:pt x="3209" y="3265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8" y="3266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7" y="3269"/>
                </a:lnTo>
                <a:lnTo>
                  <a:pt x="3207" y="3270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8" y="3263"/>
                </a:lnTo>
                <a:lnTo>
                  <a:pt x="3207" y="3263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6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6" y="3269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2" y="3266"/>
                </a:lnTo>
                <a:lnTo>
                  <a:pt x="3191" y="3266"/>
                </a:lnTo>
                <a:lnTo>
                  <a:pt x="3191" y="3265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9" y="3263"/>
                </a:lnTo>
                <a:lnTo>
                  <a:pt x="3188" y="3263"/>
                </a:lnTo>
                <a:lnTo>
                  <a:pt x="3188" y="3262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1" y="3254"/>
                </a:lnTo>
                <a:lnTo>
                  <a:pt x="3192" y="3254"/>
                </a:lnTo>
                <a:lnTo>
                  <a:pt x="3191" y="3254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89" y="3254"/>
                </a:lnTo>
                <a:lnTo>
                  <a:pt x="3188" y="3254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8" y="3251"/>
                </a:lnTo>
                <a:lnTo>
                  <a:pt x="3187" y="3251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5" y="3248"/>
                </a:lnTo>
                <a:lnTo>
                  <a:pt x="3184" y="3248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5" y="3250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6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7"/>
                </a:lnTo>
                <a:lnTo>
                  <a:pt x="3186" y="3258"/>
                </a:lnTo>
                <a:lnTo>
                  <a:pt x="3186" y="3259"/>
                </a:lnTo>
                <a:lnTo>
                  <a:pt x="3185" y="3259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5" y="3261"/>
                </a:lnTo>
                <a:lnTo>
                  <a:pt x="3186" y="3261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7" y="3265"/>
                </a:lnTo>
                <a:lnTo>
                  <a:pt x="3188" y="3266"/>
                </a:lnTo>
                <a:lnTo>
                  <a:pt x="3188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7"/>
                </a:lnTo>
                <a:lnTo>
                  <a:pt x="3183" y="3266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6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6" y="3265"/>
                </a:lnTo>
                <a:lnTo>
                  <a:pt x="3175" y="3265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5" y="3264"/>
                </a:lnTo>
                <a:lnTo>
                  <a:pt x="3175" y="3263"/>
                </a:lnTo>
                <a:lnTo>
                  <a:pt x="3175" y="3262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6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2" y="3260"/>
                </a:lnTo>
                <a:lnTo>
                  <a:pt x="3172" y="3259"/>
                </a:lnTo>
                <a:lnTo>
                  <a:pt x="3171" y="3259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58"/>
                </a:lnTo>
                <a:lnTo>
                  <a:pt x="3171" y="3259"/>
                </a:lnTo>
                <a:lnTo>
                  <a:pt x="3171" y="3258"/>
                </a:lnTo>
                <a:lnTo>
                  <a:pt x="3170" y="3258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61"/>
                </a:lnTo>
                <a:lnTo>
                  <a:pt x="3171" y="3263"/>
                </a:lnTo>
                <a:lnTo>
                  <a:pt x="3169" y="3264"/>
                </a:lnTo>
                <a:lnTo>
                  <a:pt x="3169" y="3263"/>
                </a:lnTo>
                <a:lnTo>
                  <a:pt x="3168" y="3263"/>
                </a:lnTo>
                <a:lnTo>
                  <a:pt x="3167" y="3261"/>
                </a:lnTo>
                <a:lnTo>
                  <a:pt x="3167" y="3260"/>
                </a:lnTo>
                <a:lnTo>
                  <a:pt x="3168" y="3260"/>
                </a:lnTo>
                <a:lnTo>
                  <a:pt x="3168" y="3258"/>
                </a:lnTo>
                <a:lnTo>
                  <a:pt x="3167" y="3258"/>
                </a:lnTo>
                <a:lnTo>
                  <a:pt x="3167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2"/>
                </a:lnTo>
                <a:lnTo>
                  <a:pt x="3170" y="3251"/>
                </a:lnTo>
                <a:lnTo>
                  <a:pt x="3170" y="3250"/>
                </a:lnTo>
                <a:lnTo>
                  <a:pt x="3171" y="3250"/>
                </a:lnTo>
                <a:lnTo>
                  <a:pt x="3171" y="3249"/>
                </a:lnTo>
                <a:lnTo>
                  <a:pt x="3170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49"/>
                </a:lnTo>
                <a:lnTo>
                  <a:pt x="3169" y="3249"/>
                </a:lnTo>
                <a:lnTo>
                  <a:pt x="3168" y="3249"/>
                </a:lnTo>
                <a:lnTo>
                  <a:pt x="3168" y="3250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6" y="3252"/>
                </a:lnTo>
                <a:lnTo>
                  <a:pt x="3166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6" y="3256"/>
                </a:lnTo>
                <a:lnTo>
                  <a:pt x="3166" y="3257"/>
                </a:lnTo>
                <a:lnTo>
                  <a:pt x="3166" y="3259"/>
                </a:lnTo>
                <a:lnTo>
                  <a:pt x="3165" y="3259"/>
                </a:lnTo>
                <a:lnTo>
                  <a:pt x="3166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4" y="3258"/>
                </a:lnTo>
                <a:lnTo>
                  <a:pt x="3163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4"/>
                </a:lnTo>
                <a:lnTo>
                  <a:pt x="3163" y="3253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1" y="3249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4" y="3247"/>
                </a:lnTo>
                <a:lnTo>
                  <a:pt x="3164" y="3246"/>
                </a:lnTo>
                <a:lnTo>
                  <a:pt x="3164" y="3245"/>
                </a:lnTo>
                <a:lnTo>
                  <a:pt x="3165" y="3245"/>
                </a:lnTo>
                <a:lnTo>
                  <a:pt x="3165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6" y="3242"/>
                </a:lnTo>
                <a:lnTo>
                  <a:pt x="3166" y="3241"/>
                </a:lnTo>
                <a:lnTo>
                  <a:pt x="3167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4" y="3240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8"/>
                </a:lnTo>
                <a:lnTo>
                  <a:pt x="3160" y="3237"/>
                </a:lnTo>
                <a:lnTo>
                  <a:pt x="3159" y="3237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39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40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5" y="3241"/>
                </a:lnTo>
                <a:lnTo>
                  <a:pt x="3155" y="3242"/>
                </a:lnTo>
                <a:lnTo>
                  <a:pt x="3153" y="3242"/>
                </a:lnTo>
                <a:lnTo>
                  <a:pt x="3153" y="3243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3" y="3245"/>
                </a:lnTo>
                <a:lnTo>
                  <a:pt x="3153" y="3244"/>
                </a:lnTo>
                <a:lnTo>
                  <a:pt x="3152" y="3244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2"/>
                </a:lnTo>
                <a:lnTo>
                  <a:pt x="3152" y="3242"/>
                </a:lnTo>
                <a:lnTo>
                  <a:pt x="3151" y="3242"/>
                </a:lnTo>
                <a:lnTo>
                  <a:pt x="3151" y="3243"/>
                </a:lnTo>
                <a:lnTo>
                  <a:pt x="3151" y="3244"/>
                </a:lnTo>
                <a:lnTo>
                  <a:pt x="3152" y="3244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6"/>
                </a:lnTo>
                <a:lnTo>
                  <a:pt x="3154" y="3246"/>
                </a:lnTo>
                <a:lnTo>
                  <a:pt x="3154" y="3247"/>
                </a:lnTo>
                <a:lnTo>
                  <a:pt x="3155" y="3248"/>
                </a:lnTo>
                <a:lnTo>
                  <a:pt x="3155" y="3249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2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6" y="3256"/>
                </a:lnTo>
                <a:lnTo>
                  <a:pt x="3156" y="3255"/>
                </a:lnTo>
                <a:lnTo>
                  <a:pt x="3155" y="3254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7"/>
                </a:lnTo>
                <a:lnTo>
                  <a:pt x="3159" y="3257"/>
                </a:lnTo>
                <a:lnTo>
                  <a:pt x="3160" y="3257"/>
                </a:lnTo>
                <a:lnTo>
                  <a:pt x="3160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59"/>
                </a:lnTo>
                <a:lnTo>
                  <a:pt x="3161" y="3259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4"/>
                </a:lnTo>
                <a:lnTo>
                  <a:pt x="3160" y="3264"/>
                </a:lnTo>
                <a:lnTo>
                  <a:pt x="3160" y="3263"/>
                </a:lnTo>
                <a:lnTo>
                  <a:pt x="3160" y="3264"/>
                </a:lnTo>
                <a:lnTo>
                  <a:pt x="3160" y="3265"/>
                </a:lnTo>
                <a:lnTo>
                  <a:pt x="3159" y="3266"/>
                </a:lnTo>
                <a:lnTo>
                  <a:pt x="3158" y="3266"/>
                </a:lnTo>
                <a:lnTo>
                  <a:pt x="3157" y="3266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7" y="3269"/>
                </a:lnTo>
                <a:lnTo>
                  <a:pt x="3157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4" y="3271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5" y="3269"/>
                </a:lnTo>
                <a:lnTo>
                  <a:pt x="3154" y="3269"/>
                </a:lnTo>
                <a:lnTo>
                  <a:pt x="3154" y="3268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3" y="3273"/>
                </a:lnTo>
                <a:lnTo>
                  <a:pt x="3153" y="3274"/>
                </a:lnTo>
                <a:lnTo>
                  <a:pt x="3151" y="3274"/>
                </a:lnTo>
                <a:lnTo>
                  <a:pt x="3150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4" y="3276"/>
                </a:lnTo>
                <a:lnTo>
                  <a:pt x="3143" y="3275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6" y="3271"/>
                </a:lnTo>
                <a:lnTo>
                  <a:pt x="3145" y="3271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50" y="3269"/>
                </a:lnTo>
                <a:lnTo>
                  <a:pt x="3150" y="3268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8"/>
                </a:lnTo>
                <a:lnTo>
                  <a:pt x="3148" y="3268"/>
                </a:lnTo>
                <a:lnTo>
                  <a:pt x="3148" y="3267"/>
                </a:lnTo>
                <a:lnTo>
                  <a:pt x="3148" y="3266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6"/>
                </a:lnTo>
                <a:lnTo>
                  <a:pt x="3148" y="3266"/>
                </a:lnTo>
                <a:lnTo>
                  <a:pt x="3149" y="3266"/>
                </a:lnTo>
                <a:lnTo>
                  <a:pt x="3149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8" y="3264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5" y="3263"/>
                </a:lnTo>
                <a:lnTo>
                  <a:pt x="3145" y="3262"/>
                </a:lnTo>
                <a:lnTo>
                  <a:pt x="3144" y="3262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1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0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1" y="3258"/>
                </a:lnTo>
                <a:lnTo>
                  <a:pt x="3140" y="3258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0"/>
                </a:lnTo>
                <a:lnTo>
                  <a:pt x="3140" y="3260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8" y="3265"/>
                </a:lnTo>
                <a:lnTo>
                  <a:pt x="3139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8" y="3267"/>
                </a:lnTo>
                <a:lnTo>
                  <a:pt x="3138" y="3268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9" y="3270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9" y="3279"/>
                </a:lnTo>
                <a:lnTo>
                  <a:pt x="3130" y="3279"/>
                </a:lnTo>
                <a:lnTo>
                  <a:pt x="3130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3" y="3272"/>
                </a:lnTo>
                <a:lnTo>
                  <a:pt x="3134" y="3272"/>
                </a:lnTo>
                <a:lnTo>
                  <a:pt x="3134" y="3271"/>
                </a:lnTo>
                <a:lnTo>
                  <a:pt x="3134" y="3270"/>
                </a:lnTo>
                <a:lnTo>
                  <a:pt x="3134" y="3271"/>
                </a:lnTo>
                <a:lnTo>
                  <a:pt x="3133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2" y="3268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7"/>
                </a:lnTo>
                <a:lnTo>
                  <a:pt x="3130" y="3268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3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7" y="3277"/>
                </a:lnTo>
                <a:lnTo>
                  <a:pt x="3126" y="3277"/>
                </a:lnTo>
                <a:lnTo>
                  <a:pt x="3125" y="3277"/>
                </a:lnTo>
                <a:lnTo>
                  <a:pt x="3124" y="3277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19" y="3277"/>
                </a:lnTo>
                <a:lnTo>
                  <a:pt x="3119" y="3276"/>
                </a:lnTo>
                <a:lnTo>
                  <a:pt x="3118" y="3275"/>
                </a:lnTo>
                <a:lnTo>
                  <a:pt x="3117" y="3275"/>
                </a:lnTo>
                <a:lnTo>
                  <a:pt x="3118" y="3275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5" y="3276"/>
                </a:lnTo>
                <a:lnTo>
                  <a:pt x="3114" y="3276"/>
                </a:lnTo>
                <a:lnTo>
                  <a:pt x="3114" y="3275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5" y="3273"/>
                </a:lnTo>
                <a:lnTo>
                  <a:pt x="3104" y="3273"/>
                </a:lnTo>
                <a:lnTo>
                  <a:pt x="3104" y="3272"/>
                </a:lnTo>
                <a:lnTo>
                  <a:pt x="3103" y="3272"/>
                </a:lnTo>
                <a:lnTo>
                  <a:pt x="3104" y="3272"/>
                </a:lnTo>
                <a:lnTo>
                  <a:pt x="3103" y="3272"/>
                </a:lnTo>
                <a:lnTo>
                  <a:pt x="3103" y="3271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0"/>
                </a:lnTo>
                <a:lnTo>
                  <a:pt x="3100" y="3270"/>
                </a:lnTo>
                <a:lnTo>
                  <a:pt x="3100" y="3269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100" y="3267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8" y="3265"/>
                </a:lnTo>
                <a:lnTo>
                  <a:pt x="3097" y="3265"/>
                </a:lnTo>
                <a:lnTo>
                  <a:pt x="3097" y="3264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90" y="3265"/>
                </a:lnTo>
                <a:lnTo>
                  <a:pt x="3089" y="3265"/>
                </a:lnTo>
                <a:lnTo>
                  <a:pt x="3088" y="3265"/>
                </a:lnTo>
                <a:lnTo>
                  <a:pt x="3088" y="3266"/>
                </a:lnTo>
                <a:lnTo>
                  <a:pt x="3088" y="3265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70"/>
                </a:lnTo>
                <a:lnTo>
                  <a:pt x="3074" y="3269"/>
                </a:lnTo>
                <a:lnTo>
                  <a:pt x="3073" y="3269"/>
                </a:lnTo>
                <a:lnTo>
                  <a:pt x="3072" y="3269"/>
                </a:lnTo>
                <a:lnTo>
                  <a:pt x="3072" y="3268"/>
                </a:lnTo>
                <a:lnTo>
                  <a:pt x="3071" y="3268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0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5" y="3268"/>
                </a:lnTo>
                <a:lnTo>
                  <a:pt x="3064" y="3268"/>
                </a:lnTo>
                <a:lnTo>
                  <a:pt x="3064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4" y="3265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2" y="3263"/>
                </a:lnTo>
                <a:lnTo>
                  <a:pt x="3062" y="3264"/>
                </a:lnTo>
                <a:lnTo>
                  <a:pt x="3062" y="3263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6" y="3269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2" y="3262"/>
                </a:lnTo>
                <a:lnTo>
                  <a:pt x="3051" y="3262"/>
                </a:lnTo>
                <a:lnTo>
                  <a:pt x="3051" y="3261"/>
                </a:lnTo>
                <a:lnTo>
                  <a:pt x="3050" y="3261"/>
                </a:lnTo>
                <a:lnTo>
                  <a:pt x="3050" y="3260"/>
                </a:lnTo>
                <a:lnTo>
                  <a:pt x="3050" y="3259"/>
                </a:lnTo>
                <a:lnTo>
                  <a:pt x="3049" y="3259"/>
                </a:lnTo>
                <a:lnTo>
                  <a:pt x="3049" y="3258"/>
                </a:lnTo>
                <a:lnTo>
                  <a:pt x="3049" y="3257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7" y="3255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7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9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8" y="3257"/>
                </a:lnTo>
                <a:lnTo>
                  <a:pt x="3038" y="3256"/>
                </a:lnTo>
                <a:lnTo>
                  <a:pt x="3037" y="3256"/>
                </a:lnTo>
                <a:lnTo>
                  <a:pt x="3037" y="3255"/>
                </a:lnTo>
                <a:lnTo>
                  <a:pt x="3036" y="3255"/>
                </a:lnTo>
                <a:lnTo>
                  <a:pt x="3036" y="3254"/>
                </a:lnTo>
                <a:lnTo>
                  <a:pt x="3035" y="3254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3"/>
                </a:lnTo>
                <a:lnTo>
                  <a:pt x="3032" y="3253"/>
                </a:lnTo>
                <a:lnTo>
                  <a:pt x="3032" y="3252"/>
                </a:lnTo>
                <a:lnTo>
                  <a:pt x="3031" y="3252"/>
                </a:lnTo>
                <a:lnTo>
                  <a:pt x="3031" y="3251"/>
                </a:lnTo>
                <a:lnTo>
                  <a:pt x="3030" y="3251"/>
                </a:lnTo>
                <a:lnTo>
                  <a:pt x="3030" y="3250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7" y="3248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2" y="3247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5" y="3237"/>
                </a:lnTo>
                <a:lnTo>
                  <a:pt x="3024" y="3237"/>
                </a:lnTo>
                <a:lnTo>
                  <a:pt x="3024" y="3236"/>
                </a:lnTo>
                <a:lnTo>
                  <a:pt x="3023" y="3236"/>
                </a:lnTo>
                <a:lnTo>
                  <a:pt x="3023" y="3235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6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3" y="3232"/>
                </a:lnTo>
                <a:lnTo>
                  <a:pt x="3012" y="3232"/>
                </a:lnTo>
                <a:lnTo>
                  <a:pt x="3012" y="3231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1"/>
                </a:lnTo>
                <a:lnTo>
                  <a:pt x="3001" y="3230"/>
                </a:lnTo>
                <a:lnTo>
                  <a:pt x="3002" y="3230"/>
                </a:lnTo>
                <a:lnTo>
                  <a:pt x="3001" y="3230"/>
                </a:lnTo>
                <a:lnTo>
                  <a:pt x="3001" y="3229"/>
                </a:lnTo>
                <a:lnTo>
                  <a:pt x="3000" y="3229"/>
                </a:lnTo>
                <a:lnTo>
                  <a:pt x="3000" y="3228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1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8"/>
                </a:lnTo>
                <a:lnTo>
                  <a:pt x="2993" y="3227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3" y="3220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3" y="3212"/>
                </a:lnTo>
                <a:lnTo>
                  <a:pt x="2992" y="3212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1" y="3208"/>
                </a:lnTo>
                <a:lnTo>
                  <a:pt x="2992" y="3208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2" y="3202"/>
                </a:lnTo>
                <a:lnTo>
                  <a:pt x="2991" y="3202"/>
                </a:lnTo>
                <a:lnTo>
                  <a:pt x="2992" y="3201"/>
                </a:lnTo>
                <a:lnTo>
                  <a:pt x="2992" y="3200"/>
                </a:lnTo>
                <a:lnTo>
                  <a:pt x="2991" y="3200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90" y="3197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9" y="3194"/>
                </a:lnTo>
                <a:lnTo>
                  <a:pt x="2988" y="3194"/>
                </a:lnTo>
                <a:lnTo>
                  <a:pt x="2987" y="3194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4"/>
                </a:lnTo>
                <a:lnTo>
                  <a:pt x="2984" y="3194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2" y="3188"/>
                </a:lnTo>
                <a:lnTo>
                  <a:pt x="2982" y="3189"/>
                </a:lnTo>
                <a:lnTo>
                  <a:pt x="2982" y="3188"/>
                </a:lnTo>
                <a:lnTo>
                  <a:pt x="2981" y="3188"/>
                </a:lnTo>
                <a:lnTo>
                  <a:pt x="2981" y="3187"/>
                </a:lnTo>
                <a:lnTo>
                  <a:pt x="2981" y="3186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1" y="3183"/>
                </a:lnTo>
                <a:lnTo>
                  <a:pt x="2980" y="3183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81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7"/>
                </a:lnTo>
                <a:lnTo>
                  <a:pt x="2982" y="3176"/>
                </a:lnTo>
                <a:lnTo>
                  <a:pt x="2982" y="3175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4" y="3170"/>
                </a:lnTo>
                <a:lnTo>
                  <a:pt x="2985" y="3170"/>
                </a:lnTo>
                <a:lnTo>
                  <a:pt x="2985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7"/>
                </a:lnTo>
                <a:lnTo>
                  <a:pt x="2986" y="3167"/>
                </a:lnTo>
                <a:lnTo>
                  <a:pt x="2987" y="3167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68"/>
                </a:lnTo>
                <a:lnTo>
                  <a:pt x="2987" y="3169"/>
                </a:lnTo>
                <a:lnTo>
                  <a:pt x="2988" y="3169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69"/>
                </a:lnTo>
                <a:lnTo>
                  <a:pt x="2993" y="3169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5" y="3168"/>
                </a:lnTo>
                <a:lnTo>
                  <a:pt x="2995" y="3167"/>
                </a:lnTo>
                <a:lnTo>
                  <a:pt x="2996" y="3167"/>
                </a:lnTo>
                <a:lnTo>
                  <a:pt x="2995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5" y="3163"/>
                </a:lnTo>
                <a:lnTo>
                  <a:pt x="2996" y="3163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8" y="3160"/>
                </a:lnTo>
                <a:lnTo>
                  <a:pt x="2998" y="3159"/>
                </a:lnTo>
                <a:lnTo>
                  <a:pt x="2998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3000" y="3157"/>
                </a:lnTo>
                <a:lnTo>
                  <a:pt x="3000" y="3156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4" y="3150"/>
                </a:lnTo>
                <a:lnTo>
                  <a:pt x="3004" y="3149"/>
                </a:lnTo>
                <a:lnTo>
                  <a:pt x="3004" y="3148"/>
                </a:lnTo>
                <a:lnTo>
                  <a:pt x="3005" y="3148"/>
                </a:lnTo>
                <a:lnTo>
                  <a:pt x="3005" y="3147"/>
                </a:lnTo>
                <a:lnTo>
                  <a:pt x="3005" y="3146"/>
                </a:lnTo>
                <a:lnTo>
                  <a:pt x="3004" y="3146"/>
                </a:lnTo>
                <a:lnTo>
                  <a:pt x="3004" y="3145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5"/>
                </a:lnTo>
                <a:lnTo>
                  <a:pt x="2999" y="3145"/>
                </a:lnTo>
                <a:lnTo>
                  <a:pt x="2999" y="3146"/>
                </a:lnTo>
                <a:lnTo>
                  <a:pt x="2999" y="3145"/>
                </a:lnTo>
                <a:lnTo>
                  <a:pt x="2999" y="3144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6" y="3142"/>
                </a:lnTo>
                <a:lnTo>
                  <a:pt x="2995" y="3142"/>
                </a:lnTo>
                <a:lnTo>
                  <a:pt x="2995" y="3141"/>
                </a:lnTo>
                <a:lnTo>
                  <a:pt x="2994" y="3141"/>
                </a:lnTo>
                <a:lnTo>
                  <a:pt x="2993" y="3140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39"/>
                </a:lnTo>
                <a:lnTo>
                  <a:pt x="2987" y="3139"/>
                </a:lnTo>
                <a:lnTo>
                  <a:pt x="2987" y="3140"/>
                </a:lnTo>
                <a:lnTo>
                  <a:pt x="2987" y="3139"/>
                </a:lnTo>
                <a:lnTo>
                  <a:pt x="2987" y="3138"/>
                </a:lnTo>
                <a:lnTo>
                  <a:pt x="2986" y="3138"/>
                </a:lnTo>
                <a:lnTo>
                  <a:pt x="2987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5" y="3137"/>
                </a:lnTo>
                <a:lnTo>
                  <a:pt x="2985" y="3136"/>
                </a:lnTo>
                <a:lnTo>
                  <a:pt x="2985" y="3135"/>
                </a:lnTo>
                <a:lnTo>
                  <a:pt x="2984" y="3135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3" y="3134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4"/>
                </a:lnTo>
                <a:lnTo>
                  <a:pt x="2979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9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9"/>
                </a:lnTo>
                <a:lnTo>
                  <a:pt x="2969" y="3138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40"/>
                </a:lnTo>
                <a:lnTo>
                  <a:pt x="2966" y="3139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0" y="3141"/>
                </a:lnTo>
                <a:lnTo>
                  <a:pt x="2960" y="3140"/>
                </a:lnTo>
                <a:lnTo>
                  <a:pt x="2959" y="3140"/>
                </a:lnTo>
                <a:lnTo>
                  <a:pt x="2958" y="3140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1" y="3131"/>
                </a:lnTo>
                <a:lnTo>
                  <a:pt x="2950" y="3131"/>
                </a:lnTo>
                <a:lnTo>
                  <a:pt x="2950" y="3130"/>
                </a:lnTo>
                <a:lnTo>
                  <a:pt x="2949" y="3130"/>
                </a:lnTo>
                <a:lnTo>
                  <a:pt x="2949" y="3129"/>
                </a:lnTo>
                <a:lnTo>
                  <a:pt x="2948" y="3129"/>
                </a:lnTo>
                <a:lnTo>
                  <a:pt x="2948" y="3128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2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8" y="3135"/>
                </a:lnTo>
                <a:lnTo>
                  <a:pt x="2918" y="3134"/>
                </a:lnTo>
                <a:lnTo>
                  <a:pt x="2918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6" y="3130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29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5" y="3127"/>
                </a:lnTo>
                <a:lnTo>
                  <a:pt x="2914" y="3127"/>
                </a:lnTo>
                <a:lnTo>
                  <a:pt x="2913" y="3127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7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5"/>
                </a:lnTo>
                <a:lnTo>
                  <a:pt x="2910" y="3124"/>
                </a:lnTo>
                <a:lnTo>
                  <a:pt x="2909" y="3124"/>
                </a:lnTo>
                <a:lnTo>
                  <a:pt x="2908" y="3124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5" y="3120"/>
                </a:lnTo>
                <a:lnTo>
                  <a:pt x="2904" y="3120"/>
                </a:lnTo>
                <a:lnTo>
                  <a:pt x="2904" y="3119"/>
                </a:lnTo>
                <a:lnTo>
                  <a:pt x="2903" y="3119"/>
                </a:lnTo>
                <a:lnTo>
                  <a:pt x="2903" y="3120"/>
                </a:lnTo>
                <a:lnTo>
                  <a:pt x="2904" y="3120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8" y="3118"/>
                </a:lnTo>
                <a:lnTo>
                  <a:pt x="2897" y="3118"/>
                </a:lnTo>
                <a:lnTo>
                  <a:pt x="2896" y="3119"/>
                </a:lnTo>
                <a:lnTo>
                  <a:pt x="2896" y="3120"/>
                </a:lnTo>
                <a:lnTo>
                  <a:pt x="2895" y="3120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19"/>
                </a:lnTo>
                <a:lnTo>
                  <a:pt x="2891" y="3118"/>
                </a:lnTo>
                <a:lnTo>
                  <a:pt x="2891" y="3119"/>
                </a:lnTo>
                <a:lnTo>
                  <a:pt x="2891" y="3118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1" y="3116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1" y="3115"/>
                </a:lnTo>
                <a:lnTo>
                  <a:pt x="2891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0" y="3112"/>
                </a:lnTo>
                <a:lnTo>
                  <a:pt x="2891" y="3112"/>
                </a:lnTo>
                <a:lnTo>
                  <a:pt x="2891" y="3111"/>
                </a:lnTo>
                <a:lnTo>
                  <a:pt x="2891" y="3110"/>
                </a:lnTo>
                <a:lnTo>
                  <a:pt x="2890" y="3110"/>
                </a:lnTo>
                <a:lnTo>
                  <a:pt x="2890" y="3109"/>
                </a:lnTo>
                <a:lnTo>
                  <a:pt x="2890" y="3108"/>
                </a:lnTo>
                <a:lnTo>
                  <a:pt x="2889" y="3108"/>
                </a:lnTo>
                <a:lnTo>
                  <a:pt x="2889" y="3107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4" y="3102"/>
                </a:lnTo>
                <a:lnTo>
                  <a:pt x="2883" y="3102"/>
                </a:lnTo>
                <a:lnTo>
                  <a:pt x="2883" y="3101"/>
                </a:lnTo>
                <a:lnTo>
                  <a:pt x="2882" y="3101"/>
                </a:lnTo>
                <a:lnTo>
                  <a:pt x="2882" y="3100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80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6"/>
                </a:lnTo>
                <a:lnTo>
                  <a:pt x="2875" y="3096"/>
                </a:lnTo>
                <a:lnTo>
                  <a:pt x="2875" y="3095"/>
                </a:lnTo>
                <a:lnTo>
                  <a:pt x="2874" y="3095"/>
                </a:lnTo>
                <a:lnTo>
                  <a:pt x="2873" y="3094"/>
                </a:lnTo>
                <a:lnTo>
                  <a:pt x="2873" y="3093"/>
                </a:lnTo>
                <a:lnTo>
                  <a:pt x="2872" y="3093"/>
                </a:lnTo>
                <a:lnTo>
                  <a:pt x="2872" y="3092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3" y="3093"/>
                </a:lnTo>
                <a:lnTo>
                  <a:pt x="2863" y="3094"/>
                </a:lnTo>
                <a:lnTo>
                  <a:pt x="2863" y="3095"/>
                </a:lnTo>
                <a:lnTo>
                  <a:pt x="2862" y="3095"/>
                </a:lnTo>
                <a:lnTo>
                  <a:pt x="2862" y="3096"/>
                </a:lnTo>
                <a:lnTo>
                  <a:pt x="2862" y="3097"/>
                </a:lnTo>
                <a:lnTo>
                  <a:pt x="2861" y="3097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0" y="3100"/>
                </a:lnTo>
                <a:lnTo>
                  <a:pt x="2860" y="3099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8" y="3098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5" y="3097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9" y="3101"/>
                </a:lnTo>
                <a:lnTo>
                  <a:pt x="2849" y="3100"/>
                </a:lnTo>
                <a:lnTo>
                  <a:pt x="2848" y="3100"/>
                </a:lnTo>
                <a:lnTo>
                  <a:pt x="2847" y="3100"/>
                </a:lnTo>
                <a:lnTo>
                  <a:pt x="2847" y="3099"/>
                </a:lnTo>
                <a:lnTo>
                  <a:pt x="2847" y="3100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3" y="3109"/>
                </a:lnTo>
                <a:lnTo>
                  <a:pt x="2832" y="3109"/>
                </a:lnTo>
                <a:lnTo>
                  <a:pt x="2832" y="3108"/>
                </a:lnTo>
                <a:lnTo>
                  <a:pt x="2831" y="3108"/>
                </a:lnTo>
                <a:lnTo>
                  <a:pt x="2830" y="3108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8" y="3114"/>
                </a:lnTo>
                <a:lnTo>
                  <a:pt x="2827" y="3114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8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4" y="3121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4" y="3123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5" y="3127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7" y="3129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7" y="3133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8" y="3138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5" y="3142"/>
                </a:lnTo>
                <a:lnTo>
                  <a:pt x="2815" y="3143"/>
                </a:lnTo>
                <a:lnTo>
                  <a:pt x="2816" y="3143"/>
                </a:lnTo>
                <a:lnTo>
                  <a:pt x="2815" y="3143"/>
                </a:lnTo>
                <a:lnTo>
                  <a:pt x="2816" y="3143"/>
                </a:lnTo>
                <a:lnTo>
                  <a:pt x="2816" y="3144"/>
                </a:lnTo>
                <a:lnTo>
                  <a:pt x="2816" y="3145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8" y="3143"/>
                </a:lnTo>
                <a:lnTo>
                  <a:pt x="2807" y="3143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2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6" y="3145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3"/>
                </a:lnTo>
                <a:lnTo>
                  <a:pt x="2803" y="3143"/>
                </a:lnTo>
                <a:lnTo>
                  <a:pt x="2804" y="3143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7"/>
                </a:lnTo>
                <a:lnTo>
                  <a:pt x="2796" y="3148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3" y="3158"/>
                </a:lnTo>
                <a:lnTo>
                  <a:pt x="2782" y="3158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80" y="3155"/>
                </a:lnTo>
                <a:lnTo>
                  <a:pt x="2779" y="3155"/>
                </a:lnTo>
                <a:lnTo>
                  <a:pt x="2779" y="3154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5" y="3153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2" y="3149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3" y="3146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4" y="3143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8" y="3150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2" y="3158"/>
                </a:lnTo>
                <a:lnTo>
                  <a:pt x="2752" y="3159"/>
                </a:lnTo>
                <a:lnTo>
                  <a:pt x="2753" y="3159"/>
                </a:lnTo>
                <a:lnTo>
                  <a:pt x="2753" y="3160"/>
                </a:lnTo>
                <a:lnTo>
                  <a:pt x="2753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1" y="3167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0" y="3170"/>
                </a:lnTo>
                <a:lnTo>
                  <a:pt x="2750" y="3171"/>
                </a:lnTo>
                <a:lnTo>
                  <a:pt x="2751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0" y="3174"/>
                </a:lnTo>
                <a:lnTo>
                  <a:pt x="2750" y="3175"/>
                </a:lnTo>
                <a:lnTo>
                  <a:pt x="2751" y="3175"/>
                </a:lnTo>
                <a:lnTo>
                  <a:pt x="2751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6"/>
                </a:lnTo>
                <a:lnTo>
                  <a:pt x="2745" y="3175"/>
                </a:lnTo>
                <a:lnTo>
                  <a:pt x="2744" y="3175"/>
                </a:lnTo>
                <a:lnTo>
                  <a:pt x="2743" y="3175"/>
                </a:lnTo>
                <a:lnTo>
                  <a:pt x="2743" y="3174"/>
                </a:lnTo>
                <a:lnTo>
                  <a:pt x="2742" y="3174"/>
                </a:lnTo>
                <a:lnTo>
                  <a:pt x="2742" y="3173"/>
                </a:lnTo>
                <a:lnTo>
                  <a:pt x="2741" y="3173"/>
                </a:lnTo>
                <a:lnTo>
                  <a:pt x="2741" y="3172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0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6" y="3168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2" y="3162"/>
                </a:lnTo>
                <a:lnTo>
                  <a:pt x="2731" y="3162"/>
                </a:lnTo>
                <a:lnTo>
                  <a:pt x="2731" y="3161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59"/>
                </a:lnTo>
                <a:lnTo>
                  <a:pt x="2729" y="3158"/>
                </a:lnTo>
                <a:lnTo>
                  <a:pt x="2728" y="3158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2" y="3152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20" y="3150"/>
                </a:lnTo>
                <a:lnTo>
                  <a:pt x="2719" y="3150"/>
                </a:lnTo>
                <a:lnTo>
                  <a:pt x="2719" y="3149"/>
                </a:lnTo>
                <a:lnTo>
                  <a:pt x="2719" y="3148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7"/>
                </a:lnTo>
                <a:lnTo>
                  <a:pt x="2717" y="3148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4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1" y="3159"/>
                </a:lnTo>
                <a:lnTo>
                  <a:pt x="2711" y="3160"/>
                </a:lnTo>
                <a:lnTo>
                  <a:pt x="2712" y="3160"/>
                </a:lnTo>
                <a:lnTo>
                  <a:pt x="2712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7"/>
                </a:lnTo>
                <a:lnTo>
                  <a:pt x="2705" y="3166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3" y="3164"/>
                </a:lnTo>
                <a:lnTo>
                  <a:pt x="2702" y="3164"/>
                </a:lnTo>
                <a:lnTo>
                  <a:pt x="2702" y="3163"/>
                </a:lnTo>
                <a:lnTo>
                  <a:pt x="2701" y="3163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0" y="3161"/>
                </a:lnTo>
                <a:lnTo>
                  <a:pt x="2700" y="3160"/>
                </a:lnTo>
                <a:lnTo>
                  <a:pt x="2701" y="3160"/>
                </a:lnTo>
                <a:lnTo>
                  <a:pt x="2701" y="3159"/>
                </a:lnTo>
                <a:lnTo>
                  <a:pt x="2700" y="3159"/>
                </a:lnTo>
                <a:lnTo>
                  <a:pt x="2700" y="3158"/>
                </a:lnTo>
                <a:lnTo>
                  <a:pt x="2699" y="3158"/>
                </a:lnTo>
                <a:lnTo>
                  <a:pt x="2699" y="3157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8" y="3151"/>
                </a:lnTo>
                <a:lnTo>
                  <a:pt x="2697" y="3151"/>
                </a:lnTo>
                <a:lnTo>
                  <a:pt x="2697" y="3150"/>
                </a:lnTo>
                <a:lnTo>
                  <a:pt x="2697" y="3149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4" y="3148"/>
                </a:lnTo>
                <a:lnTo>
                  <a:pt x="2693" y="3148"/>
                </a:lnTo>
                <a:lnTo>
                  <a:pt x="2693" y="3147"/>
                </a:lnTo>
                <a:lnTo>
                  <a:pt x="2692" y="3147"/>
                </a:lnTo>
                <a:lnTo>
                  <a:pt x="2691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7" y="3150"/>
                </a:lnTo>
                <a:lnTo>
                  <a:pt x="2688" y="3150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7" y="3162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4"/>
                </a:lnTo>
                <a:lnTo>
                  <a:pt x="2675" y="3165"/>
                </a:lnTo>
                <a:lnTo>
                  <a:pt x="2675" y="3166"/>
                </a:lnTo>
                <a:lnTo>
                  <a:pt x="2674" y="3166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5" y="3170"/>
                </a:lnTo>
                <a:lnTo>
                  <a:pt x="2675" y="3171"/>
                </a:lnTo>
                <a:lnTo>
                  <a:pt x="2676" y="3171"/>
                </a:lnTo>
                <a:lnTo>
                  <a:pt x="2676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7" y="3181"/>
                </a:lnTo>
                <a:lnTo>
                  <a:pt x="2666" y="3181"/>
                </a:lnTo>
                <a:lnTo>
                  <a:pt x="2667" y="3181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2" y="3184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2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1"/>
                </a:lnTo>
                <a:lnTo>
                  <a:pt x="2659" y="3181"/>
                </a:lnTo>
                <a:lnTo>
                  <a:pt x="2659" y="3180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79"/>
                </a:lnTo>
                <a:lnTo>
                  <a:pt x="2655" y="3179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78"/>
                </a:lnTo>
                <a:lnTo>
                  <a:pt x="2652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1" y="3176"/>
                </a:lnTo>
                <a:lnTo>
                  <a:pt x="2651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49" y="3174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8" y="3168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6"/>
                </a:lnTo>
                <a:lnTo>
                  <a:pt x="2645" y="3165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40" y="3164"/>
                </a:lnTo>
                <a:lnTo>
                  <a:pt x="2640" y="3163"/>
                </a:lnTo>
                <a:lnTo>
                  <a:pt x="2639" y="3163"/>
                </a:lnTo>
                <a:lnTo>
                  <a:pt x="2638" y="3163"/>
                </a:lnTo>
                <a:lnTo>
                  <a:pt x="2638" y="3162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4" y="3159"/>
                </a:lnTo>
                <a:lnTo>
                  <a:pt x="2634" y="3160"/>
                </a:lnTo>
                <a:lnTo>
                  <a:pt x="2634" y="3159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2" y="3157"/>
                </a:lnTo>
                <a:lnTo>
                  <a:pt x="2631" y="3157"/>
                </a:lnTo>
                <a:lnTo>
                  <a:pt x="2630" y="3157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7"/>
                </a:lnTo>
                <a:lnTo>
                  <a:pt x="2627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1" y="3156"/>
                </a:lnTo>
                <a:lnTo>
                  <a:pt x="2620" y="3156"/>
                </a:lnTo>
                <a:lnTo>
                  <a:pt x="2620" y="3155"/>
                </a:lnTo>
                <a:lnTo>
                  <a:pt x="2620" y="3154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6" y="3150"/>
                </a:lnTo>
                <a:lnTo>
                  <a:pt x="2615" y="3150"/>
                </a:lnTo>
                <a:lnTo>
                  <a:pt x="2616" y="3150"/>
                </a:lnTo>
                <a:lnTo>
                  <a:pt x="2615" y="3150"/>
                </a:lnTo>
                <a:lnTo>
                  <a:pt x="2615" y="3149"/>
                </a:lnTo>
                <a:lnTo>
                  <a:pt x="2614" y="3149"/>
                </a:lnTo>
                <a:lnTo>
                  <a:pt x="2613" y="3149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5" y="3161"/>
                </a:lnTo>
                <a:lnTo>
                  <a:pt x="2605" y="3162"/>
                </a:lnTo>
                <a:lnTo>
                  <a:pt x="2605" y="3163"/>
                </a:lnTo>
                <a:lnTo>
                  <a:pt x="2606" y="3163"/>
                </a:lnTo>
                <a:lnTo>
                  <a:pt x="2607" y="3163"/>
                </a:lnTo>
                <a:lnTo>
                  <a:pt x="2607" y="3164"/>
                </a:lnTo>
                <a:lnTo>
                  <a:pt x="2606" y="3164"/>
                </a:lnTo>
                <a:lnTo>
                  <a:pt x="2605" y="3164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1" y="3168"/>
                </a:lnTo>
                <a:lnTo>
                  <a:pt x="2601" y="3169"/>
                </a:lnTo>
                <a:lnTo>
                  <a:pt x="2600" y="3169"/>
                </a:lnTo>
                <a:lnTo>
                  <a:pt x="2601" y="3170"/>
                </a:lnTo>
                <a:lnTo>
                  <a:pt x="2601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4" y="3180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2" y="3183"/>
                </a:lnTo>
                <a:lnTo>
                  <a:pt x="2593" y="3183"/>
                </a:lnTo>
                <a:lnTo>
                  <a:pt x="2593" y="3184"/>
                </a:lnTo>
                <a:lnTo>
                  <a:pt x="2593" y="3185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2" y="3186"/>
                </a:lnTo>
                <a:lnTo>
                  <a:pt x="2591" y="3186"/>
                </a:lnTo>
                <a:lnTo>
                  <a:pt x="2591" y="3185"/>
                </a:lnTo>
                <a:lnTo>
                  <a:pt x="2591" y="3186"/>
                </a:lnTo>
                <a:lnTo>
                  <a:pt x="2591" y="3185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4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2" y="3187"/>
                </a:lnTo>
                <a:lnTo>
                  <a:pt x="2582" y="3188"/>
                </a:lnTo>
                <a:lnTo>
                  <a:pt x="2583" y="3188"/>
                </a:lnTo>
                <a:lnTo>
                  <a:pt x="2582" y="3188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1" y="3184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8" y="3183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5" y="3183"/>
                </a:lnTo>
                <a:lnTo>
                  <a:pt x="2574" y="3183"/>
                </a:lnTo>
                <a:lnTo>
                  <a:pt x="2574" y="3182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6" y="3184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2" y="3185"/>
                </a:lnTo>
                <a:lnTo>
                  <a:pt x="2562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0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59" y="3190"/>
                </a:lnTo>
                <a:lnTo>
                  <a:pt x="2559" y="3189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8"/>
                </a:lnTo>
                <a:lnTo>
                  <a:pt x="2556" y="3187"/>
                </a:lnTo>
                <a:lnTo>
                  <a:pt x="2556" y="3188"/>
                </a:lnTo>
                <a:lnTo>
                  <a:pt x="2556" y="3187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3"/>
                </a:lnTo>
                <a:lnTo>
                  <a:pt x="2554" y="3183"/>
                </a:lnTo>
                <a:lnTo>
                  <a:pt x="2553" y="3183"/>
                </a:lnTo>
                <a:lnTo>
                  <a:pt x="2554" y="3183"/>
                </a:lnTo>
                <a:lnTo>
                  <a:pt x="2554" y="3182"/>
                </a:lnTo>
                <a:lnTo>
                  <a:pt x="2553" y="3182"/>
                </a:lnTo>
                <a:lnTo>
                  <a:pt x="2553" y="3181"/>
                </a:lnTo>
                <a:lnTo>
                  <a:pt x="2552" y="3181"/>
                </a:lnTo>
                <a:lnTo>
                  <a:pt x="2552" y="3180"/>
                </a:lnTo>
                <a:lnTo>
                  <a:pt x="2552" y="3179"/>
                </a:lnTo>
                <a:lnTo>
                  <a:pt x="2551" y="3179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78"/>
                </a:lnTo>
                <a:lnTo>
                  <a:pt x="2549" y="3178"/>
                </a:lnTo>
                <a:lnTo>
                  <a:pt x="2549" y="3177"/>
                </a:lnTo>
                <a:lnTo>
                  <a:pt x="2548" y="3177"/>
                </a:lnTo>
                <a:lnTo>
                  <a:pt x="2547" y="3177"/>
                </a:lnTo>
                <a:lnTo>
                  <a:pt x="2547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0"/>
                </a:lnTo>
                <a:lnTo>
                  <a:pt x="2540" y="3180"/>
                </a:lnTo>
                <a:lnTo>
                  <a:pt x="2540" y="3181"/>
                </a:lnTo>
                <a:lnTo>
                  <a:pt x="2540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9" y="3189"/>
                </a:lnTo>
                <a:lnTo>
                  <a:pt x="2539" y="3190"/>
                </a:lnTo>
                <a:lnTo>
                  <a:pt x="2540" y="3190"/>
                </a:lnTo>
                <a:lnTo>
                  <a:pt x="2540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8" y="3193"/>
                </a:lnTo>
                <a:lnTo>
                  <a:pt x="2538" y="3194"/>
                </a:lnTo>
                <a:lnTo>
                  <a:pt x="2538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30" y="3206"/>
                </a:lnTo>
                <a:lnTo>
                  <a:pt x="2530" y="3207"/>
                </a:lnTo>
                <a:lnTo>
                  <a:pt x="2531" y="3207"/>
                </a:lnTo>
                <a:lnTo>
                  <a:pt x="2531" y="3208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1" y="3210"/>
                </a:lnTo>
                <a:lnTo>
                  <a:pt x="2532" y="3210"/>
                </a:lnTo>
                <a:lnTo>
                  <a:pt x="2532" y="3211"/>
                </a:lnTo>
                <a:lnTo>
                  <a:pt x="2532" y="3212"/>
                </a:lnTo>
                <a:lnTo>
                  <a:pt x="2533" y="3212"/>
                </a:lnTo>
                <a:lnTo>
                  <a:pt x="2533" y="3213"/>
                </a:lnTo>
                <a:lnTo>
                  <a:pt x="2534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3" y="3215"/>
                </a:lnTo>
                <a:lnTo>
                  <a:pt x="2534" y="3215"/>
                </a:lnTo>
                <a:lnTo>
                  <a:pt x="2534" y="3216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8"/>
                </a:lnTo>
                <a:lnTo>
                  <a:pt x="2532" y="3218"/>
                </a:lnTo>
                <a:lnTo>
                  <a:pt x="2532" y="3219"/>
                </a:lnTo>
                <a:lnTo>
                  <a:pt x="2532" y="3220"/>
                </a:lnTo>
                <a:lnTo>
                  <a:pt x="2533" y="3220"/>
                </a:lnTo>
                <a:lnTo>
                  <a:pt x="2533" y="3221"/>
                </a:lnTo>
                <a:lnTo>
                  <a:pt x="2533" y="3222"/>
                </a:lnTo>
                <a:lnTo>
                  <a:pt x="2534" y="3222"/>
                </a:lnTo>
                <a:lnTo>
                  <a:pt x="2534" y="3223"/>
                </a:lnTo>
                <a:lnTo>
                  <a:pt x="2534" y="3224"/>
                </a:lnTo>
                <a:lnTo>
                  <a:pt x="2535" y="3225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5" y="3227"/>
                </a:lnTo>
                <a:lnTo>
                  <a:pt x="2536" y="3227"/>
                </a:lnTo>
                <a:lnTo>
                  <a:pt x="2536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6" y="3232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9" y="3235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4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6"/>
                </a:lnTo>
                <a:lnTo>
                  <a:pt x="2543" y="3236"/>
                </a:lnTo>
                <a:lnTo>
                  <a:pt x="2542" y="3236"/>
                </a:lnTo>
                <a:lnTo>
                  <a:pt x="2543" y="3236"/>
                </a:lnTo>
                <a:lnTo>
                  <a:pt x="2543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6" y="3242"/>
                </a:lnTo>
                <a:lnTo>
                  <a:pt x="2546" y="3243"/>
                </a:lnTo>
                <a:lnTo>
                  <a:pt x="2545" y="3243"/>
                </a:lnTo>
                <a:lnTo>
                  <a:pt x="2545" y="3244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7" y="3245"/>
                </a:lnTo>
                <a:lnTo>
                  <a:pt x="2548" y="3246"/>
                </a:lnTo>
                <a:lnTo>
                  <a:pt x="2548" y="3245"/>
                </a:lnTo>
                <a:lnTo>
                  <a:pt x="2549" y="3245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6" y="3254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7" y="3257"/>
                </a:lnTo>
                <a:lnTo>
                  <a:pt x="2548" y="3257"/>
                </a:lnTo>
                <a:lnTo>
                  <a:pt x="2548" y="3258"/>
                </a:lnTo>
                <a:lnTo>
                  <a:pt x="2549" y="3258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2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9" y="3264"/>
                </a:lnTo>
                <a:lnTo>
                  <a:pt x="2550" y="3264"/>
                </a:lnTo>
                <a:lnTo>
                  <a:pt x="2549" y="3265"/>
                </a:lnTo>
                <a:lnTo>
                  <a:pt x="2550" y="3265"/>
                </a:lnTo>
                <a:lnTo>
                  <a:pt x="2550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2" y="3265"/>
                </a:lnTo>
                <a:lnTo>
                  <a:pt x="2552" y="3266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3" y="3270"/>
                </a:lnTo>
                <a:lnTo>
                  <a:pt x="2554" y="3270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8" y="3271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8" y="3277"/>
                </a:lnTo>
                <a:lnTo>
                  <a:pt x="2549" y="3277"/>
                </a:lnTo>
                <a:lnTo>
                  <a:pt x="2549" y="3278"/>
                </a:lnTo>
                <a:lnTo>
                  <a:pt x="2549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6" y="3282"/>
                </a:lnTo>
                <a:lnTo>
                  <a:pt x="2546" y="3283"/>
                </a:lnTo>
                <a:lnTo>
                  <a:pt x="2546" y="3284"/>
                </a:lnTo>
                <a:lnTo>
                  <a:pt x="2547" y="3284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89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5" y="3291"/>
                </a:lnTo>
                <a:lnTo>
                  <a:pt x="2546" y="3291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5" y="3294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7" y="3300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1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5" y="3305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09"/>
                </a:lnTo>
                <a:lnTo>
                  <a:pt x="2555" y="3310"/>
                </a:lnTo>
                <a:lnTo>
                  <a:pt x="2554" y="3310"/>
                </a:lnTo>
                <a:lnTo>
                  <a:pt x="2553" y="3309"/>
                </a:lnTo>
                <a:lnTo>
                  <a:pt x="2552" y="3309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2" y="3313"/>
                </a:lnTo>
                <a:lnTo>
                  <a:pt x="2542" y="3314"/>
                </a:lnTo>
                <a:lnTo>
                  <a:pt x="2542" y="3313"/>
                </a:lnTo>
                <a:lnTo>
                  <a:pt x="2541" y="3313"/>
                </a:lnTo>
                <a:lnTo>
                  <a:pt x="2541" y="3312"/>
                </a:lnTo>
                <a:lnTo>
                  <a:pt x="2540" y="3312"/>
                </a:lnTo>
                <a:lnTo>
                  <a:pt x="2541" y="3312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4" y="3307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1" y="3306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8" y="3305"/>
                </a:lnTo>
                <a:lnTo>
                  <a:pt x="2527" y="3305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1"/>
                </a:lnTo>
                <a:lnTo>
                  <a:pt x="2507" y="3311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2"/>
                </a:lnTo>
                <a:lnTo>
                  <a:pt x="2504" y="3311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500" y="3307"/>
                </a:lnTo>
                <a:lnTo>
                  <a:pt x="2499" y="3307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9" y="3299"/>
                </a:lnTo>
                <a:lnTo>
                  <a:pt x="2498" y="3299"/>
                </a:lnTo>
                <a:lnTo>
                  <a:pt x="2498" y="3298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6" y="3296"/>
                </a:lnTo>
                <a:lnTo>
                  <a:pt x="2495" y="3295"/>
                </a:lnTo>
                <a:lnTo>
                  <a:pt x="2495" y="3294"/>
                </a:lnTo>
                <a:lnTo>
                  <a:pt x="2494" y="3294"/>
                </a:lnTo>
                <a:lnTo>
                  <a:pt x="2494" y="3293"/>
                </a:lnTo>
                <a:lnTo>
                  <a:pt x="2494" y="3292"/>
                </a:lnTo>
                <a:lnTo>
                  <a:pt x="2493" y="3292"/>
                </a:lnTo>
                <a:lnTo>
                  <a:pt x="2494" y="3292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7" y="3287"/>
                </a:lnTo>
                <a:lnTo>
                  <a:pt x="2497" y="3286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9" y="3281"/>
                </a:lnTo>
                <a:lnTo>
                  <a:pt x="2499" y="3280"/>
                </a:lnTo>
                <a:lnTo>
                  <a:pt x="2498" y="3280"/>
                </a:lnTo>
                <a:lnTo>
                  <a:pt x="2498" y="3279"/>
                </a:lnTo>
                <a:lnTo>
                  <a:pt x="2498" y="3278"/>
                </a:lnTo>
                <a:lnTo>
                  <a:pt x="2497" y="3278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8" y="3274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3" y="3273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5" y="3270"/>
                </a:lnTo>
                <a:lnTo>
                  <a:pt x="2495" y="3269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4" y="3265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3" y="3262"/>
                </a:lnTo>
                <a:lnTo>
                  <a:pt x="2492" y="3262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2"/>
                </a:lnTo>
                <a:lnTo>
                  <a:pt x="2491" y="3261"/>
                </a:lnTo>
                <a:lnTo>
                  <a:pt x="2490" y="3261"/>
                </a:lnTo>
                <a:lnTo>
                  <a:pt x="2491" y="3261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6"/>
                </a:lnTo>
                <a:lnTo>
                  <a:pt x="2489" y="3255"/>
                </a:lnTo>
                <a:lnTo>
                  <a:pt x="2489" y="3254"/>
                </a:lnTo>
                <a:lnTo>
                  <a:pt x="2489" y="3253"/>
                </a:lnTo>
                <a:lnTo>
                  <a:pt x="2490" y="3253"/>
                </a:lnTo>
                <a:lnTo>
                  <a:pt x="2490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7" y="3264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6" y="3277"/>
                </a:lnTo>
                <a:lnTo>
                  <a:pt x="2455" y="3277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1" y="3281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0" y="3285"/>
                </a:lnTo>
                <a:lnTo>
                  <a:pt x="2440" y="3284"/>
                </a:lnTo>
                <a:lnTo>
                  <a:pt x="2439" y="3284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3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2" y="3283"/>
                </a:lnTo>
                <a:lnTo>
                  <a:pt x="2431" y="3283"/>
                </a:lnTo>
                <a:lnTo>
                  <a:pt x="2431" y="3282"/>
                </a:lnTo>
                <a:lnTo>
                  <a:pt x="2431" y="3281"/>
                </a:lnTo>
                <a:lnTo>
                  <a:pt x="2430" y="3281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9" y="3278"/>
                </a:lnTo>
                <a:lnTo>
                  <a:pt x="2429" y="3277"/>
                </a:lnTo>
                <a:lnTo>
                  <a:pt x="2428" y="3277"/>
                </a:lnTo>
                <a:lnTo>
                  <a:pt x="2428" y="3276"/>
                </a:lnTo>
                <a:lnTo>
                  <a:pt x="2427" y="3276"/>
                </a:lnTo>
                <a:lnTo>
                  <a:pt x="2427" y="3277"/>
                </a:lnTo>
                <a:lnTo>
                  <a:pt x="2427" y="3276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4" y="3277"/>
                </a:lnTo>
                <a:lnTo>
                  <a:pt x="2423" y="3277"/>
                </a:lnTo>
                <a:lnTo>
                  <a:pt x="2421" y="3277"/>
                </a:lnTo>
                <a:lnTo>
                  <a:pt x="2420" y="3277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2"/>
                </a:lnTo>
                <a:lnTo>
                  <a:pt x="2409" y="3282"/>
                </a:lnTo>
                <a:lnTo>
                  <a:pt x="2409" y="3281"/>
                </a:lnTo>
                <a:lnTo>
                  <a:pt x="2408" y="3281"/>
                </a:lnTo>
                <a:lnTo>
                  <a:pt x="2408" y="3280"/>
                </a:lnTo>
                <a:lnTo>
                  <a:pt x="2408" y="3279"/>
                </a:lnTo>
                <a:lnTo>
                  <a:pt x="2407" y="3279"/>
                </a:lnTo>
                <a:lnTo>
                  <a:pt x="2406" y="3279"/>
                </a:lnTo>
                <a:lnTo>
                  <a:pt x="2406" y="3278"/>
                </a:lnTo>
                <a:lnTo>
                  <a:pt x="2405" y="3278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4" y="3281"/>
                </a:lnTo>
                <a:lnTo>
                  <a:pt x="2404" y="3282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0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400" y="3272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4" y="3262"/>
                </a:lnTo>
                <a:lnTo>
                  <a:pt x="2403" y="3262"/>
                </a:lnTo>
                <a:lnTo>
                  <a:pt x="2403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2" y="3260"/>
                </a:lnTo>
                <a:lnTo>
                  <a:pt x="2401" y="3260"/>
                </a:lnTo>
                <a:lnTo>
                  <a:pt x="2401" y="3259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399" y="3259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59"/>
                </a:lnTo>
                <a:lnTo>
                  <a:pt x="2397" y="3259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1"/>
                </a:lnTo>
                <a:lnTo>
                  <a:pt x="2392" y="3260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9" y="3259"/>
                </a:lnTo>
                <a:lnTo>
                  <a:pt x="2388" y="3259"/>
                </a:lnTo>
                <a:lnTo>
                  <a:pt x="2388" y="3258"/>
                </a:lnTo>
                <a:lnTo>
                  <a:pt x="2388" y="3257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7" y="3254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6" y="3251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6" y="3241"/>
                </a:lnTo>
                <a:lnTo>
                  <a:pt x="2386" y="3240"/>
                </a:lnTo>
                <a:lnTo>
                  <a:pt x="2385" y="3240"/>
                </a:lnTo>
                <a:lnTo>
                  <a:pt x="2385" y="3238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6"/>
                </a:lnTo>
                <a:lnTo>
                  <a:pt x="2387" y="3235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8" y="3229"/>
                </a:lnTo>
                <a:lnTo>
                  <a:pt x="2387" y="3229"/>
                </a:lnTo>
                <a:lnTo>
                  <a:pt x="2387" y="3228"/>
                </a:lnTo>
                <a:lnTo>
                  <a:pt x="2386" y="3228"/>
                </a:lnTo>
                <a:lnTo>
                  <a:pt x="2386" y="3227"/>
                </a:lnTo>
                <a:lnTo>
                  <a:pt x="2386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6" y="3223"/>
                </a:lnTo>
                <a:lnTo>
                  <a:pt x="2386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2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2" y="3223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7" y="3222"/>
                </a:lnTo>
                <a:lnTo>
                  <a:pt x="2367" y="3221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2" y="3222"/>
                </a:lnTo>
                <a:lnTo>
                  <a:pt x="2362" y="3221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9" y="3220"/>
                </a:lnTo>
                <a:lnTo>
                  <a:pt x="2358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8" y="3219"/>
                </a:lnTo>
                <a:lnTo>
                  <a:pt x="2358" y="3218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18"/>
                </a:lnTo>
                <a:lnTo>
                  <a:pt x="2353" y="3218"/>
                </a:lnTo>
                <a:lnTo>
                  <a:pt x="2353" y="3217"/>
                </a:lnTo>
                <a:lnTo>
                  <a:pt x="2352" y="3217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7"/>
                </a:lnTo>
                <a:lnTo>
                  <a:pt x="2349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18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4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3" y="3216"/>
                </a:lnTo>
                <a:lnTo>
                  <a:pt x="2343" y="3215"/>
                </a:lnTo>
                <a:lnTo>
                  <a:pt x="2342" y="3215"/>
                </a:lnTo>
                <a:lnTo>
                  <a:pt x="2341" y="3215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18"/>
                </a:lnTo>
                <a:lnTo>
                  <a:pt x="2333" y="3218"/>
                </a:lnTo>
                <a:lnTo>
                  <a:pt x="2332" y="3218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8" y="3218"/>
                </a:lnTo>
                <a:lnTo>
                  <a:pt x="2327" y="3218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7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7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9" y="3216"/>
                </a:lnTo>
                <a:lnTo>
                  <a:pt x="2318" y="3216"/>
                </a:lnTo>
                <a:lnTo>
                  <a:pt x="2317" y="3216"/>
                </a:lnTo>
                <a:lnTo>
                  <a:pt x="2317" y="3215"/>
                </a:lnTo>
                <a:lnTo>
                  <a:pt x="2316" y="3215"/>
                </a:lnTo>
                <a:lnTo>
                  <a:pt x="2316" y="3214"/>
                </a:lnTo>
                <a:lnTo>
                  <a:pt x="2315" y="3214"/>
                </a:lnTo>
                <a:lnTo>
                  <a:pt x="2314" y="3214"/>
                </a:lnTo>
                <a:lnTo>
                  <a:pt x="2314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7" y="3212"/>
                </a:lnTo>
                <a:lnTo>
                  <a:pt x="2317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6" y="3207"/>
                </a:lnTo>
                <a:lnTo>
                  <a:pt x="2317" y="3207"/>
                </a:lnTo>
                <a:lnTo>
                  <a:pt x="2317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2" y="3196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4" y="3191"/>
                </a:lnTo>
                <a:lnTo>
                  <a:pt x="2323" y="3191"/>
                </a:lnTo>
                <a:lnTo>
                  <a:pt x="2323" y="3190"/>
                </a:lnTo>
                <a:lnTo>
                  <a:pt x="2322" y="3190"/>
                </a:lnTo>
                <a:lnTo>
                  <a:pt x="2322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2" y="3188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2" y="3176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4" y="3169"/>
                </a:lnTo>
                <a:lnTo>
                  <a:pt x="2333" y="3169"/>
                </a:lnTo>
                <a:lnTo>
                  <a:pt x="2334" y="3169"/>
                </a:lnTo>
                <a:lnTo>
                  <a:pt x="2333" y="3169"/>
                </a:lnTo>
                <a:lnTo>
                  <a:pt x="2333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3" y="3167"/>
                </a:lnTo>
                <a:lnTo>
                  <a:pt x="2333" y="3166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2" y="3163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1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30" y="3156"/>
                </a:lnTo>
                <a:lnTo>
                  <a:pt x="2329" y="3156"/>
                </a:lnTo>
                <a:lnTo>
                  <a:pt x="2329" y="3155"/>
                </a:lnTo>
                <a:lnTo>
                  <a:pt x="2328" y="3155"/>
                </a:lnTo>
                <a:lnTo>
                  <a:pt x="2328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1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40" y="3140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9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9" y="3135"/>
                </a:lnTo>
                <a:lnTo>
                  <a:pt x="2339" y="3134"/>
                </a:lnTo>
                <a:lnTo>
                  <a:pt x="2338" y="3134"/>
                </a:lnTo>
                <a:lnTo>
                  <a:pt x="2339" y="3134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50" y="3132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8" y="3130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6" y="3124"/>
                </a:lnTo>
                <a:lnTo>
                  <a:pt x="2345" y="3124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7" y="3120"/>
                </a:lnTo>
                <a:lnTo>
                  <a:pt x="2346" y="3120"/>
                </a:lnTo>
                <a:lnTo>
                  <a:pt x="2346" y="3119"/>
                </a:lnTo>
                <a:lnTo>
                  <a:pt x="2346" y="3118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6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5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1" y="3113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7" y="3115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6"/>
                </a:lnTo>
                <a:lnTo>
                  <a:pt x="2307" y="3116"/>
                </a:lnTo>
                <a:lnTo>
                  <a:pt x="2306" y="3116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3" y="3112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09"/>
                </a:lnTo>
                <a:lnTo>
                  <a:pt x="2305" y="3109"/>
                </a:lnTo>
                <a:lnTo>
                  <a:pt x="2304" y="3109"/>
                </a:lnTo>
                <a:lnTo>
                  <a:pt x="2304" y="3110"/>
                </a:lnTo>
                <a:lnTo>
                  <a:pt x="2303" y="3110"/>
                </a:lnTo>
                <a:lnTo>
                  <a:pt x="2302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5" y="3108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2" y="3107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3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6"/>
                </a:lnTo>
                <a:lnTo>
                  <a:pt x="2293" y="3095"/>
                </a:lnTo>
                <a:lnTo>
                  <a:pt x="2294" y="3095"/>
                </a:lnTo>
                <a:lnTo>
                  <a:pt x="2294" y="3094"/>
                </a:lnTo>
                <a:lnTo>
                  <a:pt x="2293" y="3094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1" y="3092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2" y="3090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2" y="3087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4"/>
                </a:lnTo>
                <a:lnTo>
                  <a:pt x="2292" y="3083"/>
                </a:lnTo>
                <a:lnTo>
                  <a:pt x="2291" y="3083"/>
                </a:lnTo>
                <a:lnTo>
                  <a:pt x="2291" y="3082"/>
                </a:lnTo>
                <a:lnTo>
                  <a:pt x="2290" y="3082"/>
                </a:lnTo>
                <a:lnTo>
                  <a:pt x="2290" y="3081"/>
                </a:lnTo>
                <a:lnTo>
                  <a:pt x="2290" y="3080"/>
                </a:lnTo>
                <a:lnTo>
                  <a:pt x="2289" y="3080"/>
                </a:lnTo>
                <a:lnTo>
                  <a:pt x="2289" y="3079"/>
                </a:lnTo>
                <a:lnTo>
                  <a:pt x="2289" y="3078"/>
                </a:lnTo>
                <a:lnTo>
                  <a:pt x="2288" y="3078"/>
                </a:lnTo>
                <a:lnTo>
                  <a:pt x="2288" y="3077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7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1" y="3073"/>
                </a:lnTo>
                <a:lnTo>
                  <a:pt x="2282" y="3073"/>
                </a:lnTo>
                <a:lnTo>
                  <a:pt x="2282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9" y="3063"/>
                </a:lnTo>
                <a:lnTo>
                  <a:pt x="2288" y="3063"/>
                </a:lnTo>
                <a:lnTo>
                  <a:pt x="2287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5" y="3058"/>
                </a:lnTo>
                <a:lnTo>
                  <a:pt x="2284" y="3058"/>
                </a:lnTo>
                <a:lnTo>
                  <a:pt x="2284" y="3056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3" y="3052"/>
                </a:lnTo>
                <a:lnTo>
                  <a:pt x="2284" y="3052"/>
                </a:lnTo>
                <a:lnTo>
                  <a:pt x="2283" y="3052"/>
                </a:lnTo>
                <a:lnTo>
                  <a:pt x="2283" y="3051"/>
                </a:lnTo>
                <a:lnTo>
                  <a:pt x="2283" y="3050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2" y="3048"/>
                </a:lnTo>
                <a:lnTo>
                  <a:pt x="2281" y="3048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80" y="3047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6" y="3046"/>
                </a:lnTo>
                <a:lnTo>
                  <a:pt x="2275" y="3046"/>
                </a:lnTo>
                <a:lnTo>
                  <a:pt x="2276" y="3046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1" y="3044"/>
                </a:lnTo>
                <a:lnTo>
                  <a:pt x="2270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4"/>
                </a:lnTo>
                <a:lnTo>
                  <a:pt x="2271" y="3043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2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2" y="3039"/>
                </a:lnTo>
                <a:lnTo>
                  <a:pt x="2272" y="3038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2" y="3036"/>
                </a:lnTo>
                <a:lnTo>
                  <a:pt x="2271" y="3036"/>
                </a:lnTo>
                <a:lnTo>
                  <a:pt x="2271" y="3035"/>
                </a:lnTo>
                <a:lnTo>
                  <a:pt x="2271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1" y="3031"/>
                </a:lnTo>
                <a:lnTo>
                  <a:pt x="2272" y="3031"/>
                </a:lnTo>
                <a:lnTo>
                  <a:pt x="2272" y="3030"/>
                </a:lnTo>
                <a:lnTo>
                  <a:pt x="2272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6"/>
                </a:lnTo>
                <a:lnTo>
                  <a:pt x="2273" y="3026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90" y="3014"/>
                </a:lnTo>
                <a:lnTo>
                  <a:pt x="2290" y="3013"/>
                </a:lnTo>
                <a:lnTo>
                  <a:pt x="2290" y="3012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9" y="3009"/>
                </a:lnTo>
                <a:lnTo>
                  <a:pt x="2288" y="3009"/>
                </a:lnTo>
                <a:lnTo>
                  <a:pt x="2288" y="3008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2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3"/>
                </a:lnTo>
                <a:lnTo>
                  <a:pt x="2267" y="3013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3" y="3015"/>
                </a:lnTo>
                <a:lnTo>
                  <a:pt x="2263" y="3016"/>
                </a:lnTo>
                <a:lnTo>
                  <a:pt x="2263" y="3015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60" y="3013"/>
                </a:lnTo>
                <a:lnTo>
                  <a:pt x="2260" y="3014"/>
                </a:lnTo>
                <a:lnTo>
                  <a:pt x="2260" y="3013"/>
                </a:lnTo>
                <a:lnTo>
                  <a:pt x="2259" y="3013"/>
                </a:lnTo>
                <a:lnTo>
                  <a:pt x="2259" y="3012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6" y="3012"/>
                </a:lnTo>
                <a:lnTo>
                  <a:pt x="2255" y="3012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1" y="3011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8" y="3021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9" y="3025"/>
                </a:lnTo>
                <a:lnTo>
                  <a:pt x="2199" y="3026"/>
                </a:lnTo>
                <a:lnTo>
                  <a:pt x="2200" y="3026"/>
                </a:lnTo>
                <a:lnTo>
                  <a:pt x="2200" y="3027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7" y="3026"/>
                </a:lnTo>
                <a:lnTo>
                  <a:pt x="2196" y="3026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3"/>
                </a:lnTo>
                <a:lnTo>
                  <a:pt x="2188" y="3033"/>
                </a:lnTo>
                <a:lnTo>
                  <a:pt x="2188" y="3034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4" y="3036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3" y="3037"/>
                </a:lnTo>
                <a:lnTo>
                  <a:pt x="2183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1" y="3036"/>
                </a:lnTo>
                <a:lnTo>
                  <a:pt x="2181" y="3037"/>
                </a:lnTo>
                <a:lnTo>
                  <a:pt x="2181" y="3036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6" y="3036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2" y="3034"/>
                </a:lnTo>
                <a:lnTo>
                  <a:pt x="2171" y="3034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9" y="3032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70" y="3028"/>
                </a:lnTo>
                <a:lnTo>
                  <a:pt x="2170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5" y="3024"/>
                </a:lnTo>
                <a:lnTo>
                  <a:pt x="2175" y="3023"/>
                </a:lnTo>
                <a:lnTo>
                  <a:pt x="2175" y="3022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1" y="3016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5" y="3013"/>
                </a:lnTo>
                <a:lnTo>
                  <a:pt x="2185" y="3012"/>
                </a:lnTo>
                <a:lnTo>
                  <a:pt x="2184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5" y="3009"/>
                </a:lnTo>
                <a:lnTo>
                  <a:pt x="2186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6" y="3005"/>
                </a:lnTo>
                <a:lnTo>
                  <a:pt x="2185" y="3005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8" y="2997"/>
                </a:lnTo>
                <a:lnTo>
                  <a:pt x="2187" y="2997"/>
                </a:lnTo>
                <a:lnTo>
                  <a:pt x="2187" y="2996"/>
                </a:lnTo>
                <a:lnTo>
                  <a:pt x="2186" y="2996"/>
                </a:lnTo>
                <a:lnTo>
                  <a:pt x="2186" y="2995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2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5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80" y="2978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7" y="2979"/>
                </a:lnTo>
                <a:lnTo>
                  <a:pt x="2177" y="2978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80"/>
                </a:lnTo>
                <a:lnTo>
                  <a:pt x="2172" y="2979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6" y="2979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9" y="2974"/>
                </a:lnTo>
                <a:lnTo>
                  <a:pt x="2168" y="2974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69" y="2967"/>
                </a:lnTo>
                <a:lnTo>
                  <a:pt x="2170" y="2967"/>
                </a:lnTo>
                <a:lnTo>
                  <a:pt x="2170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1"/>
                </a:lnTo>
                <a:lnTo>
                  <a:pt x="2170" y="2959"/>
                </a:lnTo>
                <a:lnTo>
                  <a:pt x="2170" y="2958"/>
                </a:lnTo>
                <a:lnTo>
                  <a:pt x="2170" y="2957"/>
                </a:lnTo>
                <a:lnTo>
                  <a:pt x="2171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70" y="2950"/>
                </a:lnTo>
                <a:lnTo>
                  <a:pt x="2169" y="2950"/>
                </a:lnTo>
                <a:lnTo>
                  <a:pt x="2169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70" y="2947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1" y="2946"/>
                </a:lnTo>
                <a:lnTo>
                  <a:pt x="2172" y="2946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38"/>
                </a:lnTo>
                <a:lnTo>
                  <a:pt x="2183" y="2938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6" y="2939"/>
                </a:lnTo>
                <a:lnTo>
                  <a:pt x="2186" y="2940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1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2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5" y="2928"/>
                </a:lnTo>
                <a:lnTo>
                  <a:pt x="2185" y="2927"/>
                </a:lnTo>
                <a:lnTo>
                  <a:pt x="2184" y="2927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4"/>
                </a:lnTo>
                <a:lnTo>
                  <a:pt x="2186" y="2914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1" y="2905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2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3" y="2896"/>
                </a:lnTo>
                <a:lnTo>
                  <a:pt x="2194" y="2896"/>
                </a:lnTo>
                <a:lnTo>
                  <a:pt x="2194" y="2895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8" y="2895"/>
                </a:lnTo>
                <a:lnTo>
                  <a:pt x="2198" y="2896"/>
                </a:lnTo>
                <a:lnTo>
                  <a:pt x="2198" y="2897"/>
                </a:lnTo>
                <a:lnTo>
                  <a:pt x="2199" y="2897"/>
                </a:lnTo>
                <a:lnTo>
                  <a:pt x="2199" y="2898"/>
                </a:lnTo>
                <a:lnTo>
                  <a:pt x="2200" y="2898"/>
                </a:lnTo>
                <a:lnTo>
                  <a:pt x="2200" y="2899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5" y="2899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8" y="2896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5" y="2890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7" y="2886"/>
                </a:lnTo>
                <a:lnTo>
                  <a:pt x="2218" y="2886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3"/>
                </a:lnTo>
                <a:lnTo>
                  <a:pt x="2221" y="2882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79"/>
                </a:lnTo>
                <a:lnTo>
                  <a:pt x="2223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2" y="2877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3" y="2874"/>
                </a:lnTo>
                <a:lnTo>
                  <a:pt x="2222" y="2874"/>
                </a:lnTo>
                <a:lnTo>
                  <a:pt x="2222" y="2873"/>
                </a:lnTo>
                <a:lnTo>
                  <a:pt x="2222" y="2872"/>
                </a:lnTo>
                <a:lnTo>
                  <a:pt x="2221" y="2872"/>
                </a:lnTo>
                <a:lnTo>
                  <a:pt x="2221" y="2871"/>
                </a:lnTo>
                <a:lnTo>
                  <a:pt x="2221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5" y="2864"/>
                </a:lnTo>
                <a:lnTo>
                  <a:pt x="2226" y="2864"/>
                </a:lnTo>
                <a:lnTo>
                  <a:pt x="2226" y="2863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5" y="2859"/>
                </a:lnTo>
                <a:lnTo>
                  <a:pt x="2224" y="2859"/>
                </a:lnTo>
                <a:lnTo>
                  <a:pt x="2224" y="2858"/>
                </a:lnTo>
                <a:lnTo>
                  <a:pt x="2225" y="2858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59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0"/>
                </a:lnTo>
                <a:lnTo>
                  <a:pt x="2233" y="2861"/>
                </a:lnTo>
                <a:lnTo>
                  <a:pt x="2234" y="2861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3" y="2861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6" y="2859"/>
                </a:lnTo>
                <a:lnTo>
                  <a:pt x="2246" y="2858"/>
                </a:lnTo>
                <a:lnTo>
                  <a:pt x="2245" y="2858"/>
                </a:lnTo>
                <a:lnTo>
                  <a:pt x="2246" y="2858"/>
                </a:lnTo>
                <a:lnTo>
                  <a:pt x="2246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5" y="2855"/>
                </a:lnTo>
                <a:lnTo>
                  <a:pt x="2246" y="2855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8" y="2852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1" y="2849"/>
                </a:lnTo>
                <a:lnTo>
                  <a:pt x="2251" y="2848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6"/>
                </a:lnTo>
                <a:lnTo>
                  <a:pt x="2251" y="2845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2" y="2841"/>
                </a:lnTo>
                <a:lnTo>
                  <a:pt x="2253" y="2841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5"/>
                </a:lnTo>
                <a:lnTo>
                  <a:pt x="2260" y="2835"/>
                </a:lnTo>
                <a:lnTo>
                  <a:pt x="2260" y="2836"/>
                </a:lnTo>
                <a:lnTo>
                  <a:pt x="2261" y="2836"/>
                </a:lnTo>
                <a:lnTo>
                  <a:pt x="2261" y="2837"/>
                </a:lnTo>
                <a:lnTo>
                  <a:pt x="2261" y="2838"/>
                </a:lnTo>
                <a:lnTo>
                  <a:pt x="2261" y="2837"/>
                </a:lnTo>
                <a:lnTo>
                  <a:pt x="2262" y="2837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5" y="2839"/>
                </a:lnTo>
                <a:lnTo>
                  <a:pt x="2265" y="2840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40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70" y="2838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2" y="2834"/>
                </a:lnTo>
                <a:lnTo>
                  <a:pt x="2272" y="2833"/>
                </a:lnTo>
                <a:lnTo>
                  <a:pt x="2273" y="2833"/>
                </a:lnTo>
                <a:lnTo>
                  <a:pt x="2273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2" y="2829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1" y="2826"/>
                </a:lnTo>
                <a:lnTo>
                  <a:pt x="2270" y="2826"/>
                </a:lnTo>
                <a:lnTo>
                  <a:pt x="2270" y="2825"/>
                </a:lnTo>
                <a:lnTo>
                  <a:pt x="2269" y="2825"/>
                </a:lnTo>
                <a:lnTo>
                  <a:pt x="2269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7" y="2822"/>
                </a:lnTo>
                <a:lnTo>
                  <a:pt x="2266" y="2822"/>
                </a:lnTo>
                <a:lnTo>
                  <a:pt x="2266" y="2823"/>
                </a:lnTo>
                <a:lnTo>
                  <a:pt x="2265" y="2823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1" y="2810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2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6" y="2804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7"/>
                </a:lnTo>
                <a:lnTo>
                  <a:pt x="2269" y="2808"/>
                </a:lnTo>
                <a:lnTo>
                  <a:pt x="2268" y="2808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3"/>
                </a:lnTo>
                <a:lnTo>
                  <a:pt x="2274" y="2803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4" y="2797"/>
                </a:lnTo>
                <a:lnTo>
                  <a:pt x="2273" y="2797"/>
                </a:lnTo>
                <a:lnTo>
                  <a:pt x="2273" y="2796"/>
                </a:lnTo>
                <a:lnTo>
                  <a:pt x="2273" y="2795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0" y="2790"/>
                </a:lnTo>
                <a:lnTo>
                  <a:pt x="2271" y="2790"/>
                </a:lnTo>
                <a:lnTo>
                  <a:pt x="2271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5" y="2784"/>
                </a:lnTo>
                <a:lnTo>
                  <a:pt x="2275" y="2783"/>
                </a:lnTo>
                <a:lnTo>
                  <a:pt x="2275" y="2782"/>
                </a:lnTo>
                <a:lnTo>
                  <a:pt x="2274" y="2782"/>
                </a:lnTo>
                <a:lnTo>
                  <a:pt x="2275" y="2782"/>
                </a:lnTo>
                <a:lnTo>
                  <a:pt x="2275" y="2781"/>
                </a:lnTo>
                <a:lnTo>
                  <a:pt x="2275" y="2780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7" y="2770"/>
                </a:lnTo>
                <a:lnTo>
                  <a:pt x="2277" y="2769"/>
                </a:lnTo>
                <a:lnTo>
                  <a:pt x="2277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9" y="2755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8" y="2752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8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6" y="2745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7" y="2738"/>
                </a:lnTo>
                <a:lnTo>
                  <a:pt x="2278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9"/>
                </a:lnTo>
                <a:lnTo>
                  <a:pt x="2277" y="2728"/>
                </a:lnTo>
                <a:lnTo>
                  <a:pt x="2277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7" y="2726"/>
                </a:lnTo>
                <a:lnTo>
                  <a:pt x="2277" y="2725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6" y="2722"/>
                </a:lnTo>
                <a:lnTo>
                  <a:pt x="2275" y="2722"/>
                </a:lnTo>
                <a:lnTo>
                  <a:pt x="2275" y="2721"/>
                </a:lnTo>
                <a:lnTo>
                  <a:pt x="2275" y="2720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8" y="2712"/>
                </a:lnTo>
                <a:lnTo>
                  <a:pt x="2277" y="2712"/>
                </a:lnTo>
                <a:lnTo>
                  <a:pt x="2277" y="2711"/>
                </a:lnTo>
                <a:lnTo>
                  <a:pt x="2276" y="2711"/>
                </a:lnTo>
                <a:lnTo>
                  <a:pt x="2276" y="2710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2" y="2697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5" y="2692"/>
                </a:lnTo>
                <a:lnTo>
                  <a:pt x="2274" y="2692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5" y="2685"/>
                </a:lnTo>
                <a:lnTo>
                  <a:pt x="2276" y="2685"/>
                </a:lnTo>
                <a:lnTo>
                  <a:pt x="2275" y="2684"/>
                </a:lnTo>
                <a:lnTo>
                  <a:pt x="2276" y="2684"/>
                </a:lnTo>
                <a:lnTo>
                  <a:pt x="2276" y="2683"/>
                </a:lnTo>
                <a:lnTo>
                  <a:pt x="2275" y="2683"/>
                </a:lnTo>
                <a:lnTo>
                  <a:pt x="2275" y="2682"/>
                </a:lnTo>
                <a:lnTo>
                  <a:pt x="2275" y="2681"/>
                </a:lnTo>
                <a:lnTo>
                  <a:pt x="2274" y="2681"/>
                </a:lnTo>
                <a:lnTo>
                  <a:pt x="2273" y="2681"/>
                </a:lnTo>
                <a:lnTo>
                  <a:pt x="2273" y="2680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8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1" y="2671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3" y="2661"/>
                </a:lnTo>
                <a:lnTo>
                  <a:pt x="2273" y="2660"/>
                </a:lnTo>
                <a:lnTo>
                  <a:pt x="2272" y="2660"/>
                </a:lnTo>
                <a:lnTo>
                  <a:pt x="2271" y="2660"/>
                </a:lnTo>
                <a:lnTo>
                  <a:pt x="2271" y="2659"/>
                </a:lnTo>
                <a:lnTo>
                  <a:pt x="2270" y="2659"/>
                </a:lnTo>
                <a:lnTo>
                  <a:pt x="2270" y="2658"/>
                </a:lnTo>
                <a:lnTo>
                  <a:pt x="2270" y="2657"/>
                </a:lnTo>
                <a:lnTo>
                  <a:pt x="2269" y="2657"/>
                </a:lnTo>
                <a:lnTo>
                  <a:pt x="2268" y="2657"/>
                </a:lnTo>
                <a:lnTo>
                  <a:pt x="2268" y="2658"/>
                </a:lnTo>
                <a:lnTo>
                  <a:pt x="2268" y="2659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2" y="2657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1" y="2654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4"/>
                </a:lnTo>
                <a:lnTo>
                  <a:pt x="2256" y="2654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1" y="2651"/>
                </a:lnTo>
                <a:lnTo>
                  <a:pt x="2250" y="2651"/>
                </a:lnTo>
                <a:lnTo>
                  <a:pt x="2250" y="2650"/>
                </a:lnTo>
                <a:lnTo>
                  <a:pt x="2249" y="2650"/>
                </a:lnTo>
                <a:lnTo>
                  <a:pt x="2249" y="2649"/>
                </a:lnTo>
                <a:lnTo>
                  <a:pt x="2248" y="2649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7" y="2661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5" y="2664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8" y="2663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7" y="2660"/>
                </a:lnTo>
                <a:lnTo>
                  <a:pt x="2236" y="2660"/>
                </a:lnTo>
                <a:lnTo>
                  <a:pt x="2237" y="2660"/>
                </a:lnTo>
                <a:lnTo>
                  <a:pt x="2237" y="2658"/>
                </a:lnTo>
                <a:lnTo>
                  <a:pt x="2237" y="2657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5" y="2650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49"/>
                </a:lnTo>
                <a:lnTo>
                  <a:pt x="2233" y="2648"/>
                </a:lnTo>
                <a:lnTo>
                  <a:pt x="2232" y="2648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6"/>
                </a:lnTo>
                <a:lnTo>
                  <a:pt x="2230" y="2645"/>
                </a:lnTo>
                <a:lnTo>
                  <a:pt x="2229" y="2645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31" y="2642"/>
                </a:lnTo>
                <a:lnTo>
                  <a:pt x="2231" y="2641"/>
                </a:lnTo>
                <a:lnTo>
                  <a:pt x="2230" y="2641"/>
                </a:lnTo>
                <a:lnTo>
                  <a:pt x="2230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8" y="2639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9" y="2634"/>
                </a:lnTo>
                <a:lnTo>
                  <a:pt x="2228" y="2634"/>
                </a:lnTo>
                <a:lnTo>
                  <a:pt x="2227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5" y="2631"/>
                </a:lnTo>
                <a:lnTo>
                  <a:pt x="2224" y="2631"/>
                </a:lnTo>
                <a:lnTo>
                  <a:pt x="2225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5" y="2630"/>
                </a:lnTo>
                <a:lnTo>
                  <a:pt x="2225" y="2629"/>
                </a:lnTo>
                <a:lnTo>
                  <a:pt x="2225" y="2628"/>
                </a:lnTo>
                <a:lnTo>
                  <a:pt x="2226" y="2628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7" y="2624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6" y="2621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2" y="2620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2" y="2615"/>
                </a:lnTo>
                <a:lnTo>
                  <a:pt x="2221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2" y="2612"/>
                </a:lnTo>
                <a:lnTo>
                  <a:pt x="2221" y="2611"/>
                </a:lnTo>
                <a:lnTo>
                  <a:pt x="2222" y="2610"/>
                </a:lnTo>
                <a:lnTo>
                  <a:pt x="2222" y="2609"/>
                </a:lnTo>
                <a:lnTo>
                  <a:pt x="2223" y="2608"/>
                </a:lnTo>
                <a:lnTo>
                  <a:pt x="2223" y="2606"/>
                </a:lnTo>
                <a:lnTo>
                  <a:pt x="2223" y="2605"/>
                </a:lnTo>
                <a:lnTo>
                  <a:pt x="2223" y="2604"/>
                </a:lnTo>
                <a:lnTo>
                  <a:pt x="2222" y="2602"/>
                </a:lnTo>
                <a:lnTo>
                  <a:pt x="2222" y="2601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599"/>
                </a:lnTo>
                <a:lnTo>
                  <a:pt x="2219" y="2599"/>
                </a:lnTo>
                <a:lnTo>
                  <a:pt x="2219" y="2598"/>
                </a:lnTo>
                <a:lnTo>
                  <a:pt x="2218" y="2598"/>
                </a:lnTo>
                <a:lnTo>
                  <a:pt x="2217" y="2597"/>
                </a:lnTo>
                <a:lnTo>
                  <a:pt x="2217" y="2595"/>
                </a:lnTo>
                <a:lnTo>
                  <a:pt x="2216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5"/>
                </a:lnTo>
                <a:lnTo>
                  <a:pt x="2213" y="2596"/>
                </a:lnTo>
                <a:lnTo>
                  <a:pt x="2212" y="2596"/>
                </a:lnTo>
                <a:lnTo>
                  <a:pt x="2211" y="2596"/>
                </a:lnTo>
                <a:lnTo>
                  <a:pt x="2211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0" y="2591"/>
                </a:lnTo>
                <a:lnTo>
                  <a:pt x="2211" y="2590"/>
                </a:lnTo>
                <a:lnTo>
                  <a:pt x="2211" y="2589"/>
                </a:lnTo>
                <a:lnTo>
                  <a:pt x="2210" y="2589"/>
                </a:lnTo>
                <a:lnTo>
                  <a:pt x="2210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5" y="2584"/>
                </a:lnTo>
                <a:lnTo>
                  <a:pt x="2205" y="2583"/>
                </a:lnTo>
                <a:lnTo>
                  <a:pt x="2206" y="2583"/>
                </a:lnTo>
                <a:lnTo>
                  <a:pt x="2205" y="2582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0"/>
                </a:lnTo>
                <a:lnTo>
                  <a:pt x="2202" y="2579"/>
                </a:lnTo>
                <a:lnTo>
                  <a:pt x="2201" y="2578"/>
                </a:lnTo>
                <a:lnTo>
                  <a:pt x="2200" y="2578"/>
                </a:lnTo>
                <a:lnTo>
                  <a:pt x="2198" y="2578"/>
                </a:lnTo>
                <a:lnTo>
                  <a:pt x="2197" y="2578"/>
                </a:lnTo>
                <a:lnTo>
                  <a:pt x="2196" y="2579"/>
                </a:lnTo>
                <a:lnTo>
                  <a:pt x="2195" y="2580"/>
                </a:lnTo>
                <a:lnTo>
                  <a:pt x="2195" y="2581"/>
                </a:lnTo>
                <a:lnTo>
                  <a:pt x="2194" y="2582"/>
                </a:lnTo>
                <a:lnTo>
                  <a:pt x="2194" y="2581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2"/>
                </a:lnTo>
                <a:lnTo>
                  <a:pt x="2190" y="2581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8"/>
                </a:lnTo>
                <a:lnTo>
                  <a:pt x="2188" y="2577"/>
                </a:lnTo>
                <a:lnTo>
                  <a:pt x="2188" y="2576"/>
                </a:lnTo>
                <a:lnTo>
                  <a:pt x="2187" y="2576"/>
                </a:lnTo>
                <a:lnTo>
                  <a:pt x="2187" y="2577"/>
                </a:lnTo>
                <a:lnTo>
                  <a:pt x="2186" y="2576"/>
                </a:lnTo>
                <a:lnTo>
                  <a:pt x="2186" y="2575"/>
                </a:lnTo>
                <a:lnTo>
                  <a:pt x="2185" y="2575"/>
                </a:lnTo>
                <a:lnTo>
                  <a:pt x="2185" y="2574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9"/>
                </a:lnTo>
                <a:lnTo>
                  <a:pt x="2185" y="2566"/>
                </a:lnTo>
                <a:lnTo>
                  <a:pt x="2184" y="2565"/>
                </a:lnTo>
                <a:lnTo>
                  <a:pt x="2184" y="2564"/>
                </a:lnTo>
                <a:lnTo>
                  <a:pt x="2183" y="2563"/>
                </a:lnTo>
                <a:lnTo>
                  <a:pt x="2182" y="2563"/>
                </a:lnTo>
                <a:lnTo>
                  <a:pt x="2181" y="2563"/>
                </a:lnTo>
                <a:lnTo>
                  <a:pt x="2181" y="2562"/>
                </a:lnTo>
                <a:lnTo>
                  <a:pt x="2181" y="2561"/>
                </a:lnTo>
                <a:lnTo>
                  <a:pt x="2180" y="2561"/>
                </a:lnTo>
                <a:lnTo>
                  <a:pt x="2179" y="2561"/>
                </a:lnTo>
                <a:lnTo>
                  <a:pt x="2179" y="2560"/>
                </a:lnTo>
                <a:lnTo>
                  <a:pt x="2177" y="2560"/>
                </a:lnTo>
                <a:lnTo>
                  <a:pt x="2176" y="2559"/>
                </a:lnTo>
                <a:lnTo>
                  <a:pt x="2176" y="2560"/>
                </a:lnTo>
                <a:lnTo>
                  <a:pt x="2175" y="2561"/>
                </a:lnTo>
                <a:lnTo>
                  <a:pt x="2174" y="2561"/>
                </a:lnTo>
                <a:lnTo>
                  <a:pt x="2173" y="2561"/>
                </a:lnTo>
                <a:lnTo>
                  <a:pt x="2173" y="2560"/>
                </a:lnTo>
                <a:lnTo>
                  <a:pt x="2172" y="2559"/>
                </a:lnTo>
                <a:lnTo>
                  <a:pt x="2171" y="2558"/>
                </a:lnTo>
                <a:lnTo>
                  <a:pt x="2170" y="2559"/>
                </a:lnTo>
                <a:lnTo>
                  <a:pt x="2169" y="2560"/>
                </a:lnTo>
                <a:lnTo>
                  <a:pt x="2168" y="2560"/>
                </a:lnTo>
                <a:lnTo>
                  <a:pt x="2168" y="2561"/>
                </a:lnTo>
                <a:lnTo>
                  <a:pt x="2167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5" y="2563"/>
                </a:lnTo>
                <a:lnTo>
                  <a:pt x="2164" y="2564"/>
                </a:lnTo>
                <a:lnTo>
                  <a:pt x="2164" y="2565"/>
                </a:lnTo>
                <a:lnTo>
                  <a:pt x="2165" y="2566"/>
                </a:lnTo>
                <a:lnTo>
                  <a:pt x="2165" y="2568"/>
                </a:lnTo>
                <a:lnTo>
                  <a:pt x="2165" y="2569"/>
                </a:lnTo>
                <a:lnTo>
                  <a:pt x="2166" y="2569"/>
                </a:lnTo>
                <a:lnTo>
                  <a:pt x="2166" y="2570"/>
                </a:lnTo>
                <a:lnTo>
                  <a:pt x="2165" y="2571"/>
                </a:lnTo>
                <a:lnTo>
                  <a:pt x="2164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5"/>
                </a:lnTo>
                <a:lnTo>
                  <a:pt x="2162" y="2576"/>
                </a:lnTo>
                <a:lnTo>
                  <a:pt x="2162" y="2577"/>
                </a:lnTo>
                <a:lnTo>
                  <a:pt x="2163" y="2577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5" y="2581"/>
                </a:lnTo>
                <a:lnTo>
                  <a:pt x="2166" y="2581"/>
                </a:lnTo>
                <a:lnTo>
                  <a:pt x="2166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4"/>
                </a:lnTo>
                <a:lnTo>
                  <a:pt x="2161" y="2585"/>
                </a:lnTo>
                <a:lnTo>
                  <a:pt x="2162" y="2586"/>
                </a:lnTo>
                <a:lnTo>
                  <a:pt x="2162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6"/>
                </a:lnTo>
                <a:lnTo>
                  <a:pt x="2158" y="2585"/>
                </a:lnTo>
                <a:lnTo>
                  <a:pt x="2157" y="2585"/>
                </a:lnTo>
                <a:lnTo>
                  <a:pt x="2156" y="2585"/>
                </a:lnTo>
                <a:lnTo>
                  <a:pt x="2156" y="2586"/>
                </a:lnTo>
                <a:lnTo>
                  <a:pt x="2155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6" y="2589"/>
                </a:lnTo>
                <a:lnTo>
                  <a:pt x="2156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0"/>
                </a:lnTo>
                <a:lnTo>
                  <a:pt x="2149" y="2600"/>
                </a:lnTo>
                <a:lnTo>
                  <a:pt x="2148" y="2601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49" y="2604"/>
                </a:lnTo>
                <a:lnTo>
                  <a:pt x="2148" y="2604"/>
                </a:lnTo>
                <a:lnTo>
                  <a:pt x="2147" y="2605"/>
                </a:lnTo>
                <a:lnTo>
                  <a:pt x="2147" y="2606"/>
                </a:lnTo>
                <a:lnTo>
                  <a:pt x="2146" y="2607"/>
                </a:lnTo>
                <a:lnTo>
                  <a:pt x="2146" y="2608"/>
                </a:lnTo>
                <a:lnTo>
                  <a:pt x="2147" y="2608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2" y="2608"/>
                </a:lnTo>
                <a:lnTo>
                  <a:pt x="2153" y="2608"/>
                </a:lnTo>
                <a:lnTo>
                  <a:pt x="2153" y="2609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1"/>
                </a:lnTo>
                <a:lnTo>
                  <a:pt x="2153" y="2612"/>
                </a:lnTo>
                <a:lnTo>
                  <a:pt x="2154" y="2612"/>
                </a:lnTo>
                <a:lnTo>
                  <a:pt x="2155" y="2612"/>
                </a:lnTo>
                <a:lnTo>
                  <a:pt x="2155" y="2613"/>
                </a:lnTo>
                <a:lnTo>
                  <a:pt x="2156" y="2613"/>
                </a:lnTo>
                <a:lnTo>
                  <a:pt x="2156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4" y="2617"/>
                </a:lnTo>
                <a:lnTo>
                  <a:pt x="2153" y="2617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1"/>
                </a:lnTo>
                <a:lnTo>
                  <a:pt x="2152" y="2622"/>
                </a:lnTo>
                <a:lnTo>
                  <a:pt x="2153" y="2623"/>
                </a:lnTo>
                <a:lnTo>
                  <a:pt x="2154" y="2623"/>
                </a:lnTo>
                <a:lnTo>
                  <a:pt x="2154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3" y="2625"/>
                </a:lnTo>
                <a:lnTo>
                  <a:pt x="2153" y="2626"/>
                </a:lnTo>
                <a:lnTo>
                  <a:pt x="2154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7"/>
                </a:lnTo>
                <a:lnTo>
                  <a:pt x="2148" y="2627"/>
                </a:lnTo>
                <a:lnTo>
                  <a:pt x="2148" y="2626"/>
                </a:lnTo>
                <a:lnTo>
                  <a:pt x="2148" y="2625"/>
                </a:lnTo>
                <a:lnTo>
                  <a:pt x="2147" y="2625"/>
                </a:lnTo>
                <a:lnTo>
                  <a:pt x="2147" y="2624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0" y="2628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6" y="2637"/>
                </a:lnTo>
                <a:lnTo>
                  <a:pt x="2125" y="2637"/>
                </a:lnTo>
                <a:lnTo>
                  <a:pt x="2125" y="2636"/>
                </a:lnTo>
                <a:lnTo>
                  <a:pt x="2124" y="2636"/>
                </a:lnTo>
                <a:lnTo>
                  <a:pt x="2124" y="2635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4"/>
                </a:lnTo>
                <a:lnTo>
                  <a:pt x="2118" y="2633"/>
                </a:lnTo>
                <a:lnTo>
                  <a:pt x="2117" y="2633"/>
                </a:lnTo>
                <a:lnTo>
                  <a:pt x="2117" y="2632"/>
                </a:lnTo>
                <a:lnTo>
                  <a:pt x="2117" y="2631"/>
                </a:lnTo>
                <a:lnTo>
                  <a:pt x="2116" y="2630"/>
                </a:lnTo>
                <a:lnTo>
                  <a:pt x="2116" y="2629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7"/>
                </a:lnTo>
                <a:lnTo>
                  <a:pt x="2104" y="2627"/>
                </a:lnTo>
                <a:lnTo>
                  <a:pt x="2104" y="2626"/>
                </a:lnTo>
                <a:lnTo>
                  <a:pt x="2103" y="2626"/>
                </a:lnTo>
                <a:lnTo>
                  <a:pt x="2102" y="2626"/>
                </a:lnTo>
                <a:lnTo>
                  <a:pt x="2102" y="2625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7" y="2621"/>
                </a:lnTo>
                <a:lnTo>
                  <a:pt x="2096" y="2621"/>
                </a:lnTo>
                <a:lnTo>
                  <a:pt x="2095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19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7"/>
                </a:lnTo>
                <a:lnTo>
                  <a:pt x="2087" y="2616"/>
                </a:lnTo>
                <a:lnTo>
                  <a:pt x="2086" y="2616"/>
                </a:lnTo>
                <a:lnTo>
                  <a:pt x="2086" y="2615"/>
                </a:lnTo>
                <a:lnTo>
                  <a:pt x="2086" y="2614"/>
                </a:lnTo>
                <a:lnTo>
                  <a:pt x="2085" y="2613"/>
                </a:lnTo>
                <a:lnTo>
                  <a:pt x="2085" y="2612"/>
                </a:lnTo>
                <a:lnTo>
                  <a:pt x="2084" y="2612"/>
                </a:lnTo>
                <a:lnTo>
                  <a:pt x="2083" y="2611"/>
                </a:lnTo>
                <a:lnTo>
                  <a:pt x="2083" y="2610"/>
                </a:lnTo>
                <a:lnTo>
                  <a:pt x="2082" y="2610"/>
                </a:lnTo>
                <a:lnTo>
                  <a:pt x="2081" y="2610"/>
                </a:lnTo>
                <a:lnTo>
                  <a:pt x="2081" y="2609"/>
                </a:lnTo>
                <a:lnTo>
                  <a:pt x="2080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7"/>
                </a:lnTo>
                <a:lnTo>
                  <a:pt x="2073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1"/>
                </a:lnTo>
                <a:lnTo>
                  <a:pt x="2070" y="2600"/>
                </a:lnTo>
                <a:lnTo>
                  <a:pt x="2069" y="2599"/>
                </a:lnTo>
                <a:lnTo>
                  <a:pt x="2068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5" y="2601"/>
                </a:lnTo>
                <a:lnTo>
                  <a:pt x="2065" y="2602"/>
                </a:lnTo>
                <a:lnTo>
                  <a:pt x="2064" y="2602"/>
                </a:lnTo>
                <a:lnTo>
                  <a:pt x="2063" y="2603"/>
                </a:lnTo>
                <a:lnTo>
                  <a:pt x="2062" y="2603"/>
                </a:lnTo>
                <a:lnTo>
                  <a:pt x="2061" y="2602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8"/>
                </a:lnTo>
                <a:lnTo>
                  <a:pt x="2054" y="2598"/>
                </a:lnTo>
                <a:lnTo>
                  <a:pt x="2054" y="2596"/>
                </a:lnTo>
                <a:lnTo>
                  <a:pt x="2054" y="2593"/>
                </a:lnTo>
                <a:lnTo>
                  <a:pt x="2054" y="2592"/>
                </a:lnTo>
                <a:lnTo>
                  <a:pt x="2053" y="2591"/>
                </a:lnTo>
                <a:lnTo>
                  <a:pt x="2051" y="2591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4" y="2593"/>
                </a:lnTo>
                <a:lnTo>
                  <a:pt x="2043" y="2593"/>
                </a:lnTo>
                <a:lnTo>
                  <a:pt x="2039" y="2593"/>
                </a:lnTo>
                <a:lnTo>
                  <a:pt x="2037" y="2593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5"/>
                </a:lnTo>
                <a:lnTo>
                  <a:pt x="2034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9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7" y="2594"/>
                </a:lnTo>
                <a:lnTo>
                  <a:pt x="2026" y="2594"/>
                </a:lnTo>
                <a:lnTo>
                  <a:pt x="2025" y="2593"/>
                </a:lnTo>
                <a:lnTo>
                  <a:pt x="2023" y="2591"/>
                </a:lnTo>
                <a:lnTo>
                  <a:pt x="2021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8"/>
                </a:lnTo>
                <a:lnTo>
                  <a:pt x="2020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8" y="2585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8"/>
                </a:lnTo>
                <a:lnTo>
                  <a:pt x="1980" y="2598"/>
                </a:lnTo>
                <a:lnTo>
                  <a:pt x="1978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71" y="2609"/>
                </a:lnTo>
                <a:lnTo>
                  <a:pt x="1970" y="2610"/>
                </a:lnTo>
                <a:lnTo>
                  <a:pt x="1970" y="2612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9"/>
                </a:lnTo>
                <a:lnTo>
                  <a:pt x="1963" y="2620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6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1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3" y="2636"/>
                </a:lnTo>
                <a:lnTo>
                  <a:pt x="1932" y="2636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1" y="2637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9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2" y="2637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6" y="2636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5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1" y="2637"/>
                </a:lnTo>
                <a:lnTo>
                  <a:pt x="1911" y="2638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8"/>
                </a:lnTo>
                <a:lnTo>
                  <a:pt x="1908" y="2639"/>
                </a:lnTo>
                <a:lnTo>
                  <a:pt x="1906" y="2639"/>
                </a:lnTo>
                <a:lnTo>
                  <a:pt x="1906" y="2640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1" y="2641"/>
                </a:lnTo>
                <a:lnTo>
                  <a:pt x="1901" y="2642"/>
                </a:lnTo>
                <a:lnTo>
                  <a:pt x="1900" y="2642"/>
                </a:lnTo>
                <a:lnTo>
                  <a:pt x="1900" y="2643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1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7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8"/>
                </a:lnTo>
                <a:lnTo>
                  <a:pt x="1874" y="2658"/>
                </a:lnTo>
                <a:lnTo>
                  <a:pt x="1874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7" y="2665"/>
                </a:lnTo>
                <a:lnTo>
                  <a:pt x="1866" y="2665"/>
                </a:lnTo>
                <a:lnTo>
                  <a:pt x="1866" y="2666"/>
                </a:lnTo>
                <a:lnTo>
                  <a:pt x="1865" y="2666"/>
                </a:lnTo>
                <a:lnTo>
                  <a:pt x="1864" y="2667"/>
                </a:lnTo>
                <a:lnTo>
                  <a:pt x="1864" y="2668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1" y="2671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5" y="2676"/>
                </a:lnTo>
                <a:lnTo>
                  <a:pt x="1854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9" y="2683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5"/>
                </a:lnTo>
                <a:lnTo>
                  <a:pt x="1847" y="2686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9"/>
                </a:lnTo>
                <a:lnTo>
                  <a:pt x="1843" y="2689"/>
                </a:lnTo>
                <a:lnTo>
                  <a:pt x="1842" y="2691"/>
                </a:lnTo>
                <a:lnTo>
                  <a:pt x="1841" y="2692"/>
                </a:lnTo>
                <a:lnTo>
                  <a:pt x="1840" y="2693"/>
                </a:lnTo>
                <a:lnTo>
                  <a:pt x="1840" y="2694"/>
                </a:lnTo>
                <a:lnTo>
                  <a:pt x="1839" y="2695"/>
                </a:lnTo>
                <a:lnTo>
                  <a:pt x="1839" y="2696"/>
                </a:lnTo>
                <a:lnTo>
                  <a:pt x="1838" y="2696"/>
                </a:lnTo>
                <a:lnTo>
                  <a:pt x="1837" y="2697"/>
                </a:lnTo>
                <a:lnTo>
                  <a:pt x="1837" y="2698"/>
                </a:lnTo>
                <a:lnTo>
                  <a:pt x="1836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0"/>
                </a:lnTo>
                <a:lnTo>
                  <a:pt x="1835" y="2701"/>
                </a:lnTo>
                <a:lnTo>
                  <a:pt x="1834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5" y="2705"/>
                </a:lnTo>
                <a:lnTo>
                  <a:pt x="1835" y="2707"/>
                </a:lnTo>
                <a:lnTo>
                  <a:pt x="1835" y="2709"/>
                </a:lnTo>
                <a:lnTo>
                  <a:pt x="1834" y="2709"/>
                </a:lnTo>
                <a:lnTo>
                  <a:pt x="1834" y="2711"/>
                </a:lnTo>
                <a:lnTo>
                  <a:pt x="1834" y="2712"/>
                </a:lnTo>
                <a:lnTo>
                  <a:pt x="1834" y="2713"/>
                </a:lnTo>
                <a:lnTo>
                  <a:pt x="1833" y="2714"/>
                </a:lnTo>
                <a:lnTo>
                  <a:pt x="1833" y="2715"/>
                </a:lnTo>
                <a:lnTo>
                  <a:pt x="1832" y="2715"/>
                </a:lnTo>
                <a:lnTo>
                  <a:pt x="1831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7"/>
                </a:lnTo>
                <a:lnTo>
                  <a:pt x="1823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7" y="2725"/>
                </a:lnTo>
                <a:lnTo>
                  <a:pt x="1796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1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8"/>
                </a:lnTo>
                <a:lnTo>
                  <a:pt x="1771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29" y="2723"/>
                </a:lnTo>
                <a:lnTo>
                  <a:pt x="1729" y="2722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2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0" y="2732"/>
                </a:lnTo>
                <a:lnTo>
                  <a:pt x="1680" y="2733"/>
                </a:lnTo>
                <a:lnTo>
                  <a:pt x="1679" y="2733"/>
                </a:lnTo>
                <a:lnTo>
                  <a:pt x="1679" y="2732"/>
                </a:lnTo>
                <a:lnTo>
                  <a:pt x="1677" y="2732"/>
                </a:lnTo>
                <a:lnTo>
                  <a:pt x="1676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6"/>
                </a:lnTo>
                <a:lnTo>
                  <a:pt x="1679" y="2725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9" y="2720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8" y="2717"/>
                </a:lnTo>
                <a:lnTo>
                  <a:pt x="1677" y="2717"/>
                </a:lnTo>
                <a:lnTo>
                  <a:pt x="1677" y="2716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5" y="2714"/>
                </a:lnTo>
                <a:lnTo>
                  <a:pt x="1676" y="2714"/>
                </a:lnTo>
                <a:lnTo>
                  <a:pt x="1676" y="2713"/>
                </a:lnTo>
                <a:lnTo>
                  <a:pt x="1675" y="2713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2" y="2711"/>
                </a:lnTo>
                <a:lnTo>
                  <a:pt x="1672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0" y="2706"/>
                </a:lnTo>
                <a:lnTo>
                  <a:pt x="1671" y="2706"/>
                </a:lnTo>
                <a:lnTo>
                  <a:pt x="1671" y="2705"/>
                </a:lnTo>
                <a:lnTo>
                  <a:pt x="1671" y="2704"/>
                </a:lnTo>
                <a:lnTo>
                  <a:pt x="1672" y="2704"/>
                </a:lnTo>
                <a:lnTo>
                  <a:pt x="1672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1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5" y="2693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2" y="2691"/>
                </a:lnTo>
                <a:lnTo>
                  <a:pt x="1672" y="2692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4" y="2689"/>
                </a:lnTo>
                <a:lnTo>
                  <a:pt x="1675" y="2689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9" y="2687"/>
                </a:lnTo>
                <a:lnTo>
                  <a:pt x="1678" y="2687"/>
                </a:lnTo>
                <a:lnTo>
                  <a:pt x="1678" y="2686"/>
                </a:lnTo>
                <a:lnTo>
                  <a:pt x="1678" y="2685"/>
                </a:lnTo>
                <a:lnTo>
                  <a:pt x="1677" y="2684"/>
                </a:lnTo>
                <a:lnTo>
                  <a:pt x="1677" y="2683"/>
                </a:lnTo>
                <a:lnTo>
                  <a:pt x="1676" y="2682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4"/>
                </a:lnTo>
                <a:lnTo>
                  <a:pt x="1672" y="2673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70" y="2668"/>
                </a:lnTo>
                <a:lnTo>
                  <a:pt x="1669" y="2668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4"/>
                </a:lnTo>
                <a:lnTo>
                  <a:pt x="1652" y="2674"/>
                </a:lnTo>
                <a:lnTo>
                  <a:pt x="1652" y="2675"/>
                </a:lnTo>
                <a:lnTo>
                  <a:pt x="1651" y="2675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9" y="2673"/>
                </a:lnTo>
                <a:lnTo>
                  <a:pt x="1650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7" y="2671"/>
                </a:lnTo>
                <a:lnTo>
                  <a:pt x="1646" y="2670"/>
                </a:lnTo>
                <a:lnTo>
                  <a:pt x="1645" y="2670"/>
                </a:lnTo>
                <a:lnTo>
                  <a:pt x="1644" y="2669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8"/>
                </a:lnTo>
                <a:lnTo>
                  <a:pt x="1638" y="2668"/>
                </a:lnTo>
                <a:lnTo>
                  <a:pt x="1638" y="2667"/>
                </a:lnTo>
                <a:lnTo>
                  <a:pt x="1637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3"/>
                </a:lnTo>
                <a:lnTo>
                  <a:pt x="1633" y="2662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1" y="2661"/>
                </a:lnTo>
                <a:lnTo>
                  <a:pt x="1631" y="2660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31" y="2656"/>
                </a:lnTo>
                <a:lnTo>
                  <a:pt x="1631" y="2655"/>
                </a:lnTo>
                <a:lnTo>
                  <a:pt x="1630" y="2655"/>
                </a:lnTo>
                <a:lnTo>
                  <a:pt x="1630" y="2654"/>
                </a:lnTo>
                <a:lnTo>
                  <a:pt x="1629" y="2654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5" y="2646"/>
                </a:lnTo>
                <a:lnTo>
                  <a:pt x="1635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6" y="2643"/>
                </a:lnTo>
                <a:lnTo>
                  <a:pt x="1636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6"/>
                </a:lnTo>
                <a:lnTo>
                  <a:pt x="1635" y="2636"/>
                </a:lnTo>
                <a:lnTo>
                  <a:pt x="1635" y="2635"/>
                </a:lnTo>
                <a:lnTo>
                  <a:pt x="1635" y="2634"/>
                </a:lnTo>
                <a:lnTo>
                  <a:pt x="1634" y="2634"/>
                </a:lnTo>
                <a:lnTo>
                  <a:pt x="1633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2" y="2634"/>
                </a:lnTo>
                <a:lnTo>
                  <a:pt x="1631" y="2634"/>
                </a:lnTo>
                <a:lnTo>
                  <a:pt x="1630" y="2635"/>
                </a:lnTo>
                <a:lnTo>
                  <a:pt x="1630" y="2634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7" y="2632"/>
                </a:lnTo>
                <a:lnTo>
                  <a:pt x="1628" y="2632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29"/>
                </a:lnTo>
                <a:lnTo>
                  <a:pt x="1631" y="2630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30"/>
                </a:lnTo>
                <a:lnTo>
                  <a:pt x="1633" y="2629"/>
                </a:lnTo>
                <a:lnTo>
                  <a:pt x="1634" y="2629"/>
                </a:lnTo>
                <a:lnTo>
                  <a:pt x="1634" y="2628"/>
                </a:lnTo>
                <a:lnTo>
                  <a:pt x="1634" y="2627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5" y="2622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2" y="2617"/>
                </a:lnTo>
                <a:lnTo>
                  <a:pt x="1621" y="2617"/>
                </a:lnTo>
                <a:lnTo>
                  <a:pt x="1621" y="2616"/>
                </a:lnTo>
                <a:lnTo>
                  <a:pt x="1620" y="2616"/>
                </a:lnTo>
                <a:lnTo>
                  <a:pt x="1620" y="2615"/>
                </a:lnTo>
                <a:lnTo>
                  <a:pt x="1620" y="2614"/>
                </a:lnTo>
                <a:lnTo>
                  <a:pt x="1619" y="2614"/>
                </a:lnTo>
                <a:lnTo>
                  <a:pt x="1618" y="2614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4" y="2612"/>
                </a:lnTo>
                <a:lnTo>
                  <a:pt x="1614" y="2613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1" y="2610"/>
                </a:lnTo>
                <a:lnTo>
                  <a:pt x="1610" y="2610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2" y="2616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6"/>
                </a:lnTo>
                <a:lnTo>
                  <a:pt x="1597" y="2616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0" y="2623"/>
                </a:lnTo>
                <a:lnTo>
                  <a:pt x="1590" y="2624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7" y="2625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1" y="2629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7" y="2632"/>
                </a:lnTo>
                <a:lnTo>
                  <a:pt x="1575" y="2632"/>
                </a:lnTo>
                <a:lnTo>
                  <a:pt x="1575" y="2633"/>
                </a:lnTo>
                <a:lnTo>
                  <a:pt x="1574" y="2633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9" y="2630"/>
                </a:lnTo>
                <a:lnTo>
                  <a:pt x="1567" y="2630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29"/>
                </a:lnTo>
                <a:lnTo>
                  <a:pt x="1565" y="2629"/>
                </a:lnTo>
                <a:lnTo>
                  <a:pt x="1565" y="2628"/>
                </a:lnTo>
                <a:lnTo>
                  <a:pt x="1565" y="2627"/>
                </a:lnTo>
                <a:lnTo>
                  <a:pt x="1564" y="2627"/>
                </a:lnTo>
                <a:lnTo>
                  <a:pt x="1564" y="2626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8"/>
                </a:lnTo>
                <a:lnTo>
                  <a:pt x="1560" y="2617"/>
                </a:lnTo>
                <a:lnTo>
                  <a:pt x="1560" y="2616"/>
                </a:lnTo>
                <a:lnTo>
                  <a:pt x="1560" y="2615"/>
                </a:lnTo>
                <a:lnTo>
                  <a:pt x="1561" y="2615"/>
                </a:lnTo>
                <a:lnTo>
                  <a:pt x="1561" y="2614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60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2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1"/>
                </a:lnTo>
                <a:lnTo>
                  <a:pt x="1539" y="2610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4" y="2608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8" y="2609"/>
                </a:lnTo>
                <a:lnTo>
                  <a:pt x="1527" y="2609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1" y="2605"/>
                </a:lnTo>
                <a:lnTo>
                  <a:pt x="1520" y="2605"/>
                </a:lnTo>
                <a:lnTo>
                  <a:pt x="1520" y="2604"/>
                </a:lnTo>
                <a:lnTo>
                  <a:pt x="1519" y="2604"/>
                </a:lnTo>
                <a:lnTo>
                  <a:pt x="1519" y="2603"/>
                </a:lnTo>
                <a:lnTo>
                  <a:pt x="1518" y="2603"/>
                </a:lnTo>
                <a:lnTo>
                  <a:pt x="1518" y="2602"/>
                </a:lnTo>
                <a:lnTo>
                  <a:pt x="1517" y="2602"/>
                </a:lnTo>
                <a:lnTo>
                  <a:pt x="1517" y="2601"/>
                </a:lnTo>
                <a:lnTo>
                  <a:pt x="1516" y="2601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5" y="2599"/>
                </a:lnTo>
                <a:lnTo>
                  <a:pt x="1514" y="2599"/>
                </a:lnTo>
                <a:lnTo>
                  <a:pt x="1513" y="2599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8" y="2601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5" y="2598"/>
                </a:lnTo>
                <a:lnTo>
                  <a:pt x="1505" y="2597"/>
                </a:lnTo>
                <a:lnTo>
                  <a:pt x="1504" y="2597"/>
                </a:lnTo>
                <a:lnTo>
                  <a:pt x="1504" y="2596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8" y="2599"/>
                </a:lnTo>
                <a:lnTo>
                  <a:pt x="1498" y="2600"/>
                </a:lnTo>
                <a:lnTo>
                  <a:pt x="1497" y="2600"/>
                </a:lnTo>
                <a:lnTo>
                  <a:pt x="1497" y="2601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599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90" y="2598"/>
                </a:lnTo>
                <a:lnTo>
                  <a:pt x="1489" y="2598"/>
                </a:lnTo>
                <a:lnTo>
                  <a:pt x="1488" y="2598"/>
                </a:lnTo>
                <a:lnTo>
                  <a:pt x="1488" y="2597"/>
                </a:lnTo>
                <a:lnTo>
                  <a:pt x="1487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6" y="2595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5"/>
                </a:lnTo>
                <a:lnTo>
                  <a:pt x="1478" y="2594"/>
                </a:lnTo>
                <a:lnTo>
                  <a:pt x="1477" y="2594"/>
                </a:lnTo>
                <a:lnTo>
                  <a:pt x="1477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3" y="2591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9" y="2592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9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6"/>
                </a:lnTo>
                <a:lnTo>
                  <a:pt x="1459" y="2596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2" y="2599"/>
                </a:lnTo>
                <a:lnTo>
                  <a:pt x="1452" y="2600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6"/>
                </a:lnTo>
                <a:lnTo>
                  <a:pt x="1446" y="2607"/>
                </a:lnTo>
                <a:lnTo>
                  <a:pt x="1446" y="2606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2" y="2609"/>
                </a:lnTo>
                <a:lnTo>
                  <a:pt x="1441" y="2610"/>
                </a:lnTo>
                <a:lnTo>
                  <a:pt x="1441" y="2611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40" y="2612"/>
                </a:lnTo>
                <a:lnTo>
                  <a:pt x="1440" y="2613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8" y="2619"/>
                </a:lnTo>
                <a:lnTo>
                  <a:pt x="1438" y="2620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5" y="2623"/>
                </a:lnTo>
                <a:lnTo>
                  <a:pt x="1434" y="2623"/>
                </a:lnTo>
                <a:lnTo>
                  <a:pt x="1434" y="2624"/>
                </a:lnTo>
                <a:lnTo>
                  <a:pt x="1434" y="2625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7"/>
                </a:lnTo>
                <a:lnTo>
                  <a:pt x="1432" y="2628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6" y="2630"/>
                </a:lnTo>
                <a:lnTo>
                  <a:pt x="1425" y="2630"/>
                </a:lnTo>
                <a:lnTo>
                  <a:pt x="1425" y="2631"/>
                </a:lnTo>
                <a:lnTo>
                  <a:pt x="1424" y="2631"/>
                </a:lnTo>
                <a:lnTo>
                  <a:pt x="1424" y="2632"/>
                </a:lnTo>
                <a:lnTo>
                  <a:pt x="1423" y="2632"/>
                </a:lnTo>
                <a:lnTo>
                  <a:pt x="1423" y="2633"/>
                </a:lnTo>
                <a:lnTo>
                  <a:pt x="1423" y="2634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0" y="2635"/>
                </a:lnTo>
                <a:lnTo>
                  <a:pt x="1420" y="2636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9" y="2642"/>
                </a:lnTo>
                <a:lnTo>
                  <a:pt x="1419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4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09" y="2655"/>
                </a:lnTo>
                <a:lnTo>
                  <a:pt x="1410" y="2655"/>
                </a:lnTo>
                <a:lnTo>
                  <a:pt x="1411" y="2655"/>
                </a:lnTo>
                <a:lnTo>
                  <a:pt x="1411" y="2656"/>
                </a:lnTo>
                <a:lnTo>
                  <a:pt x="1411" y="2657"/>
                </a:lnTo>
                <a:lnTo>
                  <a:pt x="1412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3" y="2658"/>
                </a:lnTo>
                <a:lnTo>
                  <a:pt x="1413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8" y="2665"/>
                </a:lnTo>
                <a:lnTo>
                  <a:pt x="1407" y="2665"/>
                </a:lnTo>
                <a:lnTo>
                  <a:pt x="1408" y="2665"/>
                </a:lnTo>
                <a:lnTo>
                  <a:pt x="1407" y="2666"/>
                </a:lnTo>
                <a:lnTo>
                  <a:pt x="1408" y="2667"/>
                </a:lnTo>
                <a:lnTo>
                  <a:pt x="1408" y="2668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10" y="2674"/>
                </a:lnTo>
                <a:lnTo>
                  <a:pt x="1411" y="2674"/>
                </a:lnTo>
                <a:lnTo>
                  <a:pt x="1411" y="2676"/>
                </a:lnTo>
                <a:lnTo>
                  <a:pt x="1411" y="2677"/>
                </a:lnTo>
                <a:lnTo>
                  <a:pt x="1410" y="2677"/>
                </a:lnTo>
                <a:lnTo>
                  <a:pt x="1410" y="2678"/>
                </a:lnTo>
                <a:lnTo>
                  <a:pt x="1410" y="2679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7" y="2684"/>
                </a:lnTo>
                <a:lnTo>
                  <a:pt x="1407" y="2685"/>
                </a:lnTo>
                <a:lnTo>
                  <a:pt x="1407" y="2686"/>
                </a:lnTo>
                <a:lnTo>
                  <a:pt x="1406" y="2686"/>
                </a:lnTo>
                <a:lnTo>
                  <a:pt x="1406" y="2687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400" y="2694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7" y="2695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5" y="2692"/>
                </a:lnTo>
                <a:lnTo>
                  <a:pt x="1394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90" y="2688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7" y="2680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2" y="2676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80" y="2674"/>
                </a:lnTo>
                <a:lnTo>
                  <a:pt x="1381" y="2674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9" y="2671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8" y="2668"/>
                </a:lnTo>
                <a:lnTo>
                  <a:pt x="1379" y="2668"/>
                </a:lnTo>
                <a:lnTo>
                  <a:pt x="1379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9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8" y="2661"/>
                </a:lnTo>
                <a:lnTo>
                  <a:pt x="1377" y="2661"/>
                </a:lnTo>
                <a:lnTo>
                  <a:pt x="1377" y="2660"/>
                </a:lnTo>
                <a:lnTo>
                  <a:pt x="1377" y="2659"/>
                </a:lnTo>
                <a:lnTo>
                  <a:pt x="1378" y="2659"/>
                </a:lnTo>
                <a:lnTo>
                  <a:pt x="1379" y="2659"/>
                </a:lnTo>
                <a:lnTo>
                  <a:pt x="1379" y="2658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1" y="2656"/>
                </a:lnTo>
                <a:lnTo>
                  <a:pt x="1380" y="2656"/>
                </a:lnTo>
                <a:lnTo>
                  <a:pt x="1380" y="2655"/>
                </a:lnTo>
                <a:lnTo>
                  <a:pt x="1381" y="2655"/>
                </a:lnTo>
                <a:lnTo>
                  <a:pt x="1381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4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5" y="2644"/>
                </a:lnTo>
                <a:lnTo>
                  <a:pt x="1385" y="2643"/>
                </a:lnTo>
                <a:lnTo>
                  <a:pt x="1385" y="2642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7" y="2630"/>
                </a:lnTo>
                <a:lnTo>
                  <a:pt x="1388" y="2630"/>
                </a:lnTo>
                <a:lnTo>
                  <a:pt x="1388" y="2629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7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6" y="2623"/>
                </a:lnTo>
                <a:lnTo>
                  <a:pt x="1385" y="2623"/>
                </a:lnTo>
                <a:lnTo>
                  <a:pt x="1384" y="2623"/>
                </a:lnTo>
                <a:lnTo>
                  <a:pt x="1384" y="2622"/>
                </a:lnTo>
                <a:lnTo>
                  <a:pt x="1383" y="2622"/>
                </a:lnTo>
                <a:lnTo>
                  <a:pt x="1383" y="2623"/>
                </a:lnTo>
                <a:lnTo>
                  <a:pt x="1383" y="2622"/>
                </a:lnTo>
                <a:lnTo>
                  <a:pt x="1383" y="2621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4" y="2616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3" y="2613"/>
                </a:lnTo>
                <a:lnTo>
                  <a:pt x="1382" y="2613"/>
                </a:lnTo>
                <a:lnTo>
                  <a:pt x="1381" y="2613"/>
                </a:lnTo>
                <a:lnTo>
                  <a:pt x="1381" y="2612"/>
                </a:lnTo>
                <a:lnTo>
                  <a:pt x="1380" y="2612"/>
                </a:lnTo>
                <a:lnTo>
                  <a:pt x="1380" y="2611"/>
                </a:lnTo>
                <a:lnTo>
                  <a:pt x="1379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7" y="2608"/>
                </a:lnTo>
                <a:lnTo>
                  <a:pt x="1376" y="2608"/>
                </a:lnTo>
                <a:lnTo>
                  <a:pt x="1376" y="2607"/>
                </a:lnTo>
                <a:lnTo>
                  <a:pt x="1375" y="2607"/>
                </a:lnTo>
                <a:lnTo>
                  <a:pt x="1374" y="2607"/>
                </a:lnTo>
                <a:lnTo>
                  <a:pt x="1374" y="2608"/>
                </a:lnTo>
                <a:lnTo>
                  <a:pt x="1373" y="2608"/>
                </a:lnTo>
                <a:lnTo>
                  <a:pt x="1372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7"/>
                </a:lnTo>
                <a:lnTo>
                  <a:pt x="1368" y="2606"/>
                </a:lnTo>
                <a:lnTo>
                  <a:pt x="1367" y="2606"/>
                </a:lnTo>
                <a:lnTo>
                  <a:pt x="1367" y="2605"/>
                </a:lnTo>
                <a:lnTo>
                  <a:pt x="1366" y="2605"/>
                </a:lnTo>
                <a:lnTo>
                  <a:pt x="1366" y="2604"/>
                </a:lnTo>
                <a:lnTo>
                  <a:pt x="1365" y="2603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7" y="2610"/>
                </a:lnTo>
                <a:lnTo>
                  <a:pt x="1357" y="2611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2"/>
                </a:lnTo>
                <a:lnTo>
                  <a:pt x="1356" y="2611"/>
                </a:lnTo>
                <a:lnTo>
                  <a:pt x="1355" y="2611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3" y="2610"/>
                </a:lnTo>
                <a:lnTo>
                  <a:pt x="1352" y="2610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5" y="2617"/>
                </a:lnTo>
                <a:lnTo>
                  <a:pt x="1344" y="2617"/>
                </a:lnTo>
                <a:lnTo>
                  <a:pt x="1344" y="2618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7"/>
                </a:lnTo>
                <a:lnTo>
                  <a:pt x="1342" y="2617"/>
                </a:lnTo>
                <a:lnTo>
                  <a:pt x="1342" y="2616"/>
                </a:lnTo>
                <a:lnTo>
                  <a:pt x="1341" y="2616"/>
                </a:lnTo>
                <a:lnTo>
                  <a:pt x="1340" y="2616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7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0"/>
                </a:lnTo>
                <a:lnTo>
                  <a:pt x="1330" y="2619"/>
                </a:lnTo>
                <a:lnTo>
                  <a:pt x="1329" y="2619"/>
                </a:lnTo>
                <a:lnTo>
                  <a:pt x="1329" y="2618"/>
                </a:lnTo>
                <a:lnTo>
                  <a:pt x="1329" y="2619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4" y="2620"/>
                </a:lnTo>
                <a:lnTo>
                  <a:pt x="1323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20"/>
                </a:lnTo>
                <a:lnTo>
                  <a:pt x="1319" y="2620"/>
                </a:lnTo>
                <a:lnTo>
                  <a:pt x="1320" y="2620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8" y="2624"/>
                </a:lnTo>
                <a:lnTo>
                  <a:pt x="1319" y="2624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6" y="2626"/>
                </a:lnTo>
                <a:lnTo>
                  <a:pt x="1315" y="2626"/>
                </a:lnTo>
                <a:lnTo>
                  <a:pt x="1316" y="2626"/>
                </a:lnTo>
                <a:lnTo>
                  <a:pt x="1315" y="2626"/>
                </a:lnTo>
                <a:lnTo>
                  <a:pt x="1314" y="2626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6"/>
                </a:lnTo>
                <a:lnTo>
                  <a:pt x="1312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6"/>
                </a:lnTo>
                <a:lnTo>
                  <a:pt x="1308" y="2626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2" y="2623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6" y="2632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4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8" y="2633"/>
                </a:lnTo>
                <a:lnTo>
                  <a:pt x="1278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3" y="2634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1" y="2630"/>
                </a:lnTo>
                <a:lnTo>
                  <a:pt x="1270" y="2630"/>
                </a:lnTo>
                <a:lnTo>
                  <a:pt x="1270" y="2629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7" y="2631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6" y="2632"/>
                </a:lnTo>
                <a:lnTo>
                  <a:pt x="1256" y="2631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6" y="2629"/>
                </a:lnTo>
                <a:lnTo>
                  <a:pt x="1255" y="2629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1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2" y="2630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9" y="2633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1" y="2632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8" y="2629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6" y="2626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2" y="2621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3" y="2620"/>
                </a:lnTo>
                <a:lnTo>
                  <a:pt x="1213" y="2619"/>
                </a:lnTo>
                <a:lnTo>
                  <a:pt x="1212" y="2619"/>
                </a:lnTo>
                <a:lnTo>
                  <a:pt x="1212" y="2617"/>
                </a:lnTo>
                <a:lnTo>
                  <a:pt x="1211" y="2617"/>
                </a:lnTo>
                <a:lnTo>
                  <a:pt x="1211" y="2616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8" y="2615"/>
                </a:lnTo>
                <a:lnTo>
                  <a:pt x="1207" y="2615"/>
                </a:lnTo>
                <a:lnTo>
                  <a:pt x="1207" y="2614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5" y="2612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7" y="2611"/>
                </a:lnTo>
                <a:lnTo>
                  <a:pt x="1197" y="2612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7" y="2608"/>
                </a:lnTo>
                <a:lnTo>
                  <a:pt x="1196" y="2608"/>
                </a:lnTo>
                <a:lnTo>
                  <a:pt x="1196" y="2607"/>
                </a:lnTo>
                <a:lnTo>
                  <a:pt x="1195" y="2607"/>
                </a:lnTo>
                <a:lnTo>
                  <a:pt x="1195" y="2606"/>
                </a:lnTo>
                <a:lnTo>
                  <a:pt x="1195" y="2605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7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1" y="2605"/>
                </a:lnTo>
                <a:lnTo>
                  <a:pt x="1181" y="2604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9" y="2605"/>
                </a:lnTo>
                <a:lnTo>
                  <a:pt x="1179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8" y="2608"/>
                </a:lnTo>
                <a:lnTo>
                  <a:pt x="1179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6" y="2612"/>
                </a:lnTo>
                <a:lnTo>
                  <a:pt x="1175" y="2612"/>
                </a:lnTo>
                <a:lnTo>
                  <a:pt x="1176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5" y="2614"/>
                </a:lnTo>
                <a:lnTo>
                  <a:pt x="1174" y="2614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4" y="2623"/>
                </a:lnTo>
                <a:lnTo>
                  <a:pt x="1163" y="2623"/>
                </a:lnTo>
                <a:lnTo>
                  <a:pt x="1163" y="2622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9" y="2622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0"/>
                </a:lnTo>
                <a:lnTo>
                  <a:pt x="1158" y="2619"/>
                </a:lnTo>
                <a:lnTo>
                  <a:pt x="1157" y="2619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3" y="2617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1" y="2617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6"/>
                </a:lnTo>
                <a:lnTo>
                  <a:pt x="1148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7" y="2608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8" y="2606"/>
                </a:lnTo>
                <a:lnTo>
                  <a:pt x="1148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7" y="2602"/>
                </a:lnTo>
                <a:lnTo>
                  <a:pt x="1146" y="2602"/>
                </a:lnTo>
                <a:lnTo>
                  <a:pt x="1146" y="2601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7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3" y="2601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5"/>
                </a:lnTo>
                <a:lnTo>
                  <a:pt x="1136" y="2605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6" y="2608"/>
                </a:lnTo>
                <a:lnTo>
                  <a:pt x="1136" y="2609"/>
                </a:lnTo>
                <a:lnTo>
                  <a:pt x="1136" y="2610"/>
                </a:lnTo>
                <a:lnTo>
                  <a:pt x="1135" y="2610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5" y="2613"/>
                </a:lnTo>
                <a:lnTo>
                  <a:pt x="1135" y="2614"/>
                </a:lnTo>
                <a:lnTo>
                  <a:pt x="1136" y="2614"/>
                </a:lnTo>
                <a:lnTo>
                  <a:pt x="1136" y="2615"/>
                </a:lnTo>
                <a:lnTo>
                  <a:pt x="1136" y="2616"/>
                </a:lnTo>
                <a:lnTo>
                  <a:pt x="1137" y="2616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8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8" y="2621"/>
                </a:lnTo>
                <a:lnTo>
                  <a:pt x="1139" y="2621"/>
                </a:lnTo>
                <a:lnTo>
                  <a:pt x="1139" y="2622"/>
                </a:lnTo>
                <a:lnTo>
                  <a:pt x="1139" y="2623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3" y="2625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5" y="2622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3" y="2620"/>
                </a:lnTo>
                <a:lnTo>
                  <a:pt x="1124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4" y="2614"/>
                </a:lnTo>
                <a:lnTo>
                  <a:pt x="1123" y="2614"/>
                </a:lnTo>
                <a:lnTo>
                  <a:pt x="1123" y="2613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1" y="2611"/>
                </a:lnTo>
                <a:lnTo>
                  <a:pt x="1120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9" y="2609"/>
                </a:lnTo>
                <a:lnTo>
                  <a:pt x="1118" y="2609"/>
                </a:lnTo>
                <a:lnTo>
                  <a:pt x="1118" y="2608"/>
                </a:lnTo>
                <a:lnTo>
                  <a:pt x="1118" y="2607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4"/>
                </a:lnTo>
                <a:lnTo>
                  <a:pt x="1118" y="2604"/>
                </a:lnTo>
                <a:lnTo>
                  <a:pt x="1118" y="2603"/>
                </a:lnTo>
                <a:lnTo>
                  <a:pt x="1117" y="2603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6" y="2600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8"/>
                </a:lnTo>
                <a:lnTo>
                  <a:pt x="1114" y="2596"/>
                </a:lnTo>
                <a:lnTo>
                  <a:pt x="1114" y="2597"/>
                </a:lnTo>
                <a:lnTo>
                  <a:pt x="1113" y="2597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1" y="2595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7" y="2592"/>
                </a:lnTo>
                <a:lnTo>
                  <a:pt x="1106" y="2592"/>
                </a:lnTo>
                <a:lnTo>
                  <a:pt x="1106" y="2591"/>
                </a:lnTo>
                <a:lnTo>
                  <a:pt x="1105" y="2591"/>
                </a:lnTo>
                <a:lnTo>
                  <a:pt x="1105" y="2590"/>
                </a:lnTo>
                <a:lnTo>
                  <a:pt x="1105" y="2589"/>
                </a:lnTo>
                <a:lnTo>
                  <a:pt x="1104" y="2589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3" y="2585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4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3" y="2579"/>
                </a:lnTo>
                <a:lnTo>
                  <a:pt x="1102" y="2579"/>
                </a:lnTo>
                <a:lnTo>
                  <a:pt x="1102" y="2578"/>
                </a:lnTo>
                <a:lnTo>
                  <a:pt x="1102" y="2577"/>
                </a:lnTo>
                <a:lnTo>
                  <a:pt x="1103" y="2577"/>
                </a:lnTo>
                <a:lnTo>
                  <a:pt x="1102" y="2577"/>
                </a:lnTo>
                <a:lnTo>
                  <a:pt x="1102" y="2576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9" y="2580"/>
                </a:lnTo>
                <a:lnTo>
                  <a:pt x="1099" y="2579"/>
                </a:lnTo>
                <a:lnTo>
                  <a:pt x="1098" y="2579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7" y="2583"/>
                </a:lnTo>
                <a:lnTo>
                  <a:pt x="1097" y="2584"/>
                </a:lnTo>
                <a:lnTo>
                  <a:pt x="1097" y="2585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2" y="2586"/>
                </a:lnTo>
                <a:lnTo>
                  <a:pt x="1091" y="2586"/>
                </a:lnTo>
                <a:lnTo>
                  <a:pt x="1091" y="2585"/>
                </a:lnTo>
                <a:lnTo>
                  <a:pt x="1091" y="2584"/>
                </a:lnTo>
                <a:lnTo>
                  <a:pt x="1092" y="2584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6" y="2582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6" y="2582"/>
                </a:lnTo>
                <a:lnTo>
                  <a:pt x="1076" y="2581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9" y="2585"/>
                </a:lnTo>
                <a:lnTo>
                  <a:pt x="1069" y="2584"/>
                </a:lnTo>
                <a:lnTo>
                  <a:pt x="1068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2" y="2586"/>
                </a:lnTo>
                <a:lnTo>
                  <a:pt x="1062" y="2585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3"/>
                </a:lnTo>
                <a:lnTo>
                  <a:pt x="1059" y="2583"/>
                </a:lnTo>
                <a:lnTo>
                  <a:pt x="1059" y="2582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1"/>
                </a:lnTo>
                <a:lnTo>
                  <a:pt x="1052" y="2581"/>
                </a:lnTo>
                <a:lnTo>
                  <a:pt x="1050" y="2581"/>
                </a:lnTo>
                <a:lnTo>
                  <a:pt x="1050" y="2582"/>
                </a:lnTo>
                <a:lnTo>
                  <a:pt x="1050" y="2581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8" y="2579"/>
                </a:lnTo>
                <a:lnTo>
                  <a:pt x="1048" y="2578"/>
                </a:lnTo>
                <a:lnTo>
                  <a:pt x="1048" y="2577"/>
                </a:lnTo>
                <a:lnTo>
                  <a:pt x="1049" y="2577"/>
                </a:lnTo>
                <a:lnTo>
                  <a:pt x="1049" y="2576"/>
                </a:lnTo>
                <a:lnTo>
                  <a:pt x="1049" y="2575"/>
                </a:lnTo>
                <a:lnTo>
                  <a:pt x="1049" y="2574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0"/>
                </a:lnTo>
                <a:lnTo>
                  <a:pt x="1047" y="2570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6"/>
                </a:lnTo>
                <a:lnTo>
                  <a:pt x="1048" y="2566"/>
                </a:lnTo>
                <a:lnTo>
                  <a:pt x="1048" y="2565"/>
                </a:lnTo>
                <a:lnTo>
                  <a:pt x="1048" y="2564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2" y="2564"/>
                </a:lnTo>
                <a:lnTo>
                  <a:pt x="1052" y="2563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2" y="2561"/>
                </a:lnTo>
                <a:lnTo>
                  <a:pt x="1052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5" y="2556"/>
                </a:lnTo>
                <a:lnTo>
                  <a:pt x="1054" y="2556"/>
                </a:lnTo>
                <a:lnTo>
                  <a:pt x="1054" y="2555"/>
                </a:lnTo>
                <a:lnTo>
                  <a:pt x="1054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5" y="2551"/>
                </a:lnTo>
                <a:lnTo>
                  <a:pt x="1055" y="2550"/>
                </a:lnTo>
                <a:lnTo>
                  <a:pt x="1054" y="2550"/>
                </a:lnTo>
                <a:lnTo>
                  <a:pt x="1054" y="2549"/>
                </a:lnTo>
                <a:lnTo>
                  <a:pt x="1054" y="2548"/>
                </a:lnTo>
                <a:lnTo>
                  <a:pt x="1053" y="2548"/>
                </a:lnTo>
                <a:lnTo>
                  <a:pt x="1052" y="2548"/>
                </a:lnTo>
                <a:lnTo>
                  <a:pt x="1052" y="2549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7"/>
                </a:lnTo>
                <a:lnTo>
                  <a:pt x="1050" y="2547"/>
                </a:lnTo>
                <a:lnTo>
                  <a:pt x="1050" y="2546"/>
                </a:lnTo>
                <a:lnTo>
                  <a:pt x="1049" y="2546"/>
                </a:lnTo>
                <a:lnTo>
                  <a:pt x="1049" y="2545"/>
                </a:lnTo>
                <a:lnTo>
                  <a:pt x="1049" y="2544"/>
                </a:lnTo>
                <a:lnTo>
                  <a:pt x="1048" y="2544"/>
                </a:lnTo>
                <a:lnTo>
                  <a:pt x="1047" y="2544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5" y="2545"/>
                </a:lnTo>
                <a:lnTo>
                  <a:pt x="1044" y="2545"/>
                </a:lnTo>
                <a:lnTo>
                  <a:pt x="1043" y="2545"/>
                </a:lnTo>
                <a:lnTo>
                  <a:pt x="1043" y="2544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9" y="2549"/>
                </a:lnTo>
                <a:lnTo>
                  <a:pt x="1038" y="2549"/>
                </a:lnTo>
                <a:lnTo>
                  <a:pt x="1038" y="2550"/>
                </a:lnTo>
                <a:lnTo>
                  <a:pt x="1037" y="2550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3" y="2554"/>
                </a:lnTo>
                <a:lnTo>
                  <a:pt x="1033" y="2553"/>
                </a:lnTo>
                <a:lnTo>
                  <a:pt x="1032" y="2553"/>
                </a:lnTo>
                <a:lnTo>
                  <a:pt x="1032" y="2554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4" y="2555"/>
                </a:lnTo>
                <a:lnTo>
                  <a:pt x="1023" y="2555"/>
                </a:lnTo>
                <a:lnTo>
                  <a:pt x="1022" y="2555"/>
                </a:lnTo>
                <a:lnTo>
                  <a:pt x="1022" y="2554"/>
                </a:lnTo>
                <a:lnTo>
                  <a:pt x="1021" y="2554"/>
                </a:lnTo>
                <a:lnTo>
                  <a:pt x="1021" y="2553"/>
                </a:lnTo>
                <a:lnTo>
                  <a:pt x="1020" y="2553"/>
                </a:lnTo>
                <a:lnTo>
                  <a:pt x="1019" y="2553"/>
                </a:lnTo>
                <a:lnTo>
                  <a:pt x="1019" y="2552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6" y="2551"/>
                </a:lnTo>
                <a:lnTo>
                  <a:pt x="1016" y="2552"/>
                </a:lnTo>
                <a:lnTo>
                  <a:pt x="1016" y="2551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3" y="2550"/>
                </a:lnTo>
                <a:lnTo>
                  <a:pt x="1012" y="2550"/>
                </a:lnTo>
                <a:lnTo>
                  <a:pt x="1012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1" y="2547"/>
                </a:lnTo>
                <a:lnTo>
                  <a:pt x="1011" y="2546"/>
                </a:lnTo>
                <a:lnTo>
                  <a:pt x="1010" y="2546"/>
                </a:lnTo>
                <a:lnTo>
                  <a:pt x="1010" y="2545"/>
                </a:lnTo>
                <a:lnTo>
                  <a:pt x="1009" y="2545"/>
                </a:lnTo>
                <a:lnTo>
                  <a:pt x="1008" y="2545"/>
                </a:lnTo>
                <a:lnTo>
                  <a:pt x="1008" y="2544"/>
                </a:lnTo>
                <a:lnTo>
                  <a:pt x="1008" y="2543"/>
                </a:lnTo>
                <a:lnTo>
                  <a:pt x="1007" y="2543"/>
                </a:lnTo>
                <a:lnTo>
                  <a:pt x="1006" y="2543"/>
                </a:lnTo>
                <a:lnTo>
                  <a:pt x="1006" y="2542"/>
                </a:lnTo>
                <a:lnTo>
                  <a:pt x="1006" y="2541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8" y="2538"/>
                </a:lnTo>
                <a:lnTo>
                  <a:pt x="998" y="2537"/>
                </a:lnTo>
                <a:lnTo>
                  <a:pt x="997" y="2537"/>
                </a:lnTo>
                <a:lnTo>
                  <a:pt x="997" y="2538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1" y="2538"/>
                </a:lnTo>
                <a:lnTo>
                  <a:pt x="990" y="2538"/>
                </a:lnTo>
                <a:lnTo>
                  <a:pt x="990" y="2537"/>
                </a:lnTo>
                <a:lnTo>
                  <a:pt x="989" y="2537"/>
                </a:lnTo>
                <a:lnTo>
                  <a:pt x="988" y="2537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8" y="2534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2"/>
                </a:lnTo>
                <a:lnTo>
                  <a:pt x="986" y="2531"/>
                </a:lnTo>
                <a:lnTo>
                  <a:pt x="987" y="2531"/>
                </a:lnTo>
                <a:lnTo>
                  <a:pt x="987" y="2530"/>
                </a:lnTo>
                <a:lnTo>
                  <a:pt x="986" y="2530"/>
                </a:lnTo>
                <a:lnTo>
                  <a:pt x="986" y="2529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4" y="2528"/>
                </a:lnTo>
                <a:lnTo>
                  <a:pt x="984" y="2527"/>
                </a:lnTo>
                <a:lnTo>
                  <a:pt x="983" y="2527"/>
                </a:lnTo>
                <a:lnTo>
                  <a:pt x="983" y="2526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9" y="2525"/>
                </a:lnTo>
                <a:lnTo>
                  <a:pt x="978" y="2525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5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3" y="2524"/>
                </a:lnTo>
                <a:lnTo>
                  <a:pt x="972" y="2524"/>
                </a:lnTo>
                <a:lnTo>
                  <a:pt x="972" y="2523"/>
                </a:lnTo>
                <a:lnTo>
                  <a:pt x="971" y="2523"/>
                </a:lnTo>
                <a:lnTo>
                  <a:pt x="971" y="2522"/>
                </a:lnTo>
                <a:lnTo>
                  <a:pt x="971" y="2523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8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70" y="2511"/>
                </a:lnTo>
                <a:lnTo>
                  <a:pt x="970" y="2510"/>
                </a:lnTo>
                <a:lnTo>
                  <a:pt x="970" y="2509"/>
                </a:lnTo>
                <a:lnTo>
                  <a:pt x="970" y="2508"/>
                </a:lnTo>
                <a:lnTo>
                  <a:pt x="969" y="2508"/>
                </a:lnTo>
                <a:lnTo>
                  <a:pt x="969" y="2507"/>
                </a:lnTo>
                <a:lnTo>
                  <a:pt x="968" y="2507"/>
                </a:lnTo>
                <a:lnTo>
                  <a:pt x="967" y="2507"/>
                </a:lnTo>
                <a:lnTo>
                  <a:pt x="967" y="2506"/>
                </a:lnTo>
                <a:lnTo>
                  <a:pt x="967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5" y="2507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4" y="2504"/>
                </a:lnTo>
                <a:lnTo>
                  <a:pt x="965" y="2503"/>
                </a:lnTo>
                <a:lnTo>
                  <a:pt x="965" y="2502"/>
                </a:lnTo>
                <a:lnTo>
                  <a:pt x="965" y="2501"/>
                </a:lnTo>
                <a:lnTo>
                  <a:pt x="966" y="2501"/>
                </a:lnTo>
                <a:lnTo>
                  <a:pt x="965" y="2501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3" y="2498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3" y="2495"/>
                </a:lnTo>
                <a:lnTo>
                  <a:pt x="963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2" y="2492"/>
                </a:lnTo>
                <a:lnTo>
                  <a:pt x="963" y="2492"/>
                </a:lnTo>
                <a:lnTo>
                  <a:pt x="963" y="2491"/>
                </a:lnTo>
                <a:lnTo>
                  <a:pt x="964" y="2491"/>
                </a:lnTo>
                <a:lnTo>
                  <a:pt x="965" y="2491"/>
                </a:lnTo>
                <a:lnTo>
                  <a:pt x="965" y="2490"/>
                </a:lnTo>
                <a:lnTo>
                  <a:pt x="965" y="2489"/>
                </a:lnTo>
                <a:lnTo>
                  <a:pt x="965" y="2488"/>
                </a:lnTo>
                <a:lnTo>
                  <a:pt x="966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4" y="2488"/>
                </a:lnTo>
                <a:lnTo>
                  <a:pt x="963" y="2488"/>
                </a:lnTo>
                <a:lnTo>
                  <a:pt x="963" y="2487"/>
                </a:lnTo>
                <a:lnTo>
                  <a:pt x="961" y="2487"/>
                </a:lnTo>
                <a:lnTo>
                  <a:pt x="961" y="2488"/>
                </a:lnTo>
                <a:lnTo>
                  <a:pt x="960" y="2488"/>
                </a:lnTo>
                <a:lnTo>
                  <a:pt x="960" y="2487"/>
                </a:lnTo>
                <a:lnTo>
                  <a:pt x="959" y="2487"/>
                </a:lnTo>
                <a:lnTo>
                  <a:pt x="958" y="2487"/>
                </a:lnTo>
                <a:lnTo>
                  <a:pt x="958" y="2486"/>
                </a:lnTo>
                <a:lnTo>
                  <a:pt x="957" y="2486"/>
                </a:lnTo>
                <a:lnTo>
                  <a:pt x="958" y="2486"/>
                </a:lnTo>
                <a:lnTo>
                  <a:pt x="958" y="2485"/>
                </a:lnTo>
                <a:lnTo>
                  <a:pt x="958" y="2484"/>
                </a:lnTo>
                <a:lnTo>
                  <a:pt x="958" y="2483"/>
                </a:lnTo>
                <a:lnTo>
                  <a:pt x="957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5" y="2483"/>
                </a:lnTo>
                <a:lnTo>
                  <a:pt x="954" y="2483"/>
                </a:lnTo>
                <a:lnTo>
                  <a:pt x="953" y="2483"/>
                </a:lnTo>
                <a:lnTo>
                  <a:pt x="953" y="2482"/>
                </a:lnTo>
                <a:lnTo>
                  <a:pt x="952" y="2482"/>
                </a:lnTo>
                <a:lnTo>
                  <a:pt x="952" y="2481"/>
                </a:lnTo>
                <a:lnTo>
                  <a:pt x="951" y="2481"/>
                </a:lnTo>
                <a:lnTo>
                  <a:pt x="951" y="2482"/>
                </a:lnTo>
                <a:lnTo>
                  <a:pt x="950" y="2482"/>
                </a:lnTo>
                <a:lnTo>
                  <a:pt x="950" y="2483"/>
                </a:lnTo>
                <a:lnTo>
                  <a:pt x="950" y="2482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8" y="2480"/>
                </a:lnTo>
                <a:lnTo>
                  <a:pt x="947" y="2480"/>
                </a:lnTo>
                <a:lnTo>
                  <a:pt x="947" y="2479"/>
                </a:lnTo>
                <a:lnTo>
                  <a:pt x="946" y="2479"/>
                </a:lnTo>
                <a:lnTo>
                  <a:pt x="945" y="2478"/>
                </a:lnTo>
                <a:lnTo>
                  <a:pt x="944" y="2478"/>
                </a:lnTo>
                <a:lnTo>
                  <a:pt x="944" y="2479"/>
                </a:lnTo>
                <a:lnTo>
                  <a:pt x="943" y="2479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79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4" y="2481"/>
                </a:lnTo>
                <a:lnTo>
                  <a:pt x="934" y="2482"/>
                </a:lnTo>
                <a:lnTo>
                  <a:pt x="934" y="2481"/>
                </a:lnTo>
                <a:lnTo>
                  <a:pt x="933" y="2481"/>
                </a:lnTo>
                <a:lnTo>
                  <a:pt x="932" y="2481"/>
                </a:lnTo>
                <a:lnTo>
                  <a:pt x="930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9" y="2486"/>
                </a:lnTo>
                <a:lnTo>
                  <a:pt x="930" y="2486"/>
                </a:lnTo>
                <a:lnTo>
                  <a:pt x="929" y="2486"/>
                </a:lnTo>
                <a:lnTo>
                  <a:pt x="929" y="2487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7" y="2492"/>
                </a:lnTo>
                <a:lnTo>
                  <a:pt x="916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7" y="2494"/>
                </a:lnTo>
                <a:lnTo>
                  <a:pt x="916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5"/>
                </a:lnTo>
                <a:lnTo>
                  <a:pt x="913" y="2495"/>
                </a:lnTo>
                <a:lnTo>
                  <a:pt x="913" y="2494"/>
                </a:lnTo>
                <a:lnTo>
                  <a:pt x="912" y="2494"/>
                </a:lnTo>
                <a:lnTo>
                  <a:pt x="912" y="2493"/>
                </a:lnTo>
                <a:lnTo>
                  <a:pt x="912" y="2494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9" y="2493"/>
                </a:lnTo>
                <a:lnTo>
                  <a:pt x="909" y="2492"/>
                </a:lnTo>
                <a:lnTo>
                  <a:pt x="909" y="2491"/>
                </a:lnTo>
                <a:lnTo>
                  <a:pt x="908" y="2491"/>
                </a:lnTo>
                <a:lnTo>
                  <a:pt x="907" y="2491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5" y="2491"/>
                </a:lnTo>
                <a:lnTo>
                  <a:pt x="905" y="2490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4" y="2487"/>
                </a:lnTo>
                <a:lnTo>
                  <a:pt x="904" y="2486"/>
                </a:lnTo>
                <a:lnTo>
                  <a:pt x="903" y="2486"/>
                </a:lnTo>
                <a:lnTo>
                  <a:pt x="903" y="2485"/>
                </a:lnTo>
                <a:lnTo>
                  <a:pt x="902" y="2485"/>
                </a:lnTo>
                <a:lnTo>
                  <a:pt x="901" y="2485"/>
                </a:lnTo>
                <a:lnTo>
                  <a:pt x="902" y="2485"/>
                </a:lnTo>
                <a:lnTo>
                  <a:pt x="902" y="2484"/>
                </a:lnTo>
                <a:lnTo>
                  <a:pt x="901" y="2484"/>
                </a:lnTo>
                <a:lnTo>
                  <a:pt x="901" y="2483"/>
                </a:lnTo>
                <a:lnTo>
                  <a:pt x="900" y="2483"/>
                </a:lnTo>
                <a:lnTo>
                  <a:pt x="900" y="2484"/>
                </a:lnTo>
                <a:lnTo>
                  <a:pt x="899" y="2484"/>
                </a:lnTo>
                <a:lnTo>
                  <a:pt x="899" y="2483"/>
                </a:lnTo>
                <a:lnTo>
                  <a:pt x="898" y="2483"/>
                </a:lnTo>
                <a:lnTo>
                  <a:pt x="898" y="2482"/>
                </a:lnTo>
                <a:lnTo>
                  <a:pt x="898" y="2481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7" y="2477"/>
                </a:lnTo>
                <a:lnTo>
                  <a:pt x="897" y="2476"/>
                </a:lnTo>
                <a:lnTo>
                  <a:pt x="896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5" y="2474"/>
                </a:lnTo>
                <a:lnTo>
                  <a:pt x="894" y="2474"/>
                </a:lnTo>
                <a:lnTo>
                  <a:pt x="895" y="2474"/>
                </a:lnTo>
                <a:lnTo>
                  <a:pt x="895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5" y="2471"/>
                </a:lnTo>
                <a:lnTo>
                  <a:pt x="896" y="2471"/>
                </a:lnTo>
                <a:lnTo>
                  <a:pt x="895" y="2471"/>
                </a:lnTo>
                <a:lnTo>
                  <a:pt x="895" y="2470"/>
                </a:lnTo>
                <a:lnTo>
                  <a:pt x="895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1" y="2467"/>
                </a:lnTo>
                <a:lnTo>
                  <a:pt x="890" y="2467"/>
                </a:lnTo>
                <a:lnTo>
                  <a:pt x="890" y="2466"/>
                </a:lnTo>
                <a:lnTo>
                  <a:pt x="889" y="2466"/>
                </a:lnTo>
                <a:lnTo>
                  <a:pt x="889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9" y="2463"/>
                </a:lnTo>
                <a:lnTo>
                  <a:pt x="889" y="2462"/>
                </a:lnTo>
                <a:lnTo>
                  <a:pt x="888" y="2462"/>
                </a:lnTo>
                <a:lnTo>
                  <a:pt x="889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7" y="2460"/>
                </a:lnTo>
                <a:lnTo>
                  <a:pt x="887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1" y="2460"/>
                </a:lnTo>
                <a:lnTo>
                  <a:pt x="881" y="2459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0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3" y="2455"/>
                </a:lnTo>
                <a:lnTo>
                  <a:pt x="883" y="2454"/>
                </a:lnTo>
                <a:lnTo>
                  <a:pt x="882" y="2454"/>
                </a:lnTo>
                <a:lnTo>
                  <a:pt x="881" y="2454"/>
                </a:lnTo>
                <a:lnTo>
                  <a:pt x="881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8" y="2452"/>
                </a:lnTo>
                <a:lnTo>
                  <a:pt x="877" y="2452"/>
                </a:lnTo>
                <a:lnTo>
                  <a:pt x="877" y="2451"/>
                </a:lnTo>
                <a:lnTo>
                  <a:pt x="877" y="2450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3" y="2451"/>
                </a:lnTo>
                <a:lnTo>
                  <a:pt x="872" y="2451"/>
                </a:lnTo>
                <a:lnTo>
                  <a:pt x="872" y="2450"/>
                </a:lnTo>
                <a:lnTo>
                  <a:pt x="872" y="2449"/>
                </a:lnTo>
                <a:lnTo>
                  <a:pt x="871" y="2449"/>
                </a:lnTo>
                <a:lnTo>
                  <a:pt x="871" y="2448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6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4" y="2449"/>
                </a:lnTo>
                <a:lnTo>
                  <a:pt x="863" y="2449"/>
                </a:lnTo>
                <a:lnTo>
                  <a:pt x="863" y="2448"/>
                </a:lnTo>
                <a:lnTo>
                  <a:pt x="862" y="2448"/>
                </a:lnTo>
                <a:lnTo>
                  <a:pt x="862" y="2447"/>
                </a:lnTo>
                <a:lnTo>
                  <a:pt x="862" y="2448"/>
                </a:lnTo>
                <a:lnTo>
                  <a:pt x="862" y="2447"/>
                </a:lnTo>
                <a:lnTo>
                  <a:pt x="861" y="2447"/>
                </a:lnTo>
                <a:lnTo>
                  <a:pt x="861" y="2446"/>
                </a:lnTo>
                <a:lnTo>
                  <a:pt x="861" y="2445"/>
                </a:lnTo>
                <a:lnTo>
                  <a:pt x="860" y="2445"/>
                </a:lnTo>
                <a:lnTo>
                  <a:pt x="859" y="2445"/>
                </a:lnTo>
                <a:lnTo>
                  <a:pt x="859" y="2444"/>
                </a:lnTo>
                <a:lnTo>
                  <a:pt x="858" y="2444"/>
                </a:lnTo>
                <a:lnTo>
                  <a:pt x="858" y="2443"/>
                </a:lnTo>
                <a:lnTo>
                  <a:pt x="858" y="2444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3" y="2442"/>
                </a:lnTo>
                <a:lnTo>
                  <a:pt x="853" y="2441"/>
                </a:lnTo>
                <a:lnTo>
                  <a:pt x="852" y="2441"/>
                </a:lnTo>
                <a:lnTo>
                  <a:pt x="852" y="2440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0"/>
                </a:lnTo>
                <a:lnTo>
                  <a:pt x="841" y="2439"/>
                </a:lnTo>
                <a:lnTo>
                  <a:pt x="841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6" y="2435"/>
                </a:lnTo>
                <a:lnTo>
                  <a:pt x="836" y="2434"/>
                </a:lnTo>
                <a:lnTo>
                  <a:pt x="835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2" y="2434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4" y="2429"/>
                </a:lnTo>
                <a:lnTo>
                  <a:pt x="833" y="2429"/>
                </a:lnTo>
                <a:lnTo>
                  <a:pt x="833" y="2428"/>
                </a:lnTo>
                <a:lnTo>
                  <a:pt x="833" y="2427"/>
                </a:lnTo>
                <a:lnTo>
                  <a:pt x="833" y="2426"/>
                </a:lnTo>
                <a:lnTo>
                  <a:pt x="832" y="2426"/>
                </a:lnTo>
                <a:lnTo>
                  <a:pt x="831" y="2426"/>
                </a:lnTo>
                <a:lnTo>
                  <a:pt x="831" y="2425"/>
                </a:lnTo>
                <a:lnTo>
                  <a:pt x="830" y="2425"/>
                </a:lnTo>
                <a:lnTo>
                  <a:pt x="830" y="2424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6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5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4" y="2424"/>
                </a:lnTo>
                <a:lnTo>
                  <a:pt x="825" y="2424"/>
                </a:lnTo>
                <a:lnTo>
                  <a:pt x="825" y="2423"/>
                </a:lnTo>
                <a:lnTo>
                  <a:pt x="825" y="2422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2" y="2421"/>
                </a:lnTo>
                <a:lnTo>
                  <a:pt x="821" y="2421"/>
                </a:lnTo>
                <a:lnTo>
                  <a:pt x="821" y="2420"/>
                </a:lnTo>
                <a:lnTo>
                  <a:pt x="821" y="2419"/>
                </a:lnTo>
                <a:lnTo>
                  <a:pt x="820" y="2419"/>
                </a:lnTo>
                <a:lnTo>
                  <a:pt x="820" y="2418"/>
                </a:lnTo>
                <a:lnTo>
                  <a:pt x="819" y="2418"/>
                </a:lnTo>
                <a:lnTo>
                  <a:pt x="819" y="2417"/>
                </a:lnTo>
                <a:lnTo>
                  <a:pt x="818" y="2417"/>
                </a:lnTo>
                <a:lnTo>
                  <a:pt x="818" y="2416"/>
                </a:lnTo>
                <a:lnTo>
                  <a:pt x="818" y="2415"/>
                </a:lnTo>
                <a:lnTo>
                  <a:pt x="818" y="2414"/>
                </a:lnTo>
                <a:lnTo>
                  <a:pt x="817" y="2414"/>
                </a:lnTo>
                <a:lnTo>
                  <a:pt x="817" y="2413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4"/>
                </a:lnTo>
                <a:lnTo>
                  <a:pt x="810" y="2414"/>
                </a:lnTo>
                <a:lnTo>
                  <a:pt x="810" y="2413"/>
                </a:lnTo>
                <a:lnTo>
                  <a:pt x="810" y="2412"/>
                </a:lnTo>
                <a:lnTo>
                  <a:pt x="809" y="2412"/>
                </a:lnTo>
                <a:lnTo>
                  <a:pt x="809" y="2411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6" y="2410"/>
                </a:lnTo>
                <a:lnTo>
                  <a:pt x="805" y="2410"/>
                </a:lnTo>
                <a:lnTo>
                  <a:pt x="805" y="2409"/>
                </a:lnTo>
                <a:lnTo>
                  <a:pt x="804" y="2409"/>
                </a:lnTo>
                <a:lnTo>
                  <a:pt x="804" y="2408"/>
                </a:lnTo>
                <a:lnTo>
                  <a:pt x="803" y="2408"/>
                </a:lnTo>
                <a:lnTo>
                  <a:pt x="803" y="2407"/>
                </a:lnTo>
                <a:lnTo>
                  <a:pt x="802" y="2407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9"/>
                </a:lnTo>
                <a:lnTo>
                  <a:pt x="801" y="2408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800" y="2407"/>
                </a:lnTo>
                <a:lnTo>
                  <a:pt x="799" y="2407"/>
                </a:lnTo>
                <a:lnTo>
                  <a:pt x="798" y="2407"/>
                </a:lnTo>
                <a:lnTo>
                  <a:pt x="798" y="2406"/>
                </a:lnTo>
                <a:lnTo>
                  <a:pt x="798" y="2405"/>
                </a:lnTo>
                <a:lnTo>
                  <a:pt x="797" y="2405"/>
                </a:lnTo>
                <a:lnTo>
                  <a:pt x="796" y="2405"/>
                </a:lnTo>
                <a:lnTo>
                  <a:pt x="796" y="2406"/>
                </a:lnTo>
                <a:lnTo>
                  <a:pt x="795" y="2406"/>
                </a:lnTo>
                <a:lnTo>
                  <a:pt x="794" y="2406"/>
                </a:lnTo>
                <a:lnTo>
                  <a:pt x="794" y="2405"/>
                </a:lnTo>
                <a:lnTo>
                  <a:pt x="793" y="2405"/>
                </a:lnTo>
                <a:lnTo>
                  <a:pt x="793" y="2404"/>
                </a:lnTo>
                <a:lnTo>
                  <a:pt x="793" y="2403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90" y="2402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4" y="2399"/>
                </a:lnTo>
                <a:lnTo>
                  <a:pt x="784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3" y="2396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5" y="2394"/>
                </a:lnTo>
                <a:lnTo>
                  <a:pt x="786" y="2394"/>
                </a:lnTo>
                <a:lnTo>
                  <a:pt x="785" y="2394"/>
                </a:lnTo>
                <a:lnTo>
                  <a:pt x="785" y="2393"/>
                </a:lnTo>
                <a:lnTo>
                  <a:pt x="784" y="2393"/>
                </a:lnTo>
                <a:lnTo>
                  <a:pt x="784" y="2392"/>
                </a:lnTo>
                <a:lnTo>
                  <a:pt x="784" y="2391"/>
                </a:lnTo>
                <a:lnTo>
                  <a:pt x="784" y="2390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80" y="2389"/>
                </a:lnTo>
                <a:lnTo>
                  <a:pt x="779" y="2389"/>
                </a:lnTo>
                <a:lnTo>
                  <a:pt x="779" y="2388"/>
                </a:lnTo>
                <a:lnTo>
                  <a:pt x="779" y="2387"/>
                </a:lnTo>
                <a:lnTo>
                  <a:pt x="778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8" y="2383"/>
                </a:lnTo>
                <a:lnTo>
                  <a:pt x="778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7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9" y="2379"/>
                </a:lnTo>
                <a:lnTo>
                  <a:pt x="779" y="2378"/>
                </a:lnTo>
                <a:lnTo>
                  <a:pt x="778" y="2378"/>
                </a:lnTo>
                <a:lnTo>
                  <a:pt x="778" y="2377"/>
                </a:lnTo>
                <a:lnTo>
                  <a:pt x="778" y="2376"/>
                </a:lnTo>
                <a:lnTo>
                  <a:pt x="777" y="2376"/>
                </a:lnTo>
                <a:lnTo>
                  <a:pt x="777" y="2375"/>
                </a:lnTo>
                <a:lnTo>
                  <a:pt x="777" y="2374"/>
                </a:lnTo>
                <a:lnTo>
                  <a:pt x="776" y="2374"/>
                </a:lnTo>
                <a:lnTo>
                  <a:pt x="775" y="2374"/>
                </a:lnTo>
                <a:lnTo>
                  <a:pt x="775" y="2373"/>
                </a:lnTo>
                <a:lnTo>
                  <a:pt x="774" y="2373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5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4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6" y="2376"/>
                </a:lnTo>
                <a:lnTo>
                  <a:pt x="765" y="2376"/>
                </a:lnTo>
                <a:lnTo>
                  <a:pt x="765" y="2375"/>
                </a:lnTo>
                <a:lnTo>
                  <a:pt x="764" y="2375"/>
                </a:lnTo>
                <a:lnTo>
                  <a:pt x="763" y="2375"/>
                </a:lnTo>
                <a:lnTo>
                  <a:pt x="764" y="2375"/>
                </a:lnTo>
                <a:lnTo>
                  <a:pt x="764" y="2374"/>
                </a:lnTo>
                <a:lnTo>
                  <a:pt x="763" y="2374"/>
                </a:lnTo>
                <a:lnTo>
                  <a:pt x="763" y="2373"/>
                </a:lnTo>
                <a:lnTo>
                  <a:pt x="762" y="2373"/>
                </a:lnTo>
                <a:lnTo>
                  <a:pt x="762" y="2374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9" y="2373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6" y="2371"/>
                </a:lnTo>
                <a:lnTo>
                  <a:pt x="755" y="2371"/>
                </a:lnTo>
                <a:lnTo>
                  <a:pt x="754" y="2371"/>
                </a:lnTo>
                <a:lnTo>
                  <a:pt x="754" y="2372"/>
                </a:lnTo>
                <a:lnTo>
                  <a:pt x="753" y="2372"/>
                </a:lnTo>
                <a:lnTo>
                  <a:pt x="753" y="2371"/>
                </a:lnTo>
                <a:lnTo>
                  <a:pt x="752" y="2371"/>
                </a:lnTo>
                <a:lnTo>
                  <a:pt x="751" y="2371"/>
                </a:lnTo>
                <a:lnTo>
                  <a:pt x="751" y="2370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4" y="2369"/>
                </a:lnTo>
                <a:lnTo>
                  <a:pt x="743" y="2369"/>
                </a:lnTo>
                <a:lnTo>
                  <a:pt x="743" y="2368"/>
                </a:lnTo>
                <a:lnTo>
                  <a:pt x="742" y="2368"/>
                </a:lnTo>
                <a:lnTo>
                  <a:pt x="741" y="2368"/>
                </a:lnTo>
                <a:lnTo>
                  <a:pt x="741" y="2367"/>
                </a:lnTo>
                <a:lnTo>
                  <a:pt x="740" y="2367"/>
                </a:lnTo>
                <a:lnTo>
                  <a:pt x="740" y="2366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7" y="2365"/>
                </a:lnTo>
                <a:lnTo>
                  <a:pt x="736" y="2365"/>
                </a:lnTo>
                <a:lnTo>
                  <a:pt x="735" y="2365"/>
                </a:lnTo>
                <a:lnTo>
                  <a:pt x="735" y="2364"/>
                </a:lnTo>
                <a:lnTo>
                  <a:pt x="734" y="2364"/>
                </a:lnTo>
                <a:lnTo>
                  <a:pt x="733" y="2364"/>
                </a:lnTo>
                <a:lnTo>
                  <a:pt x="733" y="2365"/>
                </a:lnTo>
                <a:lnTo>
                  <a:pt x="733" y="2366"/>
                </a:lnTo>
                <a:lnTo>
                  <a:pt x="733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7"/>
                </a:lnTo>
                <a:lnTo>
                  <a:pt x="731" y="2367"/>
                </a:lnTo>
                <a:lnTo>
                  <a:pt x="730" y="2367"/>
                </a:lnTo>
                <a:lnTo>
                  <a:pt x="730" y="2366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7" y="2367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5" y="2372"/>
                </a:lnTo>
                <a:lnTo>
                  <a:pt x="725" y="2371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1" y="2370"/>
                </a:lnTo>
                <a:lnTo>
                  <a:pt x="720" y="2370"/>
                </a:lnTo>
                <a:lnTo>
                  <a:pt x="720" y="2369"/>
                </a:lnTo>
                <a:lnTo>
                  <a:pt x="719" y="2369"/>
                </a:lnTo>
                <a:lnTo>
                  <a:pt x="719" y="2368"/>
                </a:lnTo>
                <a:lnTo>
                  <a:pt x="718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8"/>
                </a:lnTo>
                <a:lnTo>
                  <a:pt x="714" y="2368"/>
                </a:lnTo>
                <a:lnTo>
                  <a:pt x="713" y="2368"/>
                </a:lnTo>
                <a:lnTo>
                  <a:pt x="713" y="2369"/>
                </a:lnTo>
                <a:lnTo>
                  <a:pt x="714" y="2369"/>
                </a:lnTo>
                <a:lnTo>
                  <a:pt x="714" y="2370"/>
                </a:lnTo>
                <a:lnTo>
                  <a:pt x="715" y="2370"/>
                </a:lnTo>
                <a:lnTo>
                  <a:pt x="716" y="2370"/>
                </a:lnTo>
                <a:lnTo>
                  <a:pt x="716" y="2371"/>
                </a:lnTo>
                <a:lnTo>
                  <a:pt x="715" y="2371"/>
                </a:lnTo>
                <a:lnTo>
                  <a:pt x="715" y="2372"/>
                </a:lnTo>
                <a:lnTo>
                  <a:pt x="714" y="2372"/>
                </a:lnTo>
                <a:lnTo>
                  <a:pt x="713" y="2372"/>
                </a:lnTo>
                <a:lnTo>
                  <a:pt x="713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5" y="2378"/>
                </a:lnTo>
                <a:lnTo>
                  <a:pt x="715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4" y="2381"/>
                </a:lnTo>
                <a:lnTo>
                  <a:pt x="715" y="2381"/>
                </a:lnTo>
                <a:lnTo>
                  <a:pt x="714" y="2381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2" y="2384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3" y="2388"/>
                </a:lnTo>
                <a:lnTo>
                  <a:pt x="713" y="2389"/>
                </a:lnTo>
                <a:lnTo>
                  <a:pt x="712" y="2389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8" y="2392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5" y="2394"/>
                </a:lnTo>
                <a:lnTo>
                  <a:pt x="705" y="2393"/>
                </a:lnTo>
                <a:lnTo>
                  <a:pt x="704" y="2393"/>
                </a:lnTo>
                <a:lnTo>
                  <a:pt x="705" y="2393"/>
                </a:lnTo>
                <a:lnTo>
                  <a:pt x="703" y="2393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701" y="2395"/>
                </a:lnTo>
                <a:lnTo>
                  <a:pt x="701" y="2396"/>
                </a:lnTo>
                <a:lnTo>
                  <a:pt x="702" y="2396"/>
                </a:lnTo>
                <a:lnTo>
                  <a:pt x="702" y="2397"/>
                </a:lnTo>
                <a:lnTo>
                  <a:pt x="703" y="2397"/>
                </a:lnTo>
                <a:lnTo>
                  <a:pt x="703" y="2398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9" y="2407"/>
                </a:lnTo>
                <a:lnTo>
                  <a:pt x="698" y="2407"/>
                </a:lnTo>
                <a:lnTo>
                  <a:pt x="699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9" y="2409"/>
                </a:lnTo>
                <a:lnTo>
                  <a:pt x="699" y="2408"/>
                </a:lnTo>
                <a:lnTo>
                  <a:pt x="699" y="2409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6" y="2407"/>
                </a:lnTo>
                <a:lnTo>
                  <a:pt x="695" y="2407"/>
                </a:lnTo>
                <a:lnTo>
                  <a:pt x="695" y="2408"/>
                </a:lnTo>
                <a:lnTo>
                  <a:pt x="695" y="2407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8" y="2407"/>
                </a:lnTo>
                <a:lnTo>
                  <a:pt x="688" y="2406"/>
                </a:lnTo>
                <a:lnTo>
                  <a:pt x="687" y="2406"/>
                </a:lnTo>
                <a:lnTo>
                  <a:pt x="687" y="2405"/>
                </a:lnTo>
                <a:lnTo>
                  <a:pt x="686" y="2405"/>
                </a:lnTo>
                <a:lnTo>
                  <a:pt x="686" y="2404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7" y="2402"/>
                </a:lnTo>
                <a:lnTo>
                  <a:pt x="687" y="2401"/>
                </a:lnTo>
                <a:lnTo>
                  <a:pt x="687" y="2400"/>
                </a:lnTo>
                <a:lnTo>
                  <a:pt x="686" y="2400"/>
                </a:lnTo>
                <a:lnTo>
                  <a:pt x="686" y="2399"/>
                </a:lnTo>
                <a:lnTo>
                  <a:pt x="685" y="2399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5" y="2399"/>
                </a:lnTo>
                <a:lnTo>
                  <a:pt x="685" y="2398"/>
                </a:lnTo>
                <a:lnTo>
                  <a:pt x="685" y="2397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5" y="2395"/>
                </a:lnTo>
                <a:lnTo>
                  <a:pt x="684" y="2395"/>
                </a:lnTo>
                <a:lnTo>
                  <a:pt x="685" y="2395"/>
                </a:lnTo>
                <a:lnTo>
                  <a:pt x="685" y="2394"/>
                </a:lnTo>
                <a:lnTo>
                  <a:pt x="684" y="2394"/>
                </a:lnTo>
                <a:lnTo>
                  <a:pt x="683" y="2394"/>
                </a:lnTo>
                <a:lnTo>
                  <a:pt x="683" y="2393"/>
                </a:lnTo>
                <a:lnTo>
                  <a:pt x="682" y="2393"/>
                </a:lnTo>
                <a:lnTo>
                  <a:pt x="682" y="2392"/>
                </a:lnTo>
                <a:lnTo>
                  <a:pt x="682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0" y="2390"/>
                </a:lnTo>
                <a:lnTo>
                  <a:pt x="680" y="2389"/>
                </a:lnTo>
                <a:lnTo>
                  <a:pt x="681" y="2389"/>
                </a:lnTo>
                <a:lnTo>
                  <a:pt x="681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79" y="2387"/>
                </a:lnTo>
                <a:lnTo>
                  <a:pt x="679" y="2386"/>
                </a:lnTo>
                <a:lnTo>
                  <a:pt x="680" y="2386"/>
                </a:lnTo>
                <a:lnTo>
                  <a:pt x="680" y="2385"/>
                </a:lnTo>
                <a:lnTo>
                  <a:pt x="680" y="2384"/>
                </a:lnTo>
                <a:lnTo>
                  <a:pt x="679" y="2384"/>
                </a:lnTo>
                <a:lnTo>
                  <a:pt x="678" y="2384"/>
                </a:lnTo>
                <a:lnTo>
                  <a:pt x="678" y="2383"/>
                </a:lnTo>
                <a:lnTo>
                  <a:pt x="677" y="2383"/>
                </a:lnTo>
                <a:lnTo>
                  <a:pt x="677" y="2382"/>
                </a:lnTo>
                <a:lnTo>
                  <a:pt x="676" y="2382"/>
                </a:lnTo>
                <a:lnTo>
                  <a:pt x="675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2" y="2383"/>
                </a:lnTo>
                <a:lnTo>
                  <a:pt x="671" y="2383"/>
                </a:lnTo>
                <a:lnTo>
                  <a:pt x="671" y="2382"/>
                </a:lnTo>
                <a:lnTo>
                  <a:pt x="670" y="2382"/>
                </a:lnTo>
                <a:lnTo>
                  <a:pt x="671" y="2382"/>
                </a:lnTo>
                <a:lnTo>
                  <a:pt x="671" y="2381"/>
                </a:lnTo>
                <a:lnTo>
                  <a:pt x="670" y="2381"/>
                </a:lnTo>
                <a:lnTo>
                  <a:pt x="670" y="2380"/>
                </a:lnTo>
                <a:lnTo>
                  <a:pt x="669" y="2380"/>
                </a:lnTo>
                <a:lnTo>
                  <a:pt x="669" y="2379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6" y="2378"/>
                </a:lnTo>
                <a:lnTo>
                  <a:pt x="665" y="2378"/>
                </a:lnTo>
                <a:lnTo>
                  <a:pt x="664" y="2378"/>
                </a:lnTo>
                <a:lnTo>
                  <a:pt x="664" y="2377"/>
                </a:lnTo>
                <a:lnTo>
                  <a:pt x="663" y="2377"/>
                </a:lnTo>
                <a:lnTo>
                  <a:pt x="662" y="2378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9" y="2376"/>
                </a:lnTo>
                <a:lnTo>
                  <a:pt x="659" y="2375"/>
                </a:lnTo>
                <a:lnTo>
                  <a:pt x="658" y="2375"/>
                </a:lnTo>
                <a:lnTo>
                  <a:pt x="658" y="2374"/>
                </a:lnTo>
                <a:lnTo>
                  <a:pt x="658" y="2373"/>
                </a:lnTo>
                <a:lnTo>
                  <a:pt x="657" y="2373"/>
                </a:lnTo>
                <a:lnTo>
                  <a:pt x="657" y="2372"/>
                </a:lnTo>
                <a:lnTo>
                  <a:pt x="656" y="2372"/>
                </a:lnTo>
                <a:lnTo>
                  <a:pt x="656" y="2371"/>
                </a:lnTo>
                <a:lnTo>
                  <a:pt x="655" y="2371"/>
                </a:lnTo>
                <a:lnTo>
                  <a:pt x="655" y="2370"/>
                </a:lnTo>
                <a:lnTo>
                  <a:pt x="654" y="2370"/>
                </a:lnTo>
                <a:lnTo>
                  <a:pt x="654" y="2369"/>
                </a:lnTo>
                <a:lnTo>
                  <a:pt x="653" y="2369"/>
                </a:lnTo>
                <a:lnTo>
                  <a:pt x="653" y="2368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6"/>
                </a:lnTo>
                <a:lnTo>
                  <a:pt x="647" y="2365"/>
                </a:lnTo>
                <a:lnTo>
                  <a:pt x="646" y="2365"/>
                </a:lnTo>
                <a:lnTo>
                  <a:pt x="646" y="2364"/>
                </a:lnTo>
                <a:lnTo>
                  <a:pt x="645" y="2364"/>
                </a:lnTo>
                <a:lnTo>
                  <a:pt x="644" y="2364"/>
                </a:lnTo>
                <a:lnTo>
                  <a:pt x="644" y="2363"/>
                </a:lnTo>
                <a:lnTo>
                  <a:pt x="643" y="2363"/>
                </a:lnTo>
                <a:lnTo>
                  <a:pt x="643" y="2362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1"/>
                </a:lnTo>
                <a:lnTo>
                  <a:pt x="641" y="2361"/>
                </a:lnTo>
                <a:lnTo>
                  <a:pt x="641" y="2362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6" y="2363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4" y="2361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9" y="2359"/>
                </a:lnTo>
                <a:lnTo>
                  <a:pt x="629" y="2360"/>
                </a:lnTo>
                <a:lnTo>
                  <a:pt x="629" y="2359"/>
                </a:lnTo>
                <a:lnTo>
                  <a:pt x="628" y="2359"/>
                </a:lnTo>
                <a:lnTo>
                  <a:pt x="627" y="2359"/>
                </a:lnTo>
                <a:lnTo>
                  <a:pt x="627" y="2358"/>
                </a:lnTo>
                <a:lnTo>
                  <a:pt x="626" y="2358"/>
                </a:lnTo>
                <a:lnTo>
                  <a:pt x="626" y="2357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3" y="2337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1" y="2331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0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8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4" y="2152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6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8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09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7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2" y="2042"/>
                </a:lnTo>
                <a:lnTo>
                  <a:pt x="472" y="2041"/>
                </a:lnTo>
                <a:lnTo>
                  <a:pt x="473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8" y="2037"/>
                </a:lnTo>
                <a:lnTo>
                  <a:pt x="469" y="2037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8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2" y="2002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8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1" y="1899"/>
                </a:lnTo>
                <a:lnTo>
                  <a:pt x="421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6" y="1868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3"/>
                </a:lnTo>
                <a:lnTo>
                  <a:pt x="407" y="1861"/>
                </a:lnTo>
                <a:lnTo>
                  <a:pt x="408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5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5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6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2" y="1780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30" y="1769"/>
                </a:lnTo>
                <a:lnTo>
                  <a:pt x="229" y="1768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2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1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89" y="1676"/>
                </a:lnTo>
                <a:lnTo>
                  <a:pt x="90" y="1676"/>
                </a:lnTo>
                <a:lnTo>
                  <a:pt x="89" y="1675"/>
                </a:lnTo>
                <a:lnTo>
                  <a:pt x="89" y="1674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7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2" y="1585"/>
                </a:lnTo>
                <a:lnTo>
                  <a:pt x="121" y="1584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4" y="1546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4" y="1528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29" y="1530"/>
                </a:lnTo>
                <a:lnTo>
                  <a:pt x="28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9"/>
                </a:lnTo>
                <a:lnTo>
                  <a:pt x="22" y="1508"/>
                </a:lnTo>
                <a:lnTo>
                  <a:pt x="21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6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19" y="1481"/>
                </a:lnTo>
                <a:lnTo>
                  <a:pt x="19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2"/>
                </a:lnTo>
                <a:lnTo>
                  <a:pt x="6" y="1461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0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5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9" y="1392"/>
                </a:lnTo>
                <a:lnTo>
                  <a:pt x="39" y="1391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9" y="1377"/>
                </a:lnTo>
                <a:lnTo>
                  <a:pt x="50" y="1377"/>
                </a:lnTo>
                <a:lnTo>
                  <a:pt x="51" y="1378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4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2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0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59" y="1337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89" y="1320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4"/>
                </a:lnTo>
                <a:lnTo>
                  <a:pt x="195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5" y="1350"/>
                </a:lnTo>
                <a:lnTo>
                  <a:pt x="196" y="1350"/>
                </a:lnTo>
                <a:lnTo>
                  <a:pt x="197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6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6"/>
                </a:lnTo>
                <a:lnTo>
                  <a:pt x="255" y="1347"/>
                </a:lnTo>
                <a:lnTo>
                  <a:pt x="255" y="1348"/>
                </a:lnTo>
                <a:lnTo>
                  <a:pt x="254" y="1349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1"/>
                </a:lnTo>
                <a:lnTo>
                  <a:pt x="283" y="1309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7"/>
                </a:lnTo>
                <a:lnTo>
                  <a:pt x="291" y="1296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8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6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8" y="1285"/>
                </a:lnTo>
                <a:lnTo>
                  <a:pt x="368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1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4" y="1139"/>
                </a:lnTo>
                <a:lnTo>
                  <a:pt x="604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4" y="1096"/>
                </a:lnTo>
                <a:lnTo>
                  <a:pt x="624" y="1095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2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1" y="1091"/>
                </a:lnTo>
                <a:lnTo>
                  <a:pt x="641" y="1090"/>
                </a:lnTo>
                <a:lnTo>
                  <a:pt x="640" y="1090"/>
                </a:lnTo>
                <a:lnTo>
                  <a:pt x="640" y="1089"/>
                </a:lnTo>
                <a:lnTo>
                  <a:pt x="639" y="1088"/>
                </a:lnTo>
                <a:lnTo>
                  <a:pt x="637" y="1087"/>
                </a:lnTo>
                <a:lnTo>
                  <a:pt x="636" y="1087"/>
                </a:lnTo>
                <a:lnTo>
                  <a:pt x="635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5"/>
                </a:lnTo>
                <a:lnTo>
                  <a:pt x="628" y="1084"/>
                </a:lnTo>
                <a:lnTo>
                  <a:pt x="627" y="1084"/>
                </a:lnTo>
                <a:lnTo>
                  <a:pt x="627" y="1083"/>
                </a:lnTo>
                <a:lnTo>
                  <a:pt x="626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6" y="1074"/>
                </a:lnTo>
                <a:lnTo>
                  <a:pt x="627" y="1073"/>
                </a:lnTo>
                <a:lnTo>
                  <a:pt x="629" y="1073"/>
                </a:lnTo>
                <a:lnTo>
                  <a:pt x="630" y="1073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70"/>
                </a:lnTo>
                <a:lnTo>
                  <a:pt x="638" y="1068"/>
                </a:lnTo>
                <a:lnTo>
                  <a:pt x="639" y="1068"/>
                </a:lnTo>
                <a:lnTo>
                  <a:pt x="640" y="1067"/>
                </a:lnTo>
                <a:lnTo>
                  <a:pt x="640" y="1066"/>
                </a:lnTo>
                <a:lnTo>
                  <a:pt x="641" y="1066"/>
                </a:lnTo>
                <a:lnTo>
                  <a:pt x="643" y="1066"/>
                </a:lnTo>
                <a:lnTo>
                  <a:pt x="644" y="1065"/>
                </a:lnTo>
                <a:lnTo>
                  <a:pt x="645" y="1065"/>
                </a:lnTo>
                <a:lnTo>
                  <a:pt x="647" y="1065"/>
                </a:lnTo>
                <a:lnTo>
                  <a:pt x="648" y="1065"/>
                </a:lnTo>
                <a:lnTo>
                  <a:pt x="650" y="1065"/>
                </a:lnTo>
                <a:lnTo>
                  <a:pt x="651" y="1066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5"/>
                </a:lnTo>
                <a:lnTo>
                  <a:pt x="655" y="1065"/>
                </a:lnTo>
                <a:lnTo>
                  <a:pt x="656" y="1066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3"/>
                </a:lnTo>
                <a:lnTo>
                  <a:pt x="659" y="1062"/>
                </a:lnTo>
                <a:lnTo>
                  <a:pt x="659" y="1061"/>
                </a:lnTo>
                <a:lnTo>
                  <a:pt x="658" y="1061"/>
                </a:lnTo>
                <a:lnTo>
                  <a:pt x="658" y="1060"/>
                </a:lnTo>
                <a:lnTo>
                  <a:pt x="658" y="1059"/>
                </a:lnTo>
                <a:lnTo>
                  <a:pt x="658" y="1055"/>
                </a:lnTo>
                <a:lnTo>
                  <a:pt x="657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8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8"/>
                </a:lnTo>
                <a:lnTo>
                  <a:pt x="653" y="1037"/>
                </a:lnTo>
                <a:lnTo>
                  <a:pt x="654" y="1036"/>
                </a:lnTo>
                <a:lnTo>
                  <a:pt x="654" y="1035"/>
                </a:lnTo>
                <a:lnTo>
                  <a:pt x="655" y="1035"/>
                </a:lnTo>
                <a:lnTo>
                  <a:pt x="655" y="1034"/>
                </a:lnTo>
                <a:lnTo>
                  <a:pt x="655" y="1030"/>
                </a:lnTo>
                <a:lnTo>
                  <a:pt x="649" y="1021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4" y="993"/>
                </a:lnTo>
                <a:lnTo>
                  <a:pt x="633" y="992"/>
                </a:lnTo>
                <a:lnTo>
                  <a:pt x="634" y="992"/>
                </a:lnTo>
                <a:lnTo>
                  <a:pt x="633" y="992"/>
                </a:lnTo>
                <a:lnTo>
                  <a:pt x="633" y="991"/>
                </a:lnTo>
                <a:lnTo>
                  <a:pt x="633" y="990"/>
                </a:lnTo>
                <a:lnTo>
                  <a:pt x="633" y="988"/>
                </a:lnTo>
                <a:lnTo>
                  <a:pt x="632" y="988"/>
                </a:lnTo>
                <a:lnTo>
                  <a:pt x="632" y="987"/>
                </a:lnTo>
                <a:lnTo>
                  <a:pt x="631" y="986"/>
                </a:lnTo>
                <a:lnTo>
                  <a:pt x="631" y="985"/>
                </a:lnTo>
                <a:lnTo>
                  <a:pt x="630" y="984"/>
                </a:lnTo>
                <a:lnTo>
                  <a:pt x="630" y="983"/>
                </a:lnTo>
                <a:lnTo>
                  <a:pt x="631" y="983"/>
                </a:lnTo>
                <a:lnTo>
                  <a:pt x="631" y="982"/>
                </a:lnTo>
                <a:lnTo>
                  <a:pt x="630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8" y="974"/>
                </a:lnTo>
                <a:lnTo>
                  <a:pt x="628" y="973"/>
                </a:lnTo>
                <a:lnTo>
                  <a:pt x="627" y="971"/>
                </a:lnTo>
                <a:lnTo>
                  <a:pt x="627" y="970"/>
                </a:lnTo>
                <a:lnTo>
                  <a:pt x="627" y="969"/>
                </a:lnTo>
                <a:lnTo>
                  <a:pt x="626" y="969"/>
                </a:lnTo>
                <a:lnTo>
                  <a:pt x="624" y="968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0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5" y="906"/>
                </a:lnTo>
                <a:lnTo>
                  <a:pt x="614" y="905"/>
                </a:lnTo>
                <a:lnTo>
                  <a:pt x="612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8" y="894"/>
                </a:lnTo>
                <a:lnTo>
                  <a:pt x="597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2" y="887"/>
                </a:lnTo>
                <a:lnTo>
                  <a:pt x="581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1" y="871"/>
                </a:lnTo>
                <a:lnTo>
                  <a:pt x="623" y="870"/>
                </a:lnTo>
                <a:lnTo>
                  <a:pt x="624" y="868"/>
                </a:lnTo>
                <a:lnTo>
                  <a:pt x="626" y="868"/>
                </a:lnTo>
                <a:lnTo>
                  <a:pt x="627" y="867"/>
                </a:lnTo>
                <a:lnTo>
                  <a:pt x="627" y="865"/>
                </a:lnTo>
                <a:lnTo>
                  <a:pt x="629" y="864"/>
                </a:lnTo>
                <a:lnTo>
                  <a:pt x="631" y="862"/>
                </a:lnTo>
                <a:lnTo>
                  <a:pt x="632" y="863"/>
                </a:lnTo>
                <a:lnTo>
                  <a:pt x="633" y="864"/>
                </a:lnTo>
                <a:lnTo>
                  <a:pt x="634" y="864"/>
                </a:lnTo>
                <a:lnTo>
                  <a:pt x="636" y="864"/>
                </a:lnTo>
                <a:lnTo>
                  <a:pt x="637" y="864"/>
                </a:lnTo>
                <a:lnTo>
                  <a:pt x="638" y="864"/>
                </a:lnTo>
                <a:lnTo>
                  <a:pt x="640" y="865"/>
                </a:lnTo>
                <a:lnTo>
                  <a:pt x="641" y="864"/>
                </a:lnTo>
                <a:lnTo>
                  <a:pt x="642" y="864"/>
                </a:lnTo>
                <a:lnTo>
                  <a:pt x="643" y="863"/>
                </a:lnTo>
                <a:lnTo>
                  <a:pt x="645" y="863"/>
                </a:lnTo>
                <a:lnTo>
                  <a:pt x="649" y="862"/>
                </a:lnTo>
                <a:lnTo>
                  <a:pt x="650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8"/>
                </a:lnTo>
                <a:lnTo>
                  <a:pt x="651" y="857"/>
                </a:lnTo>
                <a:lnTo>
                  <a:pt x="652" y="857"/>
                </a:lnTo>
                <a:lnTo>
                  <a:pt x="653" y="857"/>
                </a:lnTo>
                <a:lnTo>
                  <a:pt x="653" y="858"/>
                </a:lnTo>
                <a:lnTo>
                  <a:pt x="654" y="858"/>
                </a:lnTo>
                <a:lnTo>
                  <a:pt x="655" y="859"/>
                </a:lnTo>
                <a:lnTo>
                  <a:pt x="656" y="859"/>
                </a:lnTo>
                <a:lnTo>
                  <a:pt x="656" y="860"/>
                </a:lnTo>
                <a:lnTo>
                  <a:pt x="657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0"/>
                </a:lnTo>
                <a:lnTo>
                  <a:pt x="662" y="861"/>
                </a:lnTo>
                <a:lnTo>
                  <a:pt x="663" y="862"/>
                </a:lnTo>
                <a:lnTo>
                  <a:pt x="664" y="862"/>
                </a:lnTo>
                <a:lnTo>
                  <a:pt x="667" y="862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3" y="858"/>
                </a:lnTo>
                <a:lnTo>
                  <a:pt x="674" y="858"/>
                </a:lnTo>
                <a:lnTo>
                  <a:pt x="675" y="859"/>
                </a:lnTo>
                <a:lnTo>
                  <a:pt x="677" y="859"/>
                </a:lnTo>
                <a:lnTo>
                  <a:pt x="679" y="858"/>
                </a:lnTo>
                <a:lnTo>
                  <a:pt x="681" y="858"/>
                </a:lnTo>
                <a:lnTo>
                  <a:pt x="681" y="857"/>
                </a:lnTo>
                <a:lnTo>
                  <a:pt x="682" y="857"/>
                </a:lnTo>
                <a:lnTo>
                  <a:pt x="684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3"/>
                </a:lnTo>
                <a:lnTo>
                  <a:pt x="689" y="853"/>
                </a:lnTo>
                <a:lnTo>
                  <a:pt x="690" y="853"/>
                </a:lnTo>
                <a:lnTo>
                  <a:pt x="690" y="854"/>
                </a:lnTo>
                <a:lnTo>
                  <a:pt x="691" y="854"/>
                </a:lnTo>
                <a:lnTo>
                  <a:pt x="692" y="854"/>
                </a:lnTo>
                <a:lnTo>
                  <a:pt x="692" y="853"/>
                </a:lnTo>
                <a:lnTo>
                  <a:pt x="692" y="852"/>
                </a:lnTo>
                <a:lnTo>
                  <a:pt x="693" y="852"/>
                </a:lnTo>
                <a:lnTo>
                  <a:pt x="694" y="852"/>
                </a:lnTo>
                <a:lnTo>
                  <a:pt x="696" y="851"/>
                </a:lnTo>
                <a:lnTo>
                  <a:pt x="697" y="851"/>
                </a:lnTo>
                <a:lnTo>
                  <a:pt x="697" y="850"/>
                </a:lnTo>
                <a:lnTo>
                  <a:pt x="698" y="850"/>
                </a:lnTo>
                <a:lnTo>
                  <a:pt x="699" y="850"/>
                </a:lnTo>
                <a:lnTo>
                  <a:pt x="699" y="851"/>
                </a:lnTo>
                <a:lnTo>
                  <a:pt x="700" y="851"/>
                </a:lnTo>
                <a:lnTo>
                  <a:pt x="702" y="851"/>
                </a:lnTo>
                <a:lnTo>
                  <a:pt x="703" y="851"/>
                </a:lnTo>
                <a:lnTo>
                  <a:pt x="705" y="849"/>
                </a:lnTo>
                <a:lnTo>
                  <a:pt x="706" y="849"/>
                </a:lnTo>
                <a:lnTo>
                  <a:pt x="708" y="848"/>
                </a:lnTo>
                <a:lnTo>
                  <a:pt x="709" y="848"/>
                </a:lnTo>
                <a:lnTo>
                  <a:pt x="710" y="849"/>
                </a:lnTo>
                <a:lnTo>
                  <a:pt x="711" y="849"/>
                </a:lnTo>
                <a:lnTo>
                  <a:pt x="712" y="848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7" y="847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0" y="848"/>
                </a:lnTo>
                <a:lnTo>
                  <a:pt x="722" y="847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5" y="844"/>
                </a:lnTo>
                <a:lnTo>
                  <a:pt x="726" y="844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29" y="841"/>
                </a:lnTo>
                <a:lnTo>
                  <a:pt x="731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9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3" y="838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7" y="837"/>
                </a:lnTo>
                <a:lnTo>
                  <a:pt x="747" y="836"/>
                </a:lnTo>
                <a:lnTo>
                  <a:pt x="748" y="836"/>
                </a:lnTo>
                <a:lnTo>
                  <a:pt x="748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2" y="841"/>
                </a:lnTo>
                <a:lnTo>
                  <a:pt x="752" y="842"/>
                </a:lnTo>
                <a:lnTo>
                  <a:pt x="754" y="844"/>
                </a:lnTo>
                <a:lnTo>
                  <a:pt x="754" y="845"/>
                </a:lnTo>
                <a:lnTo>
                  <a:pt x="755" y="846"/>
                </a:lnTo>
                <a:lnTo>
                  <a:pt x="756" y="846"/>
                </a:lnTo>
                <a:lnTo>
                  <a:pt x="757" y="847"/>
                </a:lnTo>
                <a:lnTo>
                  <a:pt x="758" y="848"/>
                </a:lnTo>
                <a:lnTo>
                  <a:pt x="759" y="850"/>
                </a:lnTo>
                <a:lnTo>
                  <a:pt x="760" y="851"/>
                </a:lnTo>
                <a:lnTo>
                  <a:pt x="760" y="852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6" y="851"/>
                </a:lnTo>
                <a:lnTo>
                  <a:pt x="768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2" y="849"/>
                </a:lnTo>
                <a:lnTo>
                  <a:pt x="773" y="849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3"/>
                </a:lnTo>
                <a:lnTo>
                  <a:pt x="776" y="854"/>
                </a:lnTo>
                <a:lnTo>
                  <a:pt x="778" y="854"/>
                </a:lnTo>
                <a:lnTo>
                  <a:pt x="779" y="853"/>
                </a:lnTo>
                <a:lnTo>
                  <a:pt x="780" y="853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6" y="851"/>
                </a:lnTo>
                <a:lnTo>
                  <a:pt x="788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0"/>
                </a:lnTo>
                <a:lnTo>
                  <a:pt x="793" y="850"/>
                </a:lnTo>
                <a:lnTo>
                  <a:pt x="799" y="854"/>
                </a:lnTo>
                <a:lnTo>
                  <a:pt x="803" y="855"/>
                </a:lnTo>
                <a:lnTo>
                  <a:pt x="810" y="857"/>
                </a:lnTo>
                <a:lnTo>
                  <a:pt x="817" y="855"/>
                </a:lnTo>
                <a:lnTo>
                  <a:pt x="820" y="852"/>
                </a:lnTo>
                <a:lnTo>
                  <a:pt x="821" y="840"/>
                </a:lnTo>
                <a:lnTo>
                  <a:pt x="818" y="835"/>
                </a:lnTo>
                <a:lnTo>
                  <a:pt x="816" y="832"/>
                </a:lnTo>
                <a:lnTo>
                  <a:pt x="807" y="828"/>
                </a:lnTo>
                <a:lnTo>
                  <a:pt x="792" y="820"/>
                </a:lnTo>
                <a:lnTo>
                  <a:pt x="792" y="819"/>
                </a:lnTo>
                <a:lnTo>
                  <a:pt x="791" y="812"/>
                </a:lnTo>
                <a:lnTo>
                  <a:pt x="793" y="810"/>
                </a:lnTo>
                <a:lnTo>
                  <a:pt x="793" y="808"/>
                </a:lnTo>
                <a:lnTo>
                  <a:pt x="793" y="804"/>
                </a:lnTo>
                <a:lnTo>
                  <a:pt x="793" y="802"/>
                </a:lnTo>
                <a:lnTo>
                  <a:pt x="793" y="801"/>
                </a:lnTo>
                <a:lnTo>
                  <a:pt x="796" y="798"/>
                </a:lnTo>
                <a:lnTo>
                  <a:pt x="796" y="797"/>
                </a:lnTo>
                <a:lnTo>
                  <a:pt x="797" y="797"/>
                </a:lnTo>
                <a:lnTo>
                  <a:pt x="798" y="795"/>
                </a:lnTo>
                <a:lnTo>
                  <a:pt x="798" y="792"/>
                </a:lnTo>
                <a:lnTo>
                  <a:pt x="798" y="791"/>
                </a:lnTo>
                <a:lnTo>
                  <a:pt x="798" y="790"/>
                </a:lnTo>
                <a:lnTo>
                  <a:pt x="798" y="788"/>
                </a:lnTo>
                <a:lnTo>
                  <a:pt x="797" y="787"/>
                </a:lnTo>
                <a:lnTo>
                  <a:pt x="797" y="786"/>
                </a:lnTo>
                <a:lnTo>
                  <a:pt x="797" y="785"/>
                </a:lnTo>
                <a:lnTo>
                  <a:pt x="798" y="784"/>
                </a:lnTo>
                <a:lnTo>
                  <a:pt x="798" y="783"/>
                </a:lnTo>
                <a:lnTo>
                  <a:pt x="798" y="780"/>
                </a:lnTo>
                <a:lnTo>
                  <a:pt x="798" y="779"/>
                </a:lnTo>
                <a:lnTo>
                  <a:pt x="801" y="777"/>
                </a:lnTo>
                <a:lnTo>
                  <a:pt x="803" y="776"/>
                </a:lnTo>
                <a:lnTo>
                  <a:pt x="804" y="776"/>
                </a:lnTo>
                <a:lnTo>
                  <a:pt x="806" y="776"/>
                </a:lnTo>
                <a:lnTo>
                  <a:pt x="808" y="775"/>
                </a:lnTo>
                <a:lnTo>
                  <a:pt x="814" y="757"/>
                </a:lnTo>
                <a:lnTo>
                  <a:pt x="822" y="743"/>
                </a:lnTo>
                <a:lnTo>
                  <a:pt x="832" y="723"/>
                </a:lnTo>
                <a:lnTo>
                  <a:pt x="837" y="712"/>
                </a:lnTo>
                <a:lnTo>
                  <a:pt x="838" y="704"/>
                </a:lnTo>
                <a:lnTo>
                  <a:pt x="841" y="694"/>
                </a:lnTo>
                <a:lnTo>
                  <a:pt x="846" y="692"/>
                </a:lnTo>
                <a:lnTo>
                  <a:pt x="846" y="689"/>
                </a:lnTo>
                <a:lnTo>
                  <a:pt x="850" y="677"/>
                </a:lnTo>
                <a:lnTo>
                  <a:pt x="851" y="674"/>
                </a:lnTo>
                <a:lnTo>
                  <a:pt x="851" y="671"/>
                </a:lnTo>
                <a:lnTo>
                  <a:pt x="851" y="670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6" y="664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8" y="658"/>
                </a:lnTo>
                <a:lnTo>
                  <a:pt x="859" y="657"/>
                </a:lnTo>
                <a:lnTo>
                  <a:pt x="859" y="656"/>
                </a:lnTo>
                <a:lnTo>
                  <a:pt x="860" y="654"/>
                </a:lnTo>
                <a:lnTo>
                  <a:pt x="860" y="652"/>
                </a:lnTo>
                <a:lnTo>
                  <a:pt x="859" y="650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8"/>
                </a:lnTo>
                <a:lnTo>
                  <a:pt x="864" y="647"/>
                </a:lnTo>
                <a:lnTo>
                  <a:pt x="865" y="648"/>
                </a:lnTo>
                <a:lnTo>
                  <a:pt x="866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0" y="646"/>
                </a:lnTo>
                <a:lnTo>
                  <a:pt x="871" y="647"/>
                </a:lnTo>
                <a:lnTo>
                  <a:pt x="872" y="648"/>
                </a:lnTo>
                <a:lnTo>
                  <a:pt x="874" y="648"/>
                </a:lnTo>
                <a:lnTo>
                  <a:pt x="875" y="649"/>
                </a:lnTo>
                <a:lnTo>
                  <a:pt x="876" y="649"/>
                </a:lnTo>
                <a:lnTo>
                  <a:pt x="876" y="650"/>
                </a:lnTo>
                <a:lnTo>
                  <a:pt x="877" y="651"/>
                </a:lnTo>
                <a:lnTo>
                  <a:pt x="878" y="651"/>
                </a:lnTo>
                <a:lnTo>
                  <a:pt x="878" y="652"/>
                </a:lnTo>
                <a:lnTo>
                  <a:pt x="879" y="652"/>
                </a:lnTo>
                <a:lnTo>
                  <a:pt x="879" y="653"/>
                </a:lnTo>
                <a:lnTo>
                  <a:pt x="880" y="653"/>
                </a:lnTo>
                <a:lnTo>
                  <a:pt x="883" y="653"/>
                </a:lnTo>
                <a:lnTo>
                  <a:pt x="884" y="652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4"/>
                </a:lnTo>
                <a:lnTo>
                  <a:pt x="892" y="655"/>
                </a:lnTo>
                <a:lnTo>
                  <a:pt x="893" y="656"/>
                </a:lnTo>
                <a:lnTo>
                  <a:pt x="893" y="657"/>
                </a:lnTo>
                <a:lnTo>
                  <a:pt x="894" y="657"/>
                </a:lnTo>
                <a:lnTo>
                  <a:pt x="894" y="658"/>
                </a:lnTo>
                <a:lnTo>
                  <a:pt x="895" y="658"/>
                </a:lnTo>
                <a:lnTo>
                  <a:pt x="895" y="659"/>
                </a:lnTo>
                <a:lnTo>
                  <a:pt x="896" y="658"/>
                </a:lnTo>
                <a:lnTo>
                  <a:pt x="897" y="658"/>
                </a:lnTo>
                <a:lnTo>
                  <a:pt x="898" y="657"/>
                </a:lnTo>
                <a:lnTo>
                  <a:pt x="899" y="657"/>
                </a:lnTo>
                <a:lnTo>
                  <a:pt x="899" y="658"/>
                </a:lnTo>
                <a:lnTo>
                  <a:pt x="900" y="658"/>
                </a:lnTo>
                <a:lnTo>
                  <a:pt x="901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4" y="660"/>
                </a:lnTo>
                <a:lnTo>
                  <a:pt x="904" y="661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2"/>
                </a:lnTo>
                <a:lnTo>
                  <a:pt x="909" y="663"/>
                </a:lnTo>
                <a:lnTo>
                  <a:pt x="908" y="664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7" y="666"/>
                </a:lnTo>
                <a:lnTo>
                  <a:pt x="919" y="667"/>
                </a:lnTo>
                <a:lnTo>
                  <a:pt x="920" y="667"/>
                </a:lnTo>
                <a:lnTo>
                  <a:pt x="920" y="668"/>
                </a:lnTo>
                <a:lnTo>
                  <a:pt x="920" y="669"/>
                </a:lnTo>
                <a:lnTo>
                  <a:pt x="921" y="669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8"/>
                </a:lnTo>
                <a:lnTo>
                  <a:pt x="928" y="669"/>
                </a:lnTo>
                <a:lnTo>
                  <a:pt x="929" y="669"/>
                </a:lnTo>
                <a:lnTo>
                  <a:pt x="930" y="670"/>
                </a:lnTo>
                <a:lnTo>
                  <a:pt x="932" y="670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6" y="671"/>
                </a:lnTo>
                <a:lnTo>
                  <a:pt x="936" y="672"/>
                </a:lnTo>
                <a:lnTo>
                  <a:pt x="937" y="672"/>
                </a:lnTo>
                <a:lnTo>
                  <a:pt x="937" y="673"/>
                </a:lnTo>
                <a:lnTo>
                  <a:pt x="938" y="672"/>
                </a:lnTo>
                <a:lnTo>
                  <a:pt x="939" y="672"/>
                </a:lnTo>
                <a:lnTo>
                  <a:pt x="939" y="673"/>
                </a:lnTo>
                <a:lnTo>
                  <a:pt x="940" y="674"/>
                </a:lnTo>
                <a:lnTo>
                  <a:pt x="941" y="674"/>
                </a:lnTo>
                <a:lnTo>
                  <a:pt x="941" y="673"/>
                </a:lnTo>
                <a:lnTo>
                  <a:pt x="942" y="672"/>
                </a:lnTo>
                <a:lnTo>
                  <a:pt x="943" y="672"/>
                </a:lnTo>
                <a:lnTo>
                  <a:pt x="944" y="672"/>
                </a:lnTo>
                <a:lnTo>
                  <a:pt x="945" y="673"/>
                </a:lnTo>
                <a:lnTo>
                  <a:pt x="946" y="672"/>
                </a:lnTo>
                <a:lnTo>
                  <a:pt x="947" y="672"/>
                </a:lnTo>
                <a:lnTo>
                  <a:pt x="948" y="672"/>
                </a:lnTo>
                <a:lnTo>
                  <a:pt x="950" y="673"/>
                </a:lnTo>
                <a:lnTo>
                  <a:pt x="953" y="674"/>
                </a:lnTo>
                <a:lnTo>
                  <a:pt x="956" y="674"/>
                </a:lnTo>
                <a:lnTo>
                  <a:pt x="959" y="674"/>
                </a:lnTo>
                <a:lnTo>
                  <a:pt x="961" y="673"/>
                </a:lnTo>
                <a:lnTo>
                  <a:pt x="963" y="672"/>
                </a:lnTo>
                <a:lnTo>
                  <a:pt x="965" y="670"/>
                </a:lnTo>
                <a:lnTo>
                  <a:pt x="966" y="670"/>
                </a:lnTo>
                <a:lnTo>
                  <a:pt x="967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1"/>
                </a:lnTo>
                <a:lnTo>
                  <a:pt x="977" y="670"/>
                </a:lnTo>
                <a:lnTo>
                  <a:pt x="978" y="670"/>
                </a:lnTo>
                <a:lnTo>
                  <a:pt x="978" y="671"/>
                </a:lnTo>
                <a:lnTo>
                  <a:pt x="979" y="671"/>
                </a:lnTo>
                <a:lnTo>
                  <a:pt x="981" y="671"/>
                </a:lnTo>
                <a:lnTo>
                  <a:pt x="983" y="671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8" y="670"/>
                </a:lnTo>
                <a:lnTo>
                  <a:pt x="988" y="671"/>
                </a:lnTo>
                <a:lnTo>
                  <a:pt x="989" y="671"/>
                </a:lnTo>
                <a:lnTo>
                  <a:pt x="990" y="672"/>
                </a:lnTo>
                <a:lnTo>
                  <a:pt x="991" y="672"/>
                </a:lnTo>
                <a:lnTo>
                  <a:pt x="992" y="673"/>
                </a:lnTo>
                <a:lnTo>
                  <a:pt x="993" y="674"/>
                </a:lnTo>
                <a:lnTo>
                  <a:pt x="995" y="673"/>
                </a:lnTo>
                <a:lnTo>
                  <a:pt x="997" y="672"/>
                </a:lnTo>
                <a:lnTo>
                  <a:pt x="998" y="671"/>
                </a:lnTo>
                <a:lnTo>
                  <a:pt x="1000" y="671"/>
                </a:lnTo>
                <a:lnTo>
                  <a:pt x="1002" y="671"/>
                </a:lnTo>
                <a:lnTo>
                  <a:pt x="1004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8" y="670"/>
                </a:lnTo>
                <a:lnTo>
                  <a:pt x="1009" y="670"/>
                </a:lnTo>
                <a:lnTo>
                  <a:pt x="1012" y="670"/>
                </a:lnTo>
                <a:lnTo>
                  <a:pt x="1015" y="670"/>
                </a:lnTo>
                <a:lnTo>
                  <a:pt x="1016" y="671"/>
                </a:lnTo>
                <a:lnTo>
                  <a:pt x="1017" y="673"/>
                </a:lnTo>
                <a:lnTo>
                  <a:pt x="1019" y="673"/>
                </a:lnTo>
                <a:lnTo>
                  <a:pt x="1021" y="674"/>
                </a:lnTo>
                <a:lnTo>
                  <a:pt x="1023" y="675"/>
                </a:lnTo>
                <a:lnTo>
                  <a:pt x="1024" y="675"/>
                </a:lnTo>
                <a:lnTo>
                  <a:pt x="1024" y="676"/>
                </a:lnTo>
                <a:lnTo>
                  <a:pt x="1024" y="677"/>
                </a:lnTo>
                <a:lnTo>
                  <a:pt x="1025" y="678"/>
                </a:lnTo>
                <a:lnTo>
                  <a:pt x="1029" y="681"/>
                </a:lnTo>
                <a:lnTo>
                  <a:pt x="1029" y="682"/>
                </a:lnTo>
                <a:lnTo>
                  <a:pt x="1030" y="684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5" y="683"/>
                </a:lnTo>
                <a:lnTo>
                  <a:pt x="1035" y="681"/>
                </a:lnTo>
                <a:lnTo>
                  <a:pt x="1036" y="679"/>
                </a:lnTo>
                <a:lnTo>
                  <a:pt x="1037" y="679"/>
                </a:lnTo>
                <a:lnTo>
                  <a:pt x="1038" y="678"/>
                </a:lnTo>
                <a:lnTo>
                  <a:pt x="1040" y="678"/>
                </a:lnTo>
                <a:lnTo>
                  <a:pt x="1041" y="678"/>
                </a:lnTo>
                <a:lnTo>
                  <a:pt x="1043" y="678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6"/>
                </a:lnTo>
                <a:lnTo>
                  <a:pt x="1045" y="675"/>
                </a:lnTo>
                <a:lnTo>
                  <a:pt x="1049" y="672"/>
                </a:lnTo>
                <a:lnTo>
                  <a:pt x="1050" y="672"/>
                </a:lnTo>
                <a:lnTo>
                  <a:pt x="1051" y="672"/>
                </a:lnTo>
                <a:lnTo>
                  <a:pt x="1053" y="671"/>
                </a:lnTo>
                <a:lnTo>
                  <a:pt x="1053" y="670"/>
                </a:lnTo>
                <a:lnTo>
                  <a:pt x="1055" y="668"/>
                </a:lnTo>
                <a:lnTo>
                  <a:pt x="1056" y="666"/>
                </a:lnTo>
                <a:lnTo>
                  <a:pt x="1057" y="665"/>
                </a:lnTo>
                <a:lnTo>
                  <a:pt x="1059" y="665"/>
                </a:lnTo>
                <a:lnTo>
                  <a:pt x="1061" y="665"/>
                </a:lnTo>
                <a:lnTo>
                  <a:pt x="1062" y="665"/>
                </a:lnTo>
                <a:lnTo>
                  <a:pt x="1062" y="664"/>
                </a:lnTo>
                <a:lnTo>
                  <a:pt x="1063" y="664"/>
                </a:lnTo>
                <a:lnTo>
                  <a:pt x="1064" y="665"/>
                </a:lnTo>
                <a:lnTo>
                  <a:pt x="1065" y="665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5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7" y="664"/>
                </a:lnTo>
                <a:lnTo>
                  <a:pt x="1079" y="664"/>
                </a:lnTo>
                <a:lnTo>
                  <a:pt x="1079" y="665"/>
                </a:lnTo>
                <a:lnTo>
                  <a:pt x="1081" y="665"/>
                </a:lnTo>
                <a:lnTo>
                  <a:pt x="1082" y="665"/>
                </a:lnTo>
                <a:lnTo>
                  <a:pt x="1084" y="665"/>
                </a:lnTo>
                <a:lnTo>
                  <a:pt x="1086" y="665"/>
                </a:lnTo>
                <a:lnTo>
                  <a:pt x="1086" y="664"/>
                </a:lnTo>
                <a:lnTo>
                  <a:pt x="1086" y="662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7"/>
                </a:lnTo>
                <a:lnTo>
                  <a:pt x="1089" y="657"/>
                </a:lnTo>
                <a:lnTo>
                  <a:pt x="1090" y="656"/>
                </a:lnTo>
                <a:lnTo>
                  <a:pt x="1093" y="653"/>
                </a:lnTo>
                <a:lnTo>
                  <a:pt x="1095" y="650"/>
                </a:lnTo>
                <a:lnTo>
                  <a:pt x="1097" y="649"/>
                </a:lnTo>
                <a:lnTo>
                  <a:pt x="1097" y="648"/>
                </a:lnTo>
                <a:lnTo>
                  <a:pt x="1099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100" y="640"/>
                </a:lnTo>
                <a:lnTo>
                  <a:pt x="1099" y="639"/>
                </a:lnTo>
                <a:lnTo>
                  <a:pt x="1098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9" y="636"/>
                </a:lnTo>
                <a:lnTo>
                  <a:pt x="1099" y="635"/>
                </a:lnTo>
                <a:lnTo>
                  <a:pt x="1099" y="634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101" y="632"/>
                </a:lnTo>
                <a:lnTo>
                  <a:pt x="1100" y="630"/>
                </a:lnTo>
                <a:lnTo>
                  <a:pt x="1100" y="628"/>
                </a:lnTo>
                <a:lnTo>
                  <a:pt x="1100" y="627"/>
                </a:lnTo>
                <a:lnTo>
                  <a:pt x="1099" y="626"/>
                </a:lnTo>
                <a:lnTo>
                  <a:pt x="1098" y="625"/>
                </a:lnTo>
                <a:lnTo>
                  <a:pt x="1096" y="624"/>
                </a:lnTo>
                <a:lnTo>
                  <a:pt x="1095" y="623"/>
                </a:lnTo>
                <a:lnTo>
                  <a:pt x="1095" y="622"/>
                </a:lnTo>
                <a:lnTo>
                  <a:pt x="1094" y="620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3" y="613"/>
                </a:lnTo>
                <a:lnTo>
                  <a:pt x="1092" y="610"/>
                </a:lnTo>
                <a:lnTo>
                  <a:pt x="1092" y="608"/>
                </a:lnTo>
                <a:lnTo>
                  <a:pt x="1092" y="606"/>
                </a:lnTo>
                <a:lnTo>
                  <a:pt x="1089" y="586"/>
                </a:lnTo>
                <a:lnTo>
                  <a:pt x="1088" y="574"/>
                </a:lnTo>
                <a:lnTo>
                  <a:pt x="1087" y="573"/>
                </a:lnTo>
                <a:lnTo>
                  <a:pt x="1087" y="572"/>
                </a:lnTo>
                <a:lnTo>
                  <a:pt x="1087" y="571"/>
                </a:lnTo>
                <a:lnTo>
                  <a:pt x="1087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6" y="566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6" y="563"/>
                </a:lnTo>
                <a:lnTo>
                  <a:pt x="1087" y="563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0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8" y="553"/>
                </a:lnTo>
                <a:lnTo>
                  <a:pt x="1089" y="552"/>
                </a:lnTo>
                <a:lnTo>
                  <a:pt x="1090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4"/>
                </a:lnTo>
                <a:lnTo>
                  <a:pt x="1116" y="524"/>
                </a:lnTo>
                <a:lnTo>
                  <a:pt x="1116" y="525"/>
                </a:lnTo>
                <a:lnTo>
                  <a:pt x="1118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20" y="524"/>
                </a:lnTo>
                <a:lnTo>
                  <a:pt x="1133" y="523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7"/>
                </a:lnTo>
                <a:lnTo>
                  <a:pt x="1162" y="517"/>
                </a:lnTo>
                <a:lnTo>
                  <a:pt x="1162" y="518"/>
                </a:lnTo>
                <a:lnTo>
                  <a:pt x="1163" y="519"/>
                </a:lnTo>
                <a:lnTo>
                  <a:pt x="1164" y="519"/>
                </a:lnTo>
                <a:lnTo>
                  <a:pt x="1164" y="520"/>
                </a:lnTo>
                <a:lnTo>
                  <a:pt x="1180" y="513"/>
                </a:lnTo>
                <a:lnTo>
                  <a:pt x="1181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5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1" y="502"/>
                </a:lnTo>
                <a:lnTo>
                  <a:pt x="1191" y="501"/>
                </a:lnTo>
                <a:lnTo>
                  <a:pt x="1191" y="500"/>
                </a:lnTo>
                <a:lnTo>
                  <a:pt x="1192" y="499"/>
                </a:lnTo>
                <a:lnTo>
                  <a:pt x="1194" y="499"/>
                </a:lnTo>
                <a:lnTo>
                  <a:pt x="1196" y="497"/>
                </a:lnTo>
                <a:lnTo>
                  <a:pt x="1197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8" y="491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9"/>
                </a:lnTo>
                <a:lnTo>
                  <a:pt x="1196" y="487"/>
                </a:lnTo>
                <a:lnTo>
                  <a:pt x="1196" y="486"/>
                </a:lnTo>
                <a:lnTo>
                  <a:pt x="1197" y="486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0"/>
                </a:lnTo>
                <a:lnTo>
                  <a:pt x="1200" y="479"/>
                </a:lnTo>
                <a:lnTo>
                  <a:pt x="1198" y="478"/>
                </a:lnTo>
                <a:lnTo>
                  <a:pt x="1197" y="478"/>
                </a:lnTo>
                <a:lnTo>
                  <a:pt x="1197" y="477"/>
                </a:lnTo>
                <a:lnTo>
                  <a:pt x="1196" y="477"/>
                </a:lnTo>
                <a:lnTo>
                  <a:pt x="1194" y="475"/>
                </a:lnTo>
                <a:lnTo>
                  <a:pt x="1194" y="474"/>
                </a:lnTo>
                <a:lnTo>
                  <a:pt x="1194" y="473"/>
                </a:lnTo>
                <a:lnTo>
                  <a:pt x="1194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4" y="469"/>
                </a:lnTo>
                <a:lnTo>
                  <a:pt x="1193" y="468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3"/>
                </a:lnTo>
                <a:lnTo>
                  <a:pt x="1199" y="462"/>
                </a:lnTo>
                <a:lnTo>
                  <a:pt x="1200" y="462"/>
                </a:lnTo>
                <a:lnTo>
                  <a:pt x="1201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2"/>
                </a:lnTo>
                <a:lnTo>
                  <a:pt x="1210" y="452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1" y="453"/>
                </a:lnTo>
                <a:lnTo>
                  <a:pt x="1222" y="453"/>
                </a:lnTo>
                <a:lnTo>
                  <a:pt x="1222" y="452"/>
                </a:lnTo>
                <a:lnTo>
                  <a:pt x="1223" y="452"/>
                </a:lnTo>
                <a:lnTo>
                  <a:pt x="1225" y="452"/>
                </a:lnTo>
                <a:lnTo>
                  <a:pt x="1226" y="452"/>
                </a:lnTo>
                <a:lnTo>
                  <a:pt x="1227" y="451"/>
                </a:lnTo>
                <a:lnTo>
                  <a:pt x="1227" y="450"/>
                </a:lnTo>
                <a:lnTo>
                  <a:pt x="1228" y="450"/>
                </a:lnTo>
                <a:lnTo>
                  <a:pt x="1230" y="450"/>
                </a:lnTo>
                <a:lnTo>
                  <a:pt x="1232" y="451"/>
                </a:lnTo>
                <a:lnTo>
                  <a:pt x="1236" y="452"/>
                </a:lnTo>
                <a:lnTo>
                  <a:pt x="1239" y="455"/>
                </a:lnTo>
                <a:lnTo>
                  <a:pt x="1243" y="454"/>
                </a:lnTo>
                <a:lnTo>
                  <a:pt x="1244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1" y="456"/>
                </a:lnTo>
                <a:lnTo>
                  <a:pt x="1252" y="456"/>
                </a:lnTo>
                <a:lnTo>
                  <a:pt x="1254" y="458"/>
                </a:lnTo>
                <a:lnTo>
                  <a:pt x="1255" y="458"/>
                </a:lnTo>
                <a:lnTo>
                  <a:pt x="1257" y="458"/>
                </a:lnTo>
                <a:lnTo>
                  <a:pt x="1258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7"/>
                </a:lnTo>
                <a:lnTo>
                  <a:pt x="1263" y="456"/>
                </a:lnTo>
                <a:lnTo>
                  <a:pt x="1264" y="455"/>
                </a:lnTo>
                <a:lnTo>
                  <a:pt x="1263" y="454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1"/>
                </a:lnTo>
                <a:lnTo>
                  <a:pt x="1266" y="451"/>
                </a:lnTo>
                <a:lnTo>
                  <a:pt x="1268" y="452"/>
                </a:lnTo>
                <a:lnTo>
                  <a:pt x="1269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50"/>
                </a:lnTo>
                <a:lnTo>
                  <a:pt x="1280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4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4" y="451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4"/>
                </a:lnTo>
                <a:lnTo>
                  <a:pt x="1296" y="455"/>
                </a:lnTo>
                <a:lnTo>
                  <a:pt x="1295" y="456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3" y="462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7" y="463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7"/>
                </a:lnTo>
                <a:lnTo>
                  <a:pt x="1299" y="467"/>
                </a:lnTo>
                <a:lnTo>
                  <a:pt x="1299" y="468"/>
                </a:lnTo>
                <a:lnTo>
                  <a:pt x="1298" y="469"/>
                </a:lnTo>
                <a:lnTo>
                  <a:pt x="1297" y="469"/>
                </a:lnTo>
                <a:lnTo>
                  <a:pt x="1296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1"/>
                </a:lnTo>
                <a:lnTo>
                  <a:pt x="1291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5"/>
                </a:lnTo>
                <a:lnTo>
                  <a:pt x="1286" y="476"/>
                </a:lnTo>
                <a:lnTo>
                  <a:pt x="1285" y="477"/>
                </a:lnTo>
                <a:lnTo>
                  <a:pt x="1284" y="478"/>
                </a:lnTo>
                <a:lnTo>
                  <a:pt x="1284" y="479"/>
                </a:lnTo>
                <a:lnTo>
                  <a:pt x="1285" y="479"/>
                </a:lnTo>
                <a:lnTo>
                  <a:pt x="1286" y="480"/>
                </a:lnTo>
                <a:lnTo>
                  <a:pt x="1288" y="480"/>
                </a:lnTo>
                <a:lnTo>
                  <a:pt x="1288" y="479"/>
                </a:lnTo>
                <a:lnTo>
                  <a:pt x="1288" y="480"/>
                </a:lnTo>
                <a:lnTo>
                  <a:pt x="1289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91" y="482"/>
                </a:lnTo>
                <a:lnTo>
                  <a:pt x="1292" y="483"/>
                </a:lnTo>
                <a:lnTo>
                  <a:pt x="1292" y="484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6"/>
                </a:lnTo>
                <a:lnTo>
                  <a:pt x="1296" y="487"/>
                </a:lnTo>
                <a:lnTo>
                  <a:pt x="1298" y="488"/>
                </a:lnTo>
                <a:lnTo>
                  <a:pt x="1300" y="489"/>
                </a:lnTo>
                <a:lnTo>
                  <a:pt x="1301" y="490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6" y="490"/>
                </a:lnTo>
                <a:lnTo>
                  <a:pt x="1308" y="491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3"/>
                </a:lnTo>
                <a:lnTo>
                  <a:pt x="1313" y="494"/>
                </a:lnTo>
                <a:lnTo>
                  <a:pt x="1313" y="495"/>
                </a:lnTo>
                <a:lnTo>
                  <a:pt x="1313" y="496"/>
                </a:lnTo>
                <a:lnTo>
                  <a:pt x="1314" y="496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7" y="495"/>
                </a:lnTo>
                <a:lnTo>
                  <a:pt x="1317" y="496"/>
                </a:lnTo>
                <a:lnTo>
                  <a:pt x="1316" y="496"/>
                </a:lnTo>
                <a:lnTo>
                  <a:pt x="1316" y="497"/>
                </a:lnTo>
                <a:lnTo>
                  <a:pt x="1315" y="498"/>
                </a:lnTo>
                <a:lnTo>
                  <a:pt x="1313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0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7"/>
                </a:lnTo>
                <a:lnTo>
                  <a:pt x="1304" y="508"/>
                </a:lnTo>
                <a:lnTo>
                  <a:pt x="1305" y="509"/>
                </a:lnTo>
                <a:lnTo>
                  <a:pt x="1306" y="510"/>
                </a:lnTo>
                <a:lnTo>
                  <a:pt x="1307" y="510"/>
                </a:lnTo>
                <a:lnTo>
                  <a:pt x="1308" y="511"/>
                </a:lnTo>
                <a:lnTo>
                  <a:pt x="1309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2" y="512"/>
                </a:lnTo>
                <a:lnTo>
                  <a:pt x="1313" y="513"/>
                </a:lnTo>
                <a:lnTo>
                  <a:pt x="1314" y="513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2"/>
                </a:lnTo>
                <a:lnTo>
                  <a:pt x="1317" y="513"/>
                </a:lnTo>
                <a:lnTo>
                  <a:pt x="1318" y="513"/>
                </a:lnTo>
                <a:lnTo>
                  <a:pt x="1318" y="514"/>
                </a:lnTo>
                <a:lnTo>
                  <a:pt x="1319" y="514"/>
                </a:lnTo>
                <a:lnTo>
                  <a:pt x="1319" y="515"/>
                </a:lnTo>
                <a:lnTo>
                  <a:pt x="1320" y="515"/>
                </a:lnTo>
                <a:lnTo>
                  <a:pt x="1321" y="514"/>
                </a:lnTo>
                <a:lnTo>
                  <a:pt x="1321" y="515"/>
                </a:lnTo>
                <a:lnTo>
                  <a:pt x="1324" y="517"/>
                </a:lnTo>
                <a:lnTo>
                  <a:pt x="1326" y="518"/>
                </a:lnTo>
                <a:lnTo>
                  <a:pt x="1327" y="517"/>
                </a:lnTo>
                <a:lnTo>
                  <a:pt x="1328" y="517"/>
                </a:lnTo>
                <a:lnTo>
                  <a:pt x="1329" y="518"/>
                </a:lnTo>
                <a:lnTo>
                  <a:pt x="1330" y="517"/>
                </a:lnTo>
                <a:lnTo>
                  <a:pt x="1332" y="518"/>
                </a:lnTo>
                <a:lnTo>
                  <a:pt x="1335" y="519"/>
                </a:lnTo>
                <a:lnTo>
                  <a:pt x="1336" y="520"/>
                </a:lnTo>
                <a:lnTo>
                  <a:pt x="1338" y="520"/>
                </a:lnTo>
                <a:lnTo>
                  <a:pt x="1340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1" y="524"/>
                </a:lnTo>
                <a:lnTo>
                  <a:pt x="1344" y="526"/>
                </a:lnTo>
                <a:lnTo>
                  <a:pt x="1345" y="527"/>
                </a:lnTo>
                <a:lnTo>
                  <a:pt x="1346" y="527"/>
                </a:lnTo>
                <a:lnTo>
                  <a:pt x="1347" y="528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6"/>
                </a:lnTo>
                <a:lnTo>
                  <a:pt x="1354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30"/>
                </a:lnTo>
                <a:lnTo>
                  <a:pt x="1356" y="531"/>
                </a:lnTo>
                <a:lnTo>
                  <a:pt x="1357" y="531"/>
                </a:lnTo>
                <a:lnTo>
                  <a:pt x="1359" y="531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3"/>
                </a:lnTo>
                <a:lnTo>
                  <a:pt x="1362" y="533"/>
                </a:lnTo>
                <a:lnTo>
                  <a:pt x="1362" y="534"/>
                </a:lnTo>
                <a:lnTo>
                  <a:pt x="1362" y="536"/>
                </a:lnTo>
                <a:lnTo>
                  <a:pt x="1360" y="538"/>
                </a:lnTo>
                <a:lnTo>
                  <a:pt x="1360" y="539"/>
                </a:lnTo>
                <a:lnTo>
                  <a:pt x="1359" y="539"/>
                </a:lnTo>
                <a:lnTo>
                  <a:pt x="1359" y="540"/>
                </a:lnTo>
                <a:lnTo>
                  <a:pt x="1360" y="540"/>
                </a:lnTo>
                <a:lnTo>
                  <a:pt x="1361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5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7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6" y="550"/>
                </a:lnTo>
                <a:lnTo>
                  <a:pt x="1367" y="551"/>
                </a:lnTo>
                <a:lnTo>
                  <a:pt x="1369" y="551"/>
                </a:lnTo>
                <a:lnTo>
                  <a:pt x="1370" y="550"/>
                </a:lnTo>
                <a:lnTo>
                  <a:pt x="1371" y="550"/>
                </a:lnTo>
                <a:lnTo>
                  <a:pt x="1372" y="550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5" y="553"/>
                </a:lnTo>
                <a:lnTo>
                  <a:pt x="1376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4"/>
                </a:lnTo>
                <a:lnTo>
                  <a:pt x="1379" y="555"/>
                </a:lnTo>
                <a:lnTo>
                  <a:pt x="1380" y="555"/>
                </a:lnTo>
                <a:lnTo>
                  <a:pt x="1380" y="556"/>
                </a:lnTo>
                <a:lnTo>
                  <a:pt x="1381" y="557"/>
                </a:lnTo>
                <a:lnTo>
                  <a:pt x="1382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2" y="557"/>
                </a:lnTo>
                <a:lnTo>
                  <a:pt x="1392" y="558"/>
                </a:lnTo>
                <a:lnTo>
                  <a:pt x="1393" y="559"/>
                </a:lnTo>
                <a:lnTo>
                  <a:pt x="1394" y="559"/>
                </a:lnTo>
                <a:lnTo>
                  <a:pt x="1397" y="561"/>
                </a:lnTo>
                <a:lnTo>
                  <a:pt x="1399" y="562"/>
                </a:lnTo>
                <a:lnTo>
                  <a:pt x="1401" y="564"/>
                </a:lnTo>
                <a:lnTo>
                  <a:pt x="1401" y="565"/>
                </a:lnTo>
                <a:lnTo>
                  <a:pt x="1401" y="567"/>
                </a:lnTo>
                <a:lnTo>
                  <a:pt x="1402" y="567"/>
                </a:lnTo>
                <a:lnTo>
                  <a:pt x="1402" y="568"/>
                </a:lnTo>
                <a:lnTo>
                  <a:pt x="1403" y="568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70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69"/>
                </a:lnTo>
                <a:lnTo>
                  <a:pt x="1414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0"/>
                </a:lnTo>
                <a:lnTo>
                  <a:pt x="1421" y="569"/>
                </a:lnTo>
                <a:lnTo>
                  <a:pt x="1422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4" y="567"/>
                </a:lnTo>
                <a:lnTo>
                  <a:pt x="1425" y="567"/>
                </a:lnTo>
                <a:lnTo>
                  <a:pt x="1427" y="566"/>
                </a:lnTo>
                <a:lnTo>
                  <a:pt x="1429" y="566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4"/>
                </a:lnTo>
                <a:lnTo>
                  <a:pt x="1433" y="564"/>
                </a:lnTo>
                <a:lnTo>
                  <a:pt x="1434" y="565"/>
                </a:lnTo>
                <a:lnTo>
                  <a:pt x="1438" y="565"/>
                </a:lnTo>
                <a:lnTo>
                  <a:pt x="1440" y="566"/>
                </a:lnTo>
                <a:lnTo>
                  <a:pt x="1441" y="566"/>
                </a:lnTo>
                <a:lnTo>
                  <a:pt x="1442" y="566"/>
                </a:lnTo>
                <a:lnTo>
                  <a:pt x="1445" y="565"/>
                </a:lnTo>
                <a:lnTo>
                  <a:pt x="1447" y="564"/>
                </a:lnTo>
                <a:lnTo>
                  <a:pt x="1449" y="565"/>
                </a:lnTo>
                <a:lnTo>
                  <a:pt x="1450" y="565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70"/>
                </a:lnTo>
                <a:lnTo>
                  <a:pt x="1451" y="572"/>
                </a:lnTo>
                <a:lnTo>
                  <a:pt x="1452" y="572"/>
                </a:lnTo>
                <a:lnTo>
                  <a:pt x="1453" y="573"/>
                </a:lnTo>
                <a:lnTo>
                  <a:pt x="1455" y="574"/>
                </a:lnTo>
                <a:lnTo>
                  <a:pt x="1456" y="574"/>
                </a:lnTo>
                <a:lnTo>
                  <a:pt x="1456" y="576"/>
                </a:lnTo>
                <a:lnTo>
                  <a:pt x="1456" y="577"/>
                </a:lnTo>
                <a:lnTo>
                  <a:pt x="1460" y="578"/>
                </a:lnTo>
                <a:lnTo>
                  <a:pt x="1462" y="579"/>
                </a:lnTo>
                <a:lnTo>
                  <a:pt x="1463" y="579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6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7" y="586"/>
                </a:lnTo>
                <a:lnTo>
                  <a:pt x="1468" y="586"/>
                </a:lnTo>
                <a:lnTo>
                  <a:pt x="1470" y="585"/>
                </a:lnTo>
                <a:lnTo>
                  <a:pt x="1472" y="585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7" y="585"/>
                </a:lnTo>
                <a:lnTo>
                  <a:pt x="1478" y="585"/>
                </a:lnTo>
                <a:lnTo>
                  <a:pt x="1480" y="585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2"/>
                </a:lnTo>
                <a:lnTo>
                  <a:pt x="1484" y="581"/>
                </a:lnTo>
                <a:lnTo>
                  <a:pt x="1484" y="580"/>
                </a:lnTo>
                <a:lnTo>
                  <a:pt x="1485" y="580"/>
                </a:lnTo>
                <a:lnTo>
                  <a:pt x="1487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4" y="580"/>
                </a:lnTo>
                <a:lnTo>
                  <a:pt x="1494" y="581"/>
                </a:lnTo>
                <a:lnTo>
                  <a:pt x="1495" y="581"/>
                </a:lnTo>
                <a:lnTo>
                  <a:pt x="1495" y="582"/>
                </a:lnTo>
                <a:lnTo>
                  <a:pt x="1496" y="583"/>
                </a:lnTo>
                <a:lnTo>
                  <a:pt x="1495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8"/>
                </a:lnTo>
                <a:lnTo>
                  <a:pt x="1495" y="590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2"/>
                </a:lnTo>
                <a:lnTo>
                  <a:pt x="1497" y="594"/>
                </a:lnTo>
                <a:lnTo>
                  <a:pt x="1498" y="594"/>
                </a:lnTo>
                <a:lnTo>
                  <a:pt x="1500" y="596"/>
                </a:lnTo>
                <a:lnTo>
                  <a:pt x="1501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7"/>
                </a:lnTo>
                <a:lnTo>
                  <a:pt x="1507" y="598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0"/>
                </a:lnTo>
                <a:lnTo>
                  <a:pt x="1517" y="601"/>
                </a:lnTo>
                <a:lnTo>
                  <a:pt x="1519" y="602"/>
                </a:lnTo>
                <a:lnTo>
                  <a:pt x="1520" y="603"/>
                </a:lnTo>
                <a:lnTo>
                  <a:pt x="1521" y="603"/>
                </a:lnTo>
                <a:lnTo>
                  <a:pt x="1522" y="604"/>
                </a:lnTo>
                <a:lnTo>
                  <a:pt x="1523" y="605"/>
                </a:lnTo>
                <a:lnTo>
                  <a:pt x="1521" y="605"/>
                </a:lnTo>
                <a:lnTo>
                  <a:pt x="1520" y="605"/>
                </a:lnTo>
                <a:lnTo>
                  <a:pt x="1519" y="606"/>
                </a:lnTo>
                <a:lnTo>
                  <a:pt x="1520" y="607"/>
                </a:lnTo>
                <a:lnTo>
                  <a:pt x="1522" y="609"/>
                </a:lnTo>
                <a:lnTo>
                  <a:pt x="1523" y="612"/>
                </a:lnTo>
                <a:lnTo>
                  <a:pt x="1524" y="613"/>
                </a:lnTo>
                <a:lnTo>
                  <a:pt x="1524" y="614"/>
                </a:lnTo>
                <a:lnTo>
                  <a:pt x="1524" y="615"/>
                </a:lnTo>
                <a:lnTo>
                  <a:pt x="1525" y="616"/>
                </a:lnTo>
                <a:lnTo>
                  <a:pt x="1527" y="617"/>
                </a:lnTo>
                <a:lnTo>
                  <a:pt x="1529" y="619"/>
                </a:lnTo>
                <a:lnTo>
                  <a:pt x="1530" y="620"/>
                </a:lnTo>
                <a:lnTo>
                  <a:pt x="1530" y="622"/>
                </a:lnTo>
                <a:lnTo>
                  <a:pt x="1531" y="623"/>
                </a:lnTo>
                <a:lnTo>
                  <a:pt x="1531" y="624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6"/>
                </a:lnTo>
                <a:lnTo>
                  <a:pt x="1529" y="627"/>
                </a:lnTo>
                <a:lnTo>
                  <a:pt x="1530" y="627"/>
                </a:lnTo>
                <a:lnTo>
                  <a:pt x="1530" y="628"/>
                </a:lnTo>
                <a:lnTo>
                  <a:pt x="1529" y="629"/>
                </a:lnTo>
                <a:lnTo>
                  <a:pt x="1530" y="629"/>
                </a:lnTo>
                <a:lnTo>
                  <a:pt x="1531" y="630"/>
                </a:lnTo>
                <a:lnTo>
                  <a:pt x="1533" y="630"/>
                </a:lnTo>
                <a:lnTo>
                  <a:pt x="1534" y="630"/>
                </a:lnTo>
                <a:lnTo>
                  <a:pt x="1535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3" y="634"/>
                </a:lnTo>
                <a:lnTo>
                  <a:pt x="1533" y="635"/>
                </a:lnTo>
                <a:lnTo>
                  <a:pt x="1534" y="636"/>
                </a:lnTo>
                <a:lnTo>
                  <a:pt x="1534" y="637"/>
                </a:lnTo>
                <a:lnTo>
                  <a:pt x="1533" y="637"/>
                </a:lnTo>
                <a:lnTo>
                  <a:pt x="1532" y="638"/>
                </a:lnTo>
                <a:lnTo>
                  <a:pt x="1532" y="639"/>
                </a:lnTo>
                <a:lnTo>
                  <a:pt x="1534" y="641"/>
                </a:lnTo>
                <a:lnTo>
                  <a:pt x="1536" y="643"/>
                </a:lnTo>
                <a:lnTo>
                  <a:pt x="1537" y="646"/>
                </a:lnTo>
                <a:lnTo>
                  <a:pt x="1538" y="647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1"/>
                </a:lnTo>
                <a:lnTo>
                  <a:pt x="1541" y="652"/>
                </a:lnTo>
                <a:lnTo>
                  <a:pt x="1542" y="654"/>
                </a:lnTo>
                <a:lnTo>
                  <a:pt x="1543" y="654"/>
                </a:lnTo>
                <a:lnTo>
                  <a:pt x="1544" y="655"/>
                </a:lnTo>
                <a:lnTo>
                  <a:pt x="1545" y="657"/>
                </a:lnTo>
                <a:lnTo>
                  <a:pt x="1546" y="657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8" y="661"/>
                </a:lnTo>
                <a:lnTo>
                  <a:pt x="1550" y="662"/>
                </a:lnTo>
                <a:lnTo>
                  <a:pt x="1550" y="663"/>
                </a:lnTo>
                <a:lnTo>
                  <a:pt x="1551" y="664"/>
                </a:lnTo>
                <a:lnTo>
                  <a:pt x="1552" y="665"/>
                </a:lnTo>
                <a:lnTo>
                  <a:pt x="1553" y="667"/>
                </a:lnTo>
                <a:lnTo>
                  <a:pt x="1554" y="668"/>
                </a:lnTo>
                <a:lnTo>
                  <a:pt x="1555" y="669"/>
                </a:lnTo>
                <a:lnTo>
                  <a:pt x="1556" y="670"/>
                </a:lnTo>
                <a:lnTo>
                  <a:pt x="1556" y="671"/>
                </a:lnTo>
                <a:lnTo>
                  <a:pt x="1557" y="672"/>
                </a:lnTo>
                <a:lnTo>
                  <a:pt x="1558" y="672"/>
                </a:lnTo>
                <a:lnTo>
                  <a:pt x="1560" y="671"/>
                </a:lnTo>
                <a:lnTo>
                  <a:pt x="1561" y="671"/>
                </a:lnTo>
                <a:lnTo>
                  <a:pt x="1562" y="671"/>
                </a:lnTo>
                <a:lnTo>
                  <a:pt x="1564" y="672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4"/>
                </a:lnTo>
                <a:lnTo>
                  <a:pt x="1568" y="675"/>
                </a:lnTo>
                <a:lnTo>
                  <a:pt x="1569" y="675"/>
                </a:lnTo>
                <a:lnTo>
                  <a:pt x="1570" y="676"/>
                </a:lnTo>
                <a:lnTo>
                  <a:pt x="1571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2" y="682"/>
                </a:lnTo>
                <a:lnTo>
                  <a:pt x="1574" y="683"/>
                </a:lnTo>
                <a:lnTo>
                  <a:pt x="1574" y="686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1"/>
                </a:lnTo>
                <a:lnTo>
                  <a:pt x="1577" y="692"/>
                </a:lnTo>
                <a:lnTo>
                  <a:pt x="1577" y="693"/>
                </a:lnTo>
                <a:lnTo>
                  <a:pt x="1578" y="694"/>
                </a:lnTo>
                <a:lnTo>
                  <a:pt x="1579" y="695"/>
                </a:lnTo>
                <a:lnTo>
                  <a:pt x="1580" y="695"/>
                </a:lnTo>
                <a:lnTo>
                  <a:pt x="1580" y="696"/>
                </a:lnTo>
                <a:lnTo>
                  <a:pt x="1582" y="699"/>
                </a:lnTo>
                <a:lnTo>
                  <a:pt x="1583" y="700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3"/>
                </a:lnTo>
                <a:lnTo>
                  <a:pt x="1580" y="714"/>
                </a:lnTo>
                <a:lnTo>
                  <a:pt x="1584" y="714"/>
                </a:lnTo>
                <a:lnTo>
                  <a:pt x="1584" y="715"/>
                </a:lnTo>
                <a:lnTo>
                  <a:pt x="1585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1"/>
                </a:lnTo>
                <a:lnTo>
                  <a:pt x="1581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80" y="728"/>
                </a:lnTo>
                <a:lnTo>
                  <a:pt x="1578" y="729"/>
                </a:lnTo>
                <a:lnTo>
                  <a:pt x="1578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6"/>
                </a:lnTo>
                <a:lnTo>
                  <a:pt x="1573" y="737"/>
                </a:lnTo>
                <a:lnTo>
                  <a:pt x="1572" y="739"/>
                </a:lnTo>
                <a:lnTo>
                  <a:pt x="1571" y="740"/>
                </a:lnTo>
                <a:lnTo>
                  <a:pt x="1570" y="740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70" y="744"/>
                </a:lnTo>
                <a:lnTo>
                  <a:pt x="1571" y="746"/>
                </a:lnTo>
                <a:lnTo>
                  <a:pt x="1574" y="749"/>
                </a:lnTo>
                <a:lnTo>
                  <a:pt x="1573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9" y="766"/>
                </a:lnTo>
                <a:lnTo>
                  <a:pt x="1580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1"/>
                </a:lnTo>
                <a:lnTo>
                  <a:pt x="1578" y="773"/>
                </a:lnTo>
                <a:lnTo>
                  <a:pt x="1577" y="773"/>
                </a:lnTo>
                <a:lnTo>
                  <a:pt x="1572" y="778"/>
                </a:lnTo>
                <a:lnTo>
                  <a:pt x="1570" y="780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3"/>
                </a:lnTo>
                <a:lnTo>
                  <a:pt x="1552" y="801"/>
                </a:lnTo>
                <a:lnTo>
                  <a:pt x="1549" y="814"/>
                </a:lnTo>
                <a:lnTo>
                  <a:pt x="1548" y="820"/>
                </a:lnTo>
                <a:lnTo>
                  <a:pt x="1548" y="823"/>
                </a:lnTo>
                <a:lnTo>
                  <a:pt x="1548" y="826"/>
                </a:lnTo>
                <a:lnTo>
                  <a:pt x="1550" y="827"/>
                </a:lnTo>
                <a:lnTo>
                  <a:pt x="1551" y="828"/>
                </a:lnTo>
                <a:lnTo>
                  <a:pt x="1553" y="829"/>
                </a:lnTo>
                <a:lnTo>
                  <a:pt x="1555" y="830"/>
                </a:lnTo>
                <a:lnTo>
                  <a:pt x="1556" y="831"/>
                </a:lnTo>
                <a:lnTo>
                  <a:pt x="1557" y="832"/>
                </a:lnTo>
                <a:lnTo>
                  <a:pt x="1558" y="834"/>
                </a:lnTo>
                <a:lnTo>
                  <a:pt x="1558" y="835"/>
                </a:lnTo>
                <a:lnTo>
                  <a:pt x="1559" y="838"/>
                </a:lnTo>
                <a:lnTo>
                  <a:pt x="1561" y="842"/>
                </a:lnTo>
                <a:lnTo>
                  <a:pt x="1561" y="844"/>
                </a:lnTo>
                <a:lnTo>
                  <a:pt x="1560" y="846"/>
                </a:lnTo>
                <a:lnTo>
                  <a:pt x="1563" y="845"/>
                </a:lnTo>
                <a:lnTo>
                  <a:pt x="1567" y="847"/>
                </a:lnTo>
                <a:lnTo>
                  <a:pt x="1569" y="850"/>
                </a:lnTo>
                <a:lnTo>
                  <a:pt x="1566" y="855"/>
                </a:lnTo>
                <a:lnTo>
                  <a:pt x="1568" y="855"/>
                </a:lnTo>
                <a:lnTo>
                  <a:pt x="1567" y="856"/>
                </a:lnTo>
                <a:lnTo>
                  <a:pt x="1575" y="855"/>
                </a:lnTo>
                <a:lnTo>
                  <a:pt x="1578" y="853"/>
                </a:lnTo>
                <a:lnTo>
                  <a:pt x="1580" y="853"/>
                </a:lnTo>
                <a:lnTo>
                  <a:pt x="1583" y="854"/>
                </a:lnTo>
                <a:lnTo>
                  <a:pt x="1585" y="853"/>
                </a:lnTo>
                <a:lnTo>
                  <a:pt x="1587" y="853"/>
                </a:lnTo>
                <a:lnTo>
                  <a:pt x="1588" y="854"/>
                </a:lnTo>
                <a:lnTo>
                  <a:pt x="1589" y="853"/>
                </a:lnTo>
                <a:lnTo>
                  <a:pt x="1591" y="854"/>
                </a:lnTo>
                <a:lnTo>
                  <a:pt x="1593" y="855"/>
                </a:lnTo>
                <a:lnTo>
                  <a:pt x="1593" y="857"/>
                </a:lnTo>
                <a:lnTo>
                  <a:pt x="1594" y="857"/>
                </a:lnTo>
                <a:lnTo>
                  <a:pt x="1594" y="858"/>
                </a:lnTo>
                <a:lnTo>
                  <a:pt x="1595" y="859"/>
                </a:lnTo>
                <a:lnTo>
                  <a:pt x="1596" y="859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0"/>
                </a:lnTo>
                <a:lnTo>
                  <a:pt x="1599" y="861"/>
                </a:lnTo>
                <a:lnTo>
                  <a:pt x="1600" y="861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2"/>
                </a:lnTo>
                <a:lnTo>
                  <a:pt x="1605" y="862"/>
                </a:lnTo>
                <a:lnTo>
                  <a:pt x="1608" y="862"/>
                </a:lnTo>
                <a:lnTo>
                  <a:pt x="1610" y="863"/>
                </a:lnTo>
                <a:lnTo>
                  <a:pt x="1612" y="864"/>
                </a:lnTo>
                <a:lnTo>
                  <a:pt x="1613" y="864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0"/>
                </a:lnTo>
                <a:lnTo>
                  <a:pt x="1621" y="862"/>
                </a:lnTo>
                <a:lnTo>
                  <a:pt x="1622" y="863"/>
                </a:lnTo>
                <a:lnTo>
                  <a:pt x="1623" y="865"/>
                </a:lnTo>
                <a:lnTo>
                  <a:pt x="1626" y="866"/>
                </a:lnTo>
                <a:lnTo>
                  <a:pt x="1629" y="868"/>
                </a:lnTo>
                <a:lnTo>
                  <a:pt x="1630" y="867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2" y="869"/>
                </a:lnTo>
                <a:lnTo>
                  <a:pt x="1642" y="868"/>
                </a:lnTo>
                <a:lnTo>
                  <a:pt x="1650" y="867"/>
                </a:lnTo>
                <a:lnTo>
                  <a:pt x="1658" y="867"/>
                </a:lnTo>
                <a:lnTo>
                  <a:pt x="1663" y="867"/>
                </a:lnTo>
                <a:lnTo>
                  <a:pt x="1665" y="867"/>
                </a:lnTo>
                <a:lnTo>
                  <a:pt x="1668" y="867"/>
                </a:lnTo>
                <a:lnTo>
                  <a:pt x="1673" y="867"/>
                </a:lnTo>
                <a:lnTo>
                  <a:pt x="1677" y="867"/>
                </a:lnTo>
                <a:lnTo>
                  <a:pt x="1681" y="870"/>
                </a:lnTo>
                <a:lnTo>
                  <a:pt x="1686" y="872"/>
                </a:lnTo>
                <a:lnTo>
                  <a:pt x="1690" y="874"/>
                </a:lnTo>
                <a:lnTo>
                  <a:pt x="1691" y="873"/>
                </a:lnTo>
                <a:lnTo>
                  <a:pt x="1692" y="873"/>
                </a:lnTo>
                <a:lnTo>
                  <a:pt x="1697" y="873"/>
                </a:lnTo>
                <a:lnTo>
                  <a:pt x="1699" y="874"/>
                </a:lnTo>
                <a:lnTo>
                  <a:pt x="1705" y="874"/>
                </a:lnTo>
                <a:lnTo>
                  <a:pt x="1712" y="875"/>
                </a:lnTo>
                <a:lnTo>
                  <a:pt x="1715" y="875"/>
                </a:lnTo>
                <a:lnTo>
                  <a:pt x="1717" y="873"/>
                </a:lnTo>
                <a:lnTo>
                  <a:pt x="1719" y="874"/>
                </a:lnTo>
                <a:lnTo>
                  <a:pt x="1722" y="874"/>
                </a:lnTo>
                <a:lnTo>
                  <a:pt x="1723" y="873"/>
                </a:lnTo>
                <a:lnTo>
                  <a:pt x="1727" y="873"/>
                </a:lnTo>
                <a:lnTo>
                  <a:pt x="1730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2"/>
                </a:lnTo>
                <a:lnTo>
                  <a:pt x="1736" y="871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1"/>
                </a:lnTo>
                <a:lnTo>
                  <a:pt x="1750" y="872"/>
                </a:lnTo>
                <a:lnTo>
                  <a:pt x="1751" y="872"/>
                </a:lnTo>
                <a:lnTo>
                  <a:pt x="1752" y="873"/>
                </a:lnTo>
                <a:lnTo>
                  <a:pt x="1752" y="874"/>
                </a:lnTo>
                <a:lnTo>
                  <a:pt x="1755" y="874"/>
                </a:lnTo>
                <a:lnTo>
                  <a:pt x="1756" y="874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4"/>
                </a:lnTo>
                <a:lnTo>
                  <a:pt x="1760" y="874"/>
                </a:lnTo>
                <a:lnTo>
                  <a:pt x="1763" y="874"/>
                </a:lnTo>
                <a:lnTo>
                  <a:pt x="1764" y="874"/>
                </a:lnTo>
                <a:lnTo>
                  <a:pt x="1766" y="875"/>
                </a:lnTo>
                <a:lnTo>
                  <a:pt x="1767" y="875"/>
                </a:lnTo>
                <a:lnTo>
                  <a:pt x="1771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80" y="876"/>
                </a:lnTo>
                <a:lnTo>
                  <a:pt x="1781" y="876"/>
                </a:lnTo>
                <a:lnTo>
                  <a:pt x="1782" y="877"/>
                </a:lnTo>
                <a:lnTo>
                  <a:pt x="1784" y="877"/>
                </a:lnTo>
                <a:lnTo>
                  <a:pt x="1786" y="877"/>
                </a:lnTo>
                <a:lnTo>
                  <a:pt x="1787" y="876"/>
                </a:lnTo>
                <a:lnTo>
                  <a:pt x="1788" y="876"/>
                </a:lnTo>
                <a:lnTo>
                  <a:pt x="1789" y="877"/>
                </a:lnTo>
                <a:lnTo>
                  <a:pt x="1791" y="877"/>
                </a:lnTo>
                <a:lnTo>
                  <a:pt x="1792" y="877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8"/>
                </a:lnTo>
                <a:lnTo>
                  <a:pt x="1796" y="879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0" y="880"/>
                </a:lnTo>
                <a:lnTo>
                  <a:pt x="1801" y="879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1"/>
                </a:lnTo>
                <a:lnTo>
                  <a:pt x="1812" y="882"/>
                </a:lnTo>
                <a:lnTo>
                  <a:pt x="1814" y="883"/>
                </a:lnTo>
                <a:lnTo>
                  <a:pt x="1816" y="884"/>
                </a:lnTo>
                <a:lnTo>
                  <a:pt x="1817" y="884"/>
                </a:lnTo>
                <a:lnTo>
                  <a:pt x="1819" y="885"/>
                </a:lnTo>
                <a:lnTo>
                  <a:pt x="1820" y="886"/>
                </a:lnTo>
                <a:lnTo>
                  <a:pt x="1823" y="886"/>
                </a:lnTo>
                <a:lnTo>
                  <a:pt x="1823" y="887"/>
                </a:lnTo>
                <a:lnTo>
                  <a:pt x="1823" y="889"/>
                </a:lnTo>
                <a:lnTo>
                  <a:pt x="1824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3"/>
                </a:lnTo>
                <a:lnTo>
                  <a:pt x="1839" y="896"/>
                </a:lnTo>
                <a:lnTo>
                  <a:pt x="1844" y="898"/>
                </a:lnTo>
                <a:lnTo>
                  <a:pt x="1847" y="899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8"/>
                </a:lnTo>
                <a:lnTo>
                  <a:pt x="1868" y="909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6"/>
                </a:lnTo>
                <a:lnTo>
                  <a:pt x="1878" y="918"/>
                </a:lnTo>
                <a:lnTo>
                  <a:pt x="1879" y="920"/>
                </a:lnTo>
                <a:lnTo>
                  <a:pt x="1880" y="922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5"/>
                </a:lnTo>
                <a:lnTo>
                  <a:pt x="1883" y="924"/>
                </a:lnTo>
                <a:lnTo>
                  <a:pt x="1885" y="924"/>
                </a:lnTo>
                <a:lnTo>
                  <a:pt x="1888" y="925"/>
                </a:lnTo>
                <a:lnTo>
                  <a:pt x="1892" y="926"/>
                </a:lnTo>
                <a:lnTo>
                  <a:pt x="1897" y="929"/>
                </a:lnTo>
                <a:lnTo>
                  <a:pt x="1903" y="932"/>
                </a:lnTo>
                <a:lnTo>
                  <a:pt x="1909" y="937"/>
                </a:lnTo>
                <a:lnTo>
                  <a:pt x="1910" y="938"/>
                </a:lnTo>
                <a:lnTo>
                  <a:pt x="1913" y="942"/>
                </a:lnTo>
                <a:lnTo>
                  <a:pt x="1914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3"/>
                </a:lnTo>
                <a:lnTo>
                  <a:pt x="1921" y="944"/>
                </a:lnTo>
                <a:lnTo>
                  <a:pt x="1922" y="944"/>
                </a:lnTo>
                <a:lnTo>
                  <a:pt x="1923" y="945"/>
                </a:lnTo>
                <a:lnTo>
                  <a:pt x="1924" y="945"/>
                </a:lnTo>
                <a:lnTo>
                  <a:pt x="1926" y="946"/>
                </a:lnTo>
                <a:lnTo>
                  <a:pt x="1928" y="946"/>
                </a:lnTo>
                <a:lnTo>
                  <a:pt x="1929" y="946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7"/>
                </a:lnTo>
                <a:lnTo>
                  <a:pt x="1933" y="948"/>
                </a:lnTo>
                <a:lnTo>
                  <a:pt x="1934" y="948"/>
                </a:lnTo>
                <a:lnTo>
                  <a:pt x="1934" y="949"/>
                </a:lnTo>
                <a:lnTo>
                  <a:pt x="1935" y="949"/>
                </a:lnTo>
                <a:lnTo>
                  <a:pt x="1936" y="950"/>
                </a:lnTo>
                <a:lnTo>
                  <a:pt x="1938" y="952"/>
                </a:lnTo>
                <a:lnTo>
                  <a:pt x="1941" y="951"/>
                </a:lnTo>
                <a:lnTo>
                  <a:pt x="1950" y="950"/>
                </a:lnTo>
                <a:lnTo>
                  <a:pt x="1956" y="950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3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5"/>
                </a:lnTo>
                <a:lnTo>
                  <a:pt x="1972" y="975"/>
                </a:lnTo>
                <a:lnTo>
                  <a:pt x="1977" y="977"/>
                </a:lnTo>
                <a:lnTo>
                  <a:pt x="1986" y="977"/>
                </a:lnTo>
                <a:lnTo>
                  <a:pt x="1986" y="978"/>
                </a:lnTo>
                <a:lnTo>
                  <a:pt x="1988" y="981"/>
                </a:lnTo>
                <a:lnTo>
                  <a:pt x="1989" y="983"/>
                </a:lnTo>
                <a:lnTo>
                  <a:pt x="1990" y="985"/>
                </a:lnTo>
                <a:lnTo>
                  <a:pt x="1991" y="987"/>
                </a:lnTo>
                <a:lnTo>
                  <a:pt x="1993" y="989"/>
                </a:lnTo>
                <a:lnTo>
                  <a:pt x="1993" y="990"/>
                </a:lnTo>
                <a:lnTo>
                  <a:pt x="1995" y="993"/>
                </a:lnTo>
                <a:lnTo>
                  <a:pt x="1997" y="1001"/>
                </a:lnTo>
                <a:lnTo>
                  <a:pt x="1999" y="1006"/>
                </a:lnTo>
                <a:lnTo>
                  <a:pt x="2002" y="1012"/>
                </a:lnTo>
                <a:lnTo>
                  <a:pt x="2003" y="1013"/>
                </a:lnTo>
                <a:lnTo>
                  <a:pt x="2004" y="1017"/>
                </a:lnTo>
                <a:lnTo>
                  <a:pt x="2005" y="1019"/>
                </a:lnTo>
                <a:lnTo>
                  <a:pt x="2012" y="1031"/>
                </a:lnTo>
                <a:lnTo>
                  <a:pt x="2016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39" y="1071"/>
                </a:lnTo>
                <a:lnTo>
                  <a:pt x="2061" y="1090"/>
                </a:lnTo>
                <a:lnTo>
                  <a:pt x="2063" y="1108"/>
                </a:lnTo>
                <a:lnTo>
                  <a:pt x="2067" y="1108"/>
                </a:lnTo>
                <a:lnTo>
                  <a:pt x="2070" y="1108"/>
                </a:lnTo>
                <a:lnTo>
                  <a:pt x="2071" y="1107"/>
                </a:lnTo>
                <a:lnTo>
                  <a:pt x="2074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6"/>
                </a:lnTo>
                <a:lnTo>
                  <a:pt x="2084" y="1106"/>
                </a:lnTo>
                <a:lnTo>
                  <a:pt x="2086" y="1106"/>
                </a:lnTo>
                <a:lnTo>
                  <a:pt x="2096" y="1105"/>
                </a:lnTo>
                <a:lnTo>
                  <a:pt x="2102" y="1105"/>
                </a:lnTo>
                <a:lnTo>
                  <a:pt x="2107" y="1105"/>
                </a:lnTo>
                <a:lnTo>
                  <a:pt x="2117" y="1105"/>
                </a:lnTo>
                <a:lnTo>
                  <a:pt x="2119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3"/>
                </a:lnTo>
                <a:lnTo>
                  <a:pt x="2125" y="1103"/>
                </a:lnTo>
                <a:lnTo>
                  <a:pt x="2128" y="1102"/>
                </a:lnTo>
                <a:lnTo>
                  <a:pt x="2130" y="1102"/>
                </a:lnTo>
                <a:lnTo>
                  <a:pt x="2132" y="1102"/>
                </a:lnTo>
                <a:lnTo>
                  <a:pt x="2134" y="1101"/>
                </a:lnTo>
                <a:lnTo>
                  <a:pt x="2181" y="1108"/>
                </a:lnTo>
                <a:lnTo>
                  <a:pt x="2199" y="1111"/>
                </a:lnTo>
                <a:lnTo>
                  <a:pt x="2226" y="1116"/>
                </a:lnTo>
                <a:lnTo>
                  <a:pt x="2258" y="1117"/>
                </a:lnTo>
                <a:lnTo>
                  <a:pt x="2268" y="1118"/>
                </a:lnTo>
                <a:lnTo>
                  <a:pt x="2288" y="1120"/>
                </a:lnTo>
                <a:lnTo>
                  <a:pt x="2294" y="1120"/>
                </a:lnTo>
                <a:lnTo>
                  <a:pt x="2299" y="1121"/>
                </a:lnTo>
                <a:lnTo>
                  <a:pt x="2345" y="1124"/>
                </a:lnTo>
                <a:lnTo>
                  <a:pt x="2386" y="1116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3"/>
                </a:lnTo>
                <a:lnTo>
                  <a:pt x="2517" y="1125"/>
                </a:lnTo>
                <a:lnTo>
                  <a:pt x="2530" y="1128"/>
                </a:lnTo>
                <a:lnTo>
                  <a:pt x="2551" y="1130"/>
                </a:lnTo>
                <a:lnTo>
                  <a:pt x="2569" y="1151"/>
                </a:lnTo>
                <a:lnTo>
                  <a:pt x="2576" y="1159"/>
                </a:lnTo>
                <a:lnTo>
                  <a:pt x="2610" y="1167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6"/>
                </a:lnTo>
                <a:lnTo>
                  <a:pt x="2653" y="1175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6"/>
                </a:lnTo>
                <a:lnTo>
                  <a:pt x="2727" y="1200"/>
                </a:lnTo>
                <a:lnTo>
                  <a:pt x="2737" y="1203"/>
                </a:lnTo>
                <a:lnTo>
                  <a:pt x="2756" y="1202"/>
                </a:lnTo>
                <a:lnTo>
                  <a:pt x="2777" y="1199"/>
                </a:lnTo>
                <a:lnTo>
                  <a:pt x="2797" y="1195"/>
                </a:lnTo>
                <a:lnTo>
                  <a:pt x="2796" y="1217"/>
                </a:lnTo>
                <a:lnTo>
                  <a:pt x="2811" y="1219"/>
                </a:lnTo>
                <a:lnTo>
                  <a:pt x="2832" y="1218"/>
                </a:lnTo>
                <a:lnTo>
                  <a:pt x="2840" y="1225"/>
                </a:lnTo>
                <a:lnTo>
                  <a:pt x="2860" y="1208"/>
                </a:lnTo>
                <a:lnTo>
                  <a:pt x="2865" y="1208"/>
                </a:lnTo>
                <a:lnTo>
                  <a:pt x="2872" y="1205"/>
                </a:lnTo>
                <a:lnTo>
                  <a:pt x="2874" y="1203"/>
                </a:lnTo>
                <a:lnTo>
                  <a:pt x="2883" y="1199"/>
                </a:lnTo>
                <a:lnTo>
                  <a:pt x="2892" y="1194"/>
                </a:lnTo>
                <a:lnTo>
                  <a:pt x="2904" y="1189"/>
                </a:lnTo>
                <a:lnTo>
                  <a:pt x="2919" y="1183"/>
                </a:lnTo>
                <a:lnTo>
                  <a:pt x="2937" y="1177"/>
                </a:lnTo>
                <a:lnTo>
                  <a:pt x="2963" y="1166"/>
                </a:lnTo>
                <a:lnTo>
                  <a:pt x="2984" y="1157"/>
                </a:lnTo>
                <a:lnTo>
                  <a:pt x="3000" y="1152"/>
                </a:lnTo>
                <a:lnTo>
                  <a:pt x="3024" y="1149"/>
                </a:lnTo>
                <a:lnTo>
                  <a:pt x="3044" y="1145"/>
                </a:lnTo>
                <a:lnTo>
                  <a:pt x="3046" y="1140"/>
                </a:lnTo>
                <a:lnTo>
                  <a:pt x="3061" y="1135"/>
                </a:lnTo>
                <a:lnTo>
                  <a:pt x="3064" y="1135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39"/>
                </a:lnTo>
                <a:lnTo>
                  <a:pt x="3112" y="1138"/>
                </a:lnTo>
                <a:lnTo>
                  <a:pt x="3117" y="1138"/>
                </a:lnTo>
                <a:lnTo>
                  <a:pt x="3132" y="1135"/>
                </a:lnTo>
                <a:lnTo>
                  <a:pt x="3136" y="1137"/>
                </a:lnTo>
                <a:lnTo>
                  <a:pt x="3153" y="1137"/>
                </a:lnTo>
                <a:lnTo>
                  <a:pt x="3157" y="1137"/>
                </a:lnTo>
                <a:lnTo>
                  <a:pt x="3173" y="1140"/>
                </a:lnTo>
                <a:lnTo>
                  <a:pt x="3181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6" y="1137"/>
                </a:lnTo>
                <a:lnTo>
                  <a:pt x="3199" y="1136"/>
                </a:lnTo>
                <a:lnTo>
                  <a:pt x="3200" y="1137"/>
                </a:lnTo>
                <a:lnTo>
                  <a:pt x="3202" y="1135"/>
                </a:lnTo>
                <a:lnTo>
                  <a:pt x="3226" y="1138"/>
                </a:lnTo>
                <a:lnTo>
                  <a:pt x="3227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6"/>
                </a:lnTo>
                <a:lnTo>
                  <a:pt x="3237" y="1136"/>
                </a:lnTo>
                <a:lnTo>
                  <a:pt x="3240" y="1136"/>
                </a:lnTo>
                <a:lnTo>
                  <a:pt x="3243" y="1136"/>
                </a:lnTo>
                <a:lnTo>
                  <a:pt x="3245" y="1134"/>
                </a:lnTo>
                <a:lnTo>
                  <a:pt x="3246" y="1134"/>
                </a:lnTo>
                <a:lnTo>
                  <a:pt x="3248" y="1134"/>
                </a:lnTo>
                <a:lnTo>
                  <a:pt x="3261" y="1125"/>
                </a:lnTo>
                <a:lnTo>
                  <a:pt x="3265" y="1124"/>
                </a:lnTo>
                <a:lnTo>
                  <a:pt x="3281" y="1117"/>
                </a:lnTo>
                <a:lnTo>
                  <a:pt x="3288" y="1117"/>
                </a:lnTo>
                <a:lnTo>
                  <a:pt x="3299" y="1117"/>
                </a:lnTo>
                <a:lnTo>
                  <a:pt x="3302" y="1113"/>
                </a:lnTo>
                <a:lnTo>
                  <a:pt x="3315" y="1109"/>
                </a:lnTo>
                <a:lnTo>
                  <a:pt x="3318" y="1108"/>
                </a:lnTo>
                <a:lnTo>
                  <a:pt x="3320" y="1107"/>
                </a:lnTo>
                <a:lnTo>
                  <a:pt x="3329" y="1102"/>
                </a:lnTo>
                <a:lnTo>
                  <a:pt x="3332" y="1097"/>
                </a:lnTo>
                <a:lnTo>
                  <a:pt x="3343" y="1089"/>
                </a:lnTo>
                <a:lnTo>
                  <a:pt x="3346" y="1087"/>
                </a:lnTo>
                <a:lnTo>
                  <a:pt x="3352" y="1078"/>
                </a:lnTo>
                <a:lnTo>
                  <a:pt x="3352" y="1076"/>
                </a:lnTo>
                <a:lnTo>
                  <a:pt x="3356" y="1071"/>
                </a:lnTo>
                <a:lnTo>
                  <a:pt x="3359" y="1070"/>
                </a:lnTo>
                <a:lnTo>
                  <a:pt x="3369" y="1059"/>
                </a:lnTo>
                <a:lnTo>
                  <a:pt x="3381" y="1046"/>
                </a:lnTo>
                <a:lnTo>
                  <a:pt x="3385" y="1044"/>
                </a:lnTo>
                <a:lnTo>
                  <a:pt x="3386" y="1043"/>
                </a:lnTo>
                <a:lnTo>
                  <a:pt x="3388" y="1043"/>
                </a:lnTo>
                <a:lnTo>
                  <a:pt x="3393" y="1041"/>
                </a:lnTo>
                <a:lnTo>
                  <a:pt x="3396" y="1040"/>
                </a:lnTo>
                <a:lnTo>
                  <a:pt x="3404" y="1037"/>
                </a:lnTo>
                <a:lnTo>
                  <a:pt x="3408" y="1036"/>
                </a:lnTo>
                <a:lnTo>
                  <a:pt x="3410" y="1036"/>
                </a:lnTo>
                <a:lnTo>
                  <a:pt x="3412" y="1035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0"/>
                </a:lnTo>
                <a:lnTo>
                  <a:pt x="3431" y="1030"/>
                </a:lnTo>
                <a:lnTo>
                  <a:pt x="3434" y="1028"/>
                </a:lnTo>
                <a:lnTo>
                  <a:pt x="3445" y="1017"/>
                </a:lnTo>
                <a:lnTo>
                  <a:pt x="3451" y="1011"/>
                </a:lnTo>
                <a:lnTo>
                  <a:pt x="3460" y="1011"/>
                </a:lnTo>
                <a:lnTo>
                  <a:pt x="3463" y="1010"/>
                </a:lnTo>
                <a:lnTo>
                  <a:pt x="3465" y="1009"/>
                </a:lnTo>
                <a:lnTo>
                  <a:pt x="3467" y="1004"/>
                </a:lnTo>
                <a:lnTo>
                  <a:pt x="3467" y="998"/>
                </a:lnTo>
                <a:lnTo>
                  <a:pt x="3466" y="996"/>
                </a:lnTo>
                <a:lnTo>
                  <a:pt x="3458" y="984"/>
                </a:lnTo>
                <a:lnTo>
                  <a:pt x="3451" y="978"/>
                </a:lnTo>
                <a:lnTo>
                  <a:pt x="3450" y="977"/>
                </a:lnTo>
                <a:lnTo>
                  <a:pt x="3447" y="976"/>
                </a:lnTo>
                <a:lnTo>
                  <a:pt x="3444" y="975"/>
                </a:lnTo>
                <a:lnTo>
                  <a:pt x="3441" y="973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2" y="962"/>
                </a:lnTo>
                <a:lnTo>
                  <a:pt x="3430" y="961"/>
                </a:lnTo>
                <a:lnTo>
                  <a:pt x="3429" y="959"/>
                </a:lnTo>
                <a:lnTo>
                  <a:pt x="3428" y="956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7"/>
                </a:lnTo>
                <a:lnTo>
                  <a:pt x="3418" y="945"/>
                </a:lnTo>
                <a:lnTo>
                  <a:pt x="3417" y="941"/>
                </a:lnTo>
                <a:lnTo>
                  <a:pt x="3418" y="938"/>
                </a:lnTo>
                <a:lnTo>
                  <a:pt x="3422" y="928"/>
                </a:lnTo>
                <a:lnTo>
                  <a:pt x="3426" y="926"/>
                </a:lnTo>
                <a:lnTo>
                  <a:pt x="3428" y="921"/>
                </a:lnTo>
                <a:lnTo>
                  <a:pt x="3430" y="920"/>
                </a:lnTo>
                <a:lnTo>
                  <a:pt x="3431" y="919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1"/>
                </a:lnTo>
                <a:lnTo>
                  <a:pt x="3436" y="898"/>
                </a:lnTo>
                <a:lnTo>
                  <a:pt x="3440" y="892"/>
                </a:lnTo>
                <a:lnTo>
                  <a:pt x="3443" y="889"/>
                </a:lnTo>
                <a:lnTo>
                  <a:pt x="3447" y="881"/>
                </a:lnTo>
                <a:lnTo>
                  <a:pt x="3449" y="878"/>
                </a:lnTo>
                <a:lnTo>
                  <a:pt x="3460" y="871"/>
                </a:lnTo>
                <a:lnTo>
                  <a:pt x="3465" y="868"/>
                </a:lnTo>
                <a:lnTo>
                  <a:pt x="3470" y="866"/>
                </a:lnTo>
                <a:lnTo>
                  <a:pt x="3476" y="866"/>
                </a:lnTo>
                <a:lnTo>
                  <a:pt x="3480" y="868"/>
                </a:lnTo>
                <a:lnTo>
                  <a:pt x="3506" y="869"/>
                </a:lnTo>
                <a:lnTo>
                  <a:pt x="3509" y="868"/>
                </a:lnTo>
                <a:lnTo>
                  <a:pt x="3519" y="875"/>
                </a:lnTo>
                <a:lnTo>
                  <a:pt x="3524" y="882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3"/>
                </a:lnTo>
                <a:lnTo>
                  <a:pt x="3562" y="893"/>
                </a:lnTo>
                <a:lnTo>
                  <a:pt x="3571" y="896"/>
                </a:lnTo>
                <a:lnTo>
                  <a:pt x="3585" y="897"/>
                </a:lnTo>
                <a:lnTo>
                  <a:pt x="3605" y="898"/>
                </a:lnTo>
                <a:lnTo>
                  <a:pt x="3609" y="900"/>
                </a:lnTo>
                <a:lnTo>
                  <a:pt x="3616" y="902"/>
                </a:lnTo>
                <a:lnTo>
                  <a:pt x="3624" y="897"/>
                </a:lnTo>
                <a:lnTo>
                  <a:pt x="3628" y="894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89"/>
                </a:lnTo>
                <a:lnTo>
                  <a:pt x="3638" y="888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7"/>
                </a:lnTo>
                <a:lnTo>
                  <a:pt x="3640" y="886"/>
                </a:lnTo>
                <a:lnTo>
                  <a:pt x="3641" y="886"/>
                </a:lnTo>
                <a:lnTo>
                  <a:pt x="3641" y="885"/>
                </a:lnTo>
                <a:lnTo>
                  <a:pt x="3642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6" y="884"/>
                </a:lnTo>
                <a:lnTo>
                  <a:pt x="3647" y="884"/>
                </a:lnTo>
                <a:lnTo>
                  <a:pt x="3651" y="883"/>
                </a:lnTo>
                <a:lnTo>
                  <a:pt x="3656" y="883"/>
                </a:lnTo>
                <a:lnTo>
                  <a:pt x="3660" y="880"/>
                </a:lnTo>
                <a:lnTo>
                  <a:pt x="3664" y="876"/>
                </a:lnTo>
                <a:lnTo>
                  <a:pt x="3664" y="875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8"/>
                </a:lnTo>
                <a:lnTo>
                  <a:pt x="3680" y="864"/>
                </a:lnTo>
                <a:lnTo>
                  <a:pt x="3681" y="863"/>
                </a:lnTo>
                <a:lnTo>
                  <a:pt x="3687" y="857"/>
                </a:lnTo>
                <a:lnTo>
                  <a:pt x="3691" y="854"/>
                </a:lnTo>
                <a:lnTo>
                  <a:pt x="3692" y="853"/>
                </a:lnTo>
                <a:lnTo>
                  <a:pt x="3697" y="846"/>
                </a:lnTo>
                <a:lnTo>
                  <a:pt x="3699" y="842"/>
                </a:lnTo>
                <a:lnTo>
                  <a:pt x="3700" y="836"/>
                </a:lnTo>
                <a:lnTo>
                  <a:pt x="3717" y="831"/>
                </a:lnTo>
                <a:lnTo>
                  <a:pt x="3718" y="831"/>
                </a:lnTo>
                <a:lnTo>
                  <a:pt x="3733" y="836"/>
                </a:lnTo>
                <a:lnTo>
                  <a:pt x="3738" y="837"/>
                </a:lnTo>
                <a:lnTo>
                  <a:pt x="3741" y="837"/>
                </a:lnTo>
                <a:lnTo>
                  <a:pt x="3742" y="836"/>
                </a:lnTo>
                <a:lnTo>
                  <a:pt x="3744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6" y="835"/>
                </a:lnTo>
                <a:lnTo>
                  <a:pt x="3773" y="835"/>
                </a:lnTo>
                <a:lnTo>
                  <a:pt x="3774" y="835"/>
                </a:lnTo>
                <a:lnTo>
                  <a:pt x="3790" y="831"/>
                </a:lnTo>
                <a:lnTo>
                  <a:pt x="3803" y="828"/>
                </a:lnTo>
                <a:lnTo>
                  <a:pt x="3806" y="826"/>
                </a:lnTo>
                <a:lnTo>
                  <a:pt x="3819" y="816"/>
                </a:lnTo>
                <a:lnTo>
                  <a:pt x="3825" y="810"/>
                </a:lnTo>
                <a:lnTo>
                  <a:pt x="3831" y="809"/>
                </a:lnTo>
                <a:lnTo>
                  <a:pt x="3833" y="808"/>
                </a:lnTo>
                <a:lnTo>
                  <a:pt x="3833" y="806"/>
                </a:lnTo>
                <a:lnTo>
                  <a:pt x="3835" y="805"/>
                </a:lnTo>
                <a:lnTo>
                  <a:pt x="3838" y="805"/>
                </a:lnTo>
                <a:lnTo>
                  <a:pt x="3841" y="806"/>
                </a:lnTo>
                <a:lnTo>
                  <a:pt x="3843" y="805"/>
                </a:lnTo>
                <a:lnTo>
                  <a:pt x="3846" y="805"/>
                </a:lnTo>
                <a:lnTo>
                  <a:pt x="3849" y="803"/>
                </a:lnTo>
                <a:lnTo>
                  <a:pt x="3850" y="802"/>
                </a:lnTo>
                <a:lnTo>
                  <a:pt x="3850" y="799"/>
                </a:lnTo>
                <a:lnTo>
                  <a:pt x="3852" y="798"/>
                </a:lnTo>
                <a:lnTo>
                  <a:pt x="3854" y="796"/>
                </a:lnTo>
                <a:lnTo>
                  <a:pt x="3856" y="796"/>
                </a:lnTo>
                <a:lnTo>
                  <a:pt x="3855" y="790"/>
                </a:lnTo>
                <a:lnTo>
                  <a:pt x="3856" y="790"/>
                </a:lnTo>
                <a:lnTo>
                  <a:pt x="3854" y="787"/>
                </a:lnTo>
                <a:lnTo>
                  <a:pt x="3852" y="786"/>
                </a:lnTo>
                <a:lnTo>
                  <a:pt x="3854" y="777"/>
                </a:lnTo>
                <a:lnTo>
                  <a:pt x="3857" y="773"/>
                </a:lnTo>
                <a:lnTo>
                  <a:pt x="3867" y="760"/>
                </a:lnTo>
                <a:lnTo>
                  <a:pt x="3869" y="759"/>
                </a:lnTo>
                <a:lnTo>
                  <a:pt x="3878" y="750"/>
                </a:lnTo>
                <a:lnTo>
                  <a:pt x="3881" y="747"/>
                </a:lnTo>
                <a:lnTo>
                  <a:pt x="3883" y="743"/>
                </a:lnTo>
                <a:lnTo>
                  <a:pt x="3885" y="742"/>
                </a:lnTo>
                <a:lnTo>
                  <a:pt x="3891" y="740"/>
                </a:lnTo>
                <a:lnTo>
                  <a:pt x="3898" y="740"/>
                </a:lnTo>
                <a:lnTo>
                  <a:pt x="3900" y="739"/>
                </a:lnTo>
                <a:lnTo>
                  <a:pt x="3900" y="738"/>
                </a:lnTo>
                <a:lnTo>
                  <a:pt x="3901" y="737"/>
                </a:lnTo>
                <a:lnTo>
                  <a:pt x="3903" y="737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4"/>
                </a:lnTo>
                <a:lnTo>
                  <a:pt x="3912" y="735"/>
                </a:lnTo>
                <a:lnTo>
                  <a:pt x="3921" y="736"/>
                </a:lnTo>
                <a:lnTo>
                  <a:pt x="3923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3" y="736"/>
                </a:lnTo>
                <a:lnTo>
                  <a:pt x="3955" y="733"/>
                </a:lnTo>
                <a:lnTo>
                  <a:pt x="3954" y="730"/>
                </a:lnTo>
                <a:lnTo>
                  <a:pt x="3956" y="725"/>
                </a:lnTo>
                <a:lnTo>
                  <a:pt x="3960" y="719"/>
                </a:lnTo>
                <a:lnTo>
                  <a:pt x="3958" y="714"/>
                </a:lnTo>
                <a:lnTo>
                  <a:pt x="3961" y="713"/>
                </a:lnTo>
                <a:lnTo>
                  <a:pt x="3965" y="712"/>
                </a:lnTo>
                <a:lnTo>
                  <a:pt x="3967" y="712"/>
                </a:lnTo>
                <a:lnTo>
                  <a:pt x="3970" y="712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3"/>
                </a:lnTo>
                <a:lnTo>
                  <a:pt x="3978" y="714"/>
                </a:lnTo>
                <a:lnTo>
                  <a:pt x="3978" y="716"/>
                </a:lnTo>
                <a:lnTo>
                  <a:pt x="3979" y="717"/>
                </a:lnTo>
                <a:lnTo>
                  <a:pt x="3981" y="719"/>
                </a:lnTo>
                <a:lnTo>
                  <a:pt x="3983" y="720"/>
                </a:lnTo>
                <a:lnTo>
                  <a:pt x="3985" y="720"/>
                </a:lnTo>
                <a:lnTo>
                  <a:pt x="3988" y="720"/>
                </a:lnTo>
                <a:lnTo>
                  <a:pt x="3989" y="719"/>
                </a:lnTo>
                <a:lnTo>
                  <a:pt x="3990" y="718"/>
                </a:lnTo>
                <a:lnTo>
                  <a:pt x="3993" y="719"/>
                </a:lnTo>
                <a:lnTo>
                  <a:pt x="3995" y="719"/>
                </a:lnTo>
                <a:lnTo>
                  <a:pt x="3996" y="718"/>
                </a:lnTo>
                <a:lnTo>
                  <a:pt x="3998" y="718"/>
                </a:lnTo>
                <a:lnTo>
                  <a:pt x="3998" y="717"/>
                </a:lnTo>
                <a:lnTo>
                  <a:pt x="3998" y="715"/>
                </a:lnTo>
                <a:lnTo>
                  <a:pt x="3998" y="714"/>
                </a:lnTo>
                <a:lnTo>
                  <a:pt x="4000" y="714"/>
                </a:lnTo>
                <a:lnTo>
                  <a:pt x="4001" y="714"/>
                </a:lnTo>
                <a:lnTo>
                  <a:pt x="4001" y="712"/>
                </a:lnTo>
                <a:lnTo>
                  <a:pt x="4003" y="711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10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15" y="708"/>
                </a:lnTo>
                <a:lnTo>
                  <a:pt x="4022" y="704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2" y="701"/>
                </a:lnTo>
                <a:lnTo>
                  <a:pt x="4035" y="700"/>
                </a:lnTo>
                <a:lnTo>
                  <a:pt x="4039" y="698"/>
                </a:lnTo>
                <a:lnTo>
                  <a:pt x="4047" y="699"/>
                </a:lnTo>
                <a:lnTo>
                  <a:pt x="4050" y="701"/>
                </a:lnTo>
                <a:lnTo>
                  <a:pt x="4063" y="702"/>
                </a:lnTo>
                <a:lnTo>
                  <a:pt x="4068" y="700"/>
                </a:lnTo>
                <a:lnTo>
                  <a:pt x="4069" y="699"/>
                </a:lnTo>
                <a:lnTo>
                  <a:pt x="4070" y="700"/>
                </a:lnTo>
                <a:lnTo>
                  <a:pt x="4071" y="702"/>
                </a:lnTo>
                <a:lnTo>
                  <a:pt x="4076" y="702"/>
                </a:lnTo>
                <a:lnTo>
                  <a:pt x="4081" y="703"/>
                </a:lnTo>
                <a:lnTo>
                  <a:pt x="4082" y="703"/>
                </a:lnTo>
                <a:lnTo>
                  <a:pt x="4082" y="702"/>
                </a:lnTo>
                <a:lnTo>
                  <a:pt x="4082" y="701"/>
                </a:lnTo>
                <a:lnTo>
                  <a:pt x="4081" y="700"/>
                </a:lnTo>
                <a:lnTo>
                  <a:pt x="4086" y="694"/>
                </a:lnTo>
                <a:lnTo>
                  <a:pt x="4089" y="695"/>
                </a:lnTo>
                <a:lnTo>
                  <a:pt x="4092" y="694"/>
                </a:lnTo>
                <a:lnTo>
                  <a:pt x="4093" y="694"/>
                </a:lnTo>
                <a:lnTo>
                  <a:pt x="4093" y="695"/>
                </a:lnTo>
                <a:lnTo>
                  <a:pt x="4093" y="697"/>
                </a:lnTo>
                <a:lnTo>
                  <a:pt x="4093" y="698"/>
                </a:lnTo>
                <a:lnTo>
                  <a:pt x="4094" y="699"/>
                </a:lnTo>
                <a:lnTo>
                  <a:pt x="4096" y="700"/>
                </a:lnTo>
                <a:lnTo>
                  <a:pt x="4098" y="698"/>
                </a:lnTo>
                <a:lnTo>
                  <a:pt x="4101" y="697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7"/>
                </a:lnTo>
                <a:lnTo>
                  <a:pt x="4111" y="708"/>
                </a:lnTo>
                <a:lnTo>
                  <a:pt x="4112" y="707"/>
                </a:lnTo>
                <a:lnTo>
                  <a:pt x="4114" y="706"/>
                </a:lnTo>
                <a:lnTo>
                  <a:pt x="4115" y="706"/>
                </a:lnTo>
                <a:lnTo>
                  <a:pt x="4119" y="707"/>
                </a:lnTo>
                <a:lnTo>
                  <a:pt x="4122" y="707"/>
                </a:lnTo>
                <a:lnTo>
                  <a:pt x="4124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9" y="711"/>
                </a:lnTo>
                <a:lnTo>
                  <a:pt x="4130" y="711"/>
                </a:lnTo>
                <a:lnTo>
                  <a:pt x="4132" y="710"/>
                </a:lnTo>
                <a:lnTo>
                  <a:pt x="4133" y="710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0"/>
                </a:lnTo>
                <a:lnTo>
                  <a:pt x="4139" y="708"/>
                </a:lnTo>
                <a:lnTo>
                  <a:pt x="4144" y="709"/>
                </a:lnTo>
                <a:lnTo>
                  <a:pt x="4146" y="709"/>
                </a:lnTo>
                <a:lnTo>
                  <a:pt x="4147" y="708"/>
                </a:lnTo>
                <a:lnTo>
                  <a:pt x="4151" y="708"/>
                </a:lnTo>
                <a:lnTo>
                  <a:pt x="4153" y="710"/>
                </a:lnTo>
                <a:lnTo>
                  <a:pt x="4155" y="710"/>
                </a:lnTo>
                <a:lnTo>
                  <a:pt x="4158" y="709"/>
                </a:lnTo>
                <a:lnTo>
                  <a:pt x="4159" y="709"/>
                </a:lnTo>
                <a:lnTo>
                  <a:pt x="4160" y="710"/>
                </a:lnTo>
                <a:lnTo>
                  <a:pt x="4161" y="711"/>
                </a:lnTo>
                <a:lnTo>
                  <a:pt x="4162" y="711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2"/>
                </a:lnTo>
                <a:lnTo>
                  <a:pt x="4166" y="711"/>
                </a:lnTo>
                <a:lnTo>
                  <a:pt x="4167" y="710"/>
                </a:lnTo>
                <a:lnTo>
                  <a:pt x="4169" y="710"/>
                </a:lnTo>
                <a:lnTo>
                  <a:pt x="4170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5"/>
                </a:lnTo>
                <a:lnTo>
                  <a:pt x="4180" y="705"/>
                </a:lnTo>
                <a:lnTo>
                  <a:pt x="4183" y="705"/>
                </a:lnTo>
                <a:lnTo>
                  <a:pt x="4183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5" y="701"/>
                </a:lnTo>
                <a:lnTo>
                  <a:pt x="4183" y="698"/>
                </a:lnTo>
                <a:lnTo>
                  <a:pt x="4183" y="696"/>
                </a:lnTo>
                <a:lnTo>
                  <a:pt x="4182" y="695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89"/>
                </a:lnTo>
                <a:lnTo>
                  <a:pt x="4184" y="687"/>
                </a:lnTo>
                <a:lnTo>
                  <a:pt x="4185" y="687"/>
                </a:lnTo>
                <a:lnTo>
                  <a:pt x="4183" y="686"/>
                </a:lnTo>
                <a:lnTo>
                  <a:pt x="4183" y="682"/>
                </a:lnTo>
                <a:lnTo>
                  <a:pt x="4184" y="681"/>
                </a:lnTo>
                <a:lnTo>
                  <a:pt x="4178" y="679"/>
                </a:lnTo>
                <a:lnTo>
                  <a:pt x="4177" y="677"/>
                </a:lnTo>
                <a:lnTo>
                  <a:pt x="4179" y="675"/>
                </a:lnTo>
                <a:lnTo>
                  <a:pt x="4178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2" y="666"/>
                </a:lnTo>
                <a:lnTo>
                  <a:pt x="4173" y="665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1"/>
                </a:lnTo>
                <a:lnTo>
                  <a:pt x="4162" y="650"/>
                </a:lnTo>
                <a:lnTo>
                  <a:pt x="4161" y="649"/>
                </a:lnTo>
                <a:lnTo>
                  <a:pt x="4160" y="647"/>
                </a:lnTo>
                <a:lnTo>
                  <a:pt x="4159" y="647"/>
                </a:lnTo>
                <a:lnTo>
                  <a:pt x="4158" y="647"/>
                </a:lnTo>
                <a:lnTo>
                  <a:pt x="4158" y="646"/>
                </a:lnTo>
                <a:lnTo>
                  <a:pt x="4157" y="646"/>
                </a:lnTo>
                <a:lnTo>
                  <a:pt x="4156" y="645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3"/>
                </a:lnTo>
                <a:lnTo>
                  <a:pt x="4152" y="643"/>
                </a:lnTo>
                <a:lnTo>
                  <a:pt x="4151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51" y="640"/>
                </a:lnTo>
                <a:lnTo>
                  <a:pt x="4149" y="640"/>
                </a:lnTo>
                <a:lnTo>
                  <a:pt x="4149" y="639"/>
                </a:lnTo>
                <a:lnTo>
                  <a:pt x="4149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38"/>
                </a:lnTo>
                <a:lnTo>
                  <a:pt x="4148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6" y="637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7"/>
                </a:lnTo>
                <a:lnTo>
                  <a:pt x="4144" y="636"/>
                </a:lnTo>
                <a:lnTo>
                  <a:pt x="4143" y="636"/>
                </a:lnTo>
                <a:lnTo>
                  <a:pt x="4142" y="636"/>
                </a:lnTo>
                <a:lnTo>
                  <a:pt x="4142" y="635"/>
                </a:lnTo>
                <a:lnTo>
                  <a:pt x="4141" y="635"/>
                </a:lnTo>
                <a:lnTo>
                  <a:pt x="4141" y="634"/>
                </a:lnTo>
                <a:lnTo>
                  <a:pt x="4140" y="634"/>
                </a:lnTo>
                <a:lnTo>
                  <a:pt x="4140" y="633"/>
                </a:lnTo>
                <a:lnTo>
                  <a:pt x="4140" y="632"/>
                </a:lnTo>
                <a:lnTo>
                  <a:pt x="4139" y="632"/>
                </a:lnTo>
                <a:lnTo>
                  <a:pt x="4139" y="633"/>
                </a:lnTo>
                <a:lnTo>
                  <a:pt x="4138" y="633"/>
                </a:lnTo>
                <a:lnTo>
                  <a:pt x="4138" y="632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1"/>
                </a:lnTo>
                <a:lnTo>
                  <a:pt x="4137" y="631"/>
                </a:lnTo>
                <a:lnTo>
                  <a:pt x="4136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4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4" y="628"/>
                </a:lnTo>
                <a:lnTo>
                  <a:pt x="4133" y="628"/>
                </a:lnTo>
                <a:lnTo>
                  <a:pt x="4133" y="627"/>
                </a:lnTo>
                <a:lnTo>
                  <a:pt x="4132" y="627"/>
                </a:lnTo>
                <a:lnTo>
                  <a:pt x="4131" y="627"/>
                </a:lnTo>
                <a:lnTo>
                  <a:pt x="4131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3"/>
                </a:lnTo>
                <a:lnTo>
                  <a:pt x="4133" y="622"/>
                </a:lnTo>
                <a:lnTo>
                  <a:pt x="4131" y="621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3"/>
                </a:lnTo>
                <a:lnTo>
                  <a:pt x="4113" y="608"/>
                </a:lnTo>
                <a:lnTo>
                  <a:pt x="4113" y="607"/>
                </a:lnTo>
                <a:lnTo>
                  <a:pt x="4112" y="603"/>
                </a:lnTo>
                <a:lnTo>
                  <a:pt x="4106" y="601"/>
                </a:lnTo>
                <a:lnTo>
                  <a:pt x="4101" y="599"/>
                </a:lnTo>
                <a:lnTo>
                  <a:pt x="4095" y="597"/>
                </a:lnTo>
                <a:lnTo>
                  <a:pt x="4080" y="592"/>
                </a:lnTo>
                <a:lnTo>
                  <a:pt x="4079" y="591"/>
                </a:lnTo>
                <a:lnTo>
                  <a:pt x="4070" y="580"/>
                </a:lnTo>
                <a:lnTo>
                  <a:pt x="4062" y="570"/>
                </a:lnTo>
                <a:lnTo>
                  <a:pt x="4061" y="569"/>
                </a:lnTo>
                <a:lnTo>
                  <a:pt x="4059" y="569"/>
                </a:lnTo>
                <a:lnTo>
                  <a:pt x="4052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50" y="568"/>
                </a:lnTo>
                <a:lnTo>
                  <a:pt x="4049" y="568"/>
                </a:lnTo>
                <a:lnTo>
                  <a:pt x="4049" y="567"/>
                </a:lnTo>
                <a:lnTo>
                  <a:pt x="4048" y="567"/>
                </a:lnTo>
                <a:lnTo>
                  <a:pt x="4048" y="568"/>
                </a:lnTo>
                <a:lnTo>
                  <a:pt x="4046" y="568"/>
                </a:lnTo>
                <a:lnTo>
                  <a:pt x="4046" y="567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9" y="567"/>
                </a:lnTo>
                <a:lnTo>
                  <a:pt x="4038" y="567"/>
                </a:lnTo>
                <a:lnTo>
                  <a:pt x="4038" y="568"/>
                </a:lnTo>
                <a:lnTo>
                  <a:pt x="4037" y="568"/>
                </a:lnTo>
                <a:lnTo>
                  <a:pt x="4036" y="568"/>
                </a:lnTo>
                <a:lnTo>
                  <a:pt x="4036" y="567"/>
                </a:lnTo>
                <a:lnTo>
                  <a:pt x="4035" y="567"/>
                </a:lnTo>
                <a:lnTo>
                  <a:pt x="4034" y="567"/>
                </a:lnTo>
                <a:lnTo>
                  <a:pt x="4034" y="566"/>
                </a:lnTo>
                <a:lnTo>
                  <a:pt x="4033" y="566"/>
                </a:lnTo>
                <a:lnTo>
                  <a:pt x="4032" y="566"/>
                </a:lnTo>
                <a:lnTo>
                  <a:pt x="4032" y="565"/>
                </a:lnTo>
                <a:lnTo>
                  <a:pt x="4032" y="564"/>
                </a:lnTo>
                <a:lnTo>
                  <a:pt x="4031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2" y="564"/>
                </a:lnTo>
                <a:lnTo>
                  <a:pt x="4021" y="564"/>
                </a:lnTo>
                <a:lnTo>
                  <a:pt x="4020" y="564"/>
                </a:lnTo>
                <a:lnTo>
                  <a:pt x="4020" y="565"/>
                </a:lnTo>
                <a:lnTo>
                  <a:pt x="4020" y="566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6" y="567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4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1" y="568"/>
                </a:lnTo>
                <a:lnTo>
                  <a:pt x="4010" y="568"/>
                </a:lnTo>
                <a:lnTo>
                  <a:pt x="4010" y="567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6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6"/>
                </a:lnTo>
                <a:lnTo>
                  <a:pt x="3994" y="567"/>
                </a:lnTo>
                <a:lnTo>
                  <a:pt x="3993" y="567"/>
                </a:lnTo>
                <a:lnTo>
                  <a:pt x="3992" y="568"/>
                </a:lnTo>
                <a:lnTo>
                  <a:pt x="3968" y="591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3"/>
                </a:lnTo>
                <a:lnTo>
                  <a:pt x="3965" y="593"/>
                </a:lnTo>
                <a:lnTo>
                  <a:pt x="3964" y="594"/>
                </a:lnTo>
                <a:lnTo>
                  <a:pt x="3955" y="605"/>
                </a:lnTo>
                <a:lnTo>
                  <a:pt x="3929" y="587"/>
                </a:lnTo>
                <a:lnTo>
                  <a:pt x="3921" y="584"/>
                </a:lnTo>
                <a:lnTo>
                  <a:pt x="3909" y="580"/>
                </a:lnTo>
                <a:lnTo>
                  <a:pt x="3901" y="579"/>
                </a:lnTo>
                <a:lnTo>
                  <a:pt x="3891" y="580"/>
                </a:lnTo>
                <a:lnTo>
                  <a:pt x="3870" y="585"/>
                </a:lnTo>
                <a:lnTo>
                  <a:pt x="3854" y="581"/>
                </a:lnTo>
                <a:lnTo>
                  <a:pt x="3840" y="587"/>
                </a:lnTo>
                <a:lnTo>
                  <a:pt x="3827" y="601"/>
                </a:lnTo>
                <a:lnTo>
                  <a:pt x="3825" y="601"/>
                </a:lnTo>
                <a:lnTo>
                  <a:pt x="3792" y="577"/>
                </a:lnTo>
                <a:lnTo>
                  <a:pt x="3791" y="568"/>
                </a:lnTo>
                <a:lnTo>
                  <a:pt x="3789" y="558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90" y="555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3"/>
                </a:lnTo>
                <a:lnTo>
                  <a:pt x="3814" y="542"/>
                </a:lnTo>
                <a:lnTo>
                  <a:pt x="3812" y="515"/>
                </a:lnTo>
                <a:lnTo>
                  <a:pt x="3837" y="485"/>
                </a:lnTo>
                <a:lnTo>
                  <a:pt x="3837" y="484"/>
                </a:lnTo>
                <a:lnTo>
                  <a:pt x="3834" y="479"/>
                </a:lnTo>
                <a:lnTo>
                  <a:pt x="3895" y="380"/>
                </a:lnTo>
                <a:lnTo>
                  <a:pt x="3895" y="379"/>
                </a:lnTo>
                <a:lnTo>
                  <a:pt x="3910" y="387"/>
                </a:lnTo>
                <a:lnTo>
                  <a:pt x="3926" y="395"/>
                </a:lnTo>
                <a:lnTo>
                  <a:pt x="3932" y="397"/>
                </a:lnTo>
                <a:lnTo>
                  <a:pt x="3945" y="402"/>
                </a:lnTo>
                <a:lnTo>
                  <a:pt x="3964" y="402"/>
                </a:lnTo>
                <a:lnTo>
                  <a:pt x="3977" y="408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5"/>
                </a:lnTo>
                <a:lnTo>
                  <a:pt x="4000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2" y="406"/>
                </a:lnTo>
                <a:lnTo>
                  <a:pt x="4003" y="406"/>
                </a:lnTo>
                <a:lnTo>
                  <a:pt x="4003" y="405"/>
                </a:lnTo>
                <a:lnTo>
                  <a:pt x="4005" y="405"/>
                </a:lnTo>
                <a:lnTo>
                  <a:pt x="4006" y="405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11" y="404"/>
                </a:lnTo>
                <a:lnTo>
                  <a:pt x="4012" y="404"/>
                </a:lnTo>
                <a:lnTo>
                  <a:pt x="4012" y="403"/>
                </a:lnTo>
                <a:lnTo>
                  <a:pt x="4013" y="403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6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1" y="398"/>
                </a:lnTo>
                <a:lnTo>
                  <a:pt x="4023" y="398"/>
                </a:lnTo>
                <a:lnTo>
                  <a:pt x="4024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7" y="397"/>
                </a:lnTo>
                <a:lnTo>
                  <a:pt x="4028" y="397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3" y="391"/>
                </a:lnTo>
                <a:lnTo>
                  <a:pt x="4033" y="390"/>
                </a:lnTo>
                <a:lnTo>
                  <a:pt x="4034" y="390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9" y="388"/>
                </a:lnTo>
                <a:lnTo>
                  <a:pt x="4038" y="387"/>
                </a:lnTo>
                <a:lnTo>
                  <a:pt x="4039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6" y="384"/>
                </a:lnTo>
                <a:lnTo>
                  <a:pt x="4047" y="384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2"/>
                </a:lnTo>
                <a:lnTo>
                  <a:pt x="4046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1"/>
                </a:lnTo>
                <a:lnTo>
                  <a:pt x="4047" y="381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49" y="382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3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8" y="375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3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0"/>
                </a:lnTo>
                <a:lnTo>
                  <a:pt x="4066" y="370"/>
                </a:lnTo>
                <a:lnTo>
                  <a:pt x="4066" y="369"/>
                </a:lnTo>
                <a:lnTo>
                  <a:pt x="4067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8"/>
                </a:lnTo>
                <a:lnTo>
                  <a:pt x="4080" y="368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3" y="367"/>
                </a:lnTo>
                <a:lnTo>
                  <a:pt x="4084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91" y="367"/>
                </a:lnTo>
                <a:lnTo>
                  <a:pt x="4091" y="366"/>
                </a:lnTo>
                <a:lnTo>
                  <a:pt x="4092" y="366"/>
                </a:lnTo>
                <a:lnTo>
                  <a:pt x="4093" y="366"/>
                </a:lnTo>
                <a:lnTo>
                  <a:pt x="4093" y="365"/>
                </a:lnTo>
                <a:lnTo>
                  <a:pt x="4094" y="365"/>
                </a:lnTo>
                <a:lnTo>
                  <a:pt x="4095" y="365"/>
                </a:lnTo>
                <a:lnTo>
                  <a:pt x="4095" y="366"/>
                </a:lnTo>
                <a:lnTo>
                  <a:pt x="4096" y="366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9" y="366"/>
                </a:lnTo>
                <a:lnTo>
                  <a:pt x="4098" y="366"/>
                </a:lnTo>
                <a:lnTo>
                  <a:pt x="4099" y="366"/>
                </a:lnTo>
                <a:lnTo>
                  <a:pt x="4100" y="366"/>
                </a:lnTo>
                <a:lnTo>
                  <a:pt x="4099" y="366"/>
                </a:lnTo>
                <a:lnTo>
                  <a:pt x="4100" y="366"/>
                </a:lnTo>
                <a:lnTo>
                  <a:pt x="4100" y="367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5"/>
                </a:lnTo>
                <a:lnTo>
                  <a:pt x="4104" y="365"/>
                </a:lnTo>
                <a:lnTo>
                  <a:pt x="4105" y="365"/>
                </a:lnTo>
                <a:lnTo>
                  <a:pt x="4105" y="366"/>
                </a:lnTo>
                <a:lnTo>
                  <a:pt x="4106" y="366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8" y="356"/>
                </a:lnTo>
                <a:lnTo>
                  <a:pt x="4117" y="355"/>
                </a:lnTo>
                <a:lnTo>
                  <a:pt x="4118" y="355"/>
                </a:lnTo>
                <a:lnTo>
                  <a:pt x="4119" y="355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2" y="356"/>
                </a:lnTo>
                <a:lnTo>
                  <a:pt x="4122" y="355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4"/>
                </a:lnTo>
                <a:lnTo>
                  <a:pt x="4133" y="344"/>
                </a:lnTo>
                <a:lnTo>
                  <a:pt x="4132" y="343"/>
                </a:lnTo>
                <a:lnTo>
                  <a:pt x="4131" y="343"/>
                </a:lnTo>
                <a:lnTo>
                  <a:pt x="4131" y="342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2" y="338"/>
                </a:lnTo>
                <a:lnTo>
                  <a:pt x="4132" y="337"/>
                </a:lnTo>
                <a:lnTo>
                  <a:pt x="4131" y="337"/>
                </a:lnTo>
                <a:lnTo>
                  <a:pt x="4130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4" y="331"/>
                </a:lnTo>
                <a:lnTo>
                  <a:pt x="4135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4" y="328"/>
                </a:lnTo>
                <a:lnTo>
                  <a:pt x="4133" y="328"/>
                </a:lnTo>
                <a:lnTo>
                  <a:pt x="4133" y="327"/>
                </a:lnTo>
                <a:lnTo>
                  <a:pt x="4132" y="327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7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7" y="327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4" y="328"/>
                </a:lnTo>
                <a:lnTo>
                  <a:pt x="4123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8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5" y="326"/>
                </a:lnTo>
                <a:lnTo>
                  <a:pt x="4116" y="326"/>
                </a:lnTo>
                <a:lnTo>
                  <a:pt x="4116" y="325"/>
                </a:lnTo>
                <a:lnTo>
                  <a:pt x="4115" y="325"/>
                </a:lnTo>
                <a:lnTo>
                  <a:pt x="4114" y="325"/>
                </a:lnTo>
                <a:lnTo>
                  <a:pt x="4114" y="324"/>
                </a:lnTo>
                <a:lnTo>
                  <a:pt x="4113" y="324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8" y="321"/>
                </a:lnTo>
                <a:lnTo>
                  <a:pt x="4118" y="322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19" y="321"/>
                </a:lnTo>
                <a:lnTo>
                  <a:pt x="4120" y="320"/>
                </a:lnTo>
                <a:lnTo>
                  <a:pt x="4121" y="320"/>
                </a:lnTo>
                <a:lnTo>
                  <a:pt x="4121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4" y="313"/>
                </a:lnTo>
                <a:lnTo>
                  <a:pt x="4123" y="313"/>
                </a:lnTo>
                <a:lnTo>
                  <a:pt x="4122" y="313"/>
                </a:lnTo>
                <a:lnTo>
                  <a:pt x="4122" y="312"/>
                </a:lnTo>
                <a:lnTo>
                  <a:pt x="4123" y="312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6" y="308"/>
                </a:lnTo>
                <a:lnTo>
                  <a:pt x="4126" y="307"/>
                </a:lnTo>
                <a:lnTo>
                  <a:pt x="4125" y="307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7" y="304"/>
                </a:lnTo>
                <a:lnTo>
                  <a:pt x="4126" y="304"/>
                </a:lnTo>
                <a:lnTo>
                  <a:pt x="4126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0" y="299"/>
                </a:lnTo>
                <a:lnTo>
                  <a:pt x="4131" y="299"/>
                </a:lnTo>
                <a:lnTo>
                  <a:pt x="4131" y="298"/>
                </a:lnTo>
                <a:lnTo>
                  <a:pt x="4131" y="299"/>
                </a:lnTo>
                <a:lnTo>
                  <a:pt x="4132" y="299"/>
                </a:lnTo>
                <a:lnTo>
                  <a:pt x="4132" y="300"/>
                </a:lnTo>
                <a:lnTo>
                  <a:pt x="4133" y="299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6" y="296"/>
                </a:lnTo>
                <a:lnTo>
                  <a:pt x="4135" y="296"/>
                </a:lnTo>
                <a:lnTo>
                  <a:pt x="4135" y="295"/>
                </a:lnTo>
                <a:lnTo>
                  <a:pt x="4134" y="295"/>
                </a:lnTo>
                <a:lnTo>
                  <a:pt x="4135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4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5" y="287"/>
                </a:lnTo>
                <a:lnTo>
                  <a:pt x="4146" y="286"/>
                </a:lnTo>
                <a:lnTo>
                  <a:pt x="4146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8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6" y="281"/>
                </a:lnTo>
                <a:lnTo>
                  <a:pt x="4147" y="281"/>
                </a:lnTo>
                <a:lnTo>
                  <a:pt x="4146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4" y="264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7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9" y="251"/>
                </a:lnTo>
                <a:lnTo>
                  <a:pt x="4168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1" y="243"/>
                </a:lnTo>
                <a:lnTo>
                  <a:pt x="4170" y="243"/>
                </a:lnTo>
                <a:lnTo>
                  <a:pt x="4170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3" y="239"/>
                </a:lnTo>
                <a:lnTo>
                  <a:pt x="4173" y="240"/>
                </a:lnTo>
                <a:lnTo>
                  <a:pt x="4174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4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2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5" y="235"/>
                </a:lnTo>
                <a:lnTo>
                  <a:pt x="4175" y="234"/>
                </a:lnTo>
                <a:lnTo>
                  <a:pt x="4174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0" y="227"/>
                </a:lnTo>
                <a:lnTo>
                  <a:pt x="4181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5" y="225"/>
                </a:lnTo>
                <a:lnTo>
                  <a:pt x="4186" y="225"/>
                </a:lnTo>
                <a:lnTo>
                  <a:pt x="4186" y="224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3" y="223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90" y="216"/>
                </a:lnTo>
                <a:lnTo>
                  <a:pt x="4191" y="216"/>
                </a:lnTo>
                <a:lnTo>
                  <a:pt x="4191" y="215"/>
                </a:lnTo>
                <a:lnTo>
                  <a:pt x="4191" y="214"/>
                </a:lnTo>
                <a:lnTo>
                  <a:pt x="4190" y="214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5" y="203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6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200" y="195"/>
                </a:lnTo>
                <a:lnTo>
                  <a:pt x="4200" y="194"/>
                </a:lnTo>
                <a:lnTo>
                  <a:pt x="4199" y="194"/>
                </a:lnTo>
                <a:lnTo>
                  <a:pt x="4199" y="193"/>
                </a:lnTo>
                <a:lnTo>
                  <a:pt x="4198" y="193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1" y="192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18" y="182"/>
                </a:lnTo>
                <a:lnTo>
                  <a:pt x="4219" y="182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7" y="179"/>
                </a:lnTo>
                <a:lnTo>
                  <a:pt x="4227" y="178"/>
                </a:lnTo>
                <a:lnTo>
                  <a:pt x="4227" y="177"/>
                </a:lnTo>
                <a:lnTo>
                  <a:pt x="4226" y="177"/>
                </a:lnTo>
                <a:lnTo>
                  <a:pt x="4227" y="177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4" y="173"/>
                </a:lnTo>
                <a:lnTo>
                  <a:pt x="4233" y="173"/>
                </a:lnTo>
                <a:lnTo>
                  <a:pt x="4233" y="172"/>
                </a:lnTo>
                <a:lnTo>
                  <a:pt x="4233" y="171"/>
                </a:lnTo>
                <a:lnTo>
                  <a:pt x="4234" y="171"/>
                </a:lnTo>
                <a:lnTo>
                  <a:pt x="4236" y="171"/>
                </a:lnTo>
                <a:lnTo>
                  <a:pt x="4237" y="171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2" y="168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7" y="167"/>
                </a:lnTo>
                <a:lnTo>
                  <a:pt x="4249" y="167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3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4" y="154"/>
                </a:lnTo>
                <a:lnTo>
                  <a:pt x="4254" y="153"/>
                </a:lnTo>
                <a:lnTo>
                  <a:pt x="4255" y="153"/>
                </a:lnTo>
                <a:lnTo>
                  <a:pt x="4255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60" y="146"/>
                </a:lnTo>
                <a:lnTo>
                  <a:pt x="4259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60" y="141"/>
                </a:lnTo>
                <a:lnTo>
                  <a:pt x="4259" y="140"/>
                </a:lnTo>
                <a:lnTo>
                  <a:pt x="4259" y="139"/>
                </a:lnTo>
                <a:lnTo>
                  <a:pt x="4258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9" y="135"/>
                </a:lnTo>
                <a:lnTo>
                  <a:pt x="4259" y="134"/>
                </a:lnTo>
                <a:lnTo>
                  <a:pt x="4259" y="133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5" y="132"/>
                </a:lnTo>
                <a:lnTo>
                  <a:pt x="4254" y="131"/>
                </a:lnTo>
                <a:lnTo>
                  <a:pt x="4254" y="130"/>
                </a:lnTo>
                <a:lnTo>
                  <a:pt x="4253" y="130"/>
                </a:lnTo>
                <a:lnTo>
                  <a:pt x="4252" y="130"/>
                </a:lnTo>
                <a:lnTo>
                  <a:pt x="4252" y="129"/>
                </a:lnTo>
                <a:lnTo>
                  <a:pt x="4251" y="129"/>
                </a:lnTo>
                <a:lnTo>
                  <a:pt x="4250" y="129"/>
                </a:lnTo>
                <a:lnTo>
                  <a:pt x="4250" y="128"/>
                </a:lnTo>
                <a:lnTo>
                  <a:pt x="4249" y="128"/>
                </a:lnTo>
                <a:lnTo>
                  <a:pt x="4248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7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7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3" y="116"/>
                </a:lnTo>
                <a:lnTo>
                  <a:pt x="4253" y="114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4" y="110"/>
                </a:lnTo>
                <a:lnTo>
                  <a:pt x="4254" y="109"/>
                </a:lnTo>
                <a:lnTo>
                  <a:pt x="4254" y="108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7" y="105"/>
                </a:lnTo>
                <a:lnTo>
                  <a:pt x="4257" y="104"/>
                </a:lnTo>
                <a:lnTo>
                  <a:pt x="4256" y="104"/>
                </a:lnTo>
                <a:lnTo>
                  <a:pt x="4256" y="103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2" y="102"/>
                </a:lnTo>
                <a:lnTo>
                  <a:pt x="4251" y="102"/>
                </a:lnTo>
                <a:lnTo>
                  <a:pt x="4250" y="102"/>
                </a:lnTo>
                <a:lnTo>
                  <a:pt x="4250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0"/>
                </a:lnTo>
                <a:lnTo>
                  <a:pt x="4245" y="99"/>
                </a:lnTo>
                <a:lnTo>
                  <a:pt x="4244" y="99"/>
                </a:lnTo>
                <a:lnTo>
                  <a:pt x="4241" y="99"/>
                </a:lnTo>
                <a:lnTo>
                  <a:pt x="4241" y="98"/>
                </a:lnTo>
                <a:lnTo>
                  <a:pt x="4240" y="98"/>
                </a:lnTo>
                <a:lnTo>
                  <a:pt x="4239" y="97"/>
                </a:lnTo>
                <a:lnTo>
                  <a:pt x="4237" y="97"/>
                </a:lnTo>
                <a:lnTo>
                  <a:pt x="4237" y="96"/>
                </a:lnTo>
                <a:lnTo>
                  <a:pt x="4235" y="95"/>
                </a:lnTo>
                <a:lnTo>
                  <a:pt x="4234" y="95"/>
                </a:lnTo>
                <a:lnTo>
                  <a:pt x="4233" y="94"/>
                </a:lnTo>
                <a:lnTo>
                  <a:pt x="4232" y="94"/>
                </a:lnTo>
                <a:lnTo>
                  <a:pt x="4232" y="93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6"/>
                </a:lnTo>
                <a:lnTo>
                  <a:pt x="4226" y="97"/>
                </a:lnTo>
                <a:lnTo>
                  <a:pt x="4224" y="97"/>
                </a:lnTo>
                <a:lnTo>
                  <a:pt x="4224" y="96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7" y="99"/>
                </a:lnTo>
                <a:lnTo>
                  <a:pt x="4196" y="99"/>
                </a:lnTo>
                <a:lnTo>
                  <a:pt x="4195" y="99"/>
                </a:lnTo>
                <a:lnTo>
                  <a:pt x="4195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7" y="88"/>
                </a:lnTo>
                <a:lnTo>
                  <a:pt x="4197" y="87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6" y="84"/>
                </a:lnTo>
                <a:lnTo>
                  <a:pt x="4195" y="84"/>
                </a:lnTo>
                <a:lnTo>
                  <a:pt x="4195" y="83"/>
                </a:lnTo>
                <a:lnTo>
                  <a:pt x="4194" y="82"/>
                </a:lnTo>
                <a:lnTo>
                  <a:pt x="4193" y="81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7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3" y="77"/>
                </a:lnTo>
                <a:lnTo>
                  <a:pt x="4203" y="76"/>
                </a:lnTo>
                <a:lnTo>
                  <a:pt x="4204" y="76"/>
                </a:lnTo>
                <a:lnTo>
                  <a:pt x="4205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8" y="77"/>
                </a:lnTo>
                <a:lnTo>
                  <a:pt x="4208" y="76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7" y="68"/>
                </a:lnTo>
                <a:lnTo>
                  <a:pt x="4218" y="68"/>
                </a:lnTo>
                <a:lnTo>
                  <a:pt x="4221" y="68"/>
                </a:lnTo>
                <a:lnTo>
                  <a:pt x="4221" y="67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6" y="62"/>
                </a:lnTo>
                <a:lnTo>
                  <a:pt x="4227" y="62"/>
                </a:lnTo>
                <a:lnTo>
                  <a:pt x="4228" y="61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3" y="55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6" y="53"/>
                </a:lnTo>
                <a:lnTo>
                  <a:pt x="4237" y="53"/>
                </a:lnTo>
                <a:lnTo>
                  <a:pt x="4238" y="53"/>
                </a:lnTo>
                <a:lnTo>
                  <a:pt x="4238" y="52"/>
                </a:lnTo>
                <a:lnTo>
                  <a:pt x="4239" y="51"/>
                </a:lnTo>
                <a:lnTo>
                  <a:pt x="4239" y="50"/>
                </a:lnTo>
                <a:lnTo>
                  <a:pt x="4240" y="50"/>
                </a:lnTo>
                <a:lnTo>
                  <a:pt x="4241" y="49"/>
                </a:lnTo>
                <a:lnTo>
                  <a:pt x="4242" y="49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5" y="48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6"/>
                </a:lnTo>
                <a:lnTo>
                  <a:pt x="4249" y="45"/>
                </a:lnTo>
                <a:lnTo>
                  <a:pt x="4249" y="44"/>
                </a:lnTo>
                <a:lnTo>
                  <a:pt x="4250" y="44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3" y="41"/>
                </a:lnTo>
                <a:lnTo>
                  <a:pt x="4253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6" y="38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5"/>
                </a:lnTo>
                <a:lnTo>
                  <a:pt x="4260" y="35"/>
                </a:lnTo>
                <a:lnTo>
                  <a:pt x="4262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4" y="32"/>
                </a:lnTo>
                <a:lnTo>
                  <a:pt x="4265" y="32"/>
                </a:lnTo>
                <a:lnTo>
                  <a:pt x="4265" y="33"/>
                </a:lnTo>
                <a:lnTo>
                  <a:pt x="4266" y="33"/>
                </a:lnTo>
                <a:lnTo>
                  <a:pt x="4266" y="32"/>
                </a:lnTo>
                <a:lnTo>
                  <a:pt x="4266" y="31"/>
                </a:lnTo>
                <a:lnTo>
                  <a:pt x="4265" y="31"/>
                </a:lnTo>
                <a:lnTo>
                  <a:pt x="4265" y="30"/>
                </a:lnTo>
                <a:lnTo>
                  <a:pt x="4264" y="30"/>
                </a:lnTo>
                <a:lnTo>
                  <a:pt x="4265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59" y="13"/>
                </a:lnTo>
                <a:lnTo>
                  <a:pt x="4360" y="13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70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6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2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3" y="7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5" y="10"/>
                </a:lnTo>
                <a:lnTo>
                  <a:pt x="4416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6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1" y="1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36808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35908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34756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>
            <a:off x="234036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>
            <a:off x="233352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 flipV="1">
            <a:off x="236376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 flipV="1">
            <a:off x="232056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17764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17548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>
            <a:off x="217764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17836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 flipV="1">
            <a:off x="217764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17548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17872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17584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17548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17692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4"/>
                </a:lnTo>
                <a:lnTo>
                  <a:pt x="15" y="13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9"/>
                </a:lnTo>
                <a:lnTo>
                  <a:pt x="3" y="18"/>
                </a:lnTo>
                <a:lnTo>
                  <a:pt x="2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26548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2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8"/>
                </a:lnTo>
                <a:lnTo>
                  <a:pt x="19" y="65"/>
                </a:lnTo>
                <a:lnTo>
                  <a:pt x="21" y="60"/>
                </a:lnTo>
                <a:lnTo>
                  <a:pt x="23" y="56"/>
                </a:lnTo>
                <a:lnTo>
                  <a:pt x="25" y="52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11212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109600" y="22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112120" y="2292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10996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107440" y="229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107440" y="22935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09880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09916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5" y="5"/>
                </a:lnTo>
                <a:lnTo>
                  <a:pt x="3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09376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09412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11644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115720" y="22964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6"/>
                </a:lnTo>
                <a:lnTo>
                  <a:pt x="4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089080" y="22996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089440" y="230076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11500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11464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08620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086560" y="230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084760" y="2305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113200" y="23032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08512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11248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11140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11104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08440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08476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10924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10960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08404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08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106360" y="2313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106720" y="231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07900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100600" y="2314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10060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077920" y="2313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09628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09592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080080" y="2316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2079720" y="231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082600" y="2318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082600" y="2318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093040" y="232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086920" y="232056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09304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208692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20860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193536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6"/>
                </a:lnTo>
                <a:lnTo>
                  <a:pt x="31" y="50"/>
                </a:lnTo>
                <a:lnTo>
                  <a:pt x="33" y="54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21220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21112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208240" y="232884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2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0" y="8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21040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220788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25180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7"/>
                </a:lnTo>
                <a:lnTo>
                  <a:pt x="0" y="65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6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09988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09916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09880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09844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2098080" y="246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09700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196020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6"/>
                </a:lnTo>
                <a:lnTo>
                  <a:pt x="12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113200" y="24789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218088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218052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12076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09952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09628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12040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>
            <a:off x="212112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>
            <a:off x="2095920" y="2482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 flipH="1">
            <a:off x="209520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 flipH="1">
            <a:off x="209484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 flipV="1">
            <a:off x="2095200" y="2482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 flipV="1">
            <a:off x="209484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209700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09808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0970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09700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09376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09160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>
            <a:off x="223524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6" y="77"/>
                </a:lnTo>
                <a:lnTo>
                  <a:pt x="18" y="73"/>
                </a:lnTo>
                <a:lnTo>
                  <a:pt x="19" y="69"/>
                </a:lnTo>
                <a:lnTo>
                  <a:pt x="22" y="64"/>
                </a:lnTo>
                <a:lnTo>
                  <a:pt x="24" y="59"/>
                </a:lnTo>
                <a:lnTo>
                  <a:pt x="25" y="54"/>
                </a:lnTo>
                <a:lnTo>
                  <a:pt x="27" y="48"/>
                </a:lnTo>
                <a:lnTo>
                  <a:pt x="28" y="45"/>
                </a:lnTo>
                <a:lnTo>
                  <a:pt x="30" y="40"/>
                </a:lnTo>
                <a:lnTo>
                  <a:pt x="31" y="35"/>
                </a:lnTo>
                <a:lnTo>
                  <a:pt x="33" y="30"/>
                </a:lnTo>
                <a:lnTo>
                  <a:pt x="34" y="25"/>
                </a:lnTo>
                <a:lnTo>
                  <a:pt x="35" y="23"/>
                </a:lnTo>
                <a:lnTo>
                  <a:pt x="36" y="19"/>
                </a:lnTo>
                <a:lnTo>
                  <a:pt x="37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09160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 flipH="1">
            <a:off x="209124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09088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 flipV="1">
            <a:off x="209196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11788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>
            <a:off x="209124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09016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 flipV="1">
            <a:off x="211824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>
            <a:off x="211752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11644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 flipV="1">
            <a:off x="2116440" y="248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17800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2147400" y="2489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14704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14668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217836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10600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210760" y="2490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>
            <a:off x="210600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21004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 flipH="1">
            <a:off x="210600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>
            <a:off x="210600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0988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 flipH="1">
            <a:off x="210456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1463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 flipV="1">
            <a:off x="2099160" y="24940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10456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145960" y="24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09808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10240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10240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10132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10132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19132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15784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218988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5" y="4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15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3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14560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143440" y="2501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14272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14380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>
            <a:off x="2144880" y="2503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10600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 flipH="1">
            <a:off x="210096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10096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210312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09916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>
            <a:off x="210312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099160" y="2507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 flipV="1">
            <a:off x="2111040" y="2507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11032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>
            <a:off x="2110680" y="250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16756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 flipH="1" flipV="1">
            <a:off x="2110680" y="2508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11032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11032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16792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8" y="7"/>
                </a:lnTo>
                <a:lnTo>
                  <a:pt x="5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>
            <a:off x="207504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13228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 flipV="1">
            <a:off x="209520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09484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12976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09916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09952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130120" y="251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09916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13048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13048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130120" y="2514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09592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12976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15640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19672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19564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08872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08872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082600" y="251748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0" y="12"/>
                </a:moveTo>
                <a:lnTo>
                  <a:pt x="2" y="10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107800" y="252252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107080" y="252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10744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10852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10636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10564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10816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13660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2137320" y="25246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10420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13660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137680" y="2525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13840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10312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>
            <a:off x="213624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10564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 flipV="1">
            <a:off x="213660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09844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2102040" y="252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10636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10528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098440" y="2525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13840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09988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>
            <a:off x="213876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13768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 flipH="1">
            <a:off x="213696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>
            <a:off x="210456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097720" y="2525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 flipH="1" flipV="1">
            <a:off x="213660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136240" y="252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097000" y="252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13768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13660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09628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10348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09592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10312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1020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1675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16612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10024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16972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16972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09880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17044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09556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17224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14776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17188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14812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096280" y="2531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14776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05596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05452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05524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055960" y="2534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05308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053800" y="2534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053080" y="2534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053080" y="2535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>
            <a:off x="215784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 flipH="1"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05164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05128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2050560" y="2537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218196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13408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13372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>
            <a:off x="215064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>
            <a:off x="215064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 flipV="1">
            <a:off x="214992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 flipV="1">
            <a:off x="215028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15100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 flipH="1">
            <a:off x="215028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149920" y="254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16756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167200" y="2551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17548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2175120" y="255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07828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07612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3" y="1"/>
                </a:lnTo>
                <a:lnTo>
                  <a:pt x="2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4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03472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050200" y="256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16144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>
            <a:off x="205092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16180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 flipV="1">
            <a:off x="216144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03040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04948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16144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031120" y="256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03076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107800" y="256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02896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08728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08476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04048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08656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029320" y="2563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208692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10744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08728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043360" y="2564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04120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04156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>
            <a:off x="204012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7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08764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 flipV="1">
            <a:off x="208800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>
            <a:off x="208800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094120" y="25660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 flipH="1">
            <a:off x="201996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01132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01996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>
            <a:off x="202068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01996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 flipH="1">
            <a:off x="212616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212688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12508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3"/>
                </a:lnTo>
                <a:lnTo>
                  <a:pt x="10" y="3"/>
                </a:lnTo>
                <a:lnTo>
                  <a:pt x="11" y="4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196236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06748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196236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06712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11032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10996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206640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06604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197280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10636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10492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10672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06532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06496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210384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10492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06388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9"/>
                </a:move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4" y="20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9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4" y="13"/>
                </a:lnTo>
                <a:lnTo>
                  <a:pt x="3" y="16"/>
                </a:lnTo>
                <a:lnTo>
                  <a:pt x="1" y="17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10384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06352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2112840" y="2588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206424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091240" y="259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1972080" y="2589480"/>
            <a:ext cx="6120" cy="2880"/>
          </a:xfrm>
          <a:custGeom>
            <a:avLst/>
            <a:gdLst/>
            <a:ahLst/>
            <a:rect l="0" t="0" r="r" b="b"/>
            <a:pathLst>
              <a:path fill="none" w="17" h="8">
                <a:moveTo>
                  <a:pt x="17" y="0"/>
                </a:moveTo>
                <a:lnTo>
                  <a:pt x="16" y="0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5"/>
                </a:lnTo>
                <a:lnTo>
                  <a:pt x="11" y="6"/>
                </a:lnTo>
                <a:lnTo>
                  <a:pt x="8" y="8"/>
                </a:lnTo>
                <a:lnTo>
                  <a:pt x="4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06280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062440" y="2590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2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5" y="4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208440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208512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197712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1977840" y="259200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208440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195552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201132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01132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195588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205200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205200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197208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197244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2012400" y="26046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01276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079720" y="2607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208008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208008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207972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2085120" y="260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194688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195192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200772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2008440" y="26096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194796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195228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>
            <a:off x="194400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194508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 flipV="1">
            <a:off x="208260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208224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08080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080800" y="261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13804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07468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07432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206316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06280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189972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1"/>
                </a:lnTo>
                <a:lnTo>
                  <a:pt x="3" y="75"/>
                </a:lnTo>
                <a:lnTo>
                  <a:pt x="4" y="81"/>
                </a:lnTo>
                <a:lnTo>
                  <a:pt x="5" y="85"/>
                </a:lnTo>
                <a:lnTo>
                  <a:pt x="6" y="89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03904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04012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03904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03940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03760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03616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033640" y="2682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04048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2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037240" y="268632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  <a:lnTo>
                  <a:pt x="11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03760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7" y="4"/>
                </a:lnTo>
                <a:lnTo>
                  <a:pt x="6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043720" y="269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03184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03184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202428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201636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4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13372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6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9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1"/>
                </a:lnTo>
                <a:lnTo>
                  <a:pt x="166" y="40"/>
                </a:lnTo>
                <a:lnTo>
                  <a:pt x="166" y="41"/>
                </a:lnTo>
                <a:lnTo>
                  <a:pt x="167" y="42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1" y="42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5" y="41"/>
                </a:lnTo>
                <a:lnTo>
                  <a:pt x="176" y="40"/>
                </a:lnTo>
                <a:lnTo>
                  <a:pt x="177" y="40"/>
                </a:lnTo>
                <a:lnTo>
                  <a:pt x="179" y="38"/>
                </a:lnTo>
                <a:lnTo>
                  <a:pt x="180" y="38"/>
                </a:lnTo>
                <a:lnTo>
                  <a:pt x="181" y="40"/>
                </a:lnTo>
                <a:lnTo>
                  <a:pt x="182" y="41"/>
                </a:lnTo>
                <a:lnTo>
                  <a:pt x="185" y="41"/>
                </a:lnTo>
                <a:lnTo>
                  <a:pt x="186" y="41"/>
                </a:lnTo>
                <a:lnTo>
                  <a:pt x="186" y="40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79" y="48"/>
                </a:lnTo>
                <a:lnTo>
                  <a:pt x="180" y="48"/>
                </a:lnTo>
                <a:lnTo>
                  <a:pt x="180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1"/>
                </a:lnTo>
                <a:lnTo>
                  <a:pt x="180" y="52"/>
                </a:lnTo>
                <a:lnTo>
                  <a:pt x="179" y="51"/>
                </a:lnTo>
                <a:lnTo>
                  <a:pt x="178" y="51"/>
                </a:lnTo>
                <a:lnTo>
                  <a:pt x="178" y="52"/>
                </a:lnTo>
                <a:lnTo>
                  <a:pt x="177" y="52"/>
                </a:lnTo>
                <a:lnTo>
                  <a:pt x="176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1" y="59"/>
                </a:lnTo>
                <a:lnTo>
                  <a:pt x="162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4" y="66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7" y="86"/>
                </a:lnTo>
                <a:lnTo>
                  <a:pt x="178" y="87"/>
                </a:lnTo>
                <a:lnTo>
                  <a:pt x="177" y="87"/>
                </a:lnTo>
                <a:lnTo>
                  <a:pt x="176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89"/>
                </a:lnTo>
                <a:lnTo>
                  <a:pt x="177" y="89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9" y="98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17548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8" y="0"/>
                </a:lnTo>
                <a:lnTo>
                  <a:pt x="69" y="1"/>
                </a:lnTo>
                <a:lnTo>
                  <a:pt x="70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2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2" y="66"/>
                </a:lnTo>
                <a:lnTo>
                  <a:pt x="82" y="67"/>
                </a:lnTo>
                <a:lnTo>
                  <a:pt x="83" y="67"/>
                </a:lnTo>
                <a:lnTo>
                  <a:pt x="83" y="66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7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7"/>
                </a:lnTo>
                <a:lnTo>
                  <a:pt x="103" y="68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09" y="71"/>
                </a:lnTo>
                <a:lnTo>
                  <a:pt x="109" y="72"/>
                </a:lnTo>
                <a:lnTo>
                  <a:pt x="108" y="72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1"/>
                </a:lnTo>
                <a:lnTo>
                  <a:pt x="105" y="84"/>
                </a:lnTo>
                <a:lnTo>
                  <a:pt x="105" y="85"/>
                </a:lnTo>
                <a:lnTo>
                  <a:pt x="105" y="87"/>
                </a:lnTo>
                <a:lnTo>
                  <a:pt x="104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4" y="91"/>
                </a:lnTo>
                <a:lnTo>
                  <a:pt x="103" y="90"/>
                </a:lnTo>
                <a:lnTo>
                  <a:pt x="102" y="90"/>
                </a:lnTo>
                <a:lnTo>
                  <a:pt x="100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99" y="93"/>
                </a:lnTo>
                <a:lnTo>
                  <a:pt x="100" y="93"/>
                </a:lnTo>
                <a:lnTo>
                  <a:pt x="100" y="92"/>
                </a:lnTo>
                <a:lnTo>
                  <a:pt x="101" y="92"/>
                </a:lnTo>
                <a:lnTo>
                  <a:pt x="101" y="93"/>
                </a:lnTo>
                <a:lnTo>
                  <a:pt x="102" y="93"/>
                </a:lnTo>
                <a:lnTo>
                  <a:pt x="103" y="92"/>
                </a:lnTo>
                <a:lnTo>
                  <a:pt x="103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2" y="94"/>
                </a:lnTo>
                <a:lnTo>
                  <a:pt x="102" y="95"/>
                </a:lnTo>
                <a:lnTo>
                  <a:pt x="103" y="95"/>
                </a:lnTo>
                <a:lnTo>
                  <a:pt x="103" y="96"/>
                </a:lnTo>
                <a:lnTo>
                  <a:pt x="103" y="95"/>
                </a:lnTo>
                <a:lnTo>
                  <a:pt x="104" y="95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8" y="96"/>
                </a:lnTo>
                <a:lnTo>
                  <a:pt x="109" y="96"/>
                </a:lnTo>
                <a:lnTo>
                  <a:pt x="111" y="96"/>
                </a:lnTo>
                <a:lnTo>
                  <a:pt x="112" y="96"/>
                </a:lnTo>
                <a:lnTo>
                  <a:pt x="112" y="97"/>
                </a:lnTo>
                <a:lnTo>
                  <a:pt x="114" y="97"/>
                </a:lnTo>
                <a:lnTo>
                  <a:pt x="114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100"/>
                </a:lnTo>
                <a:lnTo>
                  <a:pt x="118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7"/>
                </a:lnTo>
                <a:lnTo>
                  <a:pt x="113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1"/>
                </a:lnTo>
                <a:lnTo>
                  <a:pt x="111" y="111"/>
                </a:lnTo>
                <a:lnTo>
                  <a:pt x="110" y="108"/>
                </a:lnTo>
                <a:lnTo>
                  <a:pt x="109" y="108"/>
                </a:lnTo>
                <a:lnTo>
                  <a:pt x="105" y="109"/>
                </a:lnTo>
                <a:lnTo>
                  <a:pt x="106" y="111"/>
                </a:lnTo>
                <a:lnTo>
                  <a:pt x="106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1" y="112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4"/>
                </a:lnTo>
                <a:lnTo>
                  <a:pt x="99" y="114"/>
                </a:lnTo>
                <a:lnTo>
                  <a:pt x="98" y="114"/>
                </a:lnTo>
                <a:lnTo>
                  <a:pt x="98" y="115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2" y="120"/>
                </a:lnTo>
                <a:lnTo>
                  <a:pt x="93" y="120"/>
                </a:lnTo>
                <a:lnTo>
                  <a:pt x="93" y="121"/>
                </a:lnTo>
                <a:lnTo>
                  <a:pt x="95" y="121"/>
                </a:lnTo>
                <a:lnTo>
                  <a:pt x="96" y="122"/>
                </a:lnTo>
                <a:lnTo>
                  <a:pt x="97" y="122"/>
                </a:lnTo>
                <a:lnTo>
                  <a:pt x="99" y="123"/>
                </a:lnTo>
                <a:lnTo>
                  <a:pt x="100" y="127"/>
                </a:lnTo>
                <a:lnTo>
                  <a:pt x="101" y="128"/>
                </a:lnTo>
                <a:lnTo>
                  <a:pt x="102" y="128"/>
                </a:lnTo>
                <a:lnTo>
                  <a:pt x="102" y="129"/>
                </a:lnTo>
                <a:lnTo>
                  <a:pt x="102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8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5" y="124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6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1" y="130"/>
                </a:lnTo>
                <a:lnTo>
                  <a:pt x="92" y="131"/>
                </a:lnTo>
                <a:lnTo>
                  <a:pt x="94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3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100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3"/>
                </a:lnTo>
                <a:lnTo>
                  <a:pt x="92" y="132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1"/>
                </a:lnTo>
                <a:lnTo>
                  <a:pt x="91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5" y="134"/>
                </a:lnTo>
                <a:lnTo>
                  <a:pt x="96" y="135"/>
                </a:lnTo>
                <a:lnTo>
                  <a:pt x="96" y="136"/>
                </a:lnTo>
                <a:lnTo>
                  <a:pt x="97" y="137"/>
                </a:lnTo>
                <a:lnTo>
                  <a:pt x="98" y="135"/>
                </a:lnTo>
                <a:lnTo>
                  <a:pt x="101" y="136"/>
                </a:lnTo>
                <a:lnTo>
                  <a:pt x="100" y="138"/>
                </a:lnTo>
                <a:lnTo>
                  <a:pt x="101" y="138"/>
                </a:lnTo>
                <a:lnTo>
                  <a:pt x="102" y="136"/>
                </a:lnTo>
                <a:lnTo>
                  <a:pt x="104" y="137"/>
                </a:lnTo>
                <a:lnTo>
                  <a:pt x="102" y="140"/>
                </a:lnTo>
                <a:lnTo>
                  <a:pt x="102" y="141"/>
                </a:lnTo>
                <a:lnTo>
                  <a:pt x="102" y="142"/>
                </a:lnTo>
                <a:lnTo>
                  <a:pt x="103" y="142"/>
                </a:lnTo>
                <a:lnTo>
                  <a:pt x="102" y="143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7" y="141"/>
                </a:lnTo>
                <a:lnTo>
                  <a:pt x="93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40"/>
                </a:lnTo>
                <a:lnTo>
                  <a:pt x="88" y="139"/>
                </a:lnTo>
                <a:lnTo>
                  <a:pt x="88" y="140"/>
                </a:lnTo>
                <a:lnTo>
                  <a:pt x="89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4" y="144"/>
                </a:lnTo>
                <a:lnTo>
                  <a:pt x="93" y="143"/>
                </a:lnTo>
                <a:lnTo>
                  <a:pt x="89" y="142"/>
                </a:lnTo>
                <a:lnTo>
                  <a:pt x="88" y="143"/>
                </a:lnTo>
                <a:lnTo>
                  <a:pt x="93" y="145"/>
                </a:lnTo>
                <a:lnTo>
                  <a:pt x="93" y="146"/>
                </a:lnTo>
                <a:lnTo>
                  <a:pt x="92" y="146"/>
                </a:lnTo>
                <a:lnTo>
                  <a:pt x="90" y="146"/>
                </a:lnTo>
                <a:lnTo>
                  <a:pt x="87" y="145"/>
                </a:lnTo>
                <a:lnTo>
                  <a:pt x="86" y="145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2"/>
                </a:lnTo>
                <a:lnTo>
                  <a:pt x="81" y="152"/>
                </a:lnTo>
                <a:lnTo>
                  <a:pt x="81" y="153"/>
                </a:lnTo>
                <a:lnTo>
                  <a:pt x="80" y="153"/>
                </a:lnTo>
                <a:lnTo>
                  <a:pt x="79" y="153"/>
                </a:lnTo>
                <a:lnTo>
                  <a:pt x="81" y="154"/>
                </a:lnTo>
                <a:lnTo>
                  <a:pt x="82" y="154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2" y="144"/>
                </a:lnTo>
                <a:lnTo>
                  <a:pt x="1" y="144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40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5"/>
                </a:lnTo>
                <a:lnTo>
                  <a:pt x="41" y="45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3" y="40"/>
                </a:lnTo>
                <a:lnTo>
                  <a:pt x="42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3" y="14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D0E8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207000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2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4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3" y="57"/>
                </a:lnTo>
                <a:lnTo>
                  <a:pt x="424" y="58"/>
                </a:lnTo>
                <a:lnTo>
                  <a:pt x="423" y="58"/>
                </a:lnTo>
                <a:lnTo>
                  <a:pt x="423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4"/>
                </a:lnTo>
                <a:lnTo>
                  <a:pt x="439" y="75"/>
                </a:lnTo>
                <a:lnTo>
                  <a:pt x="440" y="76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2" y="79"/>
                </a:lnTo>
                <a:lnTo>
                  <a:pt x="441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4" y="88"/>
                </a:lnTo>
                <a:lnTo>
                  <a:pt x="433" y="86"/>
                </a:lnTo>
                <a:lnTo>
                  <a:pt x="432" y="85"/>
                </a:lnTo>
                <a:lnTo>
                  <a:pt x="433" y="85"/>
                </a:lnTo>
                <a:lnTo>
                  <a:pt x="433" y="84"/>
                </a:lnTo>
                <a:lnTo>
                  <a:pt x="432" y="83"/>
                </a:lnTo>
                <a:lnTo>
                  <a:pt x="431" y="82"/>
                </a:lnTo>
                <a:lnTo>
                  <a:pt x="430" y="82"/>
                </a:lnTo>
                <a:lnTo>
                  <a:pt x="430" y="83"/>
                </a:lnTo>
                <a:lnTo>
                  <a:pt x="429" y="83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6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4" y="86"/>
                </a:lnTo>
                <a:lnTo>
                  <a:pt x="423" y="86"/>
                </a:lnTo>
                <a:lnTo>
                  <a:pt x="423" y="87"/>
                </a:lnTo>
                <a:lnTo>
                  <a:pt x="423" y="88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8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8" y="119"/>
                </a:lnTo>
                <a:lnTo>
                  <a:pt x="439" y="120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3" y="130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0"/>
                </a:lnTo>
                <a:lnTo>
                  <a:pt x="472" y="131"/>
                </a:lnTo>
                <a:lnTo>
                  <a:pt x="473" y="132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7"/>
                </a:lnTo>
                <a:lnTo>
                  <a:pt x="487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1" y="165"/>
                </a:lnTo>
                <a:lnTo>
                  <a:pt x="502" y="166"/>
                </a:lnTo>
                <a:lnTo>
                  <a:pt x="503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79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1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1" y="197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7" y="199"/>
                </a:lnTo>
                <a:lnTo>
                  <a:pt x="508" y="199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3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1"/>
                </a:lnTo>
                <a:lnTo>
                  <a:pt x="538" y="291"/>
                </a:lnTo>
                <a:lnTo>
                  <a:pt x="538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6" y="321"/>
                </a:lnTo>
                <a:lnTo>
                  <a:pt x="526" y="322"/>
                </a:lnTo>
                <a:lnTo>
                  <a:pt x="527" y="323"/>
                </a:lnTo>
                <a:lnTo>
                  <a:pt x="528" y="324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1"/>
                </a:lnTo>
                <a:lnTo>
                  <a:pt x="512" y="342"/>
                </a:lnTo>
                <a:lnTo>
                  <a:pt x="511" y="342"/>
                </a:lnTo>
                <a:lnTo>
                  <a:pt x="511" y="343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4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5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5"/>
                </a:lnTo>
                <a:lnTo>
                  <a:pt x="471" y="355"/>
                </a:lnTo>
                <a:lnTo>
                  <a:pt x="470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59"/>
                </a:lnTo>
                <a:lnTo>
                  <a:pt x="463" y="360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0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9" y="367"/>
                </a:lnTo>
                <a:lnTo>
                  <a:pt x="459" y="368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3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5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4" y="366"/>
                </a:lnTo>
                <a:lnTo>
                  <a:pt x="454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6" y="366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1"/>
                </a:lnTo>
                <a:lnTo>
                  <a:pt x="420" y="351"/>
                </a:lnTo>
                <a:lnTo>
                  <a:pt x="420" y="350"/>
                </a:lnTo>
                <a:lnTo>
                  <a:pt x="418" y="349"/>
                </a:lnTo>
                <a:lnTo>
                  <a:pt x="418" y="350"/>
                </a:lnTo>
                <a:lnTo>
                  <a:pt x="418" y="349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4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1"/>
                </a:lnTo>
                <a:lnTo>
                  <a:pt x="410" y="341"/>
                </a:lnTo>
                <a:lnTo>
                  <a:pt x="408" y="340"/>
                </a:lnTo>
                <a:lnTo>
                  <a:pt x="408" y="339"/>
                </a:lnTo>
                <a:lnTo>
                  <a:pt x="406" y="339"/>
                </a:lnTo>
                <a:lnTo>
                  <a:pt x="406" y="338"/>
                </a:lnTo>
                <a:lnTo>
                  <a:pt x="405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6" y="332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2" y="310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1"/>
                </a:lnTo>
                <a:lnTo>
                  <a:pt x="400" y="310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7" y="310"/>
                </a:lnTo>
                <a:lnTo>
                  <a:pt x="396" y="311"/>
                </a:lnTo>
                <a:lnTo>
                  <a:pt x="395" y="311"/>
                </a:lnTo>
                <a:lnTo>
                  <a:pt x="395" y="310"/>
                </a:lnTo>
                <a:lnTo>
                  <a:pt x="394" y="310"/>
                </a:lnTo>
                <a:lnTo>
                  <a:pt x="393" y="310"/>
                </a:lnTo>
                <a:lnTo>
                  <a:pt x="393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8" y="310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9" y="299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3" y="295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70" y="286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69" y="271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6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89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6" y="252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3" y="252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4"/>
                </a:lnTo>
                <a:lnTo>
                  <a:pt x="363" y="244"/>
                </a:lnTo>
                <a:lnTo>
                  <a:pt x="362" y="243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1" y="240"/>
                </a:lnTo>
                <a:lnTo>
                  <a:pt x="350" y="240"/>
                </a:lnTo>
                <a:lnTo>
                  <a:pt x="350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39"/>
                </a:lnTo>
                <a:lnTo>
                  <a:pt x="347" y="238"/>
                </a:lnTo>
                <a:lnTo>
                  <a:pt x="346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2" y="225"/>
                </a:lnTo>
                <a:lnTo>
                  <a:pt x="344" y="224"/>
                </a:lnTo>
                <a:lnTo>
                  <a:pt x="343" y="222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09"/>
                </a:lnTo>
                <a:lnTo>
                  <a:pt x="352" y="209"/>
                </a:lnTo>
                <a:lnTo>
                  <a:pt x="353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3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200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8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7" y="197"/>
                </a:lnTo>
                <a:lnTo>
                  <a:pt x="333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4" y="197"/>
                </a:lnTo>
                <a:lnTo>
                  <a:pt x="323" y="197"/>
                </a:lnTo>
                <a:lnTo>
                  <a:pt x="323" y="198"/>
                </a:lnTo>
                <a:lnTo>
                  <a:pt x="320" y="197"/>
                </a:lnTo>
                <a:lnTo>
                  <a:pt x="319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2"/>
                </a:lnTo>
                <a:lnTo>
                  <a:pt x="314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3" y="189"/>
                </a:lnTo>
                <a:lnTo>
                  <a:pt x="312" y="189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9" y="178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9" y="161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6" y="195"/>
                </a:lnTo>
                <a:lnTo>
                  <a:pt x="245" y="196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3"/>
                </a:lnTo>
                <a:lnTo>
                  <a:pt x="207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1" y="252"/>
                </a:lnTo>
                <a:lnTo>
                  <a:pt x="210" y="252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8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8" y="256"/>
                </a:lnTo>
                <a:lnTo>
                  <a:pt x="198" y="255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2" y="289"/>
                </a:lnTo>
                <a:lnTo>
                  <a:pt x="182" y="290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5" y="310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4" y="309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2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7" y="317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6" y="310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2" y="307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5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8" y="334"/>
                </a:lnTo>
                <a:lnTo>
                  <a:pt x="309" y="334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7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1" y="355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8" y="365"/>
                </a:lnTo>
                <a:lnTo>
                  <a:pt x="308" y="366"/>
                </a:lnTo>
                <a:lnTo>
                  <a:pt x="306" y="366"/>
                </a:lnTo>
                <a:lnTo>
                  <a:pt x="306" y="365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5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2"/>
                </a:lnTo>
                <a:lnTo>
                  <a:pt x="294" y="386"/>
                </a:lnTo>
                <a:lnTo>
                  <a:pt x="295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5"/>
                </a:lnTo>
                <a:lnTo>
                  <a:pt x="296" y="396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7" y="403"/>
                </a:lnTo>
                <a:lnTo>
                  <a:pt x="320" y="402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09"/>
                </a:lnTo>
                <a:lnTo>
                  <a:pt x="340" y="408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0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8" y="423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7" y="438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7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6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7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3" y="484"/>
                </a:lnTo>
                <a:lnTo>
                  <a:pt x="362" y="484"/>
                </a:lnTo>
                <a:lnTo>
                  <a:pt x="360" y="488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2" y="487"/>
                </a:lnTo>
                <a:lnTo>
                  <a:pt x="351" y="487"/>
                </a:lnTo>
                <a:lnTo>
                  <a:pt x="349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7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7" y="568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0"/>
                </a:lnTo>
                <a:lnTo>
                  <a:pt x="33" y="369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5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39"/>
                </a:lnTo>
                <a:lnTo>
                  <a:pt x="89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2" y="244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9" y="205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6" y="142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6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2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7" y="107"/>
                </a:lnTo>
                <a:lnTo>
                  <a:pt x="158" y="107"/>
                </a:lnTo>
                <a:lnTo>
                  <a:pt x="160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69" y="96"/>
                </a:lnTo>
                <a:lnTo>
                  <a:pt x="168" y="95"/>
                </a:lnTo>
                <a:lnTo>
                  <a:pt x="167" y="95"/>
                </a:lnTo>
                <a:lnTo>
                  <a:pt x="167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0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8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7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7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300" y="64"/>
                </a:lnTo>
                <a:lnTo>
                  <a:pt x="300" y="65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9"/>
                </a:lnTo>
                <a:lnTo>
                  <a:pt x="307" y="48"/>
                </a:lnTo>
                <a:lnTo>
                  <a:pt x="307" y="47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8" y="44"/>
                </a:lnTo>
                <a:lnTo>
                  <a:pt x="309" y="44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6"/>
                </a:lnTo>
                <a:lnTo>
                  <a:pt x="312" y="34"/>
                </a:lnTo>
                <a:lnTo>
                  <a:pt x="312" y="32"/>
                </a:lnTo>
                <a:lnTo>
                  <a:pt x="311" y="31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5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2176920" y="355644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2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8" y="19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39" y="24"/>
                </a:lnTo>
                <a:lnTo>
                  <a:pt x="40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7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1" y="28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8" y="29"/>
                </a:lnTo>
                <a:lnTo>
                  <a:pt x="37" y="29"/>
                </a:lnTo>
                <a:lnTo>
                  <a:pt x="37" y="31"/>
                </a:lnTo>
                <a:lnTo>
                  <a:pt x="38" y="31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3"/>
                </a:lnTo>
                <a:lnTo>
                  <a:pt x="42" y="34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9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8" y="41"/>
                </a:lnTo>
                <a:lnTo>
                  <a:pt x="39" y="41"/>
                </a:lnTo>
                <a:lnTo>
                  <a:pt x="39" y="42"/>
                </a:lnTo>
                <a:lnTo>
                  <a:pt x="38" y="42"/>
                </a:lnTo>
                <a:lnTo>
                  <a:pt x="38" y="43"/>
                </a:lnTo>
                <a:lnTo>
                  <a:pt x="39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7"/>
                </a:lnTo>
                <a:lnTo>
                  <a:pt x="30" y="47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2" y="47"/>
                </a:lnTo>
                <a:lnTo>
                  <a:pt x="21" y="47"/>
                </a:lnTo>
                <a:lnTo>
                  <a:pt x="21" y="46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20" y="44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2"/>
                </a:lnTo>
                <a:lnTo>
                  <a:pt x="19" y="41"/>
                </a:lnTo>
                <a:lnTo>
                  <a:pt x="19" y="40"/>
                </a:lnTo>
                <a:lnTo>
                  <a:pt x="18" y="40"/>
                </a:lnTo>
                <a:lnTo>
                  <a:pt x="16" y="40"/>
                </a:lnTo>
                <a:lnTo>
                  <a:pt x="16" y="41"/>
                </a:lnTo>
                <a:lnTo>
                  <a:pt x="15" y="41"/>
                </a:lnTo>
                <a:lnTo>
                  <a:pt x="15" y="42"/>
                </a:lnTo>
                <a:lnTo>
                  <a:pt x="15" y="41"/>
                </a:lnTo>
                <a:lnTo>
                  <a:pt x="14" y="41"/>
                </a:lnTo>
                <a:lnTo>
                  <a:pt x="13" y="40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5" y="38"/>
                </a:lnTo>
                <a:lnTo>
                  <a:pt x="15" y="37"/>
                </a:lnTo>
                <a:lnTo>
                  <a:pt x="16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5" y="34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8" y="32"/>
                </a:lnTo>
                <a:lnTo>
                  <a:pt x="19" y="32"/>
                </a:lnTo>
                <a:lnTo>
                  <a:pt x="18" y="32"/>
                </a:lnTo>
                <a:lnTo>
                  <a:pt x="18" y="31"/>
                </a:lnTo>
                <a:lnTo>
                  <a:pt x="17" y="30"/>
                </a:lnTo>
                <a:lnTo>
                  <a:pt x="18" y="30"/>
                </a:lnTo>
                <a:lnTo>
                  <a:pt x="17" y="29"/>
                </a:lnTo>
                <a:lnTo>
                  <a:pt x="17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5" y="27"/>
                </a:lnTo>
                <a:lnTo>
                  <a:pt x="14" y="27"/>
                </a:lnTo>
                <a:lnTo>
                  <a:pt x="14" y="26"/>
                </a:lnTo>
                <a:lnTo>
                  <a:pt x="13" y="26"/>
                </a:lnTo>
                <a:lnTo>
                  <a:pt x="13" y="25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9" y="24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5" y="22"/>
                </a:lnTo>
                <a:lnTo>
                  <a:pt x="4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196560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3" y="3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6" y="21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4" y="40"/>
                </a:lnTo>
                <a:lnTo>
                  <a:pt x="374" y="41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1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6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6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5" y="118"/>
                </a:lnTo>
                <a:lnTo>
                  <a:pt x="386" y="118"/>
                </a:lnTo>
                <a:lnTo>
                  <a:pt x="385" y="118"/>
                </a:lnTo>
                <a:lnTo>
                  <a:pt x="385" y="119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7" y="121"/>
                </a:lnTo>
                <a:lnTo>
                  <a:pt x="388" y="121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2" y="141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19" y="190"/>
                </a:lnTo>
                <a:lnTo>
                  <a:pt x="320" y="190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8" y="325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5"/>
                </a:lnTo>
                <a:lnTo>
                  <a:pt x="318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3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4"/>
                </a:lnTo>
                <a:lnTo>
                  <a:pt x="192" y="566"/>
                </a:lnTo>
                <a:lnTo>
                  <a:pt x="192" y="565"/>
                </a:lnTo>
                <a:lnTo>
                  <a:pt x="190" y="565"/>
                </a:lnTo>
                <a:lnTo>
                  <a:pt x="189" y="566"/>
                </a:lnTo>
                <a:lnTo>
                  <a:pt x="188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2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59"/>
                </a:lnTo>
                <a:lnTo>
                  <a:pt x="166" y="560"/>
                </a:lnTo>
                <a:lnTo>
                  <a:pt x="165" y="560"/>
                </a:lnTo>
                <a:lnTo>
                  <a:pt x="164" y="559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2"/>
                </a:lnTo>
                <a:lnTo>
                  <a:pt x="164" y="583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4" y="579"/>
                </a:lnTo>
                <a:lnTo>
                  <a:pt x="152" y="579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5" y="580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5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2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5" y="609"/>
                </a:lnTo>
                <a:lnTo>
                  <a:pt x="84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4" y="615"/>
                </a:lnTo>
                <a:lnTo>
                  <a:pt x="73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20"/>
                </a:lnTo>
                <a:lnTo>
                  <a:pt x="65" y="619"/>
                </a:lnTo>
                <a:lnTo>
                  <a:pt x="65" y="618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1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7" y="631"/>
                </a:lnTo>
                <a:lnTo>
                  <a:pt x="37" y="630"/>
                </a:lnTo>
                <a:lnTo>
                  <a:pt x="36" y="630"/>
                </a:lnTo>
                <a:lnTo>
                  <a:pt x="35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7"/>
                </a:lnTo>
                <a:lnTo>
                  <a:pt x="1" y="626"/>
                </a:lnTo>
                <a:lnTo>
                  <a:pt x="1" y="625"/>
                </a:lnTo>
                <a:lnTo>
                  <a:pt x="0" y="625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3"/>
                </a:lnTo>
                <a:lnTo>
                  <a:pt x="0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3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3" y="559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7" y="551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7" y="539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3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0" y="512"/>
                </a:lnTo>
                <a:lnTo>
                  <a:pt x="30" y="510"/>
                </a:lnTo>
                <a:lnTo>
                  <a:pt x="31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4" y="490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5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6" y="400"/>
                </a:lnTo>
                <a:lnTo>
                  <a:pt x="17" y="400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6" y="339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0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8" y="184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1" y="173"/>
                </a:lnTo>
                <a:lnTo>
                  <a:pt x="81" y="172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90" y="149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1" y="142"/>
                </a:lnTo>
                <a:lnTo>
                  <a:pt x="80" y="142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8" y="136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09" y="117"/>
                </a:lnTo>
                <a:lnTo>
                  <a:pt x="110" y="117"/>
                </a:lnTo>
                <a:lnTo>
                  <a:pt x="110" y="115"/>
                </a:lnTo>
                <a:lnTo>
                  <a:pt x="109" y="115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6" y="111"/>
                </a:lnTo>
                <a:lnTo>
                  <a:pt x="116" y="112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2" y="114"/>
                </a:lnTo>
                <a:lnTo>
                  <a:pt x="124" y="114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0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2" y="117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6" y="99"/>
                </a:lnTo>
                <a:lnTo>
                  <a:pt x="156" y="98"/>
                </a:lnTo>
                <a:lnTo>
                  <a:pt x="158" y="96"/>
                </a:lnTo>
                <a:lnTo>
                  <a:pt x="159" y="95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9" y="80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8"/>
                </a:lnTo>
                <a:lnTo>
                  <a:pt x="177" y="67"/>
                </a:lnTo>
                <a:lnTo>
                  <a:pt x="177" y="66"/>
                </a:lnTo>
                <a:lnTo>
                  <a:pt x="178" y="66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79" y="62"/>
                </a:lnTo>
                <a:lnTo>
                  <a:pt x="179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4" y="49"/>
                </a:lnTo>
                <a:lnTo>
                  <a:pt x="194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B1D3E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154188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2" y="1"/>
                </a:ln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4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5" y="14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2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1" y="71"/>
                </a:lnTo>
                <a:lnTo>
                  <a:pt x="2170" y="71"/>
                </a:lnTo>
                <a:lnTo>
                  <a:pt x="2169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6"/>
                </a:lnTo>
                <a:lnTo>
                  <a:pt x="2233" y="105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5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1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2"/>
                </a:lnTo>
                <a:lnTo>
                  <a:pt x="2555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90" y="444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2"/>
                </a:lnTo>
                <a:lnTo>
                  <a:pt x="2413" y="512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6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5" y="552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5"/>
                </a:lnTo>
                <a:lnTo>
                  <a:pt x="2346" y="566"/>
                </a:lnTo>
                <a:lnTo>
                  <a:pt x="2345" y="567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2" y="573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6" y="613"/>
                </a:lnTo>
                <a:lnTo>
                  <a:pt x="2275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8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8" y="665"/>
                </a:lnTo>
                <a:lnTo>
                  <a:pt x="2348" y="664"/>
                </a:lnTo>
                <a:lnTo>
                  <a:pt x="2347" y="664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4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6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2"/>
                </a:lnTo>
                <a:lnTo>
                  <a:pt x="2312" y="763"/>
                </a:lnTo>
                <a:lnTo>
                  <a:pt x="2311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2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4"/>
                </a:lnTo>
                <a:lnTo>
                  <a:pt x="2239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0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19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19" y="762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4"/>
                </a:lnTo>
                <a:lnTo>
                  <a:pt x="2209" y="775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29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3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6" y="784"/>
                </a:lnTo>
                <a:lnTo>
                  <a:pt x="2237" y="786"/>
                </a:lnTo>
                <a:lnTo>
                  <a:pt x="2237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8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7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8" y="884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2" y="930"/>
                </a:lnTo>
                <a:lnTo>
                  <a:pt x="2265" y="931"/>
                </a:lnTo>
                <a:lnTo>
                  <a:pt x="2266" y="932"/>
                </a:lnTo>
                <a:lnTo>
                  <a:pt x="2267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29" y="906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39" y="918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3" y="941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7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8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5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7" y="1015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9" y="1033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6" y="1080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7" y="1089"/>
                </a:lnTo>
                <a:lnTo>
                  <a:pt x="2237" y="1090"/>
                </a:lnTo>
                <a:lnTo>
                  <a:pt x="2236" y="1089"/>
                </a:lnTo>
                <a:lnTo>
                  <a:pt x="2235" y="1089"/>
                </a:lnTo>
                <a:lnTo>
                  <a:pt x="2234" y="1089"/>
                </a:lnTo>
                <a:lnTo>
                  <a:pt x="2235" y="1090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3" y="1092"/>
                </a:lnTo>
                <a:lnTo>
                  <a:pt x="2232" y="1092"/>
                </a:lnTo>
                <a:lnTo>
                  <a:pt x="2231" y="1092"/>
                </a:lnTo>
                <a:lnTo>
                  <a:pt x="2231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31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1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31" y="1100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101"/>
                </a:lnTo>
                <a:lnTo>
                  <a:pt x="2230" y="1101"/>
                </a:lnTo>
                <a:lnTo>
                  <a:pt x="2230" y="1102"/>
                </a:lnTo>
                <a:lnTo>
                  <a:pt x="2229" y="1102"/>
                </a:lnTo>
                <a:lnTo>
                  <a:pt x="2229" y="1103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6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1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9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3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1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0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1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7" y="1156"/>
                </a:lnTo>
                <a:lnTo>
                  <a:pt x="2098" y="1156"/>
                </a:lnTo>
                <a:lnTo>
                  <a:pt x="2098" y="1157"/>
                </a:lnTo>
                <a:lnTo>
                  <a:pt x="2097" y="1158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2" y="1172"/>
                </a:lnTo>
                <a:lnTo>
                  <a:pt x="2081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59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59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0"/>
                </a:lnTo>
                <a:lnTo>
                  <a:pt x="2060" y="1179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6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6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3" y="1151"/>
                </a:lnTo>
                <a:lnTo>
                  <a:pt x="2043" y="1150"/>
                </a:lnTo>
                <a:lnTo>
                  <a:pt x="2042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3" y="1144"/>
                </a:lnTo>
                <a:lnTo>
                  <a:pt x="2044" y="1144"/>
                </a:lnTo>
                <a:lnTo>
                  <a:pt x="2044" y="1143"/>
                </a:lnTo>
                <a:lnTo>
                  <a:pt x="2043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3" y="1141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5" y="1138"/>
                </a:lnTo>
                <a:lnTo>
                  <a:pt x="2036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6" y="1127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0" y="1153"/>
                </a:lnTo>
                <a:lnTo>
                  <a:pt x="2000" y="1154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3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4" y="1195"/>
                </a:lnTo>
                <a:lnTo>
                  <a:pt x="1994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4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1" y="1225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4" y="1180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8" y="1182"/>
                </a:lnTo>
                <a:lnTo>
                  <a:pt x="1899" y="1183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3" y="1171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9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8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8" y="1099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6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1" y="1107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5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4" y="1112"/>
                </a:lnTo>
                <a:lnTo>
                  <a:pt x="1802" y="1113"/>
                </a:lnTo>
                <a:lnTo>
                  <a:pt x="1800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3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5" y="1153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71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49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6" y="1183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5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4" y="1191"/>
                </a:lnTo>
                <a:lnTo>
                  <a:pt x="1634" y="1192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7" y="1204"/>
                </a:lnTo>
                <a:lnTo>
                  <a:pt x="1625" y="1204"/>
                </a:lnTo>
                <a:lnTo>
                  <a:pt x="1624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5" y="1201"/>
                </a:lnTo>
                <a:lnTo>
                  <a:pt x="1594" y="1201"/>
                </a:lnTo>
                <a:lnTo>
                  <a:pt x="1594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7" y="1197"/>
                </a:lnTo>
                <a:lnTo>
                  <a:pt x="1597" y="1194"/>
                </a:lnTo>
                <a:lnTo>
                  <a:pt x="1598" y="1194"/>
                </a:lnTo>
                <a:lnTo>
                  <a:pt x="1598" y="1193"/>
                </a:lnTo>
                <a:lnTo>
                  <a:pt x="1597" y="1192"/>
                </a:lnTo>
                <a:lnTo>
                  <a:pt x="1597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599" y="1177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8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3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2" y="1148"/>
                </a:lnTo>
                <a:lnTo>
                  <a:pt x="1591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7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8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59" y="1160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7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5" y="1169"/>
                </a:lnTo>
                <a:lnTo>
                  <a:pt x="1545" y="1170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4"/>
                </a:lnTo>
                <a:lnTo>
                  <a:pt x="1537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6" y="1199"/>
                </a:lnTo>
                <a:lnTo>
                  <a:pt x="1536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20"/>
                </a:lnTo>
                <a:lnTo>
                  <a:pt x="1505" y="1220"/>
                </a:lnTo>
                <a:lnTo>
                  <a:pt x="1506" y="1221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1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1" y="1291"/>
                </a:lnTo>
                <a:lnTo>
                  <a:pt x="1521" y="1293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6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0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9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30" y="1327"/>
                </a:lnTo>
                <a:lnTo>
                  <a:pt x="1429" y="1327"/>
                </a:lnTo>
                <a:lnTo>
                  <a:pt x="1428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6" y="1331"/>
                </a:lnTo>
                <a:lnTo>
                  <a:pt x="1417" y="1331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71" y="1337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19" y="1405"/>
                </a:lnTo>
                <a:lnTo>
                  <a:pt x="1318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0" y="1405"/>
                </a:lnTo>
                <a:lnTo>
                  <a:pt x="1310" y="1404"/>
                </a:lnTo>
                <a:lnTo>
                  <a:pt x="1308" y="1403"/>
                </a:lnTo>
                <a:lnTo>
                  <a:pt x="1307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4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8" y="1419"/>
                </a:lnTo>
                <a:lnTo>
                  <a:pt x="1278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4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5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3" y="1417"/>
                </a:lnTo>
                <a:lnTo>
                  <a:pt x="1233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2" y="1431"/>
                </a:lnTo>
                <a:lnTo>
                  <a:pt x="1221" y="1436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0" y="1459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7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7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90" y="1487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2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7" y="1481"/>
                </a:lnTo>
                <a:lnTo>
                  <a:pt x="366" y="1479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4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6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4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39" y="1270"/>
                </a:lnTo>
                <a:lnTo>
                  <a:pt x="233" y="1270"/>
                </a:lnTo>
                <a:lnTo>
                  <a:pt x="225" y="1269"/>
                </a:lnTo>
                <a:lnTo>
                  <a:pt x="216" y="1278"/>
                </a:lnTo>
                <a:lnTo>
                  <a:pt x="205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9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299"/>
                </a:lnTo>
                <a:lnTo>
                  <a:pt x="106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5" y="1275"/>
                </a:lnTo>
                <a:lnTo>
                  <a:pt x="105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41" y="1217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0" y="1213"/>
                </a:lnTo>
                <a:lnTo>
                  <a:pt x="41" y="1213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7" y="1198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9"/>
                </a:lnTo>
                <a:lnTo>
                  <a:pt x="52" y="1178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5" y="1144"/>
                </a:lnTo>
                <a:lnTo>
                  <a:pt x="34" y="1143"/>
                </a:lnTo>
                <a:lnTo>
                  <a:pt x="33" y="1142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4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0" y="1113"/>
                </a:lnTo>
                <a:lnTo>
                  <a:pt x="937" y="1118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3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0" y="1119"/>
                </a:lnTo>
                <a:lnTo>
                  <a:pt x="1051" y="1120"/>
                </a:lnTo>
                <a:lnTo>
                  <a:pt x="1062" y="1115"/>
                </a:lnTo>
                <a:lnTo>
                  <a:pt x="1065" y="1114"/>
                </a:lnTo>
                <a:lnTo>
                  <a:pt x="1066" y="1114"/>
                </a:lnTo>
                <a:lnTo>
                  <a:pt x="1068" y="1113"/>
                </a:lnTo>
                <a:lnTo>
                  <a:pt x="1092" y="1116"/>
                </a:lnTo>
                <a:lnTo>
                  <a:pt x="1093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1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6" y="1014"/>
                </a:lnTo>
                <a:lnTo>
                  <a:pt x="1278" y="1013"/>
                </a:lnTo>
                <a:lnTo>
                  <a:pt x="1281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0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4"/>
                </a:lnTo>
                <a:lnTo>
                  <a:pt x="1299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2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8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1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2" y="879"/>
                </a:lnTo>
                <a:lnTo>
                  <a:pt x="1490" y="875"/>
                </a:lnTo>
                <a:lnTo>
                  <a:pt x="1494" y="872"/>
                </a:lnTo>
                <a:lnTo>
                  <a:pt x="1498" y="869"/>
                </a:lnTo>
                <a:lnTo>
                  <a:pt x="1503" y="867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0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7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599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3" y="814"/>
                </a:lnTo>
                <a:lnTo>
                  <a:pt x="1615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0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4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0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5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4" y="714"/>
                </a:lnTo>
                <a:lnTo>
                  <a:pt x="1808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2" y="696"/>
                </a:lnTo>
                <a:lnTo>
                  <a:pt x="1864" y="696"/>
                </a:lnTo>
                <a:lnTo>
                  <a:pt x="1864" y="695"/>
                </a:lnTo>
                <a:lnTo>
                  <a:pt x="1864" y="693"/>
                </a:lnTo>
                <a:lnTo>
                  <a:pt x="1864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7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3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7"/>
                </a:lnTo>
                <a:lnTo>
                  <a:pt x="1880" y="687"/>
                </a:lnTo>
                <a:lnTo>
                  <a:pt x="1881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29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2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59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0" y="686"/>
                </a:lnTo>
                <a:lnTo>
                  <a:pt x="1992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3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9" y="684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49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2" y="653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5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8" y="628"/>
                </a:lnTo>
                <a:lnTo>
                  <a:pt x="2027" y="627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6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0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1999" y="606"/>
                </a:lnTo>
                <a:lnTo>
                  <a:pt x="2000" y="606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2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80" y="545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6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7" y="557"/>
                </a:lnTo>
                <a:lnTo>
                  <a:pt x="1757" y="558"/>
                </a:lnTo>
                <a:lnTo>
                  <a:pt x="1736" y="563"/>
                </a:lnTo>
                <a:lnTo>
                  <a:pt x="1720" y="559"/>
                </a:lnTo>
                <a:lnTo>
                  <a:pt x="1706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8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4" y="332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4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8" y="300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2" y="278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6"/>
                </a:lnTo>
                <a:lnTo>
                  <a:pt x="2017" y="245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3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6" y="215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2" y="153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5" y="148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1" y="82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6" y="54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3" y="38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4" y="28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0" y="24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2" y="3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BCD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32200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244960" y="3431160"/>
            <a:ext cx="225360" cy="175680"/>
          </a:xfrm>
          <a:custGeom>
            <a:avLst/>
            <a:gdLst/>
            <a:ahLst/>
            <a:rect l="0" t="0" r="r" b="b"/>
            <a:pathLst>
              <a:path w="626" h="488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7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5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3" y="91"/>
                </a:lnTo>
                <a:lnTo>
                  <a:pt x="564" y="91"/>
                </a:lnTo>
                <a:lnTo>
                  <a:pt x="563" y="91"/>
                </a:lnTo>
                <a:lnTo>
                  <a:pt x="562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2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1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2"/>
                </a:lnTo>
                <a:lnTo>
                  <a:pt x="575" y="122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8" y="120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0" y="129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1" y="133"/>
                </a:lnTo>
                <a:lnTo>
                  <a:pt x="581" y="134"/>
                </a:lnTo>
                <a:lnTo>
                  <a:pt x="580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8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3" y="158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4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4" y="183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3" y="185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9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3" y="209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0" y="218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1" y="235"/>
                </a:lnTo>
                <a:lnTo>
                  <a:pt x="622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6" y="254"/>
                </a:lnTo>
                <a:lnTo>
                  <a:pt x="616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6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8" y="269"/>
                </a:lnTo>
                <a:lnTo>
                  <a:pt x="617" y="269"/>
                </a:lnTo>
                <a:lnTo>
                  <a:pt x="617" y="270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10" y="277"/>
                </a:lnTo>
                <a:lnTo>
                  <a:pt x="610" y="276"/>
                </a:lnTo>
                <a:lnTo>
                  <a:pt x="609" y="277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3" y="281"/>
                </a:lnTo>
                <a:lnTo>
                  <a:pt x="603" y="280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4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2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1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1" y="297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5" y="303"/>
                </a:lnTo>
                <a:lnTo>
                  <a:pt x="555" y="304"/>
                </a:lnTo>
                <a:lnTo>
                  <a:pt x="555" y="306"/>
                </a:lnTo>
                <a:lnTo>
                  <a:pt x="555" y="307"/>
                </a:lnTo>
                <a:lnTo>
                  <a:pt x="555" y="306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8" y="309"/>
                </a:lnTo>
                <a:lnTo>
                  <a:pt x="548" y="308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1" y="319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6"/>
                </a:lnTo>
                <a:lnTo>
                  <a:pt x="522" y="327"/>
                </a:lnTo>
                <a:lnTo>
                  <a:pt x="521" y="327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1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499" y="346"/>
                </a:lnTo>
                <a:lnTo>
                  <a:pt x="498" y="347"/>
                </a:lnTo>
                <a:lnTo>
                  <a:pt x="497" y="348"/>
                </a:lnTo>
                <a:lnTo>
                  <a:pt x="496" y="348"/>
                </a:lnTo>
                <a:lnTo>
                  <a:pt x="496" y="349"/>
                </a:lnTo>
                <a:lnTo>
                  <a:pt x="496" y="350"/>
                </a:lnTo>
                <a:lnTo>
                  <a:pt x="495" y="350"/>
                </a:lnTo>
                <a:lnTo>
                  <a:pt x="495" y="352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8" y="355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4"/>
                </a:lnTo>
                <a:lnTo>
                  <a:pt x="486" y="365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4" y="368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3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3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7" y="374"/>
                </a:lnTo>
                <a:lnTo>
                  <a:pt x="446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4" y="373"/>
                </a:lnTo>
                <a:lnTo>
                  <a:pt x="434" y="372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2" y="374"/>
                </a:lnTo>
                <a:lnTo>
                  <a:pt x="432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29" y="380"/>
                </a:lnTo>
                <a:lnTo>
                  <a:pt x="428" y="380"/>
                </a:lnTo>
                <a:lnTo>
                  <a:pt x="427" y="379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6" y="381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1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78"/>
                </a:lnTo>
                <a:lnTo>
                  <a:pt x="423" y="378"/>
                </a:lnTo>
                <a:lnTo>
                  <a:pt x="422" y="379"/>
                </a:lnTo>
                <a:lnTo>
                  <a:pt x="422" y="380"/>
                </a:lnTo>
                <a:lnTo>
                  <a:pt x="420" y="380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2" y="383"/>
                </a:lnTo>
                <a:lnTo>
                  <a:pt x="412" y="384"/>
                </a:lnTo>
                <a:lnTo>
                  <a:pt x="411" y="384"/>
                </a:lnTo>
                <a:lnTo>
                  <a:pt x="410" y="385"/>
                </a:lnTo>
                <a:lnTo>
                  <a:pt x="410" y="384"/>
                </a:lnTo>
                <a:lnTo>
                  <a:pt x="410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3" y="381"/>
                </a:lnTo>
                <a:lnTo>
                  <a:pt x="412" y="381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1" y="379"/>
                </a:lnTo>
                <a:lnTo>
                  <a:pt x="412" y="379"/>
                </a:lnTo>
                <a:lnTo>
                  <a:pt x="412" y="378"/>
                </a:lnTo>
                <a:lnTo>
                  <a:pt x="412" y="377"/>
                </a:lnTo>
                <a:lnTo>
                  <a:pt x="412" y="378"/>
                </a:lnTo>
                <a:lnTo>
                  <a:pt x="411" y="379"/>
                </a:lnTo>
                <a:lnTo>
                  <a:pt x="410" y="379"/>
                </a:lnTo>
                <a:lnTo>
                  <a:pt x="411" y="380"/>
                </a:lnTo>
                <a:lnTo>
                  <a:pt x="411" y="381"/>
                </a:lnTo>
                <a:lnTo>
                  <a:pt x="410" y="382"/>
                </a:lnTo>
                <a:lnTo>
                  <a:pt x="409" y="382"/>
                </a:lnTo>
                <a:lnTo>
                  <a:pt x="408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1"/>
                </a:lnTo>
                <a:lnTo>
                  <a:pt x="402" y="380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400" y="379"/>
                </a:lnTo>
                <a:lnTo>
                  <a:pt x="402" y="381"/>
                </a:lnTo>
                <a:lnTo>
                  <a:pt x="401" y="381"/>
                </a:lnTo>
                <a:lnTo>
                  <a:pt x="399" y="382"/>
                </a:lnTo>
                <a:lnTo>
                  <a:pt x="400" y="383"/>
                </a:lnTo>
                <a:lnTo>
                  <a:pt x="399" y="383"/>
                </a:lnTo>
                <a:lnTo>
                  <a:pt x="398" y="382"/>
                </a:lnTo>
                <a:lnTo>
                  <a:pt x="397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399" y="385"/>
                </a:lnTo>
                <a:lnTo>
                  <a:pt x="399" y="386"/>
                </a:lnTo>
                <a:lnTo>
                  <a:pt x="400" y="387"/>
                </a:lnTo>
                <a:lnTo>
                  <a:pt x="401" y="387"/>
                </a:lnTo>
                <a:lnTo>
                  <a:pt x="400" y="388"/>
                </a:lnTo>
                <a:lnTo>
                  <a:pt x="399" y="387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4" y="388"/>
                </a:lnTo>
                <a:lnTo>
                  <a:pt x="394" y="389"/>
                </a:lnTo>
                <a:lnTo>
                  <a:pt x="395" y="389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6" y="392"/>
                </a:lnTo>
                <a:lnTo>
                  <a:pt x="386" y="391"/>
                </a:lnTo>
                <a:lnTo>
                  <a:pt x="387" y="391"/>
                </a:lnTo>
                <a:lnTo>
                  <a:pt x="386" y="391"/>
                </a:lnTo>
                <a:lnTo>
                  <a:pt x="385" y="390"/>
                </a:lnTo>
                <a:lnTo>
                  <a:pt x="384" y="390"/>
                </a:lnTo>
                <a:lnTo>
                  <a:pt x="384" y="389"/>
                </a:lnTo>
                <a:lnTo>
                  <a:pt x="383" y="390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0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5" y="391"/>
                </a:lnTo>
                <a:lnTo>
                  <a:pt x="374" y="391"/>
                </a:lnTo>
                <a:lnTo>
                  <a:pt x="373" y="391"/>
                </a:lnTo>
                <a:lnTo>
                  <a:pt x="373" y="392"/>
                </a:lnTo>
                <a:lnTo>
                  <a:pt x="374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2" y="394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0" y="397"/>
                </a:lnTo>
                <a:lnTo>
                  <a:pt x="370" y="396"/>
                </a:lnTo>
                <a:lnTo>
                  <a:pt x="367" y="397"/>
                </a:lnTo>
                <a:lnTo>
                  <a:pt x="366" y="396"/>
                </a:lnTo>
                <a:lnTo>
                  <a:pt x="363" y="397"/>
                </a:lnTo>
                <a:lnTo>
                  <a:pt x="361" y="397"/>
                </a:lnTo>
                <a:lnTo>
                  <a:pt x="361" y="398"/>
                </a:lnTo>
                <a:lnTo>
                  <a:pt x="360" y="398"/>
                </a:lnTo>
                <a:lnTo>
                  <a:pt x="361" y="400"/>
                </a:lnTo>
                <a:lnTo>
                  <a:pt x="359" y="401"/>
                </a:lnTo>
                <a:lnTo>
                  <a:pt x="358" y="399"/>
                </a:lnTo>
                <a:lnTo>
                  <a:pt x="357" y="399"/>
                </a:lnTo>
                <a:lnTo>
                  <a:pt x="356" y="400"/>
                </a:lnTo>
                <a:lnTo>
                  <a:pt x="358" y="401"/>
                </a:lnTo>
                <a:lnTo>
                  <a:pt x="350" y="404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5" y="405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3" y="407"/>
                </a:lnTo>
                <a:lnTo>
                  <a:pt x="342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09"/>
                </a:lnTo>
                <a:lnTo>
                  <a:pt x="336" y="409"/>
                </a:lnTo>
                <a:lnTo>
                  <a:pt x="336" y="410"/>
                </a:lnTo>
                <a:lnTo>
                  <a:pt x="337" y="410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7" y="415"/>
                </a:lnTo>
                <a:lnTo>
                  <a:pt x="336" y="415"/>
                </a:lnTo>
                <a:lnTo>
                  <a:pt x="335" y="414"/>
                </a:lnTo>
                <a:lnTo>
                  <a:pt x="333" y="416"/>
                </a:lnTo>
                <a:lnTo>
                  <a:pt x="332" y="416"/>
                </a:lnTo>
                <a:lnTo>
                  <a:pt x="331" y="416"/>
                </a:lnTo>
                <a:lnTo>
                  <a:pt x="331" y="417"/>
                </a:lnTo>
                <a:lnTo>
                  <a:pt x="331" y="416"/>
                </a:lnTo>
                <a:lnTo>
                  <a:pt x="330" y="416"/>
                </a:lnTo>
                <a:lnTo>
                  <a:pt x="331" y="417"/>
                </a:lnTo>
                <a:lnTo>
                  <a:pt x="330" y="417"/>
                </a:lnTo>
                <a:lnTo>
                  <a:pt x="330" y="418"/>
                </a:lnTo>
                <a:lnTo>
                  <a:pt x="329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1" y="423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7"/>
                </a:lnTo>
                <a:lnTo>
                  <a:pt x="308" y="428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6" y="444"/>
                </a:lnTo>
                <a:lnTo>
                  <a:pt x="295" y="444"/>
                </a:lnTo>
                <a:lnTo>
                  <a:pt x="294" y="444"/>
                </a:lnTo>
                <a:lnTo>
                  <a:pt x="294" y="445"/>
                </a:lnTo>
                <a:lnTo>
                  <a:pt x="293" y="445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89" y="448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2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1" y="458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3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3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1" y="435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4" y="427"/>
                </a:lnTo>
                <a:lnTo>
                  <a:pt x="255" y="427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6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69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7" y="419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6"/>
                </a:lnTo>
                <a:lnTo>
                  <a:pt x="241" y="429"/>
                </a:lnTo>
                <a:lnTo>
                  <a:pt x="240" y="429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6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5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6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6"/>
                </a:lnTo>
                <a:lnTo>
                  <a:pt x="219" y="415"/>
                </a:lnTo>
                <a:lnTo>
                  <a:pt x="218" y="415"/>
                </a:lnTo>
                <a:lnTo>
                  <a:pt x="218" y="414"/>
                </a:lnTo>
                <a:lnTo>
                  <a:pt x="219" y="413"/>
                </a:lnTo>
                <a:lnTo>
                  <a:pt x="219" y="412"/>
                </a:lnTo>
                <a:lnTo>
                  <a:pt x="219" y="411"/>
                </a:lnTo>
                <a:lnTo>
                  <a:pt x="220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8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3"/>
                </a:lnTo>
                <a:lnTo>
                  <a:pt x="242" y="372"/>
                </a:lnTo>
                <a:lnTo>
                  <a:pt x="243" y="371"/>
                </a:lnTo>
                <a:lnTo>
                  <a:pt x="242" y="371"/>
                </a:lnTo>
                <a:lnTo>
                  <a:pt x="242" y="370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59" y="365"/>
                </a:lnTo>
                <a:lnTo>
                  <a:pt x="260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5" y="361"/>
                </a:lnTo>
                <a:lnTo>
                  <a:pt x="266" y="361"/>
                </a:lnTo>
                <a:lnTo>
                  <a:pt x="267" y="360"/>
                </a:lnTo>
                <a:lnTo>
                  <a:pt x="268" y="360"/>
                </a:lnTo>
                <a:lnTo>
                  <a:pt x="269" y="359"/>
                </a:lnTo>
                <a:lnTo>
                  <a:pt x="268" y="358"/>
                </a:lnTo>
                <a:lnTo>
                  <a:pt x="268" y="357"/>
                </a:lnTo>
                <a:lnTo>
                  <a:pt x="268" y="356"/>
                </a:lnTo>
                <a:lnTo>
                  <a:pt x="267" y="357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5" y="357"/>
                </a:lnTo>
                <a:lnTo>
                  <a:pt x="267" y="355"/>
                </a:lnTo>
                <a:lnTo>
                  <a:pt x="268" y="355"/>
                </a:lnTo>
                <a:lnTo>
                  <a:pt x="268" y="354"/>
                </a:lnTo>
                <a:lnTo>
                  <a:pt x="269" y="354"/>
                </a:lnTo>
                <a:lnTo>
                  <a:pt x="268" y="353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5" y="350"/>
                </a:lnTo>
                <a:lnTo>
                  <a:pt x="276" y="351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79" y="345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0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2" y="325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6" y="310"/>
                </a:lnTo>
                <a:lnTo>
                  <a:pt x="307" y="310"/>
                </a:lnTo>
                <a:lnTo>
                  <a:pt x="308" y="309"/>
                </a:lnTo>
                <a:lnTo>
                  <a:pt x="308" y="308"/>
                </a:lnTo>
                <a:lnTo>
                  <a:pt x="309" y="308"/>
                </a:lnTo>
                <a:lnTo>
                  <a:pt x="310" y="307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4" y="300"/>
                </a:lnTo>
                <a:lnTo>
                  <a:pt x="303" y="300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8" y="290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7"/>
                </a:lnTo>
                <a:lnTo>
                  <a:pt x="290" y="287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1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80"/>
                </a:lnTo>
                <a:lnTo>
                  <a:pt x="281" y="279"/>
                </a:lnTo>
                <a:lnTo>
                  <a:pt x="281" y="278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69" y="258"/>
                </a:lnTo>
                <a:lnTo>
                  <a:pt x="270" y="258"/>
                </a:lnTo>
                <a:lnTo>
                  <a:pt x="270" y="257"/>
                </a:lnTo>
                <a:lnTo>
                  <a:pt x="271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6" y="259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4" y="270"/>
                </a:lnTo>
                <a:lnTo>
                  <a:pt x="254" y="271"/>
                </a:lnTo>
                <a:lnTo>
                  <a:pt x="254" y="272"/>
                </a:lnTo>
                <a:lnTo>
                  <a:pt x="252" y="272"/>
                </a:lnTo>
                <a:lnTo>
                  <a:pt x="252" y="271"/>
                </a:lnTo>
                <a:lnTo>
                  <a:pt x="252" y="270"/>
                </a:lnTo>
                <a:lnTo>
                  <a:pt x="252" y="269"/>
                </a:lnTo>
                <a:lnTo>
                  <a:pt x="252" y="270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49" y="269"/>
                </a:lnTo>
                <a:lnTo>
                  <a:pt x="250" y="269"/>
                </a:lnTo>
                <a:lnTo>
                  <a:pt x="249" y="269"/>
                </a:lnTo>
                <a:lnTo>
                  <a:pt x="248" y="269"/>
                </a:lnTo>
                <a:lnTo>
                  <a:pt x="248" y="270"/>
                </a:lnTo>
                <a:lnTo>
                  <a:pt x="247" y="270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4" y="269"/>
                </a:lnTo>
                <a:lnTo>
                  <a:pt x="244" y="268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8" y="266"/>
                </a:lnTo>
                <a:lnTo>
                  <a:pt x="237" y="266"/>
                </a:lnTo>
                <a:lnTo>
                  <a:pt x="235" y="266"/>
                </a:lnTo>
                <a:lnTo>
                  <a:pt x="233" y="266"/>
                </a:lnTo>
                <a:lnTo>
                  <a:pt x="233" y="264"/>
                </a:lnTo>
                <a:lnTo>
                  <a:pt x="232" y="265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2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6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1" y="278"/>
                </a:lnTo>
                <a:lnTo>
                  <a:pt x="191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8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60" y="310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5" y="316"/>
                </a:lnTo>
                <a:lnTo>
                  <a:pt x="155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0" y="328"/>
                </a:lnTo>
                <a:lnTo>
                  <a:pt x="151" y="328"/>
                </a:lnTo>
                <a:lnTo>
                  <a:pt x="151" y="329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1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4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0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90" y="356"/>
                </a:lnTo>
                <a:lnTo>
                  <a:pt x="90" y="355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6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2" y="349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4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7"/>
                </a:lnTo>
                <a:lnTo>
                  <a:pt x="70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7" y="320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8"/>
                </a:lnTo>
                <a:lnTo>
                  <a:pt x="64" y="307"/>
                </a:lnTo>
                <a:lnTo>
                  <a:pt x="64" y="306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0"/>
                </a:lnTo>
                <a:lnTo>
                  <a:pt x="61" y="301"/>
                </a:lnTo>
                <a:lnTo>
                  <a:pt x="60" y="301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1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1"/>
                </a:lnTo>
                <a:lnTo>
                  <a:pt x="38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7"/>
                </a:lnTo>
                <a:lnTo>
                  <a:pt x="20" y="288"/>
                </a:lnTo>
                <a:lnTo>
                  <a:pt x="19" y="289"/>
                </a:lnTo>
                <a:lnTo>
                  <a:pt x="18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9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2" y="276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4"/>
                </a:lnTo>
                <a:lnTo>
                  <a:pt x="4" y="263"/>
                </a:lnTo>
                <a:lnTo>
                  <a:pt x="3" y="262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4" y="259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4" y="256"/>
                </a:lnTo>
                <a:lnTo>
                  <a:pt x="15" y="256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30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2" y="231"/>
                </a:lnTo>
                <a:lnTo>
                  <a:pt x="32" y="230"/>
                </a:lnTo>
                <a:lnTo>
                  <a:pt x="33" y="228"/>
                </a:lnTo>
                <a:lnTo>
                  <a:pt x="34" y="228"/>
                </a:lnTo>
                <a:lnTo>
                  <a:pt x="35" y="228"/>
                </a:lnTo>
                <a:lnTo>
                  <a:pt x="35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1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1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4"/>
                </a:lnTo>
                <a:lnTo>
                  <a:pt x="40" y="182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0" y="173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3" y="154"/>
                </a:lnTo>
                <a:lnTo>
                  <a:pt x="44" y="154"/>
                </a:lnTo>
                <a:lnTo>
                  <a:pt x="45" y="154"/>
                </a:lnTo>
                <a:lnTo>
                  <a:pt x="45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7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8" y="126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7" y="116"/>
                </a:lnTo>
                <a:lnTo>
                  <a:pt x="58" y="116"/>
                </a:lnTo>
                <a:lnTo>
                  <a:pt x="58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19"/>
                </a:lnTo>
                <a:lnTo>
                  <a:pt x="63" y="121"/>
                </a:lnTo>
                <a:lnTo>
                  <a:pt x="62" y="122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6" y="131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2"/>
                </a:lnTo>
                <a:lnTo>
                  <a:pt x="90" y="133"/>
                </a:lnTo>
                <a:lnTo>
                  <a:pt x="91" y="133"/>
                </a:lnTo>
                <a:lnTo>
                  <a:pt x="91" y="134"/>
                </a:lnTo>
                <a:lnTo>
                  <a:pt x="90" y="135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89" y="142"/>
                </a:lnTo>
                <a:lnTo>
                  <a:pt x="90" y="142"/>
                </a:lnTo>
                <a:lnTo>
                  <a:pt x="90" y="143"/>
                </a:lnTo>
                <a:lnTo>
                  <a:pt x="91" y="142"/>
                </a:lnTo>
                <a:lnTo>
                  <a:pt x="93" y="145"/>
                </a:lnTo>
                <a:lnTo>
                  <a:pt x="93" y="146"/>
                </a:lnTo>
                <a:lnTo>
                  <a:pt x="93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8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7" y="171"/>
                </a:lnTo>
                <a:lnTo>
                  <a:pt x="108" y="172"/>
                </a:lnTo>
                <a:lnTo>
                  <a:pt x="107" y="173"/>
                </a:lnTo>
                <a:lnTo>
                  <a:pt x="107" y="174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6" y="175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6" y="178"/>
                </a:lnTo>
                <a:lnTo>
                  <a:pt x="107" y="178"/>
                </a:lnTo>
                <a:lnTo>
                  <a:pt x="106" y="178"/>
                </a:lnTo>
                <a:lnTo>
                  <a:pt x="106" y="179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09" y="183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8" y="164"/>
                </a:lnTo>
                <a:lnTo>
                  <a:pt x="129" y="164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29" y="159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2" y="152"/>
                </a:lnTo>
                <a:lnTo>
                  <a:pt x="143" y="152"/>
                </a:lnTo>
                <a:lnTo>
                  <a:pt x="143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8" y="143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6" y="132"/>
                </a:lnTo>
                <a:lnTo>
                  <a:pt x="167" y="132"/>
                </a:lnTo>
                <a:lnTo>
                  <a:pt x="168" y="131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8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7" y="121"/>
                </a:lnTo>
                <a:lnTo>
                  <a:pt x="207" y="120"/>
                </a:lnTo>
                <a:lnTo>
                  <a:pt x="208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6" y="113"/>
                </a:lnTo>
                <a:lnTo>
                  <a:pt x="217" y="113"/>
                </a:lnTo>
                <a:lnTo>
                  <a:pt x="217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4"/>
                </a:lnTo>
                <a:lnTo>
                  <a:pt x="229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2" y="102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0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3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8" y="97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5" y="92"/>
                </a:lnTo>
                <a:lnTo>
                  <a:pt x="276" y="92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8"/>
                </a:lnTo>
                <a:lnTo>
                  <a:pt x="275" y="87"/>
                </a:lnTo>
                <a:lnTo>
                  <a:pt x="276" y="87"/>
                </a:lnTo>
                <a:lnTo>
                  <a:pt x="276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8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7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7" y="76"/>
                </a:lnTo>
                <a:lnTo>
                  <a:pt x="358" y="76"/>
                </a:lnTo>
                <a:lnTo>
                  <a:pt x="358" y="77"/>
                </a:lnTo>
                <a:lnTo>
                  <a:pt x="360" y="78"/>
                </a:lnTo>
                <a:lnTo>
                  <a:pt x="360" y="79"/>
                </a:lnTo>
                <a:lnTo>
                  <a:pt x="361" y="79"/>
                </a:lnTo>
                <a:lnTo>
                  <a:pt x="361" y="80"/>
                </a:lnTo>
                <a:lnTo>
                  <a:pt x="362" y="80"/>
                </a:lnTo>
                <a:lnTo>
                  <a:pt x="362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5"/>
                </a:lnTo>
                <a:lnTo>
                  <a:pt x="364" y="74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5"/>
                </a:lnTo>
                <a:lnTo>
                  <a:pt x="371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3"/>
                </a:lnTo>
                <a:lnTo>
                  <a:pt x="380" y="74"/>
                </a:lnTo>
                <a:lnTo>
                  <a:pt x="380" y="73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6" y="54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6"/>
                </a:lnTo>
                <a:lnTo>
                  <a:pt x="435" y="26"/>
                </a:lnTo>
                <a:lnTo>
                  <a:pt x="435" y="25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7"/>
                </a:lnTo>
                <a:lnTo>
                  <a:pt x="441" y="6"/>
                </a:lnTo>
                <a:lnTo>
                  <a:pt x="442" y="5"/>
                </a:lnTo>
                <a:lnTo>
                  <a:pt x="442" y="4"/>
                </a:lnTo>
                <a:lnTo>
                  <a:pt x="443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1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43972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5E1E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62512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2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622600" y="3462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61432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61468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61540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33568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7" y="92"/>
                </a:lnTo>
                <a:lnTo>
                  <a:pt x="338" y="91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6" y="83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7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8" y="200"/>
                </a:lnTo>
                <a:lnTo>
                  <a:pt x="589" y="200"/>
                </a:lnTo>
                <a:lnTo>
                  <a:pt x="590" y="199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4"/>
                </a:lnTo>
                <a:lnTo>
                  <a:pt x="605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0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1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3" y="248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4" y="246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8" y="237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1" y="233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9"/>
                </a:lnTo>
                <a:lnTo>
                  <a:pt x="790" y="269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5" y="286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2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1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7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1"/>
                </a:lnTo>
                <a:lnTo>
                  <a:pt x="854" y="332"/>
                </a:lnTo>
                <a:lnTo>
                  <a:pt x="855" y="333"/>
                </a:lnTo>
                <a:lnTo>
                  <a:pt x="854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3" y="337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0" y="351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0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9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4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5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5" y="385"/>
                </a:lnTo>
                <a:lnTo>
                  <a:pt x="806" y="386"/>
                </a:lnTo>
                <a:lnTo>
                  <a:pt x="805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09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5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1" y="377"/>
                </a:lnTo>
                <a:lnTo>
                  <a:pt x="800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7"/>
                </a:lnTo>
                <a:lnTo>
                  <a:pt x="796" y="378"/>
                </a:lnTo>
                <a:lnTo>
                  <a:pt x="796" y="379"/>
                </a:lnTo>
                <a:lnTo>
                  <a:pt x="795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3" y="379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1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6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8" y="350"/>
                </a:lnTo>
                <a:lnTo>
                  <a:pt x="777" y="349"/>
                </a:lnTo>
                <a:lnTo>
                  <a:pt x="778" y="348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6" y="341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39" y="351"/>
                </a:lnTo>
                <a:lnTo>
                  <a:pt x="740" y="351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59"/>
                </a:lnTo>
                <a:lnTo>
                  <a:pt x="736" y="360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1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4" y="378"/>
                </a:lnTo>
                <a:lnTo>
                  <a:pt x="733" y="378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0" y="382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0" y="393"/>
                </a:lnTo>
                <a:lnTo>
                  <a:pt x="730" y="394"/>
                </a:lnTo>
                <a:lnTo>
                  <a:pt x="729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4" y="400"/>
                </a:lnTo>
                <a:lnTo>
                  <a:pt x="714" y="401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4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1"/>
                </a:lnTo>
                <a:lnTo>
                  <a:pt x="689" y="400"/>
                </a:lnTo>
                <a:lnTo>
                  <a:pt x="688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5" y="402"/>
                </a:lnTo>
                <a:lnTo>
                  <a:pt x="685" y="403"/>
                </a:lnTo>
                <a:lnTo>
                  <a:pt x="684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7"/>
                </a:lnTo>
                <a:lnTo>
                  <a:pt x="682" y="408"/>
                </a:lnTo>
                <a:lnTo>
                  <a:pt x="681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6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8"/>
                </a:lnTo>
                <a:lnTo>
                  <a:pt x="667" y="428"/>
                </a:lnTo>
                <a:lnTo>
                  <a:pt x="667" y="429"/>
                </a:lnTo>
                <a:lnTo>
                  <a:pt x="666" y="430"/>
                </a:lnTo>
                <a:lnTo>
                  <a:pt x="665" y="430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59" y="432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58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6"/>
                </a:lnTo>
                <a:lnTo>
                  <a:pt x="638" y="437"/>
                </a:lnTo>
                <a:lnTo>
                  <a:pt x="637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7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40"/>
                </a:lnTo>
                <a:lnTo>
                  <a:pt x="616" y="439"/>
                </a:lnTo>
                <a:lnTo>
                  <a:pt x="615" y="438"/>
                </a:lnTo>
                <a:lnTo>
                  <a:pt x="614" y="439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6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3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6" y="483"/>
                </a:lnTo>
                <a:lnTo>
                  <a:pt x="497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9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7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1" y="464"/>
                </a:lnTo>
                <a:lnTo>
                  <a:pt x="471" y="465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6" y="471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3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5" y="477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1" y="450"/>
                </a:lnTo>
                <a:lnTo>
                  <a:pt x="331" y="449"/>
                </a:lnTo>
                <a:lnTo>
                  <a:pt x="331" y="448"/>
                </a:lnTo>
                <a:lnTo>
                  <a:pt x="332" y="448"/>
                </a:lnTo>
                <a:lnTo>
                  <a:pt x="332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39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6" y="357"/>
                </a:lnTo>
                <a:lnTo>
                  <a:pt x="295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5"/>
                </a:lnTo>
                <a:lnTo>
                  <a:pt x="268" y="345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1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7" y="326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7" y="295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0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100" y="200"/>
                </a:lnTo>
                <a:lnTo>
                  <a:pt x="98" y="201"/>
                </a:lnTo>
                <a:lnTo>
                  <a:pt x="97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6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1" y="178"/>
                </a:lnTo>
                <a:lnTo>
                  <a:pt x="50" y="178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6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7" y="94"/>
                </a:lnTo>
                <a:lnTo>
                  <a:pt x="49" y="91"/>
                </a:lnTo>
                <a:lnTo>
                  <a:pt x="49" y="90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1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5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1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1"/>
                </a:lnTo>
                <a:lnTo>
                  <a:pt x="59" y="51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2" y="48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5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49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3" y="46"/>
                </a:lnTo>
                <a:lnTo>
                  <a:pt x="105" y="46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0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5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D4EBF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32092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10"/>
                </a:lnTo>
                <a:lnTo>
                  <a:pt x="246" y="11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2" y="20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6" y="21"/>
                </a:lnTo>
                <a:lnTo>
                  <a:pt x="277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4"/>
                </a:lnTo>
                <a:lnTo>
                  <a:pt x="282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9"/>
                </a:lnTo>
                <a:lnTo>
                  <a:pt x="286" y="30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3" y="81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50" y="103"/>
                </a:lnTo>
                <a:lnTo>
                  <a:pt x="451" y="104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30"/>
                </a:lnTo>
                <a:lnTo>
                  <a:pt x="474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8"/>
                </a:lnTo>
                <a:lnTo>
                  <a:pt x="488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9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5" y="201"/>
                </a:lnTo>
                <a:lnTo>
                  <a:pt x="495" y="202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7"/>
                </a:lnTo>
                <a:lnTo>
                  <a:pt x="515" y="228"/>
                </a:lnTo>
                <a:lnTo>
                  <a:pt x="514" y="228"/>
                </a:lnTo>
                <a:lnTo>
                  <a:pt x="513" y="227"/>
                </a:lnTo>
                <a:lnTo>
                  <a:pt x="511" y="227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8" y="230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1" y="237"/>
                </a:lnTo>
                <a:lnTo>
                  <a:pt x="512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5" y="229"/>
                </a:lnTo>
                <a:lnTo>
                  <a:pt x="517" y="229"/>
                </a:lnTo>
                <a:lnTo>
                  <a:pt x="519" y="229"/>
                </a:lnTo>
                <a:lnTo>
                  <a:pt x="520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9"/>
                </a:lnTo>
                <a:lnTo>
                  <a:pt x="516" y="241"/>
                </a:lnTo>
                <a:lnTo>
                  <a:pt x="515" y="241"/>
                </a:lnTo>
                <a:lnTo>
                  <a:pt x="515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2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6"/>
                </a:lnTo>
                <a:lnTo>
                  <a:pt x="551" y="297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7" y="309"/>
                </a:lnTo>
                <a:lnTo>
                  <a:pt x="557" y="310"/>
                </a:lnTo>
                <a:lnTo>
                  <a:pt x="556" y="311"/>
                </a:lnTo>
                <a:lnTo>
                  <a:pt x="554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1" y="317"/>
                </a:lnTo>
                <a:lnTo>
                  <a:pt x="551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20"/>
                </a:lnTo>
                <a:lnTo>
                  <a:pt x="554" y="320"/>
                </a:lnTo>
                <a:lnTo>
                  <a:pt x="556" y="320"/>
                </a:lnTo>
                <a:lnTo>
                  <a:pt x="557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8"/>
                </a:lnTo>
                <a:lnTo>
                  <a:pt x="555" y="329"/>
                </a:lnTo>
                <a:lnTo>
                  <a:pt x="554" y="330"/>
                </a:lnTo>
                <a:lnTo>
                  <a:pt x="554" y="331"/>
                </a:lnTo>
                <a:lnTo>
                  <a:pt x="555" y="332"/>
                </a:lnTo>
                <a:lnTo>
                  <a:pt x="555" y="333"/>
                </a:lnTo>
                <a:lnTo>
                  <a:pt x="556" y="333"/>
                </a:lnTo>
                <a:lnTo>
                  <a:pt x="556" y="334"/>
                </a:lnTo>
                <a:lnTo>
                  <a:pt x="557" y="335"/>
                </a:lnTo>
                <a:lnTo>
                  <a:pt x="558" y="336"/>
                </a:lnTo>
                <a:lnTo>
                  <a:pt x="559" y="337"/>
                </a:lnTo>
                <a:lnTo>
                  <a:pt x="561" y="337"/>
                </a:lnTo>
                <a:lnTo>
                  <a:pt x="563" y="337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0" y="340"/>
                </a:lnTo>
                <a:lnTo>
                  <a:pt x="572" y="340"/>
                </a:lnTo>
                <a:lnTo>
                  <a:pt x="573" y="340"/>
                </a:lnTo>
                <a:lnTo>
                  <a:pt x="575" y="341"/>
                </a:lnTo>
                <a:lnTo>
                  <a:pt x="577" y="341"/>
                </a:lnTo>
                <a:lnTo>
                  <a:pt x="578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4"/>
                </a:lnTo>
                <a:lnTo>
                  <a:pt x="579" y="347"/>
                </a:lnTo>
                <a:lnTo>
                  <a:pt x="579" y="348"/>
                </a:lnTo>
                <a:lnTo>
                  <a:pt x="578" y="349"/>
                </a:lnTo>
                <a:lnTo>
                  <a:pt x="578" y="350"/>
                </a:lnTo>
                <a:lnTo>
                  <a:pt x="577" y="352"/>
                </a:lnTo>
                <a:lnTo>
                  <a:pt x="576" y="353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1" y="357"/>
                </a:lnTo>
                <a:lnTo>
                  <a:pt x="571" y="359"/>
                </a:lnTo>
                <a:lnTo>
                  <a:pt x="570" y="360"/>
                </a:lnTo>
                <a:lnTo>
                  <a:pt x="570" y="362"/>
                </a:lnTo>
                <a:lnTo>
                  <a:pt x="569" y="362"/>
                </a:lnTo>
                <a:lnTo>
                  <a:pt x="569" y="364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3" y="373"/>
                </a:lnTo>
                <a:lnTo>
                  <a:pt x="574" y="373"/>
                </a:lnTo>
                <a:lnTo>
                  <a:pt x="573" y="375"/>
                </a:lnTo>
                <a:lnTo>
                  <a:pt x="573" y="376"/>
                </a:lnTo>
                <a:lnTo>
                  <a:pt x="572" y="381"/>
                </a:lnTo>
                <a:lnTo>
                  <a:pt x="572" y="382"/>
                </a:lnTo>
                <a:lnTo>
                  <a:pt x="572" y="383"/>
                </a:lnTo>
                <a:lnTo>
                  <a:pt x="573" y="384"/>
                </a:lnTo>
                <a:lnTo>
                  <a:pt x="573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79" y="388"/>
                </a:lnTo>
                <a:lnTo>
                  <a:pt x="581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2"/>
                </a:lnTo>
                <a:lnTo>
                  <a:pt x="585" y="394"/>
                </a:lnTo>
                <a:lnTo>
                  <a:pt x="585" y="396"/>
                </a:lnTo>
                <a:lnTo>
                  <a:pt x="586" y="397"/>
                </a:lnTo>
                <a:lnTo>
                  <a:pt x="586" y="398"/>
                </a:lnTo>
                <a:lnTo>
                  <a:pt x="587" y="399"/>
                </a:lnTo>
                <a:lnTo>
                  <a:pt x="588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4" y="404"/>
                </a:lnTo>
                <a:lnTo>
                  <a:pt x="595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3" y="408"/>
                </a:lnTo>
                <a:lnTo>
                  <a:pt x="603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9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19" y="411"/>
                </a:lnTo>
                <a:lnTo>
                  <a:pt x="620" y="411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6" y="412"/>
                </a:lnTo>
                <a:lnTo>
                  <a:pt x="628" y="412"/>
                </a:lnTo>
                <a:lnTo>
                  <a:pt x="629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7" y="411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5" y="408"/>
                </a:lnTo>
                <a:lnTo>
                  <a:pt x="657" y="408"/>
                </a:lnTo>
                <a:lnTo>
                  <a:pt x="659" y="408"/>
                </a:lnTo>
                <a:lnTo>
                  <a:pt x="661" y="407"/>
                </a:lnTo>
                <a:lnTo>
                  <a:pt x="662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0" y="408"/>
                </a:lnTo>
                <a:lnTo>
                  <a:pt x="671" y="408"/>
                </a:lnTo>
                <a:lnTo>
                  <a:pt x="673" y="409"/>
                </a:lnTo>
                <a:lnTo>
                  <a:pt x="675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8"/>
                </a:lnTo>
                <a:lnTo>
                  <a:pt x="686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3"/>
                </a:lnTo>
                <a:lnTo>
                  <a:pt x="685" y="413"/>
                </a:lnTo>
                <a:lnTo>
                  <a:pt x="685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7" y="419"/>
                </a:lnTo>
                <a:lnTo>
                  <a:pt x="688" y="419"/>
                </a:lnTo>
                <a:lnTo>
                  <a:pt x="689" y="419"/>
                </a:lnTo>
                <a:lnTo>
                  <a:pt x="691" y="418"/>
                </a:lnTo>
                <a:lnTo>
                  <a:pt x="692" y="418"/>
                </a:lnTo>
                <a:lnTo>
                  <a:pt x="694" y="418"/>
                </a:lnTo>
                <a:lnTo>
                  <a:pt x="695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4"/>
                </a:lnTo>
                <a:lnTo>
                  <a:pt x="708" y="426"/>
                </a:lnTo>
                <a:lnTo>
                  <a:pt x="709" y="428"/>
                </a:lnTo>
                <a:lnTo>
                  <a:pt x="709" y="429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2"/>
                </a:lnTo>
                <a:lnTo>
                  <a:pt x="714" y="432"/>
                </a:lnTo>
                <a:lnTo>
                  <a:pt x="717" y="432"/>
                </a:lnTo>
                <a:lnTo>
                  <a:pt x="718" y="432"/>
                </a:lnTo>
                <a:lnTo>
                  <a:pt x="719" y="430"/>
                </a:lnTo>
                <a:lnTo>
                  <a:pt x="720" y="429"/>
                </a:lnTo>
                <a:lnTo>
                  <a:pt x="721" y="429"/>
                </a:lnTo>
                <a:lnTo>
                  <a:pt x="722" y="428"/>
                </a:lnTo>
                <a:lnTo>
                  <a:pt x="724" y="427"/>
                </a:lnTo>
                <a:lnTo>
                  <a:pt x="725" y="427"/>
                </a:lnTo>
                <a:lnTo>
                  <a:pt x="727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5"/>
                </a:lnTo>
                <a:lnTo>
                  <a:pt x="740" y="424"/>
                </a:lnTo>
                <a:lnTo>
                  <a:pt x="741" y="423"/>
                </a:lnTo>
                <a:lnTo>
                  <a:pt x="742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4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1" y="425"/>
                </a:lnTo>
                <a:lnTo>
                  <a:pt x="752" y="426"/>
                </a:lnTo>
                <a:lnTo>
                  <a:pt x="753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4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7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5"/>
                </a:lnTo>
                <a:lnTo>
                  <a:pt x="772" y="447"/>
                </a:lnTo>
                <a:lnTo>
                  <a:pt x="773" y="448"/>
                </a:lnTo>
                <a:lnTo>
                  <a:pt x="774" y="449"/>
                </a:lnTo>
                <a:lnTo>
                  <a:pt x="775" y="450"/>
                </a:lnTo>
                <a:lnTo>
                  <a:pt x="776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2" y="453"/>
                </a:lnTo>
                <a:lnTo>
                  <a:pt x="781" y="454"/>
                </a:lnTo>
                <a:lnTo>
                  <a:pt x="781" y="455"/>
                </a:lnTo>
                <a:lnTo>
                  <a:pt x="781" y="456"/>
                </a:lnTo>
                <a:lnTo>
                  <a:pt x="782" y="457"/>
                </a:lnTo>
                <a:lnTo>
                  <a:pt x="783" y="457"/>
                </a:lnTo>
                <a:lnTo>
                  <a:pt x="784" y="457"/>
                </a:lnTo>
                <a:lnTo>
                  <a:pt x="786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8" y="461"/>
                </a:lnTo>
                <a:lnTo>
                  <a:pt x="787" y="462"/>
                </a:lnTo>
                <a:lnTo>
                  <a:pt x="787" y="463"/>
                </a:lnTo>
                <a:lnTo>
                  <a:pt x="787" y="464"/>
                </a:lnTo>
                <a:lnTo>
                  <a:pt x="788" y="464"/>
                </a:lnTo>
                <a:lnTo>
                  <a:pt x="789" y="465"/>
                </a:lnTo>
                <a:lnTo>
                  <a:pt x="791" y="465"/>
                </a:lnTo>
                <a:lnTo>
                  <a:pt x="792" y="465"/>
                </a:lnTo>
                <a:lnTo>
                  <a:pt x="793" y="465"/>
                </a:lnTo>
                <a:lnTo>
                  <a:pt x="794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8" y="468"/>
                </a:lnTo>
                <a:lnTo>
                  <a:pt x="798" y="469"/>
                </a:lnTo>
                <a:lnTo>
                  <a:pt x="798" y="470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4" y="473"/>
                </a:lnTo>
                <a:lnTo>
                  <a:pt x="805" y="473"/>
                </a:lnTo>
                <a:lnTo>
                  <a:pt x="806" y="474"/>
                </a:lnTo>
                <a:lnTo>
                  <a:pt x="807" y="474"/>
                </a:lnTo>
                <a:lnTo>
                  <a:pt x="807" y="475"/>
                </a:lnTo>
                <a:lnTo>
                  <a:pt x="808" y="475"/>
                </a:lnTo>
                <a:lnTo>
                  <a:pt x="809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80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6" y="480"/>
                </a:lnTo>
                <a:lnTo>
                  <a:pt x="828" y="479"/>
                </a:lnTo>
                <a:lnTo>
                  <a:pt x="830" y="479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0" y="483"/>
                </a:lnTo>
                <a:lnTo>
                  <a:pt x="841" y="483"/>
                </a:lnTo>
                <a:lnTo>
                  <a:pt x="842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5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4"/>
                </a:lnTo>
                <a:lnTo>
                  <a:pt x="856" y="485"/>
                </a:lnTo>
                <a:lnTo>
                  <a:pt x="855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5" y="503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8" y="510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3"/>
                </a:lnTo>
                <a:lnTo>
                  <a:pt x="850" y="515"/>
                </a:lnTo>
                <a:lnTo>
                  <a:pt x="850" y="516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2" y="521"/>
                </a:lnTo>
                <a:lnTo>
                  <a:pt x="853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9" y="518"/>
                </a:lnTo>
                <a:lnTo>
                  <a:pt x="860" y="518"/>
                </a:lnTo>
                <a:lnTo>
                  <a:pt x="860" y="517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9"/>
                </a:lnTo>
                <a:lnTo>
                  <a:pt x="864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1" y="527"/>
                </a:lnTo>
                <a:lnTo>
                  <a:pt x="862" y="527"/>
                </a:lnTo>
                <a:lnTo>
                  <a:pt x="862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9"/>
                </a:lnTo>
                <a:lnTo>
                  <a:pt x="870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3" y="549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6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59" y="567"/>
                </a:lnTo>
                <a:lnTo>
                  <a:pt x="860" y="567"/>
                </a:lnTo>
                <a:lnTo>
                  <a:pt x="861" y="567"/>
                </a:lnTo>
                <a:lnTo>
                  <a:pt x="861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4" y="571"/>
                </a:lnTo>
                <a:lnTo>
                  <a:pt x="867" y="573"/>
                </a:lnTo>
                <a:lnTo>
                  <a:pt x="870" y="575"/>
                </a:lnTo>
                <a:lnTo>
                  <a:pt x="872" y="576"/>
                </a:lnTo>
                <a:lnTo>
                  <a:pt x="873" y="577"/>
                </a:lnTo>
                <a:lnTo>
                  <a:pt x="874" y="578"/>
                </a:lnTo>
                <a:lnTo>
                  <a:pt x="874" y="579"/>
                </a:lnTo>
                <a:lnTo>
                  <a:pt x="875" y="579"/>
                </a:lnTo>
                <a:lnTo>
                  <a:pt x="876" y="581"/>
                </a:lnTo>
                <a:lnTo>
                  <a:pt x="877" y="581"/>
                </a:lnTo>
                <a:lnTo>
                  <a:pt x="877" y="583"/>
                </a:lnTo>
                <a:lnTo>
                  <a:pt x="878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89"/>
                </a:lnTo>
                <a:lnTo>
                  <a:pt x="881" y="592"/>
                </a:lnTo>
                <a:lnTo>
                  <a:pt x="881" y="593"/>
                </a:lnTo>
                <a:lnTo>
                  <a:pt x="881" y="596"/>
                </a:lnTo>
                <a:lnTo>
                  <a:pt x="881" y="597"/>
                </a:lnTo>
                <a:lnTo>
                  <a:pt x="882" y="598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3" y="601"/>
                </a:lnTo>
                <a:lnTo>
                  <a:pt x="884" y="601"/>
                </a:lnTo>
                <a:lnTo>
                  <a:pt x="885" y="602"/>
                </a:lnTo>
                <a:lnTo>
                  <a:pt x="887" y="602"/>
                </a:lnTo>
                <a:lnTo>
                  <a:pt x="889" y="602"/>
                </a:lnTo>
                <a:lnTo>
                  <a:pt x="890" y="602"/>
                </a:lnTo>
                <a:lnTo>
                  <a:pt x="893" y="603"/>
                </a:lnTo>
                <a:lnTo>
                  <a:pt x="894" y="602"/>
                </a:lnTo>
                <a:lnTo>
                  <a:pt x="896" y="602"/>
                </a:lnTo>
                <a:lnTo>
                  <a:pt x="901" y="601"/>
                </a:lnTo>
                <a:lnTo>
                  <a:pt x="902" y="600"/>
                </a:lnTo>
                <a:lnTo>
                  <a:pt x="903" y="600"/>
                </a:lnTo>
                <a:lnTo>
                  <a:pt x="904" y="599"/>
                </a:lnTo>
                <a:lnTo>
                  <a:pt x="905" y="599"/>
                </a:lnTo>
                <a:lnTo>
                  <a:pt x="905" y="598"/>
                </a:lnTo>
                <a:lnTo>
                  <a:pt x="906" y="598"/>
                </a:lnTo>
                <a:lnTo>
                  <a:pt x="908" y="598"/>
                </a:lnTo>
                <a:lnTo>
                  <a:pt x="909" y="597"/>
                </a:lnTo>
                <a:lnTo>
                  <a:pt x="910" y="597"/>
                </a:lnTo>
                <a:lnTo>
                  <a:pt x="911" y="597"/>
                </a:lnTo>
                <a:lnTo>
                  <a:pt x="912" y="598"/>
                </a:lnTo>
                <a:lnTo>
                  <a:pt x="913" y="598"/>
                </a:lnTo>
                <a:lnTo>
                  <a:pt x="915" y="598"/>
                </a:lnTo>
                <a:lnTo>
                  <a:pt x="916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8"/>
                </a:lnTo>
                <a:lnTo>
                  <a:pt x="921" y="597"/>
                </a:lnTo>
                <a:lnTo>
                  <a:pt x="922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6"/>
                </a:lnTo>
                <a:lnTo>
                  <a:pt x="927" y="597"/>
                </a:lnTo>
                <a:lnTo>
                  <a:pt x="928" y="597"/>
                </a:lnTo>
                <a:lnTo>
                  <a:pt x="929" y="597"/>
                </a:lnTo>
                <a:lnTo>
                  <a:pt x="931" y="597"/>
                </a:lnTo>
                <a:lnTo>
                  <a:pt x="933" y="597"/>
                </a:lnTo>
                <a:lnTo>
                  <a:pt x="934" y="598"/>
                </a:lnTo>
                <a:lnTo>
                  <a:pt x="935" y="598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5" y="603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39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3" y="604"/>
                </a:lnTo>
                <a:lnTo>
                  <a:pt x="944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1"/>
                </a:lnTo>
                <a:lnTo>
                  <a:pt x="952" y="601"/>
                </a:lnTo>
                <a:lnTo>
                  <a:pt x="954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7" y="604"/>
                </a:lnTo>
                <a:lnTo>
                  <a:pt x="970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4" y="601"/>
                </a:lnTo>
                <a:lnTo>
                  <a:pt x="975" y="601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2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2" y="600"/>
                </a:lnTo>
                <a:lnTo>
                  <a:pt x="1024" y="600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6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4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1" y="575"/>
                </a:lnTo>
                <a:lnTo>
                  <a:pt x="1042" y="575"/>
                </a:lnTo>
                <a:lnTo>
                  <a:pt x="1042" y="576"/>
                </a:lnTo>
                <a:lnTo>
                  <a:pt x="1043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5" y="578"/>
                </a:lnTo>
                <a:lnTo>
                  <a:pt x="1047" y="578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7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59" y="568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1"/>
                </a:lnTo>
                <a:lnTo>
                  <a:pt x="1069" y="560"/>
                </a:lnTo>
                <a:lnTo>
                  <a:pt x="1069" y="559"/>
                </a:lnTo>
                <a:lnTo>
                  <a:pt x="1070" y="559"/>
                </a:lnTo>
                <a:lnTo>
                  <a:pt x="1071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9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7" y="559"/>
                </a:lnTo>
                <a:lnTo>
                  <a:pt x="1109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9"/>
                </a:lnTo>
                <a:lnTo>
                  <a:pt x="1113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7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2" y="551"/>
                </a:lnTo>
                <a:lnTo>
                  <a:pt x="1124" y="551"/>
                </a:lnTo>
                <a:lnTo>
                  <a:pt x="1125" y="552"/>
                </a:lnTo>
                <a:lnTo>
                  <a:pt x="1126" y="552"/>
                </a:lnTo>
                <a:lnTo>
                  <a:pt x="1128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0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7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3" y="542"/>
                </a:lnTo>
                <a:lnTo>
                  <a:pt x="1144" y="542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4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0" y="536"/>
                </a:lnTo>
                <a:lnTo>
                  <a:pt x="1161" y="535"/>
                </a:lnTo>
                <a:lnTo>
                  <a:pt x="1162" y="536"/>
                </a:lnTo>
                <a:lnTo>
                  <a:pt x="1163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8" y="535"/>
                </a:lnTo>
                <a:lnTo>
                  <a:pt x="1169" y="535"/>
                </a:lnTo>
                <a:lnTo>
                  <a:pt x="1169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1"/>
                </a:lnTo>
                <a:lnTo>
                  <a:pt x="1191" y="530"/>
                </a:lnTo>
                <a:lnTo>
                  <a:pt x="1192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8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3" y="528"/>
                </a:lnTo>
                <a:lnTo>
                  <a:pt x="1205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1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2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6" y="525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2" y="524"/>
                </a:lnTo>
                <a:lnTo>
                  <a:pt x="1253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7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7" y="564"/>
                </a:lnTo>
                <a:lnTo>
                  <a:pt x="1207" y="565"/>
                </a:lnTo>
                <a:lnTo>
                  <a:pt x="1207" y="566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5" y="573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5" y="588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4" y="595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2"/>
                </a:lnTo>
                <a:lnTo>
                  <a:pt x="1174" y="663"/>
                </a:lnTo>
                <a:lnTo>
                  <a:pt x="1173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9"/>
                </a:lnTo>
                <a:lnTo>
                  <a:pt x="1157" y="690"/>
                </a:lnTo>
                <a:lnTo>
                  <a:pt x="1157" y="692"/>
                </a:lnTo>
                <a:lnTo>
                  <a:pt x="1158" y="693"/>
                </a:lnTo>
                <a:lnTo>
                  <a:pt x="1159" y="694"/>
                </a:lnTo>
                <a:lnTo>
                  <a:pt x="1159" y="695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7" y="702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4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1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3" y="739"/>
                </a:lnTo>
                <a:lnTo>
                  <a:pt x="1143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7" y="759"/>
                </a:lnTo>
                <a:lnTo>
                  <a:pt x="1127" y="760"/>
                </a:lnTo>
                <a:lnTo>
                  <a:pt x="1127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6" y="779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4" y="781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1"/>
                </a:lnTo>
                <a:lnTo>
                  <a:pt x="1120" y="782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3"/>
                </a:lnTo>
                <a:lnTo>
                  <a:pt x="1120" y="784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20" y="786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7" y="789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1" y="789"/>
                </a:lnTo>
                <a:lnTo>
                  <a:pt x="1110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09" y="791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7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5"/>
                </a:lnTo>
                <a:lnTo>
                  <a:pt x="1103" y="815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3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6" y="843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4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5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6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6"/>
                </a:lnTo>
                <a:lnTo>
                  <a:pt x="968" y="844"/>
                </a:lnTo>
                <a:lnTo>
                  <a:pt x="968" y="843"/>
                </a:lnTo>
                <a:lnTo>
                  <a:pt x="965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1"/>
                </a:lnTo>
                <a:lnTo>
                  <a:pt x="943" y="862"/>
                </a:lnTo>
                <a:lnTo>
                  <a:pt x="945" y="862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5" y="867"/>
                </a:lnTo>
                <a:lnTo>
                  <a:pt x="942" y="868"/>
                </a:lnTo>
                <a:lnTo>
                  <a:pt x="941" y="870"/>
                </a:lnTo>
                <a:lnTo>
                  <a:pt x="940" y="871"/>
                </a:lnTo>
                <a:lnTo>
                  <a:pt x="939" y="871"/>
                </a:lnTo>
                <a:lnTo>
                  <a:pt x="937" y="872"/>
                </a:lnTo>
                <a:lnTo>
                  <a:pt x="936" y="873"/>
                </a:lnTo>
                <a:lnTo>
                  <a:pt x="935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6"/>
                </a:lnTo>
                <a:lnTo>
                  <a:pt x="904" y="886"/>
                </a:lnTo>
                <a:lnTo>
                  <a:pt x="903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5" y="884"/>
                </a:lnTo>
                <a:lnTo>
                  <a:pt x="893" y="884"/>
                </a:lnTo>
                <a:lnTo>
                  <a:pt x="893" y="885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3" y="889"/>
                </a:lnTo>
                <a:lnTo>
                  <a:pt x="892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900"/>
                </a:lnTo>
                <a:lnTo>
                  <a:pt x="890" y="901"/>
                </a:lnTo>
                <a:lnTo>
                  <a:pt x="891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2"/>
                </a:lnTo>
                <a:lnTo>
                  <a:pt x="907" y="983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7" y="985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5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3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8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9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2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5"/>
                </a:lnTo>
                <a:lnTo>
                  <a:pt x="829" y="994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7"/>
                </a:lnTo>
                <a:lnTo>
                  <a:pt x="827" y="986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1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9" y="984"/>
                </a:lnTo>
                <a:lnTo>
                  <a:pt x="818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3" y="986"/>
                </a:lnTo>
                <a:lnTo>
                  <a:pt x="812" y="986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1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6" y="987"/>
                </a:lnTo>
                <a:lnTo>
                  <a:pt x="796" y="986"/>
                </a:lnTo>
                <a:lnTo>
                  <a:pt x="797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3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6" y="979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4" y="980"/>
                </a:lnTo>
                <a:lnTo>
                  <a:pt x="783" y="980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6" y="987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5" y="995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40" y="999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9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6" y="1029"/>
                </a:lnTo>
                <a:lnTo>
                  <a:pt x="705" y="1029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5" y="1027"/>
                </a:lnTo>
                <a:lnTo>
                  <a:pt x="694" y="1027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5"/>
                </a:lnTo>
                <a:lnTo>
                  <a:pt x="687" y="1014"/>
                </a:lnTo>
                <a:lnTo>
                  <a:pt x="686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5" y="1010"/>
                </a:lnTo>
                <a:lnTo>
                  <a:pt x="685" y="1009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7"/>
                </a:lnTo>
                <a:lnTo>
                  <a:pt x="680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80" y="997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2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5" y="991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4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5" y="975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2"/>
                </a:lnTo>
                <a:lnTo>
                  <a:pt x="664" y="971"/>
                </a:lnTo>
                <a:lnTo>
                  <a:pt x="663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5" y="954"/>
                </a:lnTo>
                <a:lnTo>
                  <a:pt x="655" y="953"/>
                </a:lnTo>
                <a:lnTo>
                  <a:pt x="655" y="952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6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6" y="928"/>
                </a:lnTo>
                <a:lnTo>
                  <a:pt x="645" y="928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3"/>
                </a:lnTo>
                <a:lnTo>
                  <a:pt x="638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1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5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4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4"/>
                </a:lnTo>
                <a:lnTo>
                  <a:pt x="619" y="945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3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1" y="971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2"/>
                </a:lnTo>
                <a:lnTo>
                  <a:pt x="586" y="962"/>
                </a:lnTo>
                <a:lnTo>
                  <a:pt x="586" y="963"/>
                </a:lnTo>
                <a:lnTo>
                  <a:pt x="585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1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1" y="943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5" y="915"/>
                </a:lnTo>
                <a:lnTo>
                  <a:pt x="553" y="915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1"/>
                </a:lnTo>
                <a:lnTo>
                  <a:pt x="529" y="922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9"/>
                </a:lnTo>
                <a:lnTo>
                  <a:pt x="522" y="869"/>
                </a:lnTo>
                <a:lnTo>
                  <a:pt x="522" y="868"/>
                </a:lnTo>
                <a:lnTo>
                  <a:pt x="522" y="867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4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6" y="858"/>
                </a:lnTo>
                <a:lnTo>
                  <a:pt x="495" y="858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6"/>
                </a:lnTo>
                <a:lnTo>
                  <a:pt x="492" y="856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4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3" y="854"/>
                </a:lnTo>
                <a:lnTo>
                  <a:pt x="472" y="854"/>
                </a:lnTo>
                <a:lnTo>
                  <a:pt x="471" y="854"/>
                </a:lnTo>
                <a:lnTo>
                  <a:pt x="470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3" y="863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1" y="863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4"/>
                </a:lnTo>
                <a:lnTo>
                  <a:pt x="448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2"/>
                </a:lnTo>
                <a:lnTo>
                  <a:pt x="445" y="863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1" y="855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8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6" y="828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6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30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3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7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1" y="833"/>
                </a:lnTo>
                <a:lnTo>
                  <a:pt x="331" y="832"/>
                </a:lnTo>
                <a:lnTo>
                  <a:pt x="330" y="832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7" y="814"/>
                </a:lnTo>
                <a:lnTo>
                  <a:pt x="266" y="814"/>
                </a:lnTo>
                <a:lnTo>
                  <a:pt x="265" y="813"/>
                </a:lnTo>
                <a:lnTo>
                  <a:pt x="265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6" y="793"/>
                </a:lnTo>
                <a:lnTo>
                  <a:pt x="256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6" y="772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4" y="763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0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49" y="746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7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1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79" y="713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7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7" y="709"/>
                </a:lnTo>
                <a:lnTo>
                  <a:pt x="187" y="708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4" y="705"/>
                </a:lnTo>
                <a:lnTo>
                  <a:pt x="217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90"/>
                </a:lnTo>
                <a:lnTo>
                  <a:pt x="207" y="689"/>
                </a:lnTo>
                <a:lnTo>
                  <a:pt x="206" y="688"/>
                </a:lnTo>
                <a:lnTo>
                  <a:pt x="206" y="687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7"/>
                </a:lnTo>
                <a:lnTo>
                  <a:pt x="209" y="677"/>
                </a:lnTo>
                <a:lnTo>
                  <a:pt x="209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6" y="678"/>
                </a:lnTo>
                <a:lnTo>
                  <a:pt x="205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5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199" y="679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8"/>
                </a:lnTo>
                <a:lnTo>
                  <a:pt x="183" y="689"/>
                </a:lnTo>
                <a:lnTo>
                  <a:pt x="182" y="689"/>
                </a:lnTo>
                <a:lnTo>
                  <a:pt x="182" y="690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1" y="700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8" y="700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3" y="701"/>
                </a:lnTo>
                <a:lnTo>
                  <a:pt x="163" y="700"/>
                </a:lnTo>
                <a:lnTo>
                  <a:pt x="163" y="699"/>
                </a:lnTo>
                <a:lnTo>
                  <a:pt x="162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5"/>
                </a:lnTo>
                <a:lnTo>
                  <a:pt x="152" y="684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3" y="680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2" y="678"/>
                </a:lnTo>
                <a:lnTo>
                  <a:pt x="152" y="677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0" y="665"/>
                </a:lnTo>
                <a:lnTo>
                  <a:pt x="140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8" y="664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8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0" y="637"/>
                </a:lnTo>
                <a:lnTo>
                  <a:pt x="111" y="637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1" y="623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1" y="610"/>
                </a:lnTo>
                <a:lnTo>
                  <a:pt x="142" y="609"/>
                </a:lnTo>
                <a:lnTo>
                  <a:pt x="143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7"/>
                </a:lnTo>
                <a:lnTo>
                  <a:pt x="168" y="596"/>
                </a:lnTo>
                <a:lnTo>
                  <a:pt x="170" y="595"/>
                </a:lnTo>
                <a:lnTo>
                  <a:pt x="173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0" y="591"/>
                </a:lnTo>
                <a:lnTo>
                  <a:pt x="181" y="590"/>
                </a:lnTo>
                <a:lnTo>
                  <a:pt x="182" y="589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3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8" y="544"/>
                </a:lnTo>
                <a:lnTo>
                  <a:pt x="240" y="543"/>
                </a:lnTo>
                <a:lnTo>
                  <a:pt x="241" y="542"/>
                </a:lnTo>
                <a:lnTo>
                  <a:pt x="243" y="540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8" y="536"/>
                </a:lnTo>
                <a:lnTo>
                  <a:pt x="249" y="536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6" y="522"/>
                </a:lnTo>
                <a:lnTo>
                  <a:pt x="269" y="521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0" y="518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0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4"/>
                </a:lnTo>
                <a:lnTo>
                  <a:pt x="282" y="535"/>
                </a:lnTo>
                <a:lnTo>
                  <a:pt x="282" y="536"/>
                </a:lnTo>
                <a:lnTo>
                  <a:pt x="283" y="536"/>
                </a:lnTo>
                <a:lnTo>
                  <a:pt x="284" y="538"/>
                </a:lnTo>
                <a:lnTo>
                  <a:pt x="285" y="539"/>
                </a:lnTo>
                <a:lnTo>
                  <a:pt x="285" y="540"/>
                </a:lnTo>
                <a:lnTo>
                  <a:pt x="285" y="541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0" y="550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299" y="532"/>
                </a:lnTo>
                <a:lnTo>
                  <a:pt x="299" y="531"/>
                </a:lnTo>
                <a:lnTo>
                  <a:pt x="300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0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7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8" y="496"/>
                </a:lnTo>
                <a:lnTo>
                  <a:pt x="308" y="494"/>
                </a:lnTo>
                <a:lnTo>
                  <a:pt x="309" y="493"/>
                </a:lnTo>
                <a:lnTo>
                  <a:pt x="309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0" y="474"/>
                </a:lnTo>
                <a:lnTo>
                  <a:pt x="320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8" y="456"/>
                </a:lnTo>
                <a:lnTo>
                  <a:pt x="329" y="456"/>
                </a:lnTo>
                <a:lnTo>
                  <a:pt x="329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7" y="451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1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2" y="442"/>
                </a:lnTo>
                <a:lnTo>
                  <a:pt x="363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7" y="421"/>
                </a:lnTo>
                <a:lnTo>
                  <a:pt x="366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2" y="410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5" y="404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400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2" y="386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3" y="376"/>
                </a:lnTo>
                <a:lnTo>
                  <a:pt x="362" y="375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69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0" y="328"/>
                </a:lnTo>
                <a:lnTo>
                  <a:pt x="391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5" y="324"/>
                </a:lnTo>
                <a:lnTo>
                  <a:pt x="396" y="324"/>
                </a:lnTo>
                <a:lnTo>
                  <a:pt x="395" y="323"/>
                </a:lnTo>
                <a:lnTo>
                  <a:pt x="394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7" y="309"/>
                </a:lnTo>
                <a:lnTo>
                  <a:pt x="418" y="308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4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2" y="289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7"/>
                </a:lnTo>
                <a:lnTo>
                  <a:pt x="349" y="199"/>
                </a:lnTo>
                <a:lnTo>
                  <a:pt x="349" y="200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8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10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29" y="152"/>
                </a:lnTo>
                <a:lnTo>
                  <a:pt x="130" y="152"/>
                </a:lnTo>
                <a:lnTo>
                  <a:pt x="130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1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29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4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5" y="95"/>
                </a:lnTo>
                <a:lnTo>
                  <a:pt x="6" y="95"/>
                </a:lnTo>
                <a:lnTo>
                  <a:pt x="7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0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6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4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8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7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E0F3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310120" y="385884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6" y="12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2"/>
                </a:lnTo>
                <a:lnTo>
                  <a:pt x="82" y="22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2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7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2" y="58"/>
                </a:lnTo>
                <a:lnTo>
                  <a:pt x="109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1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2" y="107"/>
                </a:lnTo>
                <a:lnTo>
                  <a:pt x="72" y="106"/>
                </a:lnTo>
                <a:lnTo>
                  <a:pt x="70" y="107"/>
                </a:lnTo>
                <a:lnTo>
                  <a:pt x="68" y="108"/>
                </a:lnTo>
                <a:lnTo>
                  <a:pt x="66" y="108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1" y="105"/>
                </a:lnTo>
                <a:lnTo>
                  <a:pt x="20" y="105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10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9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3" y="85"/>
                </a:lnTo>
                <a:lnTo>
                  <a:pt x="3" y="84"/>
                </a:lnTo>
                <a:lnTo>
                  <a:pt x="4" y="82"/>
                </a:lnTo>
                <a:lnTo>
                  <a:pt x="4" y="81"/>
                </a:lnTo>
                <a:lnTo>
                  <a:pt x="3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7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8" y="74"/>
                </a:lnTo>
                <a:lnTo>
                  <a:pt x="18" y="75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5"/>
                </a:lnTo>
                <a:lnTo>
                  <a:pt x="20" y="74"/>
                </a:lnTo>
                <a:lnTo>
                  <a:pt x="21" y="74"/>
                </a:lnTo>
                <a:lnTo>
                  <a:pt x="21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6"/>
                </a:lnTo>
                <a:lnTo>
                  <a:pt x="19" y="66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1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2"/>
                </a:lnTo>
                <a:lnTo>
                  <a:pt x="28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9"/>
                </a:lnTo>
                <a:lnTo>
                  <a:pt x="26" y="58"/>
                </a:lnTo>
                <a:lnTo>
                  <a:pt x="25" y="58"/>
                </a:lnTo>
                <a:lnTo>
                  <a:pt x="26" y="57"/>
                </a:lnTo>
                <a:lnTo>
                  <a:pt x="26" y="56"/>
                </a:lnTo>
                <a:lnTo>
                  <a:pt x="26" y="55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5" y="52"/>
                </a:lnTo>
                <a:lnTo>
                  <a:pt x="24" y="52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8" y="46"/>
                </a:lnTo>
                <a:lnTo>
                  <a:pt x="29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5" y="41"/>
                </a:lnTo>
                <a:lnTo>
                  <a:pt x="35" y="40"/>
                </a:lnTo>
                <a:lnTo>
                  <a:pt x="36" y="40"/>
                </a:lnTo>
                <a:lnTo>
                  <a:pt x="36" y="41"/>
                </a:lnTo>
                <a:lnTo>
                  <a:pt x="37" y="41"/>
                </a:lnTo>
                <a:lnTo>
                  <a:pt x="38" y="41"/>
                </a:lnTo>
                <a:lnTo>
                  <a:pt x="38" y="40"/>
                </a:lnTo>
                <a:lnTo>
                  <a:pt x="38" y="41"/>
                </a:lnTo>
                <a:lnTo>
                  <a:pt x="39" y="40"/>
                </a:lnTo>
                <a:lnTo>
                  <a:pt x="40" y="40"/>
                </a:lnTo>
                <a:lnTo>
                  <a:pt x="41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5" y="37"/>
                </a:lnTo>
                <a:lnTo>
                  <a:pt x="46" y="37"/>
                </a:lnTo>
                <a:lnTo>
                  <a:pt x="46" y="36"/>
                </a:lnTo>
                <a:lnTo>
                  <a:pt x="47" y="36"/>
                </a:lnTo>
                <a:lnTo>
                  <a:pt x="48" y="35"/>
                </a:lnTo>
                <a:lnTo>
                  <a:pt x="49" y="34"/>
                </a:lnTo>
                <a:lnTo>
                  <a:pt x="48" y="34"/>
                </a:lnTo>
                <a:lnTo>
                  <a:pt x="48" y="33"/>
                </a:lnTo>
                <a:lnTo>
                  <a:pt x="45" y="32"/>
                </a:lnTo>
                <a:lnTo>
                  <a:pt x="43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2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7"/>
                </a:lnTo>
                <a:lnTo>
                  <a:pt x="30" y="16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2"/>
                </a:lnTo>
                <a:lnTo>
                  <a:pt x="36" y="2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16432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5" y="5"/>
                </a:lnTo>
                <a:lnTo>
                  <a:pt x="264" y="5"/>
                </a:lnTo>
                <a:lnTo>
                  <a:pt x="262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6" y="12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2" y="55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2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6" y="139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8" y="144"/>
                </a:lnTo>
                <a:lnTo>
                  <a:pt x="379" y="144"/>
                </a:lnTo>
                <a:lnTo>
                  <a:pt x="379" y="145"/>
                </a:lnTo>
                <a:lnTo>
                  <a:pt x="379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8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5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2" y="180"/>
                </a:lnTo>
                <a:lnTo>
                  <a:pt x="392" y="181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1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6" y="185"/>
                </a:lnTo>
                <a:lnTo>
                  <a:pt x="396" y="186"/>
                </a:lnTo>
                <a:lnTo>
                  <a:pt x="397" y="186"/>
                </a:lnTo>
                <a:lnTo>
                  <a:pt x="397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8" y="217"/>
                </a:lnTo>
                <a:lnTo>
                  <a:pt x="408" y="218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3" y="251"/>
                </a:lnTo>
                <a:lnTo>
                  <a:pt x="413" y="250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0"/>
                </a:lnTo>
                <a:lnTo>
                  <a:pt x="457" y="283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4" y="300"/>
                </a:lnTo>
                <a:lnTo>
                  <a:pt x="456" y="300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87" y="355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3"/>
                </a:lnTo>
                <a:lnTo>
                  <a:pt x="448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6"/>
                </a:lnTo>
                <a:lnTo>
                  <a:pt x="428" y="386"/>
                </a:lnTo>
                <a:lnTo>
                  <a:pt x="428" y="387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4" y="397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20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7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40" y="429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2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5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09"/>
                </a:lnTo>
                <a:lnTo>
                  <a:pt x="297" y="410"/>
                </a:lnTo>
                <a:lnTo>
                  <a:pt x="297" y="409"/>
                </a:lnTo>
                <a:lnTo>
                  <a:pt x="296" y="409"/>
                </a:lnTo>
                <a:lnTo>
                  <a:pt x="295" y="410"/>
                </a:lnTo>
                <a:lnTo>
                  <a:pt x="295" y="409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3" y="412"/>
                </a:lnTo>
                <a:lnTo>
                  <a:pt x="293" y="411"/>
                </a:lnTo>
                <a:lnTo>
                  <a:pt x="294" y="412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90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4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4"/>
                </a:lnTo>
                <a:lnTo>
                  <a:pt x="275" y="404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6" y="395"/>
                </a:lnTo>
                <a:lnTo>
                  <a:pt x="265" y="396"/>
                </a:lnTo>
                <a:lnTo>
                  <a:pt x="264" y="397"/>
                </a:lnTo>
                <a:lnTo>
                  <a:pt x="264" y="396"/>
                </a:lnTo>
                <a:lnTo>
                  <a:pt x="264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4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89" y="334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4" y="331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0"/>
                </a:lnTo>
                <a:lnTo>
                  <a:pt x="182" y="319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2" y="316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8" y="300"/>
                </a:lnTo>
                <a:lnTo>
                  <a:pt x="199" y="299"/>
                </a:lnTo>
                <a:lnTo>
                  <a:pt x="199" y="300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8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3" y="260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6" y="258"/>
                </a:lnTo>
                <a:lnTo>
                  <a:pt x="256" y="257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4" y="243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08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8" y="246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0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4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69" y="218"/>
                </a:lnTo>
                <a:lnTo>
                  <a:pt x="170" y="216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8" y="212"/>
                </a:lnTo>
                <a:lnTo>
                  <a:pt x="167" y="212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5"/>
                </a:lnTo>
                <a:lnTo>
                  <a:pt x="168" y="204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6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0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60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50"/>
                </a:lnTo>
                <a:lnTo>
                  <a:pt x="162" y="148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7" y="144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4" y="144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0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5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3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8" y="114"/>
                </a:lnTo>
                <a:lnTo>
                  <a:pt x="97" y="113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2" y="100"/>
                </a:lnTo>
                <a:lnTo>
                  <a:pt x="61" y="100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8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7"/>
                </a:lnTo>
                <a:lnTo>
                  <a:pt x="40" y="16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3" y="63"/>
                </a:lnTo>
                <a:lnTo>
                  <a:pt x="162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31876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31768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32164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5"/>
                </a:move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1"/>
                </a:moveTo>
                <a:lnTo>
                  <a:pt x="8" y="1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323080" y="3999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21832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2" y="0"/>
                </a:lnTo>
                <a:lnTo>
                  <a:pt x="163" y="0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3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6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4" y="33"/>
                </a:lnTo>
                <a:lnTo>
                  <a:pt x="275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0"/>
                </a:lnTo>
                <a:lnTo>
                  <a:pt x="291" y="52"/>
                </a:lnTo>
                <a:lnTo>
                  <a:pt x="290" y="69"/>
                </a:lnTo>
                <a:lnTo>
                  <a:pt x="290" y="70"/>
                </a:lnTo>
                <a:lnTo>
                  <a:pt x="289" y="74"/>
                </a:lnTo>
                <a:lnTo>
                  <a:pt x="289" y="77"/>
                </a:lnTo>
                <a:lnTo>
                  <a:pt x="289" y="84"/>
                </a:lnTo>
                <a:lnTo>
                  <a:pt x="292" y="84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7"/>
                </a:lnTo>
                <a:lnTo>
                  <a:pt x="304" y="89"/>
                </a:lnTo>
                <a:lnTo>
                  <a:pt x="305" y="90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2" y="133"/>
                </a:lnTo>
                <a:lnTo>
                  <a:pt x="363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7" y="182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0" y="180"/>
                </a:lnTo>
                <a:lnTo>
                  <a:pt x="310" y="179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2" y="182"/>
                </a:lnTo>
                <a:lnTo>
                  <a:pt x="312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6" y="207"/>
                </a:lnTo>
                <a:lnTo>
                  <a:pt x="345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1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7"/>
                </a:lnTo>
                <a:lnTo>
                  <a:pt x="338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4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20" y="210"/>
                </a:lnTo>
                <a:lnTo>
                  <a:pt x="319" y="209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2" y="207"/>
                </a:lnTo>
                <a:lnTo>
                  <a:pt x="311" y="207"/>
                </a:lnTo>
                <a:lnTo>
                  <a:pt x="311" y="208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2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2" y="256"/>
                </a:lnTo>
                <a:lnTo>
                  <a:pt x="312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6" y="299"/>
                </a:lnTo>
                <a:lnTo>
                  <a:pt x="306" y="300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3" y="308"/>
                </a:lnTo>
                <a:lnTo>
                  <a:pt x="303" y="309"/>
                </a:lnTo>
                <a:lnTo>
                  <a:pt x="302" y="310"/>
                </a:lnTo>
                <a:lnTo>
                  <a:pt x="302" y="309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2" y="311"/>
                </a:lnTo>
                <a:lnTo>
                  <a:pt x="283" y="311"/>
                </a:lnTo>
                <a:lnTo>
                  <a:pt x="284" y="311"/>
                </a:lnTo>
                <a:lnTo>
                  <a:pt x="284" y="310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89" y="298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0"/>
                </a:lnTo>
                <a:lnTo>
                  <a:pt x="288" y="291"/>
                </a:lnTo>
                <a:lnTo>
                  <a:pt x="288" y="289"/>
                </a:lnTo>
                <a:lnTo>
                  <a:pt x="287" y="289"/>
                </a:lnTo>
                <a:lnTo>
                  <a:pt x="287" y="288"/>
                </a:lnTo>
                <a:lnTo>
                  <a:pt x="286" y="287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4" y="288"/>
                </a:lnTo>
                <a:lnTo>
                  <a:pt x="285" y="288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7" y="297"/>
                </a:lnTo>
                <a:lnTo>
                  <a:pt x="278" y="297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3"/>
                </a:lnTo>
                <a:lnTo>
                  <a:pt x="268" y="324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6"/>
                </a:lnTo>
                <a:lnTo>
                  <a:pt x="266" y="327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6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0" y="345"/>
                </a:lnTo>
                <a:lnTo>
                  <a:pt x="250" y="346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6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3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7"/>
                </a:lnTo>
                <a:lnTo>
                  <a:pt x="203" y="388"/>
                </a:lnTo>
                <a:lnTo>
                  <a:pt x="202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6" y="351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5"/>
                </a:lnTo>
                <a:lnTo>
                  <a:pt x="36" y="274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4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5" y="265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7" y="262"/>
                </a:lnTo>
                <a:lnTo>
                  <a:pt x="36" y="261"/>
                </a:lnTo>
                <a:lnTo>
                  <a:pt x="36" y="260"/>
                </a:lnTo>
                <a:lnTo>
                  <a:pt x="35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8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5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2"/>
                </a:lnTo>
                <a:lnTo>
                  <a:pt x="106" y="92"/>
                </a:lnTo>
                <a:lnTo>
                  <a:pt x="106" y="91"/>
                </a:lnTo>
                <a:lnTo>
                  <a:pt x="107" y="91"/>
                </a:lnTo>
                <a:lnTo>
                  <a:pt x="106" y="91"/>
                </a:lnTo>
                <a:lnTo>
                  <a:pt x="106" y="90"/>
                </a:lnTo>
                <a:lnTo>
                  <a:pt x="106" y="91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8" y="51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5" y="39"/>
                </a:lnTo>
                <a:lnTo>
                  <a:pt x="136" y="39"/>
                </a:lnTo>
                <a:lnTo>
                  <a:pt x="136" y="38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5" y="11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4" y="7"/>
                </a:lnTo>
                <a:lnTo>
                  <a:pt x="144" y="6"/>
                </a:lnTo>
                <a:lnTo>
                  <a:pt x="143" y="5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6" y="3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7" y="1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5" y="0"/>
                </a:lnTo>
                <a:lnTo>
                  <a:pt x="156" y="0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32740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33820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33388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3335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33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33892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33496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6"/>
                </a:move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34684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35440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35152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w="38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366280" y="392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9" y="0"/>
                </a:move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3"/>
                </a:move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11644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0"/>
                </a:lnTo>
                <a:lnTo>
                  <a:pt x="339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0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4" y="216"/>
                </a:lnTo>
                <a:lnTo>
                  <a:pt x="335" y="216"/>
                </a:lnTo>
                <a:lnTo>
                  <a:pt x="335" y="217"/>
                </a:lnTo>
                <a:lnTo>
                  <a:pt x="335" y="218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4" y="220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1" y="239"/>
                </a:lnTo>
                <a:lnTo>
                  <a:pt x="341" y="240"/>
                </a:lnTo>
                <a:lnTo>
                  <a:pt x="340" y="240"/>
                </a:lnTo>
                <a:lnTo>
                  <a:pt x="340" y="241"/>
                </a:lnTo>
                <a:lnTo>
                  <a:pt x="341" y="241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4" y="251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2" y="251"/>
                </a:lnTo>
                <a:lnTo>
                  <a:pt x="332" y="250"/>
                </a:lnTo>
                <a:lnTo>
                  <a:pt x="331" y="251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5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3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5" y="266"/>
                </a:lnTo>
                <a:lnTo>
                  <a:pt x="316" y="266"/>
                </a:lnTo>
                <a:lnTo>
                  <a:pt x="316" y="267"/>
                </a:lnTo>
                <a:lnTo>
                  <a:pt x="315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0"/>
                </a:lnTo>
                <a:lnTo>
                  <a:pt x="315" y="271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4" y="273"/>
                </a:lnTo>
                <a:lnTo>
                  <a:pt x="314" y="274"/>
                </a:lnTo>
                <a:lnTo>
                  <a:pt x="315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9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3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6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7" y="296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9" y="297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299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5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9" y="307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7" y="348"/>
                </a:lnTo>
                <a:lnTo>
                  <a:pt x="398" y="347"/>
                </a:lnTo>
                <a:lnTo>
                  <a:pt x="399" y="346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5" y="346"/>
                </a:lnTo>
                <a:lnTo>
                  <a:pt x="406" y="346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4" y="350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3" y="360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7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4"/>
                </a:lnTo>
                <a:lnTo>
                  <a:pt x="420" y="395"/>
                </a:lnTo>
                <a:lnTo>
                  <a:pt x="419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5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399" y="439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5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1" y="510"/>
                </a:lnTo>
                <a:lnTo>
                  <a:pt x="340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8" y="518"/>
                </a:lnTo>
                <a:lnTo>
                  <a:pt x="327" y="519"/>
                </a:lnTo>
                <a:lnTo>
                  <a:pt x="326" y="519"/>
                </a:lnTo>
                <a:lnTo>
                  <a:pt x="326" y="520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6"/>
                </a:lnTo>
                <a:lnTo>
                  <a:pt x="315" y="527"/>
                </a:lnTo>
                <a:lnTo>
                  <a:pt x="314" y="528"/>
                </a:lnTo>
                <a:lnTo>
                  <a:pt x="313" y="529"/>
                </a:lnTo>
                <a:lnTo>
                  <a:pt x="312" y="529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4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5"/>
                </a:lnTo>
                <a:lnTo>
                  <a:pt x="300" y="536"/>
                </a:lnTo>
                <a:lnTo>
                  <a:pt x="299" y="537"/>
                </a:lnTo>
                <a:lnTo>
                  <a:pt x="299" y="538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7" y="524"/>
                </a:lnTo>
                <a:lnTo>
                  <a:pt x="287" y="523"/>
                </a:lnTo>
                <a:lnTo>
                  <a:pt x="286" y="523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4" y="520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8" y="520"/>
                </a:lnTo>
                <a:lnTo>
                  <a:pt x="277" y="520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2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1" y="521"/>
                </a:lnTo>
                <a:lnTo>
                  <a:pt x="260" y="521"/>
                </a:lnTo>
                <a:lnTo>
                  <a:pt x="261" y="520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7"/>
                </a:lnTo>
                <a:lnTo>
                  <a:pt x="251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3" y="508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2" y="503"/>
                </a:lnTo>
                <a:lnTo>
                  <a:pt x="231" y="503"/>
                </a:lnTo>
                <a:lnTo>
                  <a:pt x="231" y="502"/>
                </a:lnTo>
                <a:lnTo>
                  <a:pt x="230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7" y="496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8" y="491"/>
                </a:lnTo>
                <a:lnTo>
                  <a:pt x="227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5" y="494"/>
                </a:lnTo>
                <a:lnTo>
                  <a:pt x="224" y="495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1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3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1" y="491"/>
                </a:lnTo>
                <a:lnTo>
                  <a:pt x="200" y="491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4" y="508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0" y="520"/>
                </a:lnTo>
                <a:lnTo>
                  <a:pt x="170" y="519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0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7" y="470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5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2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3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6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6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1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1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8"/>
                </a:lnTo>
                <a:lnTo>
                  <a:pt x="92" y="247"/>
                </a:lnTo>
                <a:lnTo>
                  <a:pt x="93" y="247"/>
                </a:lnTo>
                <a:lnTo>
                  <a:pt x="92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0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3"/>
                </a:lnTo>
                <a:lnTo>
                  <a:pt x="27" y="192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3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1" y="158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1" y="160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1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2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78" y="61"/>
                </a:lnTo>
                <a:lnTo>
                  <a:pt x="80" y="61"/>
                </a:lnTo>
                <a:lnTo>
                  <a:pt x="81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1" y="64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8" y="76"/>
                </a:lnTo>
                <a:lnTo>
                  <a:pt x="99" y="77"/>
                </a:lnTo>
                <a:lnTo>
                  <a:pt x="100" y="78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1"/>
                </a:lnTo>
                <a:lnTo>
                  <a:pt x="105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5"/>
                </a:lnTo>
                <a:lnTo>
                  <a:pt x="105" y="84"/>
                </a:lnTo>
                <a:lnTo>
                  <a:pt x="104" y="84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7"/>
                </a:lnTo>
                <a:lnTo>
                  <a:pt x="139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4" y="81"/>
                </a:lnTo>
                <a:lnTo>
                  <a:pt x="145" y="81"/>
                </a:lnTo>
                <a:lnTo>
                  <a:pt x="147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8" y="72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3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8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1" y="39"/>
                </a:lnTo>
                <a:lnTo>
                  <a:pt x="151" y="38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6"/>
                </a:lnTo>
                <a:lnTo>
                  <a:pt x="133" y="34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1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6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1"/>
                </a:lnTo>
                <a:lnTo>
                  <a:pt x="195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2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6" y="60"/>
                </a:lnTo>
                <a:lnTo>
                  <a:pt x="207" y="60"/>
                </a:lnTo>
                <a:lnTo>
                  <a:pt x="208" y="60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7" y="61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4"/>
                </a:lnTo>
                <a:lnTo>
                  <a:pt x="231" y="65"/>
                </a:lnTo>
                <a:lnTo>
                  <a:pt x="231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40" y="63"/>
                </a:lnTo>
                <a:lnTo>
                  <a:pt x="239" y="65"/>
                </a:lnTo>
                <a:lnTo>
                  <a:pt x="239" y="66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1" y="69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6" y="67"/>
                </a:lnTo>
                <a:lnTo>
                  <a:pt x="245" y="66"/>
                </a:lnTo>
                <a:lnTo>
                  <a:pt x="246" y="66"/>
                </a:lnTo>
                <a:lnTo>
                  <a:pt x="246" y="65"/>
                </a:lnTo>
                <a:lnTo>
                  <a:pt x="245" y="65"/>
                </a:lnTo>
                <a:lnTo>
                  <a:pt x="245" y="64"/>
                </a:lnTo>
                <a:lnTo>
                  <a:pt x="247" y="64"/>
                </a:lnTo>
                <a:lnTo>
                  <a:pt x="247" y="65"/>
                </a:lnTo>
                <a:lnTo>
                  <a:pt x="248" y="66"/>
                </a:lnTo>
                <a:lnTo>
                  <a:pt x="249" y="67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69"/>
                </a:lnTo>
                <a:lnTo>
                  <a:pt x="250" y="70"/>
                </a:lnTo>
                <a:lnTo>
                  <a:pt x="250" y="72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1" y="75"/>
                </a:lnTo>
                <a:lnTo>
                  <a:pt x="252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80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8" y="79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5"/>
                </a:lnTo>
                <a:lnTo>
                  <a:pt x="259" y="96"/>
                </a:lnTo>
                <a:lnTo>
                  <a:pt x="260" y="96"/>
                </a:lnTo>
                <a:lnTo>
                  <a:pt x="260" y="95"/>
                </a:lnTo>
                <a:lnTo>
                  <a:pt x="260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8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1"/>
                </a:lnTo>
                <a:lnTo>
                  <a:pt x="296" y="102"/>
                </a:lnTo>
                <a:lnTo>
                  <a:pt x="294" y="103"/>
                </a:lnTo>
                <a:lnTo>
                  <a:pt x="293" y="104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2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20"/>
                </a:lnTo>
                <a:lnTo>
                  <a:pt x="290" y="121"/>
                </a:lnTo>
                <a:lnTo>
                  <a:pt x="289" y="120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0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6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2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1"/>
                </a:lnTo>
                <a:lnTo>
                  <a:pt x="301" y="153"/>
                </a:lnTo>
                <a:lnTo>
                  <a:pt x="300" y="153"/>
                </a:lnTo>
                <a:lnTo>
                  <a:pt x="301" y="153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5" y="172"/>
                </a:lnTo>
                <a:lnTo>
                  <a:pt x="305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5"/>
                </a:lnTo>
                <a:lnTo>
                  <a:pt x="303" y="176"/>
                </a:lnTo>
                <a:lnTo>
                  <a:pt x="302" y="176"/>
                </a:lnTo>
                <a:lnTo>
                  <a:pt x="301" y="177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3" y="185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7"/>
                </a:lnTo>
                <a:lnTo>
                  <a:pt x="314" y="197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5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0" y="208"/>
                </a:lnTo>
                <a:lnTo>
                  <a:pt x="390" y="209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7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BDD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208600" y="4156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20968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14776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1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2" y="86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7" y="80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3" y="66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8" y="65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6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5" y="90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4"/>
                </a:lnTo>
                <a:lnTo>
                  <a:pt x="401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1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0" y="105"/>
                </a:lnTo>
                <a:lnTo>
                  <a:pt x="401" y="105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6" y="138"/>
                </a:lnTo>
                <a:lnTo>
                  <a:pt x="397" y="138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1" y="152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2" y="172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1"/>
                </a:lnTo>
                <a:lnTo>
                  <a:pt x="357" y="160"/>
                </a:lnTo>
                <a:lnTo>
                  <a:pt x="356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4" y="154"/>
                </a:lnTo>
                <a:lnTo>
                  <a:pt x="353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2" y="161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39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4" y="174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5" y="182"/>
                </a:lnTo>
                <a:lnTo>
                  <a:pt x="355" y="183"/>
                </a:lnTo>
                <a:lnTo>
                  <a:pt x="354" y="184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3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7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1" y="202"/>
                </a:lnTo>
                <a:lnTo>
                  <a:pt x="360" y="203"/>
                </a:lnTo>
                <a:lnTo>
                  <a:pt x="359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1"/>
                </a:lnTo>
                <a:lnTo>
                  <a:pt x="330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2"/>
                </a:lnTo>
                <a:lnTo>
                  <a:pt x="341" y="263"/>
                </a:lnTo>
                <a:lnTo>
                  <a:pt x="340" y="264"/>
                </a:lnTo>
                <a:lnTo>
                  <a:pt x="339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3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0" y="294"/>
                </a:lnTo>
                <a:lnTo>
                  <a:pt x="341" y="294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1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5"/>
                </a:lnTo>
                <a:lnTo>
                  <a:pt x="337" y="294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1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7"/>
                </a:lnTo>
                <a:lnTo>
                  <a:pt x="298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0" y="328"/>
                </a:lnTo>
                <a:lnTo>
                  <a:pt x="289" y="328"/>
                </a:lnTo>
                <a:lnTo>
                  <a:pt x="290" y="328"/>
                </a:lnTo>
                <a:lnTo>
                  <a:pt x="289" y="328"/>
                </a:lnTo>
                <a:lnTo>
                  <a:pt x="288" y="327"/>
                </a:lnTo>
                <a:lnTo>
                  <a:pt x="288" y="326"/>
                </a:lnTo>
                <a:lnTo>
                  <a:pt x="287" y="325"/>
                </a:lnTo>
                <a:lnTo>
                  <a:pt x="287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7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09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79" y="325"/>
                </a:lnTo>
                <a:lnTo>
                  <a:pt x="279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5" y="330"/>
                </a:lnTo>
                <a:lnTo>
                  <a:pt x="275" y="329"/>
                </a:lnTo>
                <a:lnTo>
                  <a:pt x="275" y="330"/>
                </a:lnTo>
                <a:lnTo>
                  <a:pt x="273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3" y="336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79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8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6" y="350"/>
                </a:lnTo>
                <a:lnTo>
                  <a:pt x="256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2" y="355"/>
                </a:lnTo>
                <a:lnTo>
                  <a:pt x="253" y="356"/>
                </a:lnTo>
                <a:lnTo>
                  <a:pt x="252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4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59" y="373"/>
                </a:lnTo>
                <a:lnTo>
                  <a:pt x="258" y="374"/>
                </a:lnTo>
                <a:lnTo>
                  <a:pt x="256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3" y="385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4" y="373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6"/>
                </a:lnTo>
                <a:lnTo>
                  <a:pt x="233" y="377"/>
                </a:lnTo>
                <a:lnTo>
                  <a:pt x="234" y="378"/>
                </a:lnTo>
                <a:lnTo>
                  <a:pt x="234" y="379"/>
                </a:lnTo>
                <a:lnTo>
                  <a:pt x="233" y="380"/>
                </a:lnTo>
                <a:lnTo>
                  <a:pt x="232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2"/>
                </a:lnTo>
                <a:lnTo>
                  <a:pt x="221" y="383"/>
                </a:lnTo>
                <a:lnTo>
                  <a:pt x="221" y="384"/>
                </a:lnTo>
                <a:lnTo>
                  <a:pt x="219" y="385"/>
                </a:lnTo>
                <a:lnTo>
                  <a:pt x="218" y="386"/>
                </a:lnTo>
                <a:lnTo>
                  <a:pt x="217" y="386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5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1" y="379"/>
                </a:lnTo>
                <a:lnTo>
                  <a:pt x="211" y="378"/>
                </a:lnTo>
                <a:lnTo>
                  <a:pt x="212" y="377"/>
                </a:lnTo>
                <a:lnTo>
                  <a:pt x="213" y="376"/>
                </a:lnTo>
                <a:lnTo>
                  <a:pt x="213" y="375"/>
                </a:lnTo>
                <a:lnTo>
                  <a:pt x="212" y="375"/>
                </a:lnTo>
                <a:lnTo>
                  <a:pt x="211" y="374"/>
                </a:lnTo>
                <a:lnTo>
                  <a:pt x="211" y="375"/>
                </a:lnTo>
                <a:lnTo>
                  <a:pt x="211" y="376"/>
                </a:lnTo>
                <a:lnTo>
                  <a:pt x="210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7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8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9" y="397"/>
                </a:lnTo>
                <a:lnTo>
                  <a:pt x="197" y="397"/>
                </a:lnTo>
                <a:lnTo>
                  <a:pt x="193" y="396"/>
                </a:lnTo>
                <a:lnTo>
                  <a:pt x="191" y="395"/>
                </a:lnTo>
                <a:lnTo>
                  <a:pt x="190" y="394"/>
                </a:lnTo>
                <a:lnTo>
                  <a:pt x="188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8"/>
                </a:lnTo>
                <a:lnTo>
                  <a:pt x="185" y="398"/>
                </a:lnTo>
                <a:lnTo>
                  <a:pt x="184" y="398"/>
                </a:lnTo>
                <a:lnTo>
                  <a:pt x="185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6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3" y="401"/>
                </a:lnTo>
                <a:lnTo>
                  <a:pt x="194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8" y="400"/>
                </a:lnTo>
                <a:lnTo>
                  <a:pt x="199" y="400"/>
                </a:lnTo>
                <a:lnTo>
                  <a:pt x="201" y="400"/>
                </a:lnTo>
                <a:lnTo>
                  <a:pt x="201" y="401"/>
                </a:lnTo>
                <a:lnTo>
                  <a:pt x="201" y="402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9" y="407"/>
                </a:lnTo>
                <a:lnTo>
                  <a:pt x="199" y="406"/>
                </a:lnTo>
                <a:lnTo>
                  <a:pt x="200" y="406"/>
                </a:lnTo>
                <a:lnTo>
                  <a:pt x="202" y="406"/>
                </a:lnTo>
                <a:lnTo>
                  <a:pt x="203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6" y="410"/>
                </a:lnTo>
                <a:lnTo>
                  <a:pt x="207" y="411"/>
                </a:lnTo>
                <a:lnTo>
                  <a:pt x="206" y="412"/>
                </a:lnTo>
                <a:lnTo>
                  <a:pt x="206" y="413"/>
                </a:lnTo>
                <a:lnTo>
                  <a:pt x="207" y="413"/>
                </a:lnTo>
                <a:lnTo>
                  <a:pt x="207" y="414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4" y="417"/>
                </a:lnTo>
                <a:lnTo>
                  <a:pt x="203" y="416"/>
                </a:lnTo>
                <a:lnTo>
                  <a:pt x="202" y="416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8"/>
                </a:lnTo>
                <a:lnTo>
                  <a:pt x="199" y="419"/>
                </a:lnTo>
                <a:lnTo>
                  <a:pt x="198" y="420"/>
                </a:lnTo>
                <a:lnTo>
                  <a:pt x="197" y="420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3"/>
                </a:lnTo>
                <a:lnTo>
                  <a:pt x="194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3" y="423"/>
                </a:lnTo>
                <a:lnTo>
                  <a:pt x="192" y="423"/>
                </a:lnTo>
                <a:lnTo>
                  <a:pt x="192" y="424"/>
                </a:lnTo>
                <a:lnTo>
                  <a:pt x="191" y="423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1"/>
                </a:lnTo>
                <a:lnTo>
                  <a:pt x="190" y="421"/>
                </a:lnTo>
                <a:lnTo>
                  <a:pt x="190" y="422"/>
                </a:lnTo>
                <a:lnTo>
                  <a:pt x="191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0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3"/>
                </a:lnTo>
                <a:lnTo>
                  <a:pt x="186" y="437"/>
                </a:lnTo>
                <a:lnTo>
                  <a:pt x="186" y="438"/>
                </a:lnTo>
                <a:lnTo>
                  <a:pt x="185" y="439"/>
                </a:lnTo>
                <a:lnTo>
                  <a:pt x="184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79" y="441"/>
                </a:lnTo>
                <a:lnTo>
                  <a:pt x="179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1"/>
                </a:lnTo>
                <a:lnTo>
                  <a:pt x="171" y="449"/>
                </a:lnTo>
                <a:lnTo>
                  <a:pt x="171" y="448"/>
                </a:lnTo>
                <a:lnTo>
                  <a:pt x="172" y="448"/>
                </a:lnTo>
                <a:lnTo>
                  <a:pt x="173" y="447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4" y="443"/>
                </a:lnTo>
                <a:lnTo>
                  <a:pt x="175" y="443"/>
                </a:lnTo>
                <a:lnTo>
                  <a:pt x="176" y="443"/>
                </a:lnTo>
                <a:lnTo>
                  <a:pt x="176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3"/>
                </a:lnTo>
                <a:lnTo>
                  <a:pt x="174" y="442"/>
                </a:lnTo>
                <a:lnTo>
                  <a:pt x="174" y="441"/>
                </a:lnTo>
                <a:lnTo>
                  <a:pt x="173" y="440"/>
                </a:lnTo>
                <a:lnTo>
                  <a:pt x="174" y="439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2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8" y="445"/>
                </a:lnTo>
                <a:lnTo>
                  <a:pt x="168" y="446"/>
                </a:lnTo>
                <a:lnTo>
                  <a:pt x="168" y="447"/>
                </a:lnTo>
                <a:lnTo>
                  <a:pt x="169" y="447"/>
                </a:lnTo>
                <a:lnTo>
                  <a:pt x="168" y="447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3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9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2"/>
                </a:lnTo>
                <a:lnTo>
                  <a:pt x="156" y="453"/>
                </a:lnTo>
                <a:lnTo>
                  <a:pt x="155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49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7" y="468"/>
                </a:lnTo>
                <a:lnTo>
                  <a:pt x="147" y="467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3"/>
                </a:lnTo>
                <a:lnTo>
                  <a:pt x="144" y="484"/>
                </a:lnTo>
                <a:lnTo>
                  <a:pt x="145" y="484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3" y="485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7"/>
                </a:lnTo>
                <a:lnTo>
                  <a:pt x="129" y="478"/>
                </a:lnTo>
                <a:lnTo>
                  <a:pt x="130" y="479"/>
                </a:lnTo>
                <a:lnTo>
                  <a:pt x="130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8" y="482"/>
                </a:lnTo>
                <a:lnTo>
                  <a:pt x="127" y="482"/>
                </a:lnTo>
                <a:lnTo>
                  <a:pt x="126" y="483"/>
                </a:lnTo>
                <a:lnTo>
                  <a:pt x="126" y="482"/>
                </a:lnTo>
                <a:lnTo>
                  <a:pt x="126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7" y="474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5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8" y="477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6"/>
                </a:lnTo>
                <a:lnTo>
                  <a:pt x="113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7" y="459"/>
                </a:lnTo>
                <a:lnTo>
                  <a:pt x="106" y="458"/>
                </a:lnTo>
                <a:lnTo>
                  <a:pt x="105" y="457"/>
                </a:lnTo>
                <a:lnTo>
                  <a:pt x="105" y="456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5"/>
                </a:lnTo>
                <a:lnTo>
                  <a:pt x="102" y="443"/>
                </a:lnTo>
                <a:lnTo>
                  <a:pt x="103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2"/>
                </a:lnTo>
                <a:lnTo>
                  <a:pt x="100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7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8" y="419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7" y="412"/>
                </a:lnTo>
                <a:lnTo>
                  <a:pt x="96" y="411"/>
                </a:lnTo>
                <a:lnTo>
                  <a:pt x="97" y="411"/>
                </a:lnTo>
                <a:lnTo>
                  <a:pt x="96" y="410"/>
                </a:lnTo>
                <a:lnTo>
                  <a:pt x="97" y="410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3" y="400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6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1" y="394"/>
                </a:lnTo>
                <a:lnTo>
                  <a:pt x="91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3" y="386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4" y="384"/>
                </a:lnTo>
                <a:lnTo>
                  <a:pt x="83" y="384"/>
                </a:lnTo>
                <a:lnTo>
                  <a:pt x="83" y="383"/>
                </a:lnTo>
                <a:lnTo>
                  <a:pt x="83" y="382"/>
                </a:lnTo>
                <a:lnTo>
                  <a:pt x="84" y="381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8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2"/>
                </a:lnTo>
                <a:lnTo>
                  <a:pt x="85" y="373"/>
                </a:lnTo>
                <a:lnTo>
                  <a:pt x="84" y="373"/>
                </a:lnTo>
                <a:lnTo>
                  <a:pt x="84" y="374"/>
                </a:lnTo>
                <a:lnTo>
                  <a:pt x="83" y="374"/>
                </a:lnTo>
                <a:lnTo>
                  <a:pt x="83" y="375"/>
                </a:lnTo>
                <a:lnTo>
                  <a:pt x="82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4"/>
                </a:lnTo>
                <a:lnTo>
                  <a:pt x="75" y="374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2" y="376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9" y="375"/>
                </a:lnTo>
                <a:lnTo>
                  <a:pt x="68" y="375"/>
                </a:lnTo>
                <a:lnTo>
                  <a:pt x="68" y="376"/>
                </a:lnTo>
                <a:lnTo>
                  <a:pt x="67" y="377"/>
                </a:lnTo>
                <a:lnTo>
                  <a:pt x="66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80"/>
                </a:lnTo>
                <a:lnTo>
                  <a:pt x="62" y="380"/>
                </a:lnTo>
                <a:lnTo>
                  <a:pt x="61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1" y="377"/>
                </a:lnTo>
                <a:lnTo>
                  <a:pt x="60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60" y="373"/>
                </a:lnTo>
                <a:lnTo>
                  <a:pt x="60" y="372"/>
                </a:lnTo>
                <a:lnTo>
                  <a:pt x="59" y="372"/>
                </a:lnTo>
                <a:lnTo>
                  <a:pt x="60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2"/>
                </a:lnTo>
                <a:lnTo>
                  <a:pt x="50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6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1"/>
                </a:lnTo>
                <a:lnTo>
                  <a:pt x="36" y="361"/>
                </a:lnTo>
                <a:lnTo>
                  <a:pt x="36" y="360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4" y="355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1" y="352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6"/>
                </a:lnTo>
                <a:lnTo>
                  <a:pt x="3" y="345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7"/>
                </a:lnTo>
                <a:lnTo>
                  <a:pt x="3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3" y="329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0" y="321"/>
                </a:lnTo>
                <a:lnTo>
                  <a:pt x="1" y="321"/>
                </a:lnTo>
                <a:lnTo>
                  <a:pt x="0" y="321"/>
                </a:lnTo>
                <a:lnTo>
                  <a:pt x="1" y="320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3" y="317"/>
                </a:lnTo>
                <a:lnTo>
                  <a:pt x="4" y="316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7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30" y="257"/>
                </a:lnTo>
                <a:lnTo>
                  <a:pt x="29" y="257"/>
                </a:lnTo>
                <a:lnTo>
                  <a:pt x="29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1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8" y="219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1" y="194"/>
                </a:lnTo>
                <a:lnTo>
                  <a:pt x="61" y="195"/>
                </a:lnTo>
                <a:lnTo>
                  <a:pt x="63" y="195"/>
                </a:lnTo>
                <a:lnTo>
                  <a:pt x="64" y="196"/>
                </a:lnTo>
                <a:lnTo>
                  <a:pt x="64" y="195"/>
                </a:lnTo>
                <a:lnTo>
                  <a:pt x="65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7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5"/>
                </a:lnTo>
                <a:lnTo>
                  <a:pt x="68" y="185"/>
                </a:lnTo>
                <a:lnTo>
                  <a:pt x="68" y="184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6" y="181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2"/>
                </a:lnTo>
                <a:lnTo>
                  <a:pt x="65" y="171"/>
                </a:lnTo>
                <a:lnTo>
                  <a:pt x="64" y="170"/>
                </a:lnTo>
                <a:lnTo>
                  <a:pt x="64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7"/>
                </a:lnTo>
                <a:lnTo>
                  <a:pt x="67" y="148"/>
                </a:lnTo>
                <a:lnTo>
                  <a:pt x="67" y="147"/>
                </a:lnTo>
                <a:lnTo>
                  <a:pt x="68" y="146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7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7" y="73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1" y="67"/>
                </a:lnTo>
                <a:lnTo>
                  <a:pt x="112" y="67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7" y="59"/>
                </a:lnTo>
                <a:lnTo>
                  <a:pt x="128" y="59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5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7"/>
                </a:lnTo>
                <a:lnTo>
                  <a:pt x="130" y="47"/>
                </a:lnTo>
                <a:lnTo>
                  <a:pt x="130" y="46"/>
                </a:lnTo>
                <a:lnTo>
                  <a:pt x="129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3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4" y="46"/>
                </a:lnTo>
                <a:lnTo>
                  <a:pt x="135" y="46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0" y="35"/>
                </a:lnTo>
                <a:lnTo>
                  <a:pt x="151" y="34"/>
                </a:lnTo>
                <a:lnTo>
                  <a:pt x="151" y="33"/>
                </a:lnTo>
                <a:lnTo>
                  <a:pt x="152" y="33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6" y="37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7" y="40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6" y="49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2" y="50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1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5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6" y="28"/>
                </a:lnTo>
                <a:lnTo>
                  <a:pt x="205" y="28"/>
                </a:lnTo>
                <a:lnTo>
                  <a:pt x="205" y="27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6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8" y="4"/>
                </a:lnTo>
                <a:lnTo>
                  <a:pt x="229" y="4"/>
                </a:lnTo>
                <a:lnTo>
                  <a:pt x="229" y="5"/>
                </a:lnTo>
                <a:lnTo>
                  <a:pt x="229" y="4"/>
                </a:lnTo>
                <a:lnTo>
                  <a:pt x="230" y="4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27052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26152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258280" y="409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275920" y="405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3"/>
                </a:move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29500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29140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07396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0" y="8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4" y="13"/>
                </a:lnTo>
                <a:lnTo>
                  <a:pt x="295" y="13"/>
                </a:lnTo>
                <a:lnTo>
                  <a:pt x="295" y="12"/>
                </a:lnTo>
                <a:lnTo>
                  <a:pt x="294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4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4" y="17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30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9"/>
                </a:lnTo>
                <a:lnTo>
                  <a:pt x="438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7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8" y="159"/>
                </a:lnTo>
                <a:lnTo>
                  <a:pt x="438" y="160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8" y="162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1" y="167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1" y="202"/>
                </a:lnTo>
                <a:lnTo>
                  <a:pt x="432" y="202"/>
                </a:lnTo>
                <a:lnTo>
                  <a:pt x="432" y="203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1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8" y="225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4" y="227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7" y="251"/>
                </a:lnTo>
                <a:lnTo>
                  <a:pt x="316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8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4" y="300"/>
                </a:lnTo>
                <a:lnTo>
                  <a:pt x="313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5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9" y="314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6" y="318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8"/>
                </a:lnTo>
                <a:lnTo>
                  <a:pt x="280" y="318"/>
                </a:lnTo>
                <a:lnTo>
                  <a:pt x="280" y="319"/>
                </a:lnTo>
                <a:lnTo>
                  <a:pt x="279" y="320"/>
                </a:lnTo>
                <a:lnTo>
                  <a:pt x="278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5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1" y="329"/>
                </a:lnTo>
                <a:lnTo>
                  <a:pt x="270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5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7" y="361"/>
                </a:lnTo>
                <a:lnTo>
                  <a:pt x="268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1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6" y="377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2" y="403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6"/>
                </a:lnTo>
                <a:lnTo>
                  <a:pt x="263" y="407"/>
                </a:lnTo>
                <a:lnTo>
                  <a:pt x="262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5" y="414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2" y="421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3"/>
                </a:lnTo>
                <a:lnTo>
                  <a:pt x="248" y="424"/>
                </a:lnTo>
                <a:lnTo>
                  <a:pt x="247" y="425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5" y="442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5" y="453"/>
                </a:lnTo>
                <a:lnTo>
                  <a:pt x="224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0" y="469"/>
                </a:lnTo>
                <a:lnTo>
                  <a:pt x="220" y="470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8"/>
                </a:lnTo>
                <a:lnTo>
                  <a:pt x="207" y="499"/>
                </a:lnTo>
                <a:lnTo>
                  <a:pt x="205" y="499"/>
                </a:lnTo>
                <a:lnTo>
                  <a:pt x="205" y="500"/>
                </a:lnTo>
                <a:lnTo>
                  <a:pt x="207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7" y="503"/>
                </a:lnTo>
                <a:lnTo>
                  <a:pt x="207" y="504"/>
                </a:lnTo>
                <a:lnTo>
                  <a:pt x="205" y="504"/>
                </a:lnTo>
                <a:lnTo>
                  <a:pt x="205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10"/>
                </a:lnTo>
                <a:lnTo>
                  <a:pt x="208" y="511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09" y="518"/>
                </a:lnTo>
                <a:lnTo>
                  <a:pt x="208" y="518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5" y="532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200" y="535"/>
                </a:lnTo>
                <a:lnTo>
                  <a:pt x="199" y="536"/>
                </a:lnTo>
                <a:lnTo>
                  <a:pt x="199" y="537"/>
                </a:lnTo>
                <a:lnTo>
                  <a:pt x="200" y="537"/>
                </a:lnTo>
                <a:lnTo>
                  <a:pt x="199" y="538"/>
                </a:lnTo>
                <a:lnTo>
                  <a:pt x="199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8" y="565"/>
                </a:lnTo>
                <a:lnTo>
                  <a:pt x="197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8"/>
                </a:lnTo>
                <a:lnTo>
                  <a:pt x="195" y="567"/>
                </a:lnTo>
                <a:lnTo>
                  <a:pt x="194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60"/>
                </a:lnTo>
                <a:lnTo>
                  <a:pt x="183" y="559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80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2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9" y="545"/>
                </a:lnTo>
                <a:lnTo>
                  <a:pt x="168" y="544"/>
                </a:lnTo>
                <a:lnTo>
                  <a:pt x="167" y="543"/>
                </a:lnTo>
                <a:lnTo>
                  <a:pt x="166" y="543"/>
                </a:lnTo>
                <a:lnTo>
                  <a:pt x="166" y="542"/>
                </a:lnTo>
                <a:lnTo>
                  <a:pt x="165" y="542"/>
                </a:lnTo>
                <a:lnTo>
                  <a:pt x="164" y="542"/>
                </a:lnTo>
                <a:lnTo>
                  <a:pt x="164" y="543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3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8" y="554"/>
                </a:lnTo>
                <a:lnTo>
                  <a:pt x="137" y="554"/>
                </a:lnTo>
                <a:lnTo>
                  <a:pt x="136" y="553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3" y="552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8"/>
                </a:lnTo>
                <a:lnTo>
                  <a:pt x="120" y="558"/>
                </a:lnTo>
                <a:lnTo>
                  <a:pt x="120" y="559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2"/>
                </a:lnTo>
                <a:lnTo>
                  <a:pt x="113" y="563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4" y="567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5" y="565"/>
                </a:lnTo>
                <a:lnTo>
                  <a:pt x="95" y="564"/>
                </a:lnTo>
                <a:lnTo>
                  <a:pt x="94" y="564"/>
                </a:lnTo>
                <a:lnTo>
                  <a:pt x="94" y="565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8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1" y="569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8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3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59" y="552"/>
                </a:lnTo>
                <a:lnTo>
                  <a:pt x="60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70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7"/>
                </a:lnTo>
                <a:lnTo>
                  <a:pt x="71" y="536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3" y="534"/>
                </a:lnTo>
                <a:lnTo>
                  <a:pt x="74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6" y="525"/>
                </a:lnTo>
                <a:lnTo>
                  <a:pt x="76" y="524"/>
                </a:lnTo>
                <a:lnTo>
                  <a:pt x="77" y="523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9" y="523"/>
                </a:lnTo>
                <a:lnTo>
                  <a:pt x="80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1"/>
                </a:lnTo>
                <a:lnTo>
                  <a:pt x="84" y="520"/>
                </a:lnTo>
                <a:lnTo>
                  <a:pt x="84" y="519"/>
                </a:lnTo>
                <a:lnTo>
                  <a:pt x="85" y="518"/>
                </a:lnTo>
                <a:lnTo>
                  <a:pt x="86" y="519"/>
                </a:lnTo>
                <a:lnTo>
                  <a:pt x="86" y="518"/>
                </a:lnTo>
                <a:lnTo>
                  <a:pt x="87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98" y="510"/>
                </a:lnTo>
                <a:lnTo>
                  <a:pt x="99" y="510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2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4" y="506"/>
                </a:lnTo>
                <a:lnTo>
                  <a:pt x="105" y="505"/>
                </a:lnTo>
                <a:lnTo>
                  <a:pt x="104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3"/>
                </a:lnTo>
                <a:lnTo>
                  <a:pt x="100" y="502"/>
                </a:lnTo>
                <a:lnTo>
                  <a:pt x="100" y="501"/>
                </a:lnTo>
                <a:lnTo>
                  <a:pt x="99" y="501"/>
                </a:lnTo>
                <a:lnTo>
                  <a:pt x="100" y="501"/>
                </a:lnTo>
                <a:lnTo>
                  <a:pt x="101" y="501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8"/>
                </a:lnTo>
                <a:lnTo>
                  <a:pt x="105" y="497"/>
                </a:lnTo>
                <a:lnTo>
                  <a:pt x="106" y="497"/>
                </a:lnTo>
                <a:lnTo>
                  <a:pt x="105" y="497"/>
                </a:lnTo>
                <a:lnTo>
                  <a:pt x="105" y="496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4" y="492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3" y="490"/>
                </a:lnTo>
                <a:lnTo>
                  <a:pt x="102" y="490"/>
                </a:lnTo>
                <a:lnTo>
                  <a:pt x="102" y="489"/>
                </a:lnTo>
                <a:lnTo>
                  <a:pt x="103" y="488"/>
                </a:lnTo>
                <a:lnTo>
                  <a:pt x="101" y="488"/>
                </a:lnTo>
                <a:lnTo>
                  <a:pt x="100" y="488"/>
                </a:lnTo>
                <a:lnTo>
                  <a:pt x="100" y="489"/>
                </a:lnTo>
                <a:lnTo>
                  <a:pt x="99" y="489"/>
                </a:lnTo>
                <a:lnTo>
                  <a:pt x="99" y="488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90" y="481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8" y="478"/>
                </a:lnTo>
                <a:lnTo>
                  <a:pt x="87" y="478"/>
                </a:lnTo>
                <a:lnTo>
                  <a:pt x="86" y="478"/>
                </a:lnTo>
                <a:lnTo>
                  <a:pt x="85" y="479"/>
                </a:lnTo>
                <a:lnTo>
                  <a:pt x="84" y="480"/>
                </a:lnTo>
                <a:lnTo>
                  <a:pt x="84" y="481"/>
                </a:lnTo>
                <a:lnTo>
                  <a:pt x="84" y="482"/>
                </a:lnTo>
                <a:lnTo>
                  <a:pt x="83" y="482"/>
                </a:lnTo>
                <a:lnTo>
                  <a:pt x="82" y="482"/>
                </a:lnTo>
                <a:lnTo>
                  <a:pt x="82" y="483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8" y="482"/>
                </a:lnTo>
                <a:lnTo>
                  <a:pt x="78" y="483"/>
                </a:lnTo>
                <a:lnTo>
                  <a:pt x="77" y="484"/>
                </a:lnTo>
                <a:lnTo>
                  <a:pt x="77" y="485"/>
                </a:lnTo>
                <a:lnTo>
                  <a:pt x="77" y="486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8"/>
                </a:lnTo>
                <a:lnTo>
                  <a:pt x="72" y="488"/>
                </a:lnTo>
                <a:lnTo>
                  <a:pt x="72" y="487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2" y="491"/>
                </a:lnTo>
                <a:lnTo>
                  <a:pt x="61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8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90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6" y="492"/>
                </a:lnTo>
                <a:lnTo>
                  <a:pt x="46" y="493"/>
                </a:lnTo>
                <a:lnTo>
                  <a:pt x="45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3" y="493"/>
                </a:lnTo>
                <a:lnTo>
                  <a:pt x="42" y="493"/>
                </a:lnTo>
                <a:lnTo>
                  <a:pt x="42" y="494"/>
                </a:lnTo>
                <a:lnTo>
                  <a:pt x="42" y="495"/>
                </a:lnTo>
                <a:lnTo>
                  <a:pt x="41" y="495"/>
                </a:lnTo>
                <a:lnTo>
                  <a:pt x="41" y="494"/>
                </a:lnTo>
                <a:lnTo>
                  <a:pt x="41" y="493"/>
                </a:lnTo>
                <a:lnTo>
                  <a:pt x="40" y="493"/>
                </a:lnTo>
                <a:lnTo>
                  <a:pt x="40" y="492"/>
                </a:lnTo>
                <a:lnTo>
                  <a:pt x="40" y="491"/>
                </a:lnTo>
                <a:lnTo>
                  <a:pt x="41" y="490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9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5" y="474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3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1"/>
                </a:lnTo>
                <a:lnTo>
                  <a:pt x="34" y="471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5" y="467"/>
                </a:lnTo>
                <a:lnTo>
                  <a:pt x="35" y="466"/>
                </a:lnTo>
                <a:lnTo>
                  <a:pt x="35" y="467"/>
                </a:lnTo>
                <a:lnTo>
                  <a:pt x="37" y="467"/>
                </a:lnTo>
                <a:lnTo>
                  <a:pt x="37" y="466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8" y="463"/>
                </a:lnTo>
                <a:lnTo>
                  <a:pt x="37" y="463"/>
                </a:lnTo>
                <a:lnTo>
                  <a:pt x="36" y="462"/>
                </a:lnTo>
                <a:lnTo>
                  <a:pt x="36" y="461"/>
                </a:lnTo>
                <a:lnTo>
                  <a:pt x="36" y="460"/>
                </a:lnTo>
                <a:lnTo>
                  <a:pt x="37" y="459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7"/>
                </a:lnTo>
                <a:lnTo>
                  <a:pt x="33" y="457"/>
                </a:lnTo>
                <a:lnTo>
                  <a:pt x="34" y="456"/>
                </a:lnTo>
                <a:lnTo>
                  <a:pt x="33" y="454"/>
                </a:lnTo>
                <a:lnTo>
                  <a:pt x="33" y="453"/>
                </a:lnTo>
                <a:lnTo>
                  <a:pt x="32" y="452"/>
                </a:lnTo>
                <a:lnTo>
                  <a:pt x="32" y="451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0" y="447"/>
                </a:lnTo>
                <a:lnTo>
                  <a:pt x="30" y="446"/>
                </a:lnTo>
                <a:lnTo>
                  <a:pt x="31" y="445"/>
                </a:lnTo>
                <a:lnTo>
                  <a:pt x="32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5" y="440"/>
                </a:lnTo>
                <a:lnTo>
                  <a:pt x="35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5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1" y="429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5"/>
                </a:lnTo>
                <a:lnTo>
                  <a:pt x="41" y="424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40" y="421"/>
                </a:lnTo>
                <a:lnTo>
                  <a:pt x="41" y="420"/>
                </a:lnTo>
                <a:lnTo>
                  <a:pt x="41" y="419"/>
                </a:lnTo>
                <a:lnTo>
                  <a:pt x="40" y="419"/>
                </a:lnTo>
                <a:lnTo>
                  <a:pt x="39" y="418"/>
                </a:lnTo>
                <a:lnTo>
                  <a:pt x="39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1" y="413"/>
                </a:lnTo>
                <a:lnTo>
                  <a:pt x="42" y="412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8" y="408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4" y="396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7"/>
                </a:lnTo>
                <a:lnTo>
                  <a:pt x="51" y="398"/>
                </a:lnTo>
                <a:lnTo>
                  <a:pt x="50" y="398"/>
                </a:lnTo>
                <a:lnTo>
                  <a:pt x="49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2" y="399"/>
                </a:lnTo>
                <a:lnTo>
                  <a:pt x="41" y="399"/>
                </a:lnTo>
                <a:lnTo>
                  <a:pt x="41" y="400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3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5"/>
                </a:lnTo>
                <a:lnTo>
                  <a:pt x="36" y="394"/>
                </a:lnTo>
                <a:lnTo>
                  <a:pt x="37" y="393"/>
                </a:lnTo>
                <a:lnTo>
                  <a:pt x="38" y="393"/>
                </a:lnTo>
                <a:lnTo>
                  <a:pt x="39" y="392"/>
                </a:lnTo>
                <a:lnTo>
                  <a:pt x="40" y="392"/>
                </a:lnTo>
                <a:lnTo>
                  <a:pt x="41" y="391"/>
                </a:lnTo>
                <a:lnTo>
                  <a:pt x="40" y="391"/>
                </a:lnTo>
                <a:lnTo>
                  <a:pt x="40" y="390"/>
                </a:lnTo>
                <a:lnTo>
                  <a:pt x="40" y="389"/>
                </a:lnTo>
                <a:lnTo>
                  <a:pt x="40" y="388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1" y="386"/>
                </a:lnTo>
                <a:lnTo>
                  <a:pt x="42" y="386"/>
                </a:lnTo>
                <a:lnTo>
                  <a:pt x="41" y="385"/>
                </a:lnTo>
                <a:lnTo>
                  <a:pt x="42" y="384"/>
                </a:lnTo>
                <a:lnTo>
                  <a:pt x="43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1" y="380"/>
                </a:lnTo>
                <a:lnTo>
                  <a:pt x="42" y="379"/>
                </a:lnTo>
                <a:lnTo>
                  <a:pt x="42" y="378"/>
                </a:lnTo>
                <a:lnTo>
                  <a:pt x="43" y="378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5" y="369"/>
                </a:lnTo>
                <a:lnTo>
                  <a:pt x="45" y="368"/>
                </a:lnTo>
                <a:lnTo>
                  <a:pt x="46" y="367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8"/>
                </a:lnTo>
                <a:lnTo>
                  <a:pt x="40" y="358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8" y="355"/>
                </a:lnTo>
                <a:lnTo>
                  <a:pt x="37" y="355"/>
                </a:lnTo>
                <a:lnTo>
                  <a:pt x="36" y="355"/>
                </a:lnTo>
                <a:lnTo>
                  <a:pt x="36" y="356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5"/>
                </a:lnTo>
                <a:lnTo>
                  <a:pt x="31" y="356"/>
                </a:lnTo>
                <a:lnTo>
                  <a:pt x="30" y="356"/>
                </a:lnTo>
                <a:lnTo>
                  <a:pt x="30" y="355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1"/>
                </a:lnTo>
                <a:lnTo>
                  <a:pt x="26" y="352"/>
                </a:lnTo>
                <a:lnTo>
                  <a:pt x="26" y="351"/>
                </a:lnTo>
                <a:lnTo>
                  <a:pt x="25" y="350"/>
                </a:lnTo>
                <a:lnTo>
                  <a:pt x="26" y="350"/>
                </a:lnTo>
                <a:lnTo>
                  <a:pt x="26" y="346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5" y="342"/>
                </a:lnTo>
                <a:lnTo>
                  <a:pt x="25" y="341"/>
                </a:lnTo>
                <a:lnTo>
                  <a:pt x="25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7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30" y="320"/>
                </a:lnTo>
                <a:lnTo>
                  <a:pt x="29" y="320"/>
                </a:lnTo>
                <a:lnTo>
                  <a:pt x="28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1" y="299"/>
                </a:lnTo>
                <a:lnTo>
                  <a:pt x="21" y="298"/>
                </a:lnTo>
                <a:lnTo>
                  <a:pt x="22" y="296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6" y="288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8"/>
                </a:lnTo>
                <a:lnTo>
                  <a:pt x="23" y="278"/>
                </a:lnTo>
                <a:lnTo>
                  <a:pt x="23" y="279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5" y="281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1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3" y="253"/>
                </a:lnTo>
                <a:lnTo>
                  <a:pt x="3" y="252"/>
                </a:lnTo>
                <a:lnTo>
                  <a:pt x="2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5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3" y="225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3" y="216"/>
                </a:lnTo>
                <a:lnTo>
                  <a:pt x="24" y="216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3"/>
                </a:lnTo>
                <a:lnTo>
                  <a:pt x="27" y="214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1"/>
                </a:lnTo>
                <a:lnTo>
                  <a:pt x="33" y="212"/>
                </a:lnTo>
                <a:lnTo>
                  <a:pt x="33" y="211"/>
                </a:lnTo>
                <a:lnTo>
                  <a:pt x="35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6" y="209"/>
                </a:lnTo>
                <a:lnTo>
                  <a:pt x="37" y="209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1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08"/>
                </a:lnTo>
                <a:lnTo>
                  <a:pt x="42" y="207"/>
                </a:lnTo>
                <a:lnTo>
                  <a:pt x="42" y="206"/>
                </a:lnTo>
                <a:lnTo>
                  <a:pt x="41" y="205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41" y="204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40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8" y="196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0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2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4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1" y="122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9"/>
                </a:lnTo>
                <a:lnTo>
                  <a:pt x="37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3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6" y="73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70" y="77"/>
                </a:lnTo>
                <a:lnTo>
                  <a:pt x="70" y="78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2"/>
                </a:lnTo>
                <a:lnTo>
                  <a:pt x="96" y="72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2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19" y="69"/>
                </a:lnTo>
                <a:lnTo>
                  <a:pt x="120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0" y="58"/>
                </a:lnTo>
                <a:lnTo>
                  <a:pt x="119" y="59"/>
                </a:lnTo>
                <a:lnTo>
                  <a:pt x="120" y="59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2" y="58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5" y="53"/>
                </a:lnTo>
                <a:lnTo>
                  <a:pt x="135" y="54"/>
                </a:lnTo>
                <a:lnTo>
                  <a:pt x="136" y="54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7" y="56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40" y="59"/>
                </a:lnTo>
                <a:lnTo>
                  <a:pt x="140" y="58"/>
                </a:lnTo>
                <a:lnTo>
                  <a:pt x="141" y="58"/>
                </a:lnTo>
                <a:lnTo>
                  <a:pt x="141" y="59"/>
                </a:lnTo>
                <a:lnTo>
                  <a:pt x="142" y="59"/>
                </a:lnTo>
                <a:lnTo>
                  <a:pt x="143" y="59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5" y="44"/>
                </a:lnTo>
                <a:lnTo>
                  <a:pt x="146" y="44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6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4" y="42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1" y="32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5" y="25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4" y="26"/>
                </a:lnTo>
                <a:lnTo>
                  <a:pt x="195" y="28"/>
                </a:lnTo>
                <a:lnTo>
                  <a:pt x="196" y="28"/>
                </a:lnTo>
                <a:lnTo>
                  <a:pt x="198" y="30"/>
                </a:lnTo>
                <a:lnTo>
                  <a:pt x="200" y="31"/>
                </a:lnTo>
                <a:lnTo>
                  <a:pt x="200" y="32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6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0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29824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11428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5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5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79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1"/>
                </a:lnTo>
                <a:lnTo>
                  <a:pt x="372" y="73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9" y="77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1"/>
                </a:lnTo>
                <a:lnTo>
                  <a:pt x="372" y="81"/>
                </a:lnTo>
                <a:lnTo>
                  <a:pt x="372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6"/>
                </a:lnTo>
                <a:lnTo>
                  <a:pt x="371" y="87"/>
                </a:lnTo>
                <a:lnTo>
                  <a:pt x="370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1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3"/>
                </a:lnTo>
                <a:lnTo>
                  <a:pt x="367" y="93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6"/>
                </a:lnTo>
                <a:lnTo>
                  <a:pt x="370" y="96"/>
                </a:lnTo>
                <a:lnTo>
                  <a:pt x="371" y="96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3" y="97"/>
                </a:lnTo>
                <a:lnTo>
                  <a:pt x="373" y="98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0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8" y="124"/>
                </a:lnTo>
                <a:lnTo>
                  <a:pt x="429" y="124"/>
                </a:lnTo>
                <a:lnTo>
                  <a:pt x="429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4" y="117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1" y="117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7"/>
                </a:lnTo>
                <a:lnTo>
                  <a:pt x="446" y="116"/>
                </a:lnTo>
                <a:lnTo>
                  <a:pt x="448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8" y="106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4" y="97"/>
                </a:lnTo>
                <a:lnTo>
                  <a:pt x="454" y="96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3" y="91"/>
                </a:lnTo>
                <a:lnTo>
                  <a:pt x="462" y="90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4"/>
                </a:lnTo>
                <a:lnTo>
                  <a:pt x="477" y="84"/>
                </a:lnTo>
                <a:lnTo>
                  <a:pt x="478" y="83"/>
                </a:lnTo>
                <a:lnTo>
                  <a:pt x="479" y="83"/>
                </a:lnTo>
                <a:lnTo>
                  <a:pt x="480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5" y="79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4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4"/>
                </a:lnTo>
                <a:lnTo>
                  <a:pt x="571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2"/>
                </a:lnTo>
                <a:lnTo>
                  <a:pt x="583" y="72"/>
                </a:lnTo>
                <a:lnTo>
                  <a:pt x="586" y="72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80"/>
                </a:lnTo>
                <a:lnTo>
                  <a:pt x="599" y="81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3" y="87"/>
                </a:lnTo>
                <a:lnTo>
                  <a:pt x="613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7" y="84"/>
                </a:lnTo>
                <a:lnTo>
                  <a:pt x="616" y="83"/>
                </a:lnTo>
                <a:lnTo>
                  <a:pt x="617" y="83"/>
                </a:lnTo>
                <a:lnTo>
                  <a:pt x="618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4"/>
                </a:lnTo>
                <a:lnTo>
                  <a:pt x="632" y="84"/>
                </a:lnTo>
                <a:lnTo>
                  <a:pt x="633" y="84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4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6"/>
                </a:lnTo>
                <a:lnTo>
                  <a:pt x="646" y="86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0" y="77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2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6"/>
                </a:lnTo>
                <a:lnTo>
                  <a:pt x="662" y="76"/>
                </a:lnTo>
                <a:lnTo>
                  <a:pt x="662" y="77"/>
                </a:lnTo>
                <a:lnTo>
                  <a:pt x="663" y="77"/>
                </a:lnTo>
                <a:lnTo>
                  <a:pt x="662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4"/>
                </a:lnTo>
                <a:lnTo>
                  <a:pt x="666" y="84"/>
                </a:lnTo>
                <a:lnTo>
                  <a:pt x="666" y="86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6"/>
                </a:lnTo>
                <a:lnTo>
                  <a:pt x="674" y="86"/>
                </a:lnTo>
                <a:lnTo>
                  <a:pt x="673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8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1" y="88"/>
                </a:lnTo>
                <a:lnTo>
                  <a:pt x="691" y="89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2" y="90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699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9"/>
                </a:lnTo>
                <a:lnTo>
                  <a:pt x="690" y="120"/>
                </a:lnTo>
                <a:lnTo>
                  <a:pt x="690" y="119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1" y="146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6" y="140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4"/>
                </a:lnTo>
                <a:lnTo>
                  <a:pt x="645" y="135"/>
                </a:lnTo>
                <a:lnTo>
                  <a:pt x="646" y="136"/>
                </a:lnTo>
                <a:lnTo>
                  <a:pt x="645" y="137"/>
                </a:lnTo>
                <a:lnTo>
                  <a:pt x="644" y="137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6"/>
                </a:lnTo>
                <a:lnTo>
                  <a:pt x="626" y="147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6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5" y="159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2" y="157"/>
                </a:lnTo>
                <a:lnTo>
                  <a:pt x="612" y="156"/>
                </a:lnTo>
                <a:lnTo>
                  <a:pt x="612" y="155"/>
                </a:lnTo>
                <a:lnTo>
                  <a:pt x="611" y="155"/>
                </a:lnTo>
                <a:lnTo>
                  <a:pt x="611" y="156"/>
                </a:lnTo>
                <a:lnTo>
                  <a:pt x="610" y="156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49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5"/>
                </a:lnTo>
                <a:lnTo>
                  <a:pt x="599" y="156"/>
                </a:lnTo>
                <a:lnTo>
                  <a:pt x="598" y="156"/>
                </a:lnTo>
                <a:lnTo>
                  <a:pt x="597" y="156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4"/>
                </a:lnTo>
                <a:lnTo>
                  <a:pt x="574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1" y="171"/>
                </a:lnTo>
                <a:lnTo>
                  <a:pt x="551" y="170"/>
                </a:lnTo>
                <a:lnTo>
                  <a:pt x="550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8" y="170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3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5"/>
                </a:lnTo>
                <a:lnTo>
                  <a:pt x="551" y="176"/>
                </a:lnTo>
                <a:lnTo>
                  <a:pt x="552" y="176"/>
                </a:lnTo>
                <a:lnTo>
                  <a:pt x="554" y="176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0"/>
                </a:lnTo>
                <a:lnTo>
                  <a:pt x="554" y="181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6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6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6" y="229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4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5"/>
                </a:lnTo>
                <a:lnTo>
                  <a:pt x="496" y="224"/>
                </a:lnTo>
                <a:lnTo>
                  <a:pt x="496" y="223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9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8" y="241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4"/>
                </a:lnTo>
                <a:lnTo>
                  <a:pt x="456" y="273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5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5"/>
                </a:lnTo>
                <a:lnTo>
                  <a:pt x="437" y="276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5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7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1" y="378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9" y="378"/>
                </a:lnTo>
                <a:lnTo>
                  <a:pt x="228" y="379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2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2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2" y="364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4" y="349"/>
                </a:lnTo>
                <a:lnTo>
                  <a:pt x="193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0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39"/>
                </a:lnTo>
                <a:lnTo>
                  <a:pt x="180" y="340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69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8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5"/>
                </a:lnTo>
                <a:lnTo>
                  <a:pt x="86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3" y="164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8" y="154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1" y="142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6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3" y="72"/>
                </a:lnTo>
                <a:lnTo>
                  <a:pt x="133" y="73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9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0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30292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196956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2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1" y="25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89" y="38"/>
                </a:lnTo>
                <a:lnTo>
                  <a:pt x="490" y="38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7"/>
                </a:lnTo>
                <a:lnTo>
                  <a:pt x="484" y="58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4" y="65"/>
                </a:lnTo>
                <a:lnTo>
                  <a:pt x="473" y="65"/>
                </a:lnTo>
                <a:lnTo>
                  <a:pt x="471" y="64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8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7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6" y="148"/>
                </a:lnTo>
                <a:lnTo>
                  <a:pt x="436" y="147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39" y="154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5" y="184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4" y="182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59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8" y="262"/>
                </a:lnTo>
                <a:lnTo>
                  <a:pt x="548" y="263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6"/>
                </a:lnTo>
                <a:lnTo>
                  <a:pt x="481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29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9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5" y="331"/>
                </a:lnTo>
                <a:lnTo>
                  <a:pt x="416" y="331"/>
                </a:lnTo>
                <a:lnTo>
                  <a:pt x="416" y="330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8"/>
                </a:lnTo>
                <a:lnTo>
                  <a:pt x="435" y="369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4" y="376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6" y="478"/>
                </a:lnTo>
                <a:lnTo>
                  <a:pt x="465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2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5" y="408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4" y="405"/>
                </a:lnTo>
                <a:lnTo>
                  <a:pt x="254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7" y="412"/>
                </a:lnTo>
                <a:lnTo>
                  <a:pt x="216" y="413"/>
                </a:lnTo>
                <a:lnTo>
                  <a:pt x="216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1" y="386"/>
                </a:lnTo>
                <a:lnTo>
                  <a:pt x="110" y="386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1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2" y="210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3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6" y="114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5" y="115"/>
                </a:lnTo>
                <a:lnTo>
                  <a:pt x="226" y="115"/>
                </a:lnTo>
                <a:lnTo>
                  <a:pt x="227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6"/>
                </a:lnTo>
                <a:lnTo>
                  <a:pt x="237" y="105"/>
                </a:lnTo>
                <a:lnTo>
                  <a:pt x="237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69" y="92"/>
                </a:lnTo>
                <a:lnTo>
                  <a:pt x="269" y="91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1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3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190512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0" y="17"/>
                </a:lnTo>
                <a:lnTo>
                  <a:pt x="211" y="18"/>
                </a:lnTo>
                <a:lnTo>
                  <a:pt x="211" y="17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8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59" y="32"/>
                </a:lnTo>
                <a:lnTo>
                  <a:pt x="259" y="34"/>
                </a:lnTo>
                <a:lnTo>
                  <a:pt x="259" y="35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4"/>
                </a:lnTo>
                <a:lnTo>
                  <a:pt x="266" y="45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2" y="50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4" y="54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9" y="55"/>
                </a:lnTo>
                <a:lnTo>
                  <a:pt x="278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79" y="58"/>
                </a:lnTo>
                <a:lnTo>
                  <a:pt x="279" y="59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1" y="61"/>
                </a:lnTo>
                <a:lnTo>
                  <a:pt x="282" y="61"/>
                </a:lnTo>
                <a:lnTo>
                  <a:pt x="282" y="62"/>
                </a:lnTo>
                <a:lnTo>
                  <a:pt x="283" y="62"/>
                </a:lnTo>
                <a:lnTo>
                  <a:pt x="284" y="63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4" y="66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7" y="69"/>
                </a:lnTo>
                <a:lnTo>
                  <a:pt x="287" y="70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5" y="67"/>
                </a:lnTo>
                <a:lnTo>
                  <a:pt x="294" y="67"/>
                </a:lnTo>
                <a:lnTo>
                  <a:pt x="294" y="68"/>
                </a:lnTo>
                <a:lnTo>
                  <a:pt x="295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299" y="69"/>
                </a:lnTo>
                <a:lnTo>
                  <a:pt x="300" y="68"/>
                </a:lnTo>
                <a:lnTo>
                  <a:pt x="301" y="69"/>
                </a:lnTo>
                <a:lnTo>
                  <a:pt x="302" y="69"/>
                </a:lnTo>
                <a:lnTo>
                  <a:pt x="302" y="70"/>
                </a:lnTo>
                <a:lnTo>
                  <a:pt x="303" y="70"/>
                </a:lnTo>
                <a:lnTo>
                  <a:pt x="303" y="71"/>
                </a:lnTo>
                <a:lnTo>
                  <a:pt x="304" y="71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7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7" y="80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0" y="90"/>
                </a:lnTo>
                <a:lnTo>
                  <a:pt x="340" y="89"/>
                </a:lnTo>
                <a:lnTo>
                  <a:pt x="342" y="89"/>
                </a:lnTo>
                <a:lnTo>
                  <a:pt x="343" y="90"/>
                </a:lnTo>
                <a:lnTo>
                  <a:pt x="343" y="91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3"/>
                </a:lnTo>
                <a:lnTo>
                  <a:pt x="349" y="94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4" y="97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6"/>
                </a:lnTo>
                <a:lnTo>
                  <a:pt x="368" y="96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90"/>
                </a:lnTo>
                <a:lnTo>
                  <a:pt x="377" y="90"/>
                </a:lnTo>
                <a:lnTo>
                  <a:pt x="378" y="90"/>
                </a:lnTo>
                <a:lnTo>
                  <a:pt x="379" y="91"/>
                </a:lnTo>
                <a:lnTo>
                  <a:pt x="380" y="92"/>
                </a:lnTo>
                <a:lnTo>
                  <a:pt x="380" y="91"/>
                </a:lnTo>
                <a:lnTo>
                  <a:pt x="381" y="91"/>
                </a:lnTo>
                <a:lnTo>
                  <a:pt x="382" y="92"/>
                </a:lnTo>
                <a:lnTo>
                  <a:pt x="383" y="92"/>
                </a:lnTo>
                <a:lnTo>
                  <a:pt x="383" y="93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8" y="94"/>
                </a:lnTo>
                <a:lnTo>
                  <a:pt x="389" y="94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5" y="95"/>
                </a:lnTo>
                <a:lnTo>
                  <a:pt x="395" y="96"/>
                </a:lnTo>
                <a:lnTo>
                  <a:pt x="396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09" y="91"/>
                </a:lnTo>
                <a:lnTo>
                  <a:pt x="410" y="91"/>
                </a:lnTo>
                <a:lnTo>
                  <a:pt x="411" y="91"/>
                </a:lnTo>
                <a:lnTo>
                  <a:pt x="412" y="92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8"/>
                </a:lnTo>
                <a:lnTo>
                  <a:pt x="422" y="89"/>
                </a:lnTo>
                <a:lnTo>
                  <a:pt x="423" y="90"/>
                </a:lnTo>
                <a:lnTo>
                  <a:pt x="424" y="90"/>
                </a:lnTo>
                <a:lnTo>
                  <a:pt x="424" y="91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3" y="87"/>
                </a:lnTo>
                <a:lnTo>
                  <a:pt x="433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6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2"/>
                </a:lnTo>
                <a:lnTo>
                  <a:pt x="474" y="91"/>
                </a:lnTo>
                <a:lnTo>
                  <a:pt x="475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9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1"/>
                </a:lnTo>
                <a:lnTo>
                  <a:pt x="484" y="101"/>
                </a:lnTo>
                <a:lnTo>
                  <a:pt x="484" y="102"/>
                </a:lnTo>
                <a:lnTo>
                  <a:pt x="484" y="103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2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1"/>
                </a:lnTo>
                <a:lnTo>
                  <a:pt x="482" y="122"/>
                </a:lnTo>
                <a:lnTo>
                  <a:pt x="483" y="122"/>
                </a:lnTo>
                <a:lnTo>
                  <a:pt x="483" y="123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6"/>
                </a:lnTo>
                <a:lnTo>
                  <a:pt x="488" y="126"/>
                </a:lnTo>
                <a:lnTo>
                  <a:pt x="488" y="127"/>
                </a:lnTo>
                <a:lnTo>
                  <a:pt x="488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8"/>
                </a:lnTo>
                <a:lnTo>
                  <a:pt x="490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6"/>
                </a:lnTo>
                <a:lnTo>
                  <a:pt x="495" y="147"/>
                </a:lnTo>
                <a:lnTo>
                  <a:pt x="496" y="147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3" y="148"/>
                </a:lnTo>
                <a:lnTo>
                  <a:pt x="502" y="149"/>
                </a:lnTo>
                <a:lnTo>
                  <a:pt x="502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6" y="152"/>
                </a:lnTo>
                <a:lnTo>
                  <a:pt x="516" y="151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8" y="149"/>
                </a:lnTo>
                <a:lnTo>
                  <a:pt x="519" y="148"/>
                </a:lnTo>
                <a:lnTo>
                  <a:pt x="519" y="147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5" y="147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29" y="150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7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9"/>
                </a:lnTo>
                <a:lnTo>
                  <a:pt x="548" y="159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2" y="158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7"/>
                </a:lnTo>
                <a:lnTo>
                  <a:pt x="552" y="156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5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59" y="160"/>
                </a:lnTo>
                <a:lnTo>
                  <a:pt x="559" y="161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9" y="165"/>
                </a:lnTo>
                <a:lnTo>
                  <a:pt x="558" y="165"/>
                </a:lnTo>
                <a:lnTo>
                  <a:pt x="559" y="165"/>
                </a:lnTo>
                <a:lnTo>
                  <a:pt x="558" y="166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7" y="169"/>
                </a:lnTo>
                <a:lnTo>
                  <a:pt x="556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60" y="176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6" y="176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80"/>
                </a:lnTo>
                <a:lnTo>
                  <a:pt x="574" y="179"/>
                </a:lnTo>
                <a:lnTo>
                  <a:pt x="575" y="180"/>
                </a:lnTo>
                <a:lnTo>
                  <a:pt x="575" y="179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1"/>
                </a:lnTo>
                <a:lnTo>
                  <a:pt x="577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9" y="184"/>
                </a:lnTo>
                <a:lnTo>
                  <a:pt x="580" y="184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6"/>
                </a:lnTo>
                <a:lnTo>
                  <a:pt x="583" y="185"/>
                </a:lnTo>
                <a:lnTo>
                  <a:pt x="584" y="185"/>
                </a:lnTo>
                <a:lnTo>
                  <a:pt x="584" y="184"/>
                </a:lnTo>
                <a:lnTo>
                  <a:pt x="585" y="184"/>
                </a:lnTo>
                <a:lnTo>
                  <a:pt x="586" y="184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1" y="185"/>
                </a:lnTo>
                <a:lnTo>
                  <a:pt x="592" y="185"/>
                </a:lnTo>
                <a:lnTo>
                  <a:pt x="592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3"/>
                </a:lnTo>
                <a:lnTo>
                  <a:pt x="595" y="184"/>
                </a:lnTo>
                <a:lnTo>
                  <a:pt x="596" y="184"/>
                </a:lnTo>
                <a:lnTo>
                  <a:pt x="596" y="185"/>
                </a:lnTo>
                <a:lnTo>
                  <a:pt x="597" y="185"/>
                </a:lnTo>
                <a:lnTo>
                  <a:pt x="597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1"/>
                </a:lnTo>
                <a:lnTo>
                  <a:pt x="604" y="181"/>
                </a:lnTo>
                <a:lnTo>
                  <a:pt x="605" y="181"/>
                </a:lnTo>
                <a:lnTo>
                  <a:pt x="606" y="181"/>
                </a:lnTo>
                <a:lnTo>
                  <a:pt x="606" y="180"/>
                </a:lnTo>
                <a:lnTo>
                  <a:pt x="608" y="179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3" y="174"/>
                </a:lnTo>
                <a:lnTo>
                  <a:pt x="614" y="174"/>
                </a:lnTo>
                <a:lnTo>
                  <a:pt x="614" y="175"/>
                </a:lnTo>
                <a:lnTo>
                  <a:pt x="615" y="175"/>
                </a:lnTo>
                <a:lnTo>
                  <a:pt x="614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80"/>
                </a:lnTo>
                <a:lnTo>
                  <a:pt x="617" y="181"/>
                </a:lnTo>
                <a:lnTo>
                  <a:pt x="617" y="182"/>
                </a:lnTo>
                <a:lnTo>
                  <a:pt x="616" y="182"/>
                </a:lnTo>
                <a:lnTo>
                  <a:pt x="616" y="183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8" y="189"/>
                </a:lnTo>
                <a:lnTo>
                  <a:pt x="619" y="189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1" y="192"/>
                </a:lnTo>
                <a:lnTo>
                  <a:pt x="620" y="192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4" y="193"/>
                </a:lnTo>
                <a:lnTo>
                  <a:pt x="624" y="192"/>
                </a:lnTo>
                <a:lnTo>
                  <a:pt x="624" y="193"/>
                </a:lnTo>
                <a:lnTo>
                  <a:pt x="625" y="194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2" y="194"/>
                </a:lnTo>
                <a:lnTo>
                  <a:pt x="632" y="195"/>
                </a:lnTo>
                <a:lnTo>
                  <a:pt x="631" y="195"/>
                </a:lnTo>
                <a:lnTo>
                  <a:pt x="631" y="196"/>
                </a:lnTo>
                <a:lnTo>
                  <a:pt x="632" y="196"/>
                </a:lnTo>
                <a:lnTo>
                  <a:pt x="631" y="197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9"/>
                </a:lnTo>
                <a:lnTo>
                  <a:pt x="634" y="198"/>
                </a:lnTo>
                <a:lnTo>
                  <a:pt x="635" y="198"/>
                </a:lnTo>
                <a:lnTo>
                  <a:pt x="635" y="197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1"/>
                </a:lnTo>
                <a:lnTo>
                  <a:pt x="639" y="201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8" y="203"/>
                </a:lnTo>
                <a:lnTo>
                  <a:pt x="638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0" y="206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3" y="205"/>
                </a:lnTo>
                <a:lnTo>
                  <a:pt x="644" y="206"/>
                </a:lnTo>
                <a:lnTo>
                  <a:pt x="645" y="207"/>
                </a:lnTo>
                <a:lnTo>
                  <a:pt x="645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5" y="212"/>
                </a:lnTo>
                <a:lnTo>
                  <a:pt x="645" y="213"/>
                </a:lnTo>
                <a:lnTo>
                  <a:pt x="646" y="213"/>
                </a:lnTo>
                <a:lnTo>
                  <a:pt x="646" y="214"/>
                </a:lnTo>
                <a:lnTo>
                  <a:pt x="647" y="214"/>
                </a:lnTo>
                <a:lnTo>
                  <a:pt x="646" y="214"/>
                </a:lnTo>
                <a:lnTo>
                  <a:pt x="647" y="215"/>
                </a:lnTo>
                <a:lnTo>
                  <a:pt x="648" y="215"/>
                </a:lnTo>
                <a:lnTo>
                  <a:pt x="647" y="216"/>
                </a:lnTo>
                <a:lnTo>
                  <a:pt x="648" y="216"/>
                </a:lnTo>
                <a:lnTo>
                  <a:pt x="648" y="217"/>
                </a:lnTo>
                <a:lnTo>
                  <a:pt x="649" y="218"/>
                </a:lnTo>
                <a:lnTo>
                  <a:pt x="650" y="218"/>
                </a:lnTo>
                <a:lnTo>
                  <a:pt x="651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7"/>
                </a:lnTo>
                <a:lnTo>
                  <a:pt x="652" y="217"/>
                </a:lnTo>
                <a:lnTo>
                  <a:pt x="652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6" y="210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1"/>
                </a:lnTo>
                <a:lnTo>
                  <a:pt x="658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6"/>
                </a:lnTo>
                <a:lnTo>
                  <a:pt x="664" y="217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7" y="222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8" y="220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2"/>
                </a:lnTo>
                <a:lnTo>
                  <a:pt x="693" y="231"/>
                </a:lnTo>
                <a:lnTo>
                  <a:pt x="693" y="232"/>
                </a:lnTo>
                <a:lnTo>
                  <a:pt x="694" y="232"/>
                </a:lnTo>
                <a:lnTo>
                  <a:pt x="693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4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5" y="255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1"/>
                </a:lnTo>
                <a:lnTo>
                  <a:pt x="667" y="262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3" y="274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7" y="276"/>
                </a:lnTo>
                <a:lnTo>
                  <a:pt x="677" y="277"/>
                </a:lnTo>
                <a:lnTo>
                  <a:pt x="677" y="278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89" y="311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3" y="316"/>
                </a:lnTo>
                <a:lnTo>
                  <a:pt x="693" y="317"/>
                </a:lnTo>
                <a:lnTo>
                  <a:pt x="693" y="318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6" y="356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3" y="360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8" y="357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8" y="351"/>
                </a:lnTo>
                <a:lnTo>
                  <a:pt x="657" y="351"/>
                </a:lnTo>
                <a:lnTo>
                  <a:pt x="656" y="351"/>
                </a:lnTo>
                <a:lnTo>
                  <a:pt x="654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9" y="352"/>
                </a:lnTo>
                <a:lnTo>
                  <a:pt x="647" y="352"/>
                </a:lnTo>
                <a:lnTo>
                  <a:pt x="645" y="352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2" y="354"/>
                </a:lnTo>
                <a:lnTo>
                  <a:pt x="641" y="354"/>
                </a:lnTo>
                <a:lnTo>
                  <a:pt x="640" y="355"/>
                </a:lnTo>
                <a:lnTo>
                  <a:pt x="639" y="355"/>
                </a:lnTo>
                <a:lnTo>
                  <a:pt x="640" y="355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3"/>
                </a:lnTo>
                <a:lnTo>
                  <a:pt x="637" y="364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7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3" y="368"/>
                </a:lnTo>
                <a:lnTo>
                  <a:pt x="632" y="368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1" y="372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1"/>
                </a:lnTo>
                <a:lnTo>
                  <a:pt x="612" y="370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09" y="372"/>
                </a:lnTo>
                <a:lnTo>
                  <a:pt x="609" y="373"/>
                </a:lnTo>
                <a:lnTo>
                  <a:pt x="609" y="374"/>
                </a:lnTo>
                <a:lnTo>
                  <a:pt x="610" y="374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0" y="376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7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9" y="380"/>
                </a:lnTo>
                <a:lnTo>
                  <a:pt x="598" y="380"/>
                </a:lnTo>
                <a:lnTo>
                  <a:pt x="598" y="379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2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4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6"/>
                </a:lnTo>
                <a:lnTo>
                  <a:pt x="588" y="397"/>
                </a:lnTo>
                <a:lnTo>
                  <a:pt x="587" y="397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6"/>
                </a:lnTo>
                <a:lnTo>
                  <a:pt x="583" y="397"/>
                </a:lnTo>
                <a:lnTo>
                  <a:pt x="582" y="397"/>
                </a:lnTo>
                <a:lnTo>
                  <a:pt x="581" y="398"/>
                </a:lnTo>
                <a:lnTo>
                  <a:pt x="580" y="399"/>
                </a:lnTo>
                <a:lnTo>
                  <a:pt x="579" y="399"/>
                </a:lnTo>
                <a:lnTo>
                  <a:pt x="579" y="398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4" y="397"/>
                </a:lnTo>
                <a:lnTo>
                  <a:pt x="573" y="397"/>
                </a:lnTo>
                <a:lnTo>
                  <a:pt x="571" y="397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5" y="399"/>
                </a:lnTo>
                <a:lnTo>
                  <a:pt x="564" y="399"/>
                </a:lnTo>
                <a:lnTo>
                  <a:pt x="563" y="398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7" y="402"/>
                </a:lnTo>
                <a:lnTo>
                  <a:pt x="557" y="403"/>
                </a:lnTo>
                <a:lnTo>
                  <a:pt x="556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3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4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31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5" y="414"/>
                </a:lnTo>
                <a:lnTo>
                  <a:pt x="524" y="415"/>
                </a:lnTo>
                <a:lnTo>
                  <a:pt x="523" y="416"/>
                </a:lnTo>
                <a:lnTo>
                  <a:pt x="523" y="415"/>
                </a:lnTo>
                <a:lnTo>
                  <a:pt x="522" y="415"/>
                </a:lnTo>
                <a:lnTo>
                  <a:pt x="521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5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6"/>
                </a:lnTo>
                <a:lnTo>
                  <a:pt x="514" y="417"/>
                </a:lnTo>
                <a:lnTo>
                  <a:pt x="513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3" y="427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3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7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4" y="431"/>
                </a:lnTo>
                <a:lnTo>
                  <a:pt x="483" y="431"/>
                </a:lnTo>
                <a:lnTo>
                  <a:pt x="483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9" y="425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7" y="419"/>
                </a:lnTo>
                <a:lnTo>
                  <a:pt x="478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9" y="413"/>
                </a:lnTo>
                <a:lnTo>
                  <a:pt x="478" y="413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5" y="414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2" y="408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6" y="403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8" y="397"/>
                </a:lnTo>
                <a:lnTo>
                  <a:pt x="479" y="397"/>
                </a:lnTo>
                <a:lnTo>
                  <a:pt x="480" y="397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4" y="394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8" y="381"/>
                </a:lnTo>
                <a:lnTo>
                  <a:pt x="479" y="381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3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7" y="367"/>
                </a:lnTo>
                <a:lnTo>
                  <a:pt x="476" y="368"/>
                </a:lnTo>
                <a:lnTo>
                  <a:pt x="476" y="367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8"/>
                </a:lnTo>
                <a:lnTo>
                  <a:pt x="468" y="368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1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7"/>
                </a:lnTo>
                <a:lnTo>
                  <a:pt x="468" y="357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4" y="354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0" y="358"/>
                </a:lnTo>
                <a:lnTo>
                  <a:pt x="459" y="359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5"/>
                </a:lnTo>
                <a:lnTo>
                  <a:pt x="450" y="366"/>
                </a:lnTo>
                <a:lnTo>
                  <a:pt x="450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3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2" y="377"/>
                </a:lnTo>
                <a:lnTo>
                  <a:pt x="441" y="379"/>
                </a:lnTo>
                <a:lnTo>
                  <a:pt x="440" y="380"/>
                </a:lnTo>
                <a:lnTo>
                  <a:pt x="439" y="380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89"/>
                </a:lnTo>
                <a:lnTo>
                  <a:pt x="432" y="390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0" y="373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19" y="360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4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7"/>
                </a:lnTo>
                <a:lnTo>
                  <a:pt x="412" y="368"/>
                </a:lnTo>
                <a:lnTo>
                  <a:pt x="411" y="368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8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4" y="370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0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4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8" y="372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3" y="381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6" y="372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7"/>
                </a:lnTo>
                <a:lnTo>
                  <a:pt x="335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2" y="355"/>
                </a:lnTo>
                <a:lnTo>
                  <a:pt x="322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2" y="348"/>
                </a:lnTo>
                <a:lnTo>
                  <a:pt x="311" y="348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8" y="345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6" y="345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3" y="344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5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0" y="344"/>
                </a:lnTo>
                <a:lnTo>
                  <a:pt x="280" y="343"/>
                </a:lnTo>
                <a:lnTo>
                  <a:pt x="280" y="344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6" y="343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1" y="340"/>
                </a:lnTo>
                <a:lnTo>
                  <a:pt x="270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6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4" y="337"/>
                </a:lnTo>
                <a:lnTo>
                  <a:pt x="263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0" y="334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9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1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6"/>
                </a:lnTo>
                <a:lnTo>
                  <a:pt x="204" y="357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3" y="359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4"/>
                </a:lnTo>
                <a:lnTo>
                  <a:pt x="81" y="424"/>
                </a:lnTo>
                <a:lnTo>
                  <a:pt x="81" y="425"/>
                </a:lnTo>
                <a:lnTo>
                  <a:pt x="82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2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8" y="372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7" y="360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6" y="352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5" y="355"/>
                </a:lnTo>
                <a:lnTo>
                  <a:pt x="15" y="357"/>
                </a:lnTo>
                <a:lnTo>
                  <a:pt x="14" y="358"/>
                </a:lnTo>
                <a:lnTo>
                  <a:pt x="14" y="359"/>
                </a:lnTo>
                <a:lnTo>
                  <a:pt x="13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2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3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5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1"/>
                </a:lnTo>
                <a:lnTo>
                  <a:pt x="14" y="330"/>
                </a:lnTo>
                <a:lnTo>
                  <a:pt x="15" y="330"/>
                </a:lnTo>
                <a:lnTo>
                  <a:pt x="14" y="329"/>
                </a:lnTo>
                <a:lnTo>
                  <a:pt x="13" y="329"/>
                </a:lnTo>
                <a:lnTo>
                  <a:pt x="13" y="330"/>
                </a:lnTo>
                <a:lnTo>
                  <a:pt x="13" y="329"/>
                </a:lnTo>
                <a:lnTo>
                  <a:pt x="13" y="328"/>
                </a:lnTo>
                <a:lnTo>
                  <a:pt x="14" y="328"/>
                </a:lnTo>
                <a:lnTo>
                  <a:pt x="14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2" y="295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4" y="293"/>
                </a:lnTo>
                <a:lnTo>
                  <a:pt x="5" y="293"/>
                </a:lnTo>
                <a:lnTo>
                  <a:pt x="5" y="292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6" y="285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3" y="285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5" y="275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1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4" y="281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8" y="276"/>
                </a:lnTo>
                <a:lnTo>
                  <a:pt x="49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4"/>
                </a:lnTo>
                <a:lnTo>
                  <a:pt x="79" y="275"/>
                </a:lnTo>
                <a:lnTo>
                  <a:pt x="79" y="274"/>
                </a:lnTo>
                <a:lnTo>
                  <a:pt x="80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4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5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2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3" y="263"/>
                </a:lnTo>
                <a:lnTo>
                  <a:pt x="114" y="263"/>
                </a:lnTo>
                <a:lnTo>
                  <a:pt x="114" y="262"/>
                </a:lnTo>
                <a:lnTo>
                  <a:pt x="115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5" y="258"/>
                </a:lnTo>
                <a:lnTo>
                  <a:pt x="115" y="257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0" y="253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0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7" y="230"/>
                </a:lnTo>
                <a:lnTo>
                  <a:pt x="157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8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3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59" y="193"/>
                </a:lnTo>
                <a:lnTo>
                  <a:pt x="158" y="193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5"/>
                </a:lnTo>
                <a:lnTo>
                  <a:pt x="145" y="184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6" y="179"/>
                </a:lnTo>
                <a:lnTo>
                  <a:pt x="135" y="179"/>
                </a:lnTo>
                <a:lnTo>
                  <a:pt x="134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8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1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2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7" y="160"/>
                </a:lnTo>
                <a:lnTo>
                  <a:pt x="116" y="160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09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3" y="103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7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2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8" y="71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1" y="72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8" y="69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3"/>
                </a:lnTo>
                <a:lnTo>
                  <a:pt x="161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8"/>
                </a:lnTo>
                <a:lnTo>
                  <a:pt x="158" y="48"/>
                </a:lnTo>
                <a:lnTo>
                  <a:pt x="157" y="48"/>
                </a:lnTo>
                <a:lnTo>
                  <a:pt x="157" y="47"/>
                </a:lnTo>
                <a:lnTo>
                  <a:pt x="157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49" y="41"/>
                </a:lnTo>
                <a:lnTo>
                  <a:pt x="148" y="42"/>
                </a:lnTo>
                <a:lnTo>
                  <a:pt x="147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6" y="34"/>
                </a:lnTo>
                <a:lnTo>
                  <a:pt x="126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191880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3" y="20"/>
                </a:lnTo>
                <a:lnTo>
                  <a:pt x="233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8" y="20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5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5" y="21"/>
                </a:lnTo>
                <a:lnTo>
                  <a:pt x="265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3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3" y="25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1" y="29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4"/>
                </a:lnTo>
                <a:lnTo>
                  <a:pt x="295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6"/>
                </a:lnTo>
                <a:lnTo>
                  <a:pt x="295" y="47"/>
                </a:lnTo>
                <a:lnTo>
                  <a:pt x="297" y="47"/>
                </a:lnTo>
                <a:lnTo>
                  <a:pt x="297" y="46"/>
                </a:lnTo>
                <a:lnTo>
                  <a:pt x="297" y="47"/>
                </a:lnTo>
                <a:lnTo>
                  <a:pt x="298" y="47"/>
                </a:lnTo>
                <a:lnTo>
                  <a:pt x="298" y="48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3" y="50"/>
                </a:lnTo>
                <a:lnTo>
                  <a:pt x="303" y="49"/>
                </a:lnTo>
                <a:lnTo>
                  <a:pt x="304" y="49"/>
                </a:lnTo>
                <a:lnTo>
                  <a:pt x="305" y="49"/>
                </a:lnTo>
                <a:lnTo>
                  <a:pt x="305" y="50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6" y="53"/>
                </a:lnTo>
                <a:lnTo>
                  <a:pt x="307" y="53"/>
                </a:lnTo>
                <a:lnTo>
                  <a:pt x="307" y="52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50"/>
                </a:lnTo>
                <a:lnTo>
                  <a:pt x="310" y="50"/>
                </a:lnTo>
                <a:lnTo>
                  <a:pt x="310" y="51"/>
                </a:lnTo>
                <a:lnTo>
                  <a:pt x="310" y="52"/>
                </a:lnTo>
                <a:lnTo>
                  <a:pt x="309" y="52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5"/>
                </a:lnTo>
                <a:lnTo>
                  <a:pt x="313" y="55"/>
                </a:lnTo>
                <a:lnTo>
                  <a:pt x="314" y="55"/>
                </a:lnTo>
                <a:lnTo>
                  <a:pt x="315" y="56"/>
                </a:lnTo>
                <a:lnTo>
                  <a:pt x="315" y="55"/>
                </a:lnTo>
                <a:lnTo>
                  <a:pt x="315" y="56"/>
                </a:lnTo>
                <a:lnTo>
                  <a:pt x="316" y="56"/>
                </a:lnTo>
                <a:lnTo>
                  <a:pt x="316" y="57"/>
                </a:lnTo>
                <a:lnTo>
                  <a:pt x="316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2"/>
                </a:lnTo>
                <a:lnTo>
                  <a:pt x="314" y="62"/>
                </a:lnTo>
                <a:lnTo>
                  <a:pt x="314" y="65"/>
                </a:lnTo>
                <a:lnTo>
                  <a:pt x="314" y="66"/>
                </a:lnTo>
                <a:lnTo>
                  <a:pt x="315" y="66"/>
                </a:lnTo>
                <a:lnTo>
                  <a:pt x="315" y="65"/>
                </a:lnTo>
                <a:lnTo>
                  <a:pt x="315" y="64"/>
                </a:lnTo>
                <a:lnTo>
                  <a:pt x="316" y="64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0"/>
                </a:lnTo>
                <a:lnTo>
                  <a:pt x="323" y="59"/>
                </a:lnTo>
                <a:lnTo>
                  <a:pt x="324" y="59"/>
                </a:lnTo>
                <a:lnTo>
                  <a:pt x="324" y="58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1" y="52"/>
                </a:lnTo>
                <a:lnTo>
                  <a:pt x="333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39" y="54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49"/>
                </a:lnTo>
                <a:lnTo>
                  <a:pt x="356" y="50"/>
                </a:lnTo>
                <a:lnTo>
                  <a:pt x="355" y="50"/>
                </a:lnTo>
                <a:lnTo>
                  <a:pt x="356" y="50"/>
                </a:lnTo>
                <a:lnTo>
                  <a:pt x="357" y="50"/>
                </a:lnTo>
                <a:lnTo>
                  <a:pt x="357" y="49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4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7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4"/>
                </a:lnTo>
                <a:lnTo>
                  <a:pt x="381" y="45"/>
                </a:lnTo>
                <a:lnTo>
                  <a:pt x="379" y="47"/>
                </a:lnTo>
                <a:lnTo>
                  <a:pt x="378" y="48"/>
                </a:lnTo>
                <a:lnTo>
                  <a:pt x="377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2" y="56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4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9"/>
                </a:lnTo>
                <a:lnTo>
                  <a:pt x="377" y="69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3" y="63"/>
                </a:lnTo>
                <a:lnTo>
                  <a:pt x="385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8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1" y="47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3" y="67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4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5" y="91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5" y="110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29"/>
                </a:lnTo>
                <a:lnTo>
                  <a:pt x="475" y="130"/>
                </a:lnTo>
                <a:lnTo>
                  <a:pt x="476" y="131"/>
                </a:lnTo>
                <a:lnTo>
                  <a:pt x="475" y="132"/>
                </a:lnTo>
                <a:lnTo>
                  <a:pt x="476" y="132"/>
                </a:lnTo>
                <a:lnTo>
                  <a:pt x="476" y="133"/>
                </a:lnTo>
                <a:lnTo>
                  <a:pt x="477" y="133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3" y="140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4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89" y="178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2" y="185"/>
                </a:lnTo>
                <a:lnTo>
                  <a:pt x="492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1" y="207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3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3" y="215"/>
                </a:lnTo>
                <a:lnTo>
                  <a:pt x="472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20"/>
                </a:lnTo>
                <a:lnTo>
                  <a:pt x="460" y="219"/>
                </a:lnTo>
                <a:lnTo>
                  <a:pt x="459" y="220"/>
                </a:lnTo>
                <a:lnTo>
                  <a:pt x="459" y="219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3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5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8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1"/>
                </a:lnTo>
                <a:lnTo>
                  <a:pt x="446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4" y="257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60"/>
                </a:lnTo>
                <a:lnTo>
                  <a:pt x="434" y="261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2" y="265"/>
                </a:lnTo>
                <a:lnTo>
                  <a:pt x="432" y="266"/>
                </a:lnTo>
                <a:lnTo>
                  <a:pt x="432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3" y="274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4"/>
                </a:lnTo>
                <a:lnTo>
                  <a:pt x="458" y="284"/>
                </a:lnTo>
                <a:lnTo>
                  <a:pt x="458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2"/>
                </a:lnTo>
                <a:lnTo>
                  <a:pt x="451" y="312"/>
                </a:lnTo>
                <a:lnTo>
                  <a:pt x="451" y="311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8"/>
                </a:lnTo>
                <a:lnTo>
                  <a:pt x="460" y="359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8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9"/>
                </a:lnTo>
                <a:lnTo>
                  <a:pt x="305" y="509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3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2"/>
                </a:lnTo>
                <a:lnTo>
                  <a:pt x="249" y="561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1" y="533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4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4"/>
                </a:lnTo>
                <a:lnTo>
                  <a:pt x="226" y="514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3"/>
                </a:lnTo>
                <a:lnTo>
                  <a:pt x="198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2"/>
                </a:lnTo>
                <a:lnTo>
                  <a:pt x="194" y="521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09" y="503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7" y="434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2" y="416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3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6" y="417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1"/>
                </a:lnTo>
                <a:lnTo>
                  <a:pt x="121" y="421"/>
                </a:lnTo>
                <a:lnTo>
                  <a:pt x="121" y="420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7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8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5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5" y="329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1" y="307"/>
                </a:lnTo>
                <a:lnTo>
                  <a:pt x="42" y="306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0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8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09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3" y="317"/>
                </a:lnTo>
                <a:lnTo>
                  <a:pt x="14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1" y="300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4"/>
                </a:lnTo>
                <a:lnTo>
                  <a:pt x="19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2"/>
                </a:lnTo>
                <a:lnTo>
                  <a:pt x="23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2" y="278"/>
                </a:lnTo>
                <a:lnTo>
                  <a:pt x="32" y="279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5" y="277"/>
                </a:lnTo>
                <a:lnTo>
                  <a:pt x="46" y="276"/>
                </a:lnTo>
                <a:lnTo>
                  <a:pt x="46" y="274"/>
                </a:lnTo>
                <a:lnTo>
                  <a:pt x="46" y="273"/>
                </a:lnTo>
                <a:lnTo>
                  <a:pt x="45" y="272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1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8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7" y="219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6" y="215"/>
                </a:lnTo>
                <a:lnTo>
                  <a:pt x="46" y="216"/>
                </a:lnTo>
                <a:lnTo>
                  <a:pt x="45" y="216"/>
                </a:lnTo>
                <a:lnTo>
                  <a:pt x="45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4" y="188"/>
                </a:lnTo>
                <a:lnTo>
                  <a:pt x="45" y="188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3" y="180"/>
                </a:lnTo>
                <a:lnTo>
                  <a:pt x="44" y="180"/>
                </a:lnTo>
                <a:lnTo>
                  <a:pt x="43" y="179"/>
                </a:lnTo>
                <a:lnTo>
                  <a:pt x="42" y="179"/>
                </a:lnTo>
                <a:lnTo>
                  <a:pt x="42" y="177"/>
                </a:lnTo>
                <a:lnTo>
                  <a:pt x="42" y="175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4" y="104"/>
                </a:lnTo>
                <a:lnTo>
                  <a:pt x="43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2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3" y="78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5"/>
                </a:lnTo>
                <a:lnTo>
                  <a:pt x="57" y="63"/>
                </a:lnTo>
                <a:lnTo>
                  <a:pt x="57" y="62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4"/>
                </a:lnTo>
                <a:lnTo>
                  <a:pt x="61" y="64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6" y="53"/>
                </a:lnTo>
                <a:lnTo>
                  <a:pt x="66" y="54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5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1" y="51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5" y="48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51"/>
                </a:lnTo>
                <a:lnTo>
                  <a:pt x="141" y="51"/>
                </a:lnTo>
                <a:lnTo>
                  <a:pt x="141" y="52"/>
                </a:lnTo>
                <a:lnTo>
                  <a:pt x="142" y="52"/>
                </a:lnTo>
                <a:lnTo>
                  <a:pt x="142" y="51"/>
                </a:lnTo>
                <a:lnTo>
                  <a:pt x="143" y="51"/>
                </a:lnTo>
                <a:lnTo>
                  <a:pt x="144" y="51"/>
                </a:lnTo>
                <a:lnTo>
                  <a:pt x="144" y="50"/>
                </a:lnTo>
                <a:lnTo>
                  <a:pt x="145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02752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3"/>
                </a:lnTo>
                <a:lnTo>
                  <a:pt x="14" y="3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04444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03580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194724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6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6" y="20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4"/>
                </a:lnTo>
                <a:lnTo>
                  <a:pt x="413" y="83"/>
                </a:lnTo>
                <a:lnTo>
                  <a:pt x="413" y="84"/>
                </a:lnTo>
                <a:lnTo>
                  <a:pt x="412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4"/>
                </a:lnTo>
                <a:lnTo>
                  <a:pt x="657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8" y="196"/>
                </a:lnTo>
                <a:lnTo>
                  <a:pt x="668" y="195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4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2" y="275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9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6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3" y="285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79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1"/>
                </a:lnTo>
                <a:lnTo>
                  <a:pt x="486" y="282"/>
                </a:lnTo>
                <a:lnTo>
                  <a:pt x="485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6" y="279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3"/>
                </a:lnTo>
                <a:lnTo>
                  <a:pt x="365" y="284"/>
                </a:lnTo>
                <a:lnTo>
                  <a:pt x="366" y="284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7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7" y="323"/>
                </a:lnTo>
                <a:lnTo>
                  <a:pt x="358" y="324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8"/>
                </a:lnTo>
                <a:lnTo>
                  <a:pt x="339" y="344"/>
                </a:lnTo>
                <a:lnTo>
                  <a:pt x="339" y="343"/>
                </a:lnTo>
                <a:lnTo>
                  <a:pt x="337" y="343"/>
                </a:lnTo>
                <a:lnTo>
                  <a:pt x="338" y="345"/>
                </a:lnTo>
                <a:lnTo>
                  <a:pt x="337" y="345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4" y="351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4" y="365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6" y="369"/>
                </a:lnTo>
                <a:lnTo>
                  <a:pt x="325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3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1" y="370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7"/>
                </a:lnTo>
                <a:lnTo>
                  <a:pt x="321" y="366"/>
                </a:lnTo>
                <a:lnTo>
                  <a:pt x="320" y="366"/>
                </a:lnTo>
                <a:lnTo>
                  <a:pt x="320" y="367"/>
                </a:lnTo>
                <a:lnTo>
                  <a:pt x="319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5"/>
                </a:lnTo>
                <a:lnTo>
                  <a:pt x="319" y="365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5" y="361"/>
                </a:lnTo>
                <a:lnTo>
                  <a:pt x="314" y="361"/>
                </a:lnTo>
                <a:lnTo>
                  <a:pt x="313" y="360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90" y="372"/>
                </a:lnTo>
                <a:lnTo>
                  <a:pt x="289" y="372"/>
                </a:lnTo>
                <a:lnTo>
                  <a:pt x="288" y="371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3" y="366"/>
                </a:lnTo>
                <a:lnTo>
                  <a:pt x="282" y="367"/>
                </a:lnTo>
                <a:lnTo>
                  <a:pt x="282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3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6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9" y="378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2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7"/>
                </a:lnTo>
                <a:lnTo>
                  <a:pt x="254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8"/>
                </a:lnTo>
                <a:lnTo>
                  <a:pt x="249" y="368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4" y="360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6" y="356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3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29" y="387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4" y="384"/>
                </a:lnTo>
                <a:lnTo>
                  <a:pt x="213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0" y="386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0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2" y="384"/>
                </a:lnTo>
                <a:lnTo>
                  <a:pt x="183" y="385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7" y="409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4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1" y="431"/>
                </a:lnTo>
                <a:lnTo>
                  <a:pt x="91" y="432"/>
                </a:lnTo>
                <a:lnTo>
                  <a:pt x="90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4" y="439"/>
                </a:lnTo>
                <a:lnTo>
                  <a:pt x="84" y="440"/>
                </a:lnTo>
                <a:lnTo>
                  <a:pt x="85" y="440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0" y="432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8" y="429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8" y="426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5" y="464"/>
                </a:lnTo>
                <a:lnTo>
                  <a:pt x="45" y="465"/>
                </a:lnTo>
                <a:lnTo>
                  <a:pt x="45" y="464"/>
                </a:lnTo>
                <a:lnTo>
                  <a:pt x="44" y="464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6" y="478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4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6" y="502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2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7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4" y="387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0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99" y="330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6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1" y="303"/>
                </a:lnTo>
                <a:lnTo>
                  <a:pt x="102" y="303"/>
                </a:lnTo>
                <a:lnTo>
                  <a:pt x="103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5" y="294"/>
                </a:lnTo>
                <a:lnTo>
                  <a:pt x="125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8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7" y="95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6"/>
                </a:lnTo>
                <a:lnTo>
                  <a:pt x="227" y="36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4" y="63"/>
                </a:lnTo>
                <a:lnTo>
                  <a:pt x="285" y="64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0" y="58"/>
                </a:lnTo>
                <a:lnTo>
                  <a:pt x="300" y="59"/>
                </a:lnTo>
                <a:lnTo>
                  <a:pt x="301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6" y="4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6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5"/>
                </a:move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08836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07792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10888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12616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13012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19492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3EAF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190440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177804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0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0" y="116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6"/>
                </a:lnTo>
                <a:lnTo>
                  <a:pt x="590" y="147"/>
                </a:lnTo>
                <a:lnTo>
                  <a:pt x="589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30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8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0" y="146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5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4" y="179"/>
                </a:lnTo>
                <a:lnTo>
                  <a:pt x="674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3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6" y="263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6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1"/>
                </a:lnTo>
                <a:lnTo>
                  <a:pt x="647" y="272"/>
                </a:lnTo>
                <a:lnTo>
                  <a:pt x="646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89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6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8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8"/>
                </a:lnTo>
                <a:lnTo>
                  <a:pt x="570" y="419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2" y="358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60"/>
                </a:lnTo>
                <a:lnTo>
                  <a:pt x="200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7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2" y="295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2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1"/>
                </a:lnTo>
                <a:lnTo>
                  <a:pt x="102" y="232"/>
                </a:lnTo>
                <a:lnTo>
                  <a:pt x="101" y="232"/>
                </a:lnTo>
                <a:lnTo>
                  <a:pt x="101" y="231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6"/>
                </a:lnTo>
                <a:lnTo>
                  <a:pt x="64" y="215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20" y="209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8" y="177"/>
                </a:lnTo>
                <a:lnTo>
                  <a:pt x="19" y="177"/>
                </a:lnTo>
                <a:lnTo>
                  <a:pt x="20" y="177"/>
                </a:lnTo>
                <a:lnTo>
                  <a:pt x="22" y="177"/>
                </a:lnTo>
                <a:lnTo>
                  <a:pt x="22" y="178"/>
                </a:lnTo>
                <a:lnTo>
                  <a:pt x="23" y="178"/>
                </a:lnTo>
                <a:lnTo>
                  <a:pt x="22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7" y="149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5" y="162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0"/>
                </a:lnTo>
                <a:lnTo>
                  <a:pt x="127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8" y="124"/>
                </a:lnTo>
                <a:lnTo>
                  <a:pt x="200" y="124"/>
                </a:lnTo>
                <a:lnTo>
                  <a:pt x="201" y="124"/>
                </a:lnTo>
                <a:lnTo>
                  <a:pt x="202" y="124"/>
                </a:lnTo>
                <a:lnTo>
                  <a:pt x="202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19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2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40" y="96"/>
                </a:lnTo>
                <a:lnTo>
                  <a:pt x="340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1" y="103"/>
                </a:lnTo>
                <a:lnTo>
                  <a:pt x="372" y="103"/>
                </a:lnTo>
                <a:lnTo>
                  <a:pt x="371" y="103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5" y="93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9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2"/>
                </a:lnTo>
                <a:lnTo>
                  <a:pt x="415" y="81"/>
                </a:lnTo>
                <a:lnTo>
                  <a:pt x="414" y="80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3" y="77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0" y="67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2" y="67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5"/>
                </a:lnTo>
                <a:lnTo>
                  <a:pt x="485" y="36"/>
                </a:lnTo>
                <a:lnTo>
                  <a:pt x="487" y="36"/>
                </a:lnTo>
                <a:lnTo>
                  <a:pt x="488" y="37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3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192096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194796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1978200" y="4324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1" y="5"/>
                </a:move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00952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01276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06280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06352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067120" y="4726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07828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09700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21004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21220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5"/>
                </a:move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E5F5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180540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8"/>
                </a:lnTo>
                <a:lnTo>
                  <a:pt x="322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59" y="43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2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400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399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3" y="74"/>
                </a:lnTo>
                <a:lnTo>
                  <a:pt x="424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5" y="116"/>
                </a:lnTo>
                <a:lnTo>
                  <a:pt x="436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8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3" y="147"/>
                </a:lnTo>
                <a:lnTo>
                  <a:pt x="393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2"/>
                </a:lnTo>
                <a:lnTo>
                  <a:pt x="392" y="152"/>
                </a:lnTo>
                <a:lnTo>
                  <a:pt x="392" y="153"/>
                </a:lnTo>
                <a:lnTo>
                  <a:pt x="391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79" y="160"/>
                </a:lnTo>
                <a:lnTo>
                  <a:pt x="378" y="161"/>
                </a:lnTo>
                <a:lnTo>
                  <a:pt x="378" y="162"/>
                </a:lnTo>
                <a:lnTo>
                  <a:pt x="377" y="162"/>
                </a:lnTo>
                <a:lnTo>
                  <a:pt x="376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2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1" y="162"/>
                </a:lnTo>
                <a:lnTo>
                  <a:pt x="360" y="162"/>
                </a:lnTo>
                <a:lnTo>
                  <a:pt x="360" y="163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7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3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2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4" y="175"/>
                </a:lnTo>
                <a:lnTo>
                  <a:pt x="284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2"/>
                </a:lnTo>
                <a:lnTo>
                  <a:pt x="283" y="183"/>
                </a:lnTo>
                <a:lnTo>
                  <a:pt x="282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0" y="185"/>
                </a:lnTo>
                <a:lnTo>
                  <a:pt x="281" y="187"/>
                </a:lnTo>
                <a:lnTo>
                  <a:pt x="282" y="188"/>
                </a:lnTo>
                <a:lnTo>
                  <a:pt x="283" y="188"/>
                </a:lnTo>
                <a:lnTo>
                  <a:pt x="283" y="189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6"/>
                </a:lnTo>
                <a:lnTo>
                  <a:pt x="292" y="217"/>
                </a:lnTo>
                <a:lnTo>
                  <a:pt x="292" y="218"/>
                </a:lnTo>
                <a:lnTo>
                  <a:pt x="291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20"/>
                </a:lnTo>
                <a:lnTo>
                  <a:pt x="292" y="220"/>
                </a:lnTo>
                <a:lnTo>
                  <a:pt x="292" y="221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3" y="227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1" y="234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39"/>
                </a:lnTo>
                <a:lnTo>
                  <a:pt x="279" y="240"/>
                </a:lnTo>
                <a:lnTo>
                  <a:pt x="279" y="241"/>
                </a:lnTo>
                <a:lnTo>
                  <a:pt x="278" y="241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0" y="243"/>
                </a:lnTo>
                <a:lnTo>
                  <a:pt x="280" y="242"/>
                </a:lnTo>
                <a:lnTo>
                  <a:pt x="281" y="242"/>
                </a:lnTo>
                <a:lnTo>
                  <a:pt x="281" y="243"/>
                </a:lnTo>
                <a:lnTo>
                  <a:pt x="281" y="244"/>
                </a:lnTo>
                <a:lnTo>
                  <a:pt x="282" y="244"/>
                </a:lnTo>
                <a:lnTo>
                  <a:pt x="283" y="244"/>
                </a:lnTo>
                <a:lnTo>
                  <a:pt x="283" y="245"/>
                </a:lnTo>
                <a:lnTo>
                  <a:pt x="283" y="246"/>
                </a:lnTo>
                <a:lnTo>
                  <a:pt x="282" y="246"/>
                </a:lnTo>
                <a:lnTo>
                  <a:pt x="282" y="247"/>
                </a:lnTo>
                <a:lnTo>
                  <a:pt x="282" y="248"/>
                </a:lnTo>
                <a:lnTo>
                  <a:pt x="283" y="248"/>
                </a:lnTo>
                <a:lnTo>
                  <a:pt x="283" y="249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4" y="250"/>
                </a:lnTo>
                <a:lnTo>
                  <a:pt x="284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6" y="253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89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1" y="253"/>
                </a:lnTo>
                <a:lnTo>
                  <a:pt x="292" y="253"/>
                </a:lnTo>
                <a:lnTo>
                  <a:pt x="292" y="252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1" y="249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3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5" y="250"/>
                </a:lnTo>
                <a:lnTo>
                  <a:pt x="305" y="251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7" y="256"/>
                </a:lnTo>
                <a:lnTo>
                  <a:pt x="306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3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2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3"/>
                </a:lnTo>
                <a:lnTo>
                  <a:pt x="356" y="345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7" y="354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7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29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5" y="322"/>
                </a:lnTo>
                <a:lnTo>
                  <a:pt x="226" y="320"/>
                </a:lnTo>
                <a:lnTo>
                  <a:pt x="226" y="318"/>
                </a:lnTo>
                <a:lnTo>
                  <a:pt x="227" y="317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8" y="313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2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0"/>
                </a:lnTo>
                <a:lnTo>
                  <a:pt x="196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2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8" y="326"/>
                </a:lnTo>
                <a:lnTo>
                  <a:pt x="187" y="327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4" y="344"/>
                </a:lnTo>
                <a:lnTo>
                  <a:pt x="184" y="345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4" y="349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1" y="359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69"/>
                </a:lnTo>
                <a:lnTo>
                  <a:pt x="139" y="370"/>
                </a:lnTo>
                <a:lnTo>
                  <a:pt x="138" y="369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6" y="367"/>
                </a:lnTo>
                <a:lnTo>
                  <a:pt x="135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0"/>
                </a:lnTo>
                <a:lnTo>
                  <a:pt x="133" y="371"/>
                </a:lnTo>
                <a:lnTo>
                  <a:pt x="134" y="371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5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1"/>
                </a:lnTo>
                <a:lnTo>
                  <a:pt x="119" y="371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2" y="368"/>
                </a:lnTo>
                <a:lnTo>
                  <a:pt x="122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6"/>
                </a:lnTo>
                <a:lnTo>
                  <a:pt x="107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9" y="356"/>
                </a:lnTo>
                <a:lnTo>
                  <a:pt x="109" y="357"/>
                </a:lnTo>
                <a:lnTo>
                  <a:pt x="110" y="358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10" y="366"/>
                </a:lnTo>
                <a:lnTo>
                  <a:pt x="110" y="367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10" y="371"/>
                </a:lnTo>
                <a:lnTo>
                  <a:pt x="109" y="371"/>
                </a:lnTo>
                <a:lnTo>
                  <a:pt x="109" y="370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5" y="374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4" y="339"/>
                </a:lnTo>
                <a:lnTo>
                  <a:pt x="83" y="339"/>
                </a:lnTo>
                <a:lnTo>
                  <a:pt x="83" y="338"/>
                </a:lnTo>
                <a:lnTo>
                  <a:pt x="82" y="338"/>
                </a:lnTo>
                <a:lnTo>
                  <a:pt x="81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5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2" y="283"/>
                </a:lnTo>
                <a:lnTo>
                  <a:pt x="2" y="282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2" y="266"/>
                </a:lnTo>
                <a:lnTo>
                  <a:pt x="3" y="267"/>
                </a:lnTo>
                <a:lnTo>
                  <a:pt x="2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8"/>
                </a:lnTo>
                <a:lnTo>
                  <a:pt x="10" y="257"/>
                </a:lnTo>
                <a:lnTo>
                  <a:pt x="11" y="257"/>
                </a:lnTo>
                <a:lnTo>
                  <a:pt x="12" y="257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1"/>
                </a:lnTo>
                <a:lnTo>
                  <a:pt x="37" y="242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6" y="233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8" y="228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2" y="208"/>
                </a:lnTo>
                <a:lnTo>
                  <a:pt x="23" y="207"/>
                </a:lnTo>
                <a:lnTo>
                  <a:pt x="24" y="206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7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1"/>
                </a:lnTo>
                <a:lnTo>
                  <a:pt x="73" y="192"/>
                </a:lnTo>
                <a:lnTo>
                  <a:pt x="72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3"/>
                </a:lnTo>
                <a:lnTo>
                  <a:pt x="75" y="193"/>
                </a:lnTo>
                <a:lnTo>
                  <a:pt x="76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6" y="192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1" y="197"/>
                </a:lnTo>
                <a:lnTo>
                  <a:pt x="81" y="198"/>
                </a:lnTo>
                <a:lnTo>
                  <a:pt x="81" y="199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1" y="202"/>
                </a:lnTo>
                <a:lnTo>
                  <a:pt x="81" y="201"/>
                </a:lnTo>
                <a:lnTo>
                  <a:pt x="82" y="201"/>
                </a:lnTo>
                <a:lnTo>
                  <a:pt x="83" y="201"/>
                </a:lnTo>
                <a:lnTo>
                  <a:pt x="83" y="202"/>
                </a:lnTo>
                <a:lnTo>
                  <a:pt x="82" y="202"/>
                </a:lnTo>
                <a:lnTo>
                  <a:pt x="82" y="203"/>
                </a:lnTo>
                <a:lnTo>
                  <a:pt x="83" y="204"/>
                </a:lnTo>
                <a:lnTo>
                  <a:pt x="84" y="204"/>
                </a:lnTo>
                <a:lnTo>
                  <a:pt x="84" y="205"/>
                </a:lnTo>
                <a:lnTo>
                  <a:pt x="84" y="204"/>
                </a:lnTo>
                <a:lnTo>
                  <a:pt x="85" y="204"/>
                </a:lnTo>
                <a:lnTo>
                  <a:pt x="85" y="203"/>
                </a:lnTo>
                <a:lnTo>
                  <a:pt x="85" y="204"/>
                </a:lnTo>
                <a:lnTo>
                  <a:pt x="86" y="204"/>
                </a:lnTo>
                <a:lnTo>
                  <a:pt x="86" y="205"/>
                </a:lnTo>
                <a:lnTo>
                  <a:pt x="85" y="206"/>
                </a:lnTo>
                <a:lnTo>
                  <a:pt x="86" y="206"/>
                </a:lnTo>
                <a:lnTo>
                  <a:pt x="86" y="207"/>
                </a:lnTo>
                <a:lnTo>
                  <a:pt x="87" y="207"/>
                </a:lnTo>
                <a:lnTo>
                  <a:pt x="87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1"/>
                </a:lnTo>
                <a:lnTo>
                  <a:pt x="91" y="201"/>
                </a:lnTo>
                <a:lnTo>
                  <a:pt x="92" y="201"/>
                </a:lnTo>
                <a:lnTo>
                  <a:pt x="93" y="201"/>
                </a:lnTo>
                <a:lnTo>
                  <a:pt x="93" y="202"/>
                </a:lnTo>
                <a:lnTo>
                  <a:pt x="94" y="202"/>
                </a:lnTo>
                <a:lnTo>
                  <a:pt x="95" y="202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100" y="200"/>
                </a:lnTo>
                <a:lnTo>
                  <a:pt x="99" y="200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6"/>
                </a:lnTo>
                <a:lnTo>
                  <a:pt x="104" y="195"/>
                </a:lnTo>
                <a:lnTo>
                  <a:pt x="104" y="194"/>
                </a:lnTo>
                <a:lnTo>
                  <a:pt x="105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4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4" y="193"/>
                </a:lnTo>
                <a:lnTo>
                  <a:pt x="115" y="193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20" y="195"/>
                </a:lnTo>
                <a:lnTo>
                  <a:pt x="120" y="196"/>
                </a:lnTo>
                <a:lnTo>
                  <a:pt x="121" y="197"/>
                </a:lnTo>
                <a:lnTo>
                  <a:pt x="120" y="197"/>
                </a:lnTo>
                <a:lnTo>
                  <a:pt x="121" y="198"/>
                </a:lnTo>
                <a:lnTo>
                  <a:pt x="122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20" y="201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2"/>
                </a:lnTo>
                <a:lnTo>
                  <a:pt x="121" y="203"/>
                </a:lnTo>
                <a:lnTo>
                  <a:pt x="120" y="204"/>
                </a:lnTo>
                <a:lnTo>
                  <a:pt x="121" y="204"/>
                </a:lnTo>
                <a:lnTo>
                  <a:pt x="121" y="205"/>
                </a:lnTo>
                <a:lnTo>
                  <a:pt x="122" y="205"/>
                </a:lnTo>
                <a:lnTo>
                  <a:pt x="123" y="206"/>
                </a:lnTo>
                <a:lnTo>
                  <a:pt x="122" y="206"/>
                </a:lnTo>
                <a:lnTo>
                  <a:pt x="122" y="207"/>
                </a:lnTo>
                <a:lnTo>
                  <a:pt x="123" y="207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5" y="212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7" y="212"/>
                </a:lnTo>
                <a:lnTo>
                  <a:pt x="127" y="213"/>
                </a:lnTo>
                <a:lnTo>
                  <a:pt x="128" y="213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8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8"/>
                </a:lnTo>
                <a:lnTo>
                  <a:pt x="130" y="219"/>
                </a:lnTo>
                <a:lnTo>
                  <a:pt x="130" y="220"/>
                </a:lnTo>
                <a:lnTo>
                  <a:pt x="130" y="221"/>
                </a:lnTo>
                <a:lnTo>
                  <a:pt x="129" y="221"/>
                </a:lnTo>
                <a:lnTo>
                  <a:pt x="130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40" y="221"/>
                </a:lnTo>
                <a:lnTo>
                  <a:pt x="140" y="220"/>
                </a:lnTo>
                <a:lnTo>
                  <a:pt x="141" y="221"/>
                </a:lnTo>
                <a:lnTo>
                  <a:pt x="142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3"/>
                </a:lnTo>
                <a:lnTo>
                  <a:pt x="148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1"/>
                </a:lnTo>
                <a:lnTo>
                  <a:pt x="151" y="220"/>
                </a:lnTo>
                <a:lnTo>
                  <a:pt x="151" y="219"/>
                </a:lnTo>
                <a:lnTo>
                  <a:pt x="150" y="219"/>
                </a:lnTo>
                <a:lnTo>
                  <a:pt x="151" y="218"/>
                </a:lnTo>
                <a:lnTo>
                  <a:pt x="151" y="217"/>
                </a:lnTo>
                <a:lnTo>
                  <a:pt x="152" y="217"/>
                </a:lnTo>
                <a:lnTo>
                  <a:pt x="153" y="216"/>
                </a:lnTo>
                <a:lnTo>
                  <a:pt x="153" y="217"/>
                </a:lnTo>
                <a:lnTo>
                  <a:pt x="154" y="218"/>
                </a:lnTo>
                <a:lnTo>
                  <a:pt x="154" y="219"/>
                </a:lnTo>
                <a:lnTo>
                  <a:pt x="155" y="220"/>
                </a:lnTo>
                <a:lnTo>
                  <a:pt x="156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1" y="220"/>
                </a:lnTo>
                <a:lnTo>
                  <a:pt x="162" y="219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5"/>
                </a:lnTo>
                <a:lnTo>
                  <a:pt x="163" y="216"/>
                </a:lnTo>
                <a:lnTo>
                  <a:pt x="164" y="215"/>
                </a:lnTo>
                <a:lnTo>
                  <a:pt x="164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8" y="210"/>
                </a:lnTo>
                <a:lnTo>
                  <a:pt x="169" y="209"/>
                </a:lnTo>
                <a:lnTo>
                  <a:pt x="171" y="207"/>
                </a:lnTo>
                <a:lnTo>
                  <a:pt x="172" y="207"/>
                </a:lnTo>
                <a:lnTo>
                  <a:pt x="172" y="206"/>
                </a:lnTo>
                <a:lnTo>
                  <a:pt x="173" y="205"/>
                </a:lnTo>
                <a:lnTo>
                  <a:pt x="174" y="203"/>
                </a:lnTo>
                <a:lnTo>
                  <a:pt x="175" y="203"/>
                </a:lnTo>
                <a:lnTo>
                  <a:pt x="175" y="202"/>
                </a:lnTo>
                <a:lnTo>
                  <a:pt x="176" y="201"/>
                </a:lnTo>
                <a:lnTo>
                  <a:pt x="177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80" y="193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6" y="182"/>
                </a:lnTo>
                <a:lnTo>
                  <a:pt x="185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1"/>
                </a:lnTo>
                <a:lnTo>
                  <a:pt x="194" y="170"/>
                </a:lnTo>
                <a:lnTo>
                  <a:pt x="193" y="170"/>
                </a:lnTo>
                <a:lnTo>
                  <a:pt x="193" y="169"/>
                </a:lnTo>
                <a:lnTo>
                  <a:pt x="194" y="168"/>
                </a:lnTo>
                <a:lnTo>
                  <a:pt x="196" y="167"/>
                </a:lnTo>
                <a:lnTo>
                  <a:pt x="196" y="166"/>
                </a:lnTo>
                <a:lnTo>
                  <a:pt x="196" y="165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9"/>
                </a:lnTo>
                <a:lnTo>
                  <a:pt x="199" y="157"/>
                </a:lnTo>
                <a:lnTo>
                  <a:pt x="198" y="157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5" y="152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9" y="141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4" y="139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1" y="142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1" y="132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0" y="125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5" y="121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4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3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2"/>
                </a:lnTo>
                <a:lnTo>
                  <a:pt x="270" y="71"/>
                </a:lnTo>
                <a:lnTo>
                  <a:pt x="271" y="71"/>
                </a:lnTo>
                <a:lnTo>
                  <a:pt x="271" y="72"/>
                </a:lnTo>
                <a:lnTo>
                  <a:pt x="271" y="71"/>
                </a:lnTo>
                <a:lnTo>
                  <a:pt x="272" y="71"/>
                </a:lnTo>
                <a:lnTo>
                  <a:pt x="273" y="72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8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5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4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3" y="22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2"/>
                </a:lnTo>
                <a:lnTo>
                  <a:pt x="278" y="22"/>
                </a:lnTo>
                <a:lnTo>
                  <a:pt x="277" y="21"/>
                </a:lnTo>
                <a:lnTo>
                  <a:pt x="276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3" y="2"/>
                </a:lnTo>
                <a:close/>
              </a:path>
            </a:pathLst>
          </a:custGeom>
          <a:solidFill>
            <a:srgbClr val="C2DE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154764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3"/>
                </a:lnTo>
                <a:lnTo>
                  <a:pt x="518" y="14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8"/>
                </a:lnTo>
                <a:lnTo>
                  <a:pt x="522" y="19"/>
                </a:lnTo>
                <a:lnTo>
                  <a:pt x="521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6" y="52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7" y="102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29" y="108"/>
                </a:lnTo>
                <a:lnTo>
                  <a:pt x="629" y="109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29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0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3" y="161"/>
                </a:lnTo>
                <a:lnTo>
                  <a:pt x="644" y="161"/>
                </a:lnTo>
                <a:lnTo>
                  <a:pt x="644" y="160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8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2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7" y="173"/>
                </a:lnTo>
                <a:lnTo>
                  <a:pt x="688" y="173"/>
                </a:lnTo>
                <a:lnTo>
                  <a:pt x="689" y="173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2" y="171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5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7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4" y="165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7" y="183"/>
                </a:lnTo>
                <a:lnTo>
                  <a:pt x="877" y="184"/>
                </a:lnTo>
                <a:lnTo>
                  <a:pt x="877" y="183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4" y="194"/>
                </a:lnTo>
                <a:lnTo>
                  <a:pt x="895" y="194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4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7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1" y="399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5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5" y="426"/>
                </a:lnTo>
                <a:lnTo>
                  <a:pt x="884" y="427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3" y="432"/>
                </a:lnTo>
                <a:lnTo>
                  <a:pt x="843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1" y="411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1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1" y="401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4" y="397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3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4" y="438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8"/>
                </a:lnTo>
                <a:lnTo>
                  <a:pt x="754" y="459"/>
                </a:lnTo>
                <a:lnTo>
                  <a:pt x="753" y="458"/>
                </a:lnTo>
                <a:lnTo>
                  <a:pt x="752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1" y="469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7" y="474"/>
                </a:lnTo>
                <a:lnTo>
                  <a:pt x="727" y="475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19" y="483"/>
                </a:lnTo>
                <a:lnTo>
                  <a:pt x="720" y="483"/>
                </a:lnTo>
                <a:lnTo>
                  <a:pt x="719" y="482"/>
                </a:lnTo>
                <a:lnTo>
                  <a:pt x="718" y="483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19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0" y="518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59" y="546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1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7" y="602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4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2" y="658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1"/>
                </a:lnTo>
                <a:lnTo>
                  <a:pt x="650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6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8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5" y="681"/>
                </a:lnTo>
                <a:lnTo>
                  <a:pt x="316" y="681"/>
                </a:lnTo>
                <a:lnTo>
                  <a:pt x="316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69"/>
                </a:lnTo>
                <a:lnTo>
                  <a:pt x="306" y="668"/>
                </a:lnTo>
                <a:lnTo>
                  <a:pt x="305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8" y="655"/>
                </a:lnTo>
                <a:lnTo>
                  <a:pt x="297" y="655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3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3" y="671"/>
                </a:lnTo>
                <a:lnTo>
                  <a:pt x="272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0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2" y="660"/>
                </a:lnTo>
                <a:lnTo>
                  <a:pt x="261" y="660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7" y="653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8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7" y="641"/>
                </a:lnTo>
                <a:lnTo>
                  <a:pt x="246" y="641"/>
                </a:lnTo>
                <a:lnTo>
                  <a:pt x="246" y="639"/>
                </a:lnTo>
                <a:lnTo>
                  <a:pt x="246" y="638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3" y="633"/>
                </a:lnTo>
                <a:lnTo>
                  <a:pt x="242" y="632"/>
                </a:lnTo>
                <a:lnTo>
                  <a:pt x="242" y="630"/>
                </a:lnTo>
                <a:lnTo>
                  <a:pt x="243" y="628"/>
                </a:lnTo>
                <a:lnTo>
                  <a:pt x="244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5" y="619"/>
                </a:lnTo>
                <a:lnTo>
                  <a:pt x="254" y="619"/>
                </a:lnTo>
                <a:lnTo>
                  <a:pt x="254" y="618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6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0"/>
                </a:lnTo>
                <a:lnTo>
                  <a:pt x="249" y="610"/>
                </a:lnTo>
                <a:lnTo>
                  <a:pt x="248" y="609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0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5" y="595"/>
                </a:lnTo>
                <a:lnTo>
                  <a:pt x="184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4"/>
                </a:lnTo>
                <a:lnTo>
                  <a:pt x="164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2" y="577"/>
                </a:lnTo>
                <a:lnTo>
                  <a:pt x="161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7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5" y="159"/>
                </a:lnTo>
                <a:lnTo>
                  <a:pt x="4" y="159"/>
                </a:lnTo>
                <a:lnTo>
                  <a:pt x="4" y="158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9" y="101"/>
                </a:lnTo>
                <a:lnTo>
                  <a:pt x="29" y="100"/>
                </a:lnTo>
                <a:lnTo>
                  <a:pt x="29" y="101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8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7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0"/>
                </a:lnTo>
                <a:lnTo>
                  <a:pt x="138" y="121"/>
                </a:lnTo>
                <a:lnTo>
                  <a:pt x="139" y="121"/>
                </a:lnTo>
                <a:lnTo>
                  <a:pt x="139" y="122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0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0"/>
                </a:lnTo>
                <a:lnTo>
                  <a:pt x="160" y="131"/>
                </a:lnTo>
                <a:lnTo>
                  <a:pt x="161" y="130"/>
                </a:lnTo>
                <a:lnTo>
                  <a:pt x="162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4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8" y="142"/>
                </a:lnTo>
                <a:lnTo>
                  <a:pt x="239" y="141"/>
                </a:lnTo>
                <a:lnTo>
                  <a:pt x="240" y="142"/>
                </a:lnTo>
                <a:lnTo>
                  <a:pt x="240" y="141"/>
                </a:lnTo>
                <a:lnTo>
                  <a:pt x="241" y="142"/>
                </a:lnTo>
                <a:lnTo>
                  <a:pt x="242" y="142"/>
                </a:lnTo>
                <a:lnTo>
                  <a:pt x="242" y="143"/>
                </a:lnTo>
                <a:lnTo>
                  <a:pt x="242" y="142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7" y="147"/>
                </a:lnTo>
                <a:lnTo>
                  <a:pt x="247" y="148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4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2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3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0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7" y="163"/>
                </a:lnTo>
                <a:lnTo>
                  <a:pt x="278" y="163"/>
                </a:lnTo>
                <a:lnTo>
                  <a:pt x="279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8" y="177"/>
                </a:lnTo>
                <a:lnTo>
                  <a:pt x="289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81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6" y="182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299" y="175"/>
                </a:lnTo>
                <a:lnTo>
                  <a:pt x="300" y="175"/>
                </a:lnTo>
                <a:lnTo>
                  <a:pt x="300" y="174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68"/>
                </a:lnTo>
                <a:lnTo>
                  <a:pt x="304" y="169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9" y="170"/>
                </a:lnTo>
                <a:lnTo>
                  <a:pt x="309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3" y="171"/>
                </a:lnTo>
                <a:lnTo>
                  <a:pt x="314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8" y="108"/>
                </a:lnTo>
                <a:lnTo>
                  <a:pt x="349" y="108"/>
                </a:lnTo>
                <a:lnTo>
                  <a:pt x="348" y="108"/>
                </a:lnTo>
                <a:lnTo>
                  <a:pt x="348" y="109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5" y="119"/>
                </a:lnTo>
                <a:lnTo>
                  <a:pt x="366" y="118"/>
                </a:lnTo>
                <a:lnTo>
                  <a:pt x="365" y="118"/>
                </a:lnTo>
                <a:lnTo>
                  <a:pt x="365" y="117"/>
                </a:lnTo>
                <a:lnTo>
                  <a:pt x="366" y="116"/>
                </a:lnTo>
                <a:lnTo>
                  <a:pt x="365" y="116"/>
                </a:lnTo>
                <a:lnTo>
                  <a:pt x="365" y="115"/>
                </a:lnTo>
                <a:lnTo>
                  <a:pt x="365" y="114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90" y="121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1"/>
                </a:lnTo>
                <a:lnTo>
                  <a:pt x="396" y="110"/>
                </a:lnTo>
                <a:lnTo>
                  <a:pt x="395" y="110"/>
                </a:lnTo>
                <a:lnTo>
                  <a:pt x="396" y="109"/>
                </a:lnTo>
                <a:lnTo>
                  <a:pt x="397" y="108"/>
                </a:lnTo>
                <a:lnTo>
                  <a:pt x="396" y="107"/>
                </a:lnTo>
                <a:lnTo>
                  <a:pt x="396" y="106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09" y="97"/>
                </a:lnTo>
                <a:lnTo>
                  <a:pt x="409" y="98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3" y="107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5" y="116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5" y="124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5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39" y="111"/>
                </a:lnTo>
                <a:lnTo>
                  <a:pt x="440" y="110"/>
                </a:lnTo>
                <a:lnTo>
                  <a:pt x="439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8" y="103"/>
                </a:lnTo>
                <a:lnTo>
                  <a:pt x="439" y="103"/>
                </a:lnTo>
                <a:lnTo>
                  <a:pt x="438" y="102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48" y="56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4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175032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79" y="12"/>
                </a:lnTo>
                <a:lnTo>
                  <a:pt x="379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80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5"/>
                </a:lnTo>
                <a:lnTo>
                  <a:pt x="450" y="86"/>
                </a:lnTo>
                <a:lnTo>
                  <a:pt x="449" y="86"/>
                </a:lnTo>
                <a:lnTo>
                  <a:pt x="449" y="87"/>
                </a:lnTo>
                <a:lnTo>
                  <a:pt x="450" y="87"/>
                </a:lnTo>
                <a:lnTo>
                  <a:pt x="450" y="89"/>
                </a:lnTo>
                <a:lnTo>
                  <a:pt x="450" y="90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1"/>
                </a:lnTo>
                <a:lnTo>
                  <a:pt x="457" y="92"/>
                </a:lnTo>
                <a:lnTo>
                  <a:pt x="458" y="92"/>
                </a:lnTo>
                <a:lnTo>
                  <a:pt x="458" y="91"/>
                </a:lnTo>
                <a:lnTo>
                  <a:pt x="459" y="90"/>
                </a:lnTo>
                <a:lnTo>
                  <a:pt x="458" y="90"/>
                </a:lnTo>
                <a:lnTo>
                  <a:pt x="457" y="90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5"/>
                </a:lnTo>
                <a:lnTo>
                  <a:pt x="460" y="84"/>
                </a:lnTo>
                <a:lnTo>
                  <a:pt x="460" y="83"/>
                </a:lnTo>
                <a:lnTo>
                  <a:pt x="459" y="82"/>
                </a:lnTo>
                <a:lnTo>
                  <a:pt x="458" y="82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80"/>
                </a:lnTo>
                <a:lnTo>
                  <a:pt x="466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8" y="91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5"/>
                </a:lnTo>
                <a:lnTo>
                  <a:pt x="464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2"/>
                </a:lnTo>
                <a:lnTo>
                  <a:pt x="465" y="103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6" y="106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70" y="103"/>
                </a:lnTo>
                <a:lnTo>
                  <a:pt x="470" y="102"/>
                </a:lnTo>
                <a:lnTo>
                  <a:pt x="470" y="101"/>
                </a:lnTo>
                <a:lnTo>
                  <a:pt x="471" y="101"/>
                </a:lnTo>
                <a:lnTo>
                  <a:pt x="472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8" y="104"/>
                </a:lnTo>
                <a:lnTo>
                  <a:pt x="478" y="103"/>
                </a:lnTo>
                <a:lnTo>
                  <a:pt x="479" y="104"/>
                </a:lnTo>
                <a:lnTo>
                  <a:pt x="480" y="104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2" y="104"/>
                </a:lnTo>
                <a:lnTo>
                  <a:pt x="482" y="105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9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90" y="104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7"/>
                </a:lnTo>
                <a:lnTo>
                  <a:pt x="496" y="106"/>
                </a:lnTo>
                <a:lnTo>
                  <a:pt x="497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7" y="98"/>
                </a:lnTo>
                <a:lnTo>
                  <a:pt x="498" y="98"/>
                </a:lnTo>
                <a:lnTo>
                  <a:pt x="498" y="97"/>
                </a:lnTo>
                <a:lnTo>
                  <a:pt x="498" y="96"/>
                </a:lnTo>
                <a:lnTo>
                  <a:pt x="499" y="95"/>
                </a:lnTo>
                <a:lnTo>
                  <a:pt x="499" y="94"/>
                </a:lnTo>
                <a:lnTo>
                  <a:pt x="500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1" y="88"/>
                </a:lnTo>
                <a:lnTo>
                  <a:pt x="501" y="87"/>
                </a:lnTo>
                <a:lnTo>
                  <a:pt x="502" y="86"/>
                </a:lnTo>
                <a:lnTo>
                  <a:pt x="501" y="86"/>
                </a:lnTo>
                <a:lnTo>
                  <a:pt x="501" y="85"/>
                </a:lnTo>
                <a:lnTo>
                  <a:pt x="502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3" y="83"/>
                </a:lnTo>
                <a:lnTo>
                  <a:pt x="503" y="82"/>
                </a:lnTo>
                <a:lnTo>
                  <a:pt x="504" y="82"/>
                </a:lnTo>
                <a:lnTo>
                  <a:pt x="504" y="81"/>
                </a:lnTo>
                <a:lnTo>
                  <a:pt x="504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7"/>
                </a:lnTo>
                <a:lnTo>
                  <a:pt x="514" y="88"/>
                </a:lnTo>
                <a:lnTo>
                  <a:pt x="513" y="89"/>
                </a:lnTo>
                <a:lnTo>
                  <a:pt x="513" y="90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4" y="95"/>
                </a:lnTo>
                <a:lnTo>
                  <a:pt x="513" y="95"/>
                </a:lnTo>
                <a:lnTo>
                  <a:pt x="514" y="95"/>
                </a:lnTo>
                <a:lnTo>
                  <a:pt x="515" y="96"/>
                </a:lnTo>
                <a:lnTo>
                  <a:pt x="515" y="97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6"/>
                </a:lnTo>
                <a:lnTo>
                  <a:pt x="520" y="97"/>
                </a:lnTo>
                <a:lnTo>
                  <a:pt x="520" y="98"/>
                </a:lnTo>
                <a:lnTo>
                  <a:pt x="519" y="98"/>
                </a:lnTo>
                <a:lnTo>
                  <a:pt x="519" y="99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3" y="98"/>
                </a:lnTo>
                <a:lnTo>
                  <a:pt x="524" y="98"/>
                </a:lnTo>
                <a:lnTo>
                  <a:pt x="523" y="98"/>
                </a:lnTo>
                <a:lnTo>
                  <a:pt x="522" y="99"/>
                </a:lnTo>
                <a:lnTo>
                  <a:pt x="521" y="100"/>
                </a:lnTo>
                <a:lnTo>
                  <a:pt x="521" y="101"/>
                </a:lnTo>
                <a:lnTo>
                  <a:pt x="520" y="102"/>
                </a:lnTo>
                <a:lnTo>
                  <a:pt x="520" y="103"/>
                </a:lnTo>
                <a:lnTo>
                  <a:pt x="519" y="104"/>
                </a:lnTo>
                <a:lnTo>
                  <a:pt x="519" y="105"/>
                </a:lnTo>
                <a:lnTo>
                  <a:pt x="518" y="106"/>
                </a:lnTo>
                <a:lnTo>
                  <a:pt x="518" y="107"/>
                </a:lnTo>
                <a:lnTo>
                  <a:pt x="519" y="108"/>
                </a:lnTo>
                <a:lnTo>
                  <a:pt x="519" y="109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6" y="116"/>
                </a:lnTo>
                <a:lnTo>
                  <a:pt x="516" y="117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5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7" y="122"/>
                </a:lnTo>
                <a:lnTo>
                  <a:pt x="517" y="121"/>
                </a:lnTo>
                <a:lnTo>
                  <a:pt x="517" y="120"/>
                </a:lnTo>
                <a:lnTo>
                  <a:pt x="518" y="120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2" y="122"/>
                </a:lnTo>
                <a:lnTo>
                  <a:pt x="522" y="123"/>
                </a:lnTo>
                <a:lnTo>
                  <a:pt x="521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7" y="127"/>
                </a:lnTo>
                <a:lnTo>
                  <a:pt x="517" y="128"/>
                </a:lnTo>
                <a:lnTo>
                  <a:pt x="517" y="129"/>
                </a:lnTo>
                <a:lnTo>
                  <a:pt x="516" y="129"/>
                </a:lnTo>
                <a:lnTo>
                  <a:pt x="515" y="129"/>
                </a:lnTo>
                <a:lnTo>
                  <a:pt x="515" y="130"/>
                </a:lnTo>
                <a:lnTo>
                  <a:pt x="515" y="132"/>
                </a:lnTo>
                <a:lnTo>
                  <a:pt x="516" y="132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8" y="141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5"/>
                </a:lnTo>
                <a:lnTo>
                  <a:pt x="518" y="146"/>
                </a:lnTo>
                <a:lnTo>
                  <a:pt x="518" y="147"/>
                </a:lnTo>
                <a:lnTo>
                  <a:pt x="517" y="148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2" y="153"/>
                </a:lnTo>
                <a:lnTo>
                  <a:pt x="521" y="153"/>
                </a:lnTo>
                <a:lnTo>
                  <a:pt x="521" y="154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7"/>
                </a:lnTo>
                <a:lnTo>
                  <a:pt x="530" y="158"/>
                </a:lnTo>
                <a:lnTo>
                  <a:pt x="530" y="159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9" y="167"/>
                </a:lnTo>
                <a:lnTo>
                  <a:pt x="528" y="168"/>
                </a:lnTo>
                <a:lnTo>
                  <a:pt x="529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7" y="172"/>
                </a:lnTo>
                <a:lnTo>
                  <a:pt x="526" y="172"/>
                </a:lnTo>
                <a:lnTo>
                  <a:pt x="525" y="171"/>
                </a:lnTo>
                <a:lnTo>
                  <a:pt x="524" y="172"/>
                </a:lnTo>
                <a:lnTo>
                  <a:pt x="523" y="173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6" y="179"/>
                </a:lnTo>
                <a:lnTo>
                  <a:pt x="515" y="179"/>
                </a:lnTo>
                <a:lnTo>
                  <a:pt x="514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1" y="185"/>
                </a:lnTo>
                <a:lnTo>
                  <a:pt x="510" y="185"/>
                </a:lnTo>
                <a:lnTo>
                  <a:pt x="510" y="184"/>
                </a:lnTo>
                <a:lnTo>
                  <a:pt x="508" y="184"/>
                </a:lnTo>
                <a:lnTo>
                  <a:pt x="507" y="182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6" y="183"/>
                </a:lnTo>
                <a:lnTo>
                  <a:pt x="505" y="184"/>
                </a:lnTo>
                <a:lnTo>
                  <a:pt x="504" y="184"/>
                </a:lnTo>
                <a:lnTo>
                  <a:pt x="503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499" y="185"/>
                </a:lnTo>
                <a:lnTo>
                  <a:pt x="500" y="184"/>
                </a:lnTo>
                <a:lnTo>
                  <a:pt x="500" y="185"/>
                </a:lnTo>
                <a:lnTo>
                  <a:pt x="501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9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7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3" y="194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3" y="197"/>
                </a:lnTo>
                <a:lnTo>
                  <a:pt x="492" y="198"/>
                </a:lnTo>
                <a:lnTo>
                  <a:pt x="492" y="199"/>
                </a:lnTo>
                <a:lnTo>
                  <a:pt x="492" y="200"/>
                </a:lnTo>
                <a:lnTo>
                  <a:pt x="491" y="200"/>
                </a:lnTo>
                <a:lnTo>
                  <a:pt x="491" y="199"/>
                </a:lnTo>
                <a:lnTo>
                  <a:pt x="490" y="199"/>
                </a:lnTo>
                <a:lnTo>
                  <a:pt x="488" y="200"/>
                </a:lnTo>
                <a:lnTo>
                  <a:pt x="487" y="201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5" y="204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5"/>
                </a:lnTo>
                <a:lnTo>
                  <a:pt x="478" y="216"/>
                </a:lnTo>
                <a:lnTo>
                  <a:pt x="477" y="217"/>
                </a:lnTo>
                <a:lnTo>
                  <a:pt x="476" y="216"/>
                </a:lnTo>
                <a:lnTo>
                  <a:pt x="475" y="216"/>
                </a:lnTo>
                <a:lnTo>
                  <a:pt x="475" y="217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1" y="219"/>
                </a:lnTo>
                <a:lnTo>
                  <a:pt x="471" y="218"/>
                </a:lnTo>
                <a:lnTo>
                  <a:pt x="469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4" y="222"/>
                </a:lnTo>
                <a:lnTo>
                  <a:pt x="474" y="223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7" y="226"/>
                </a:lnTo>
                <a:lnTo>
                  <a:pt x="477" y="227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8" y="227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0" y="227"/>
                </a:lnTo>
                <a:lnTo>
                  <a:pt x="481" y="227"/>
                </a:lnTo>
                <a:lnTo>
                  <a:pt x="483" y="226"/>
                </a:lnTo>
                <a:lnTo>
                  <a:pt x="484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3"/>
                </a:lnTo>
                <a:lnTo>
                  <a:pt x="485" y="222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9" y="220"/>
                </a:lnTo>
                <a:lnTo>
                  <a:pt x="489" y="219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8"/>
                </a:lnTo>
                <a:lnTo>
                  <a:pt x="493" y="217"/>
                </a:lnTo>
                <a:lnTo>
                  <a:pt x="495" y="216"/>
                </a:lnTo>
                <a:lnTo>
                  <a:pt x="496" y="216"/>
                </a:lnTo>
                <a:lnTo>
                  <a:pt x="498" y="215"/>
                </a:lnTo>
                <a:lnTo>
                  <a:pt x="499" y="215"/>
                </a:lnTo>
                <a:lnTo>
                  <a:pt x="500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9"/>
                </a:lnTo>
                <a:lnTo>
                  <a:pt x="497" y="220"/>
                </a:lnTo>
                <a:lnTo>
                  <a:pt x="497" y="221"/>
                </a:lnTo>
                <a:lnTo>
                  <a:pt x="499" y="221"/>
                </a:lnTo>
                <a:lnTo>
                  <a:pt x="500" y="221"/>
                </a:lnTo>
                <a:lnTo>
                  <a:pt x="499" y="221"/>
                </a:lnTo>
                <a:lnTo>
                  <a:pt x="502" y="221"/>
                </a:lnTo>
                <a:lnTo>
                  <a:pt x="503" y="221"/>
                </a:lnTo>
                <a:lnTo>
                  <a:pt x="503" y="220"/>
                </a:lnTo>
                <a:lnTo>
                  <a:pt x="504" y="219"/>
                </a:lnTo>
                <a:lnTo>
                  <a:pt x="504" y="220"/>
                </a:lnTo>
                <a:lnTo>
                  <a:pt x="505" y="220"/>
                </a:lnTo>
                <a:lnTo>
                  <a:pt x="505" y="219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6"/>
                </a:lnTo>
                <a:lnTo>
                  <a:pt x="508" y="215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1" y="213"/>
                </a:lnTo>
                <a:lnTo>
                  <a:pt x="510" y="214"/>
                </a:lnTo>
                <a:lnTo>
                  <a:pt x="511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8" y="213"/>
                </a:lnTo>
                <a:lnTo>
                  <a:pt x="520" y="212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3" y="220"/>
                </a:lnTo>
                <a:lnTo>
                  <a:pt x="535" y="221"/>
                </a:lnTo>
                <a:lnTo>
                  <a:pt x="534" y="222"/>
                </a:lnTo>
                <a:lnTo>
                  <a:pt x="534" y="223"/>
                </a:lnTo>
                <a:lnTo>
                  <a:pt x="535" y="225"/>
                </a:lnTo>
                <a:lnTo>
                  <a:pt x="535" y="226"/>
                </a:lnTo>
                <a:lnTo>
                  <a:pt x="536" y="227"/>
                </a:lnTo>
                <a:lnTo>
                  <a:pt x="537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2" y="237"/>
                </a:lnTo>
                <a:lnTo>
                  <a:pt x="530" y="238"/>
                </a:lnTo>
                <a:lnTo>
                  <a:pt x="529" y="238"/>
                </a:lnTo>
                <a:lnTo>
                  <a:pt x="528" y="239"/>
                </a:lnTo>
                <a:lnTo>
                  <a:pt x="527" y="239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2"/>
                </a:lnTo>
                <a:lnTo>
                  <a:pt x="529" y="241"/>
                </a:lnTo>
                <a:lnTo>
                  <a:pt x="530" y="240"/>
                </a:lnTo>
                <a:lnTo>
                  <a:pt x="530" y="239"/>
                </a:lnTo>
                <a:lnTo>
                  <a:pt x="531" y="238"/>
                </a:lnTo>
                <a:lnTo>
                  <a:pt x="532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3" y="248"/>
                </a:lnTo>
                <a:lnTo>
                  <a:pt x="534" y="249"/>
                </a:lnTo>
                <a:lnTo>
                  <a:pt x="535" y="250"/>
                </a:lnTo>
                <a:lnTo>
                  <a:pt x="535" y="251"/>
                </a:lnTo>
                <a:lnTo>
                  <a:pt x="534" y="251"/>
                </a:lnTo>
                <a:lnTo>
                  <a:pt x="534" y="253"/>
                </a:lnTo>
                <a:lnTo>
                  <a:pt x="535" y="253"/>
                </a:lnTo>
                <a:lnTo>
                  <a:pt x="535" y="254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2" y="253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9" y="252"/>
                </a:lnTo>
                <a:lnTo>
                  <a:pt x="527" y="253"/>
                </a:lnTo>
                <a:lnTo>
                  <a:pt x="527" y="254"/>
                </a:lnTo>
                <a:lnTo>
                  <a:pt x="526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5" y="257"/>
                </a:lnTo>
                <a:lnTo>
                  <a:pt x="524" y="257"/>
                </a:lnTo>
                <a:lnTo>
                  <a:pt x="524" y="256"/>
                </a:lnTo>
                <a:lnTo>
                  <a:pt x="522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9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1"/>
                </a:lnTo>
                <a:lnTo>
                  <a:pt x="515" y="262"/>
                </a:lnTo>
                <a:lnTo>
                  <a:pt x="515" y="263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5"/>
                </a:lnTo>
                <a:lnTo>
                  <a:pt x="522" y="266"/>
                </a:lnTo>
                <a:lnTo>
                  <a:pt x="522" y="267"/>
                </a:lnTo>
                <a:lnTo>
                  <a:pt x="522" y="268"/>
                </a:lnTo>
                <a:lnTo>
                  <a:pt x="523" y="269"/>
                </a:lnTo>
                <a:lnTo>
                  <a:pt x="523" y="270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4" y="272"/>
                </a:lnTo>
                <a:lnTo>
                  <a:pt x="524" y="273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5" y="276"/>
                </a:lnTo>
                <a:lnTo>
                  <a:pt x="524" y="276"/>
                </a:lnTo>
                <a:lnTo>
                  <a:pt x="523" y="276"/>
                </a:lnTo>
                <a:lnTo>
                  <a:pt x="523" y="277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2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7" y="288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6" y="291"/>
                </a:lnTo>
                <a:lnTo>
                  <a:pt x="515" y="291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7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3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4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6"/>
                </a:lnTo>
                <a:lnTo>
                  <a:pt x="532" y="315"/>
                </a:lnTo>
                <a:lnTo>
                  <a:pt x="533" y="316"/>
                </a:lnTo>
                <a:lnTo>
                  <a:pt x="533" y="317"/>
                </a:lnTo>
                <a:lnTo>
                  <a:pt x="534" y="317"/>
                </a:lnTo>
                <a:lnTo>
                  <a:pt x="534" y="319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5" y="334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7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4" y="360"/>
                </a:lnTo>
                <a:lnTo>
                  <a:pt x="513" y="360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2" y="355"/>
                </a:lnTo>
                <a:lnTo>
                  <a:pt x="502" y="356"/>
                </a:lnTo>
                <a:lnTo>
                  <a:pt x="502" y="357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7" y="353"/>
                </a:lnTo>
                <a:lnTo>
                  <a:pt x="487" y="354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6" y="355"/>
                </a:lnTo>
                <a:lnTo>
                  <a:pt x="486" y="356"/>
                </a:lnTo>
                <a:lnTo>
                  <a:pt x="486" y="357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8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8" y="359"/>
                </a:lnTo>
                <a:lnTo>
                  <a:pt x="488" y="358"/>
                </a:lnTo>
                <a:lnTo>
                  <a:pt x="487" y="358"/>
                </a:lnTo>
                <a:lnTo>
                  <a:pt x="488" y="357"/>
                </a:lnTo>
                <a:lnTo>
                  <a:pt x="490" y="358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1"/>
                </a:lnTo>
                <a:lnTo>
                  <a:pt x="492" y="372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7"/>
                </a:lnTo>
                <a:lnTo>
                  <a:pt x="465" y="368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80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7"/>
                </a:lnTo>
                <a:lnTo>
                  <a:pt x="451" y="388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4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0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7" y="393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6" y="358"/>
                </a:lnTo>
                <a:lnTo>
                  <a:pt x="66" y="357"/>
                </a:lnTo>
                <a:lnTo>
                  <a:pt x="65" y="356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9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4"/>
                </a:lnTo>
                <a:lnTo>
                  <a:pt x="77" y="333"/>
                </a:lnTo>
                <a:lnTo>
                  <a:pt x="78" y="332"/>
                </a:lnTo>
                <a:lnTo>
                  <a:pt x="78" y="331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7"/>
                </a:lnTo>
                <a:lnTo>
                  <a:pt x="79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4"/>
                </a:lnTo>
                <a:lnTo>
                  <a:pt x="83" y="313"/>
                </a:lnTo>
                <a:lnTo>
                  <a:pt x="84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1" y="264"/>
                </a:lnTo>
                <a:lnTo>
                  <a:pt x="50" y="264"/>
                </a:lnTo>
                <a:lnTo>
                  <a:pt x="50" y="265"/>
                </a:lnTo>
                <a:lnTo>
                  <a:pt x="49" y="265"/>
                </a:lnTo>
                <a:lnTo>
                  <a:pt x="48" y="265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6" y="277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9"/>
                </a:lnTo>
                <a:lnTo>
                  <a:pt x="15" y="268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7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2" y="228"/>
                </a:lnTo>
                <a:lnTo>
                  <a:pt x="2" y="227"/>
                </a:lnTo>
                <a:lnTo>
                  <a:pt x="1" y="227"/>
                </a:lnTo>
                <a:lnTo>
                  <a:pt x="2" y="227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4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1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6" y="221"/>
                </a:lnTo>
                <a:lnTo>
                  <a:pt x="6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4" y="208"/>
                </a:lnTo>
                <a:lnTo>
                  <a:pt x="14" y="207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8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19" y="201"/>
                </a:lnTo>
                <a:lnTo>
                  <a:pt x="20" y="201"/>
                </a:lnTo>
                <a:lnTo>
                  <a:pt x="21" y="201"/>
                </a:lnTo>
                <a:lnTo>
                  <a:pt x="22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9"/>
                </a:lnTo>
                <a:lnTo>
                  <a:pt x="24" y="198"/>
                </a:lnTo>
                <a:lnTo>
                  <a:pt x="24" y="197"/>
                </a:lnTo>
                <a:lnTo>
                  <a:pt x="25" y="196"/>
                </a:lnTo>
                <a:lnTo>
                  <a:pt x="25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8" y="193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9" y="188"/>
                </a:lnTo>
                <a:lnTo>
                  <a:pt x="29" y="187"/>
                </a:lnTo>
                <a:lnTo>
                  <a:pt x="29" y="186"/>
                </a:lnTo>
                <a:lnTo>
                  <a:pt x="30" y="186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3" y="184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8" y="184"/>
                </a:lnTo>
                <a:lnTo>
                  <a:pt x="38" y="185"/>
                </a:lnTo>
                <a:lnTo>
                  <a:pt x="38" y="186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1"/>
                </a:lnTo>
                <a:lnTo>
                  <a:pt x="42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2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60" y="196"/>
                </a:lnTo>
                <a:lnTo>
                  <a:pt x="59" y="195"/>
                </a:lnTo>
                <a:lnTo>
                  <a:pt x="58" y="194"/>
                </a:lnTo>
                <a:lnTo>
                  <a:pt x="59" y="193"/>
                </a:lnTo>
                <a:lnTo>
                  <a:pt x="60" y="192"/>
                </a:lnTo>
                <a:lnTo>
                  <a:pt x="60" y="191"/>
                </a:lnTo>
                <a:lnTo>
                  <a:pt x="61" y="191"/>
                </a:lnTo>
                <a:lnTo>
                  <a:pt x="62" y="190"/>
                </a:lnTo>
                <a:lnTo>
                  <a:pt x="63" y="188"/>
                </a:lnTo>
                <a:lnTo>
                  <a:pt x="64" y="187"/>
                </a:lnTo>
                <a:lnTo>
                  <a:pt x="65" y="186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9" y="180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5" y="184"/>
                </a:lnTo>
                <a:lnTo>
                  <a:pt x="78" y="185"/>
                </a:lnTo>
                <a:lnTo>
                  <a:pt x="80" y="186"/>
                </a:lnTo>
                <a:lnTo>
                  <a:pt x="81" y="186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6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1" y="187"/>
                </a:lnTo>
                <a:lnTo>
                  <a:pt x="130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8" y="181"/>
                </a:lnTo>
                <a:lnTo>
                  <a:pt x="148" y="180"/>
                </a:lnTo>
                <a:lnTo>
                  <a:pt x="147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4" y="160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7" y="155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5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0" y="153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1" y="149"/>
                </a:lnTo>
                <a:lnTo>
                  <a:pt x="232" y="150"/>
                </a:lnTo>
                <a:lnTo>
                  <a:pt x="234" y="150"/>
                </a:lnTo>
                <a:lnTo>
                  <a:pt x="234" y="151"/>
                </a:lnTo>
                <a:lnTo>
                  <a:pt x="235" y="151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4"/>
                </a:lnTo>
                <a:lnTo>
                  <a:pt x="246" y="143"/>
                </a:lnTo>
                <a:lnTo>
                  <a:pt x="246" y="142"/>
                </a:lnTo>
                <a:lnTo>
                  <a:pt x="247" y="142"/>
                </a:lnTo>
                <a:lnTo>
                  <a:pt x="247" y="141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6" y="132"/>
                </a:lnTo>
                <a:lnTo>
                  <a:pt x="246" y="131"/>
                </a:lnTo>
                <a:lnTo>
                  <a:pt x="247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2" y="119"/>
                </a:lnTo>
                <a:lnTo>
                  <a:pt x="241" y="119"/>
                </a:lnTo>
                <a:lnTo>
                  <a:pt x="241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2" y="111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2" y="99"/>
                </a:lnTo>
                <a:lnTo>
                  <a:pt x="202" y="97"/>
                </a:lnTo>
                <a:lnTo>
                  <a:pt x="201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7" y="92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6" y="94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1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4" y="94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1"/>
                </a:lnTo>
                <a:lnTo>
                  <a:pt x="183" y="82"/>
                </a:lnTo>
                <a:lnTo>
                  <a:pt x="182" y="81"/>
                </a:lnTo>
                <a:lnTo>
                  <a:pt x="181" y="81"/>
                </a:lnTo>
                <a:lnTo>
                  <a:pt x="181" y="80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5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8"/>
                </a:lnTo>
                <a:lnTo>
                  <a:pt x="281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4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2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3F4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155340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3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5" y="55"/>
                </a:lnTo>
                <a:lnTo>
                  <a:pt x="146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7" y="61"/>
                </a:lnTo>
                <a:lnTo>
                  <a:pt x="148" y="61"/>
                </a:lnTo>
                <a:lnTo>
                  <a:pt x="148" y="62"/>
                </a:lnTo>
                <a:lnTo>
                  <a:pt x="149" y="62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4"/>
                </a:lnTo>
                <a:lnTo>
                  <a:pt x="169" y="73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4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19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8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5" y="149"/>
                </a:lnTo>
                <a:lnTo>
                  <a:pt x="256" y="149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3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3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39" y="239"/>
                </a:lnTo>
                <a:lnTo>
                  <a:pt x="340" y="239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2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8" y="248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7"/>
                </a:lnTo>
                <a:lnTo>
                  <a:pt x="351" y="257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1"/>
                </a:lnTo>
                <a:lnTo>
                  <a:pt x="358" y="252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6" y="263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1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4" y="280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1" y="282"/>
                </a:lnTo>
                <a:lnTo>
                  <a:pt x="361" y="283"/>
                </a:lnTo>
                <a:lnTo>
                  <a:pt x="362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7" y="299"/>
                </a:lnTo>
                <a:lnTo>
                  <a:pt x="367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2" y="306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2" y="323"/>
                </a:lnTo>
                <a:lnTo>
                  <a:pt x="393" y="321"/>
                </a:lnTo>
                <a:lnTo>
                  <a:pt x="394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2"/>
                </a:lnTo>
                <a:lnTo>
                  <a:pt x="400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6" y="322"/>
                </a:lnTo>
                <a:lnTo>
                  <a:pt x="407" y="322"/>
                </a:lnTo>
                <a:lnTo>
                  <a:pt x="409" y="323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3" y="323"/>
                </a:lnTo>
                <a:lnTo>
                  <a:pt x="413" y="322"/>
                </a:lnTo>
                <a:lnTo>
                  <a:pt x="414" y="322"/>
                </a:lnTo>
                <a:lnTo>
                  <a:pt x="414" y="321"/>
                </a:lnTo>
                <a:lnTo>
                  <a:pt x="415" y="322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6" y="308"/>
                </a:lnTo>
                <a:lnTo>
                  <a:pt x="427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6"/>
                </a:lnTo>
                <a:lnTo>
                  <a:pt x="434" y="305"/>
                </a:lnTo>
                <a:lnTo>
                  <a:pt x="435" y="305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1"/>
                </a:lnTo>
                <a:lnTo>
                  <a:pt x="438" y="300"/>
                </a:lnTo>
                <a:lnTo>
                  <a:pt x="439" y="300"/>
                </a:lnTo>
                <a:lnTo>
                  <a:pt x="441" y="300"/>
                </a:lnTo>
                <a:lnTo>
                  <a:pt x="442" y="300"/>
                </a:lnTo>
                <a:lnTo>
                  <a:pt x="443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6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0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300"/>
                </a:lnTo>
                <a:lnTo>
                  <a:pt x="475" y="300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9" y="298"/>
                </a:lnTo>
                <a:lnTo>
                  <a:pt x="480" y="297"/>
                </a:lnTo>
                <a:lnTo>
                  <a:pt x="481" y="296"/>
                </a:lnTo>
                <a:lnTo>
                  <a:pt x="481" y="295"/>
                </a:lnTo>
                <a:lnTo>
                  <a:pt x="482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6"/>
                </a:lnTo>
                <a:lnTo>
                  <a:pt x="485" y="296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8" y="296"/>
                </a:lnTo>
                <a:lnTo>
                  <a:pt x="488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3" y="285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4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5" y="265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50"/>
                </a:lnTo>
                <a:lnTo>
                  <a:pt x="491" y="249"/>
                </a:lnTo>
                <a:lnTo>
                  <a:pt x="492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4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5" y="218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1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8" y="171"/>
                </a:lnTo>
                <a:lnTo>
                  <a:pt x="519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6"/>
                </a:lnTo>
                <a:lnTo>
                  <a:pt x="519" y="165"/>
                </a:lnTo>
                <a:lnTo>
                  <a:pt x="518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7" y="145"/>
                </a:lnTo>
                <a:lnTo>
                  <a:pt x="538" y="144"/>
                </a:lnTo>
                <a:lnTo>
                  <a:pt x="538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39" y="132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2" y="129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2" y="128"/>
                </a:lnTo>
                <a:lnTo>
                  <a:pt x="541" y="128"/>
                </a:lnTo>
                <a:lnTo>
                  <a:pt x="540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3" y="116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6" y="111"/>
                </a:lnTo>
                <a:lnTo>
                  <a:pt x="537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0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4" y="98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8" y="65"/>
                </a:lnTo>
                <a:lnTo>
                  <a:pt x="569" y="65"/>
                </a:lnTo>
                <a:lnTo>
                  <a:pt x="569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69" y="57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4" y="61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5" y="59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2" y="59"/>
                </a:lnTo>
                <a:lnTo>
                  <a:pt x="603" y="59"/>
                </a:lnTo>
                <a:lnTo>
                  <a:pt x="603" y="60"/>
                </a:lnTo>
                <a:lnTo>
                  <a:pt x="604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6" y="58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9" y="63"/>
                </a:lnTo>
                <a:lnTo>
                  <a:pt x="618" y="63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7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90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2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8" y="92"/>
                </a:lnTo>
                <a:lnTo>
                  <a:pt x="618" y="94"/>
                </a:lnTo>
                <a:lnTo>
                  <a:pt x="619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1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3" y="109"/>
                </a:lnTo>
                <a:lnTo>
                  <a:pt x="623" y="110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8" y="118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8"/>
                </a:lnTo>
                <a:lnTo>
                  <a:pt x="644" y="137"/>
                </a:lnTo>
                <a:lnTo>
                  <a:pt x="645" y="136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4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6" y="116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8" y="117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2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4" y="124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2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5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9"/>
                </a:lnTo>
                <a:lnTo>
                  <a:pt x="701" y="160"/>
                </a:lnTo>
                <a:lnTo>
                  <a:pt x="701" y="161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7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3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4" y="180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89" y="187"/>
                </a:lnTo>
                <a:lnTo>
                  <a:pt x="688" y="186"/>
                </a:lnTo>
                <a:lnTo>
                  <a:pt x="687" y="187"/>
                </a:lnTo>
                <a:lnTo>
                  <a:pt x="687" y="186"/>
                </a:lnTo>
                <a:lnTo>
                  <a:pt x="686" y="185"/>
                </a:lnTo>
                <a:lnTo>
                  <a:pt x="684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7" y="188"/>
                </a:lnTo>
                <a:lnTo>
                  <a:pt x="677" y="187"/>
                </a:lnTo>
                <a:lnTo>
                  <a:pt x="676" y="187"/>
                </a:lnTo>
                <a:lnTo>
                  <a:pt x="674" y="189"/>
                </a:lnTo>
                <a:lnTo>
                  <a:pt x="673" y="190"/>
                </a:lnTo>
                <a:lnTo>
                  <a:pt x="672" y="191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5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3"/>
                </a:lnTo>
                <a:lnTo>
                  <a:pt x="650" y="193"/>
                </a:lnTo>
                <a:lnTo>
                  <a:pt x="649" y="194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7"/>
                </a:lnTo>
                <a:lnTo>
                  <a:pt x="638" y="197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9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0" y="183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5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0" y="199"/>
                </a:lnTo>
                <a:lnTo>
                  <a:pt x="600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7"/>
                </a:lnTo>
                <a:lnTo>
                  <a:pt x="595" y="196"/>
                </a:lnTo>
                <a:lnTo>
                  <a:pt x="595" y="195"/>
                </a:lnTo>
                <a:lnTo>
                  <a:pt x="594" y="194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4"/>
                </a:lnTo>
                <a:lnTo>
                  <a:pt x="578" y="183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199"/>
                </a:lnTo>
                <a:lnTo>
                  <a:pt x="569" y="200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0" y="219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8" y="222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2" y="225"/>
                </a:lnTo>
                <a:lnTo>
                  <a:pt x="553" y="224"/>
                </a:lnTo>
                <a:lnTo>
                  <a:pt x="554" y="223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6"/>
                </a:lnTo>
                <a:lnTo>
                  <a:pt x="559" y="227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3"/>
                </a:lnTo>
                <a:lnTo>
                  <a:pt x="559" y="243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8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8"/>
                </a:lnTo>
                <a:lnTo>
                  <a:pt x="562" y="269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2"/>
                </a:lnTo>
                <a:lnTo>
                  <a:pt x="564" y="272"/>
                </a:lnTo>
                <a:lnTo>
                  <a:pt x="565" y="272"/>
                </a:lnTo>
                <a:lnTo>
                  <a:pt x="566" y="273"/>
                </a:lnTo>
                <a:lnTo>
                  <a:pt x="566" y="274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7"/>
                </a:lnTo>
                <a:lnTo>
                  <a:pt x="574" y="277"/>
                </a:lnTo>
                <a:lnTo>
                  <a:pt x="574" y="278"/>
                </a:lnTo>
                <a:lnTo>
                  <a:pt x="575" y="278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2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5" y="265"/>
                </a:lnTo>
                <a:lnTo>
                  <a:pt x="596" y="265"/>
                </a:lnTo>
                <a:lnTo>
                  <a:pt x="597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1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20" y="258"/>
                </a:lnTo>
                <a:lnTo>
                  <a:pt x="620" y="257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1"/>
                </a:lnTo>
                <a:lnTo>
                  <a:pt x="623" y="262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5" y="270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3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1"/>
                </a:lnTo>
                <a:lnTo>
                  <a:pt x="631" y="312"/>
                </a:lnTo>
                <a:lnTo>
                  <a:pt x="631" y="313"/>
                </a:lnTo>
                <a:lnTo>
                  <a:pt x="630" y="313"/>
                </a:lnTo>
                <a:lnTo>
                  <a:pt x="630" y="314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1"/>
                </a:lnTo>
                <a:lnTo>
                  <a:pt x="625" y="332"/>
                </a:lnTo>
                <a:lnTo>
                  <a:pt x="624" y="333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3" y="378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2" y="392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1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1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39" y="426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5" y="448"/>
                </a:lnTo>
                <a:lnTo>
                  <a:pt x="635" y="449"/>
                </a:lnTo>
                <a:lnTo>
                  <a:pt x="634" y="449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89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8" y="489"/>
                </a:lnTo>
                <a:lnTo>
                  <a:pt x="659" y="489"/>
                </a:lnTo>
                <a:lnTo>
                  <a:pt x="660" y="490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5"/>
                </a:lnTo>
                <a:lnTo>
                  <a:pt x="688" y="506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4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7" y="528"/>
                </a:lnTo>
                <a:lnTo>
                  <a:pt x="698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4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6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9"/>
                </a:lnTo>
                <a:lnTo>
                  <a:pt x="540" y="678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4" y="683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9" y="711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7" y="750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2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7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1" y="798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80" y="809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8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4" y="821"/>
                </a:lnTo>
                <a:lnTo>
                  <a:pt x="373" y="821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7" y="823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6" y="821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6" y="819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5" y="813"/>
                </a:lnTo>
                <a:lnTo>
                  <a:pt x="336" y="813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7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8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7" y="784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4" y="767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7" y="789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4" y="533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4" y="300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0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0" y="171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7" y="159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3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93276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1" y="116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6"/>
                </a:lnTo>
                <a:lnTo>
                  <a:pt x="1001" y="127"/>
                </a:lnTo>
                <a:lnTo>
                  <a:pt x="1000" y="127"/>
                </a:lnTo>
                <a:lnTo>
                  <a:pt x="1000" y="128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2" y="136"/>
                </a:lnTo>
                <a:lnTo>
                  <a:pt x="1002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2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6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2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3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5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6" y="486"/>
                </a:lnTo>
                <a:lnTo>
                  <a:pt x="1547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8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1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7"/>
                </a:lnTo>
                <a:lnTo>
                  <a:pt x="1622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2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8" y="524"/>
                </a:lnTo>
                <a:lnTo>
                  <a:pt x="1847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3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8" y="880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2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6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5" y="836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5" y="810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4" y="811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5" y="786"/>
                </a:lnTo>
                <a:lnTo>
                  <a:pt x="545" y="785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2" y="742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6" y="735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2" y="733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7" y="734"/>
                </a:lnTo>
                <a:lnTo>
                  <a:pt x="496" y="734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7" y="741"/>
                </a:lnTo>
                <a:lnTo>
                  <a:pt x="487" y="742"/>
                </a:lnTo>
                <a:lnTo>
                  <a:pt x="487" y="741"/>
                </a:lnTo>
                <a:lnTo>
                  <a:pt x="487" y="742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0" y="739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3" y="705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9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29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2" y="629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5" y="622"/>
                </a:lnTo>
                <a:lnTo>
                  <a:pt x="275" y="621"/>
                </a:lnTo>
                <a:lnTo>
                  <a:pt x="274" y="621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2" y="630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3" y="635"/>
                </a:lnTo>
                <a:lnTo>
                  <a:pt x="273" y="636"/>
                </a:lnTo>
                <a:lnTo>
                  <a:pt x="273" y="635"/>
                </a:lnTo>
                <a:lnTo>
                  <a:pt x="274" y="635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3" y="648"/>
                </a:lnTo>
                <a:lnTo>
                  <a:pt x="262" y="648"/>
                </a:lnTo>
                <a:lnTo>
                  <a:pt x="262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40" y="642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8" y="633"/>
                </a:lnTo>
                <a:lnTo>
                  <a:pt x="227" y="633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7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4" y="528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3"/>
                </a:lnTo>
                <a:lnTo>
                  <a:pt x="37" y="503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1" y="119"/>
                </a:lnTo>
                <a:lnTo>
                  <a:pt x="214" y="119"/>
                </a:lnTo>
                <a:lnTo>
                  <a:pt x="215" y="119"/>
                </a:lnTo>
                <a:lnTo>
                  <a:pt x="217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8"/>
                </a:lnTo>
                <a:lnTo>
                  <a:pt x="225" y="119"/>
                </a:lnTo>
                <a:lnTo>
                  <a:pt x="226" y="120"/>
                </a:lnTo>
                <a:lnTo>
                  <a:pt x="228" y="120"/>
                </a:lnTo>
                <a:lnTo>
                  <a:pt x="229" y="120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6" y="121"/>
                </a:lnTo>
                <a:lnTo>
                  <a:pt x="237" y="121"/>
                </a:lnTo>
                <a:lnTo>
                  <a:pt x="238" y="121"/>
                </a:lnTo>
                <a:lnTo>
                  <a:pt x="236" y="120"/>
                </a:lnTo>
                <a:lnTo>
                  <a:pt x="236" y="119"/>
                </a:lnTo>
                <a:lnTo>
                  <a:pt x="238" y="119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2"/>
                </a:lnTo>
                <a:lnTo>
                  <a:pt x="244" y="111"/>
                </a:lnTo>
                <a:lnTo>
                  <a:pt x="245" y="111"/>
                </a:lnTo>
                <a:lnTo>
                  <a:pt x="245" y="112"/>
                </a:lnTo>
                <a:lnTo>
                  <a:pt x="245" y="113"/>
                </a:lnTo>
                <a:lnTo>
                  <a:pt x="244" y="113"/>
                </a:lnTo>
                <a:lnTo>
                  <a:pt x="245" y="113"/>
                </a:lnTo>
                <a:lnTo>
                  <a:pt x="245" y="114"/>
                </a:lnTo>
                <a:lnTo>
                  <a:pt x="246" y="114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7" y="115"/>
                </a:lnTo>
                <a:lnTo>
                  <a:pt x="248" y="115"/>
                </a:lnTo>
                <a:lnTo>
                  <a:pt x="250" y="116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4" y="118"/>
                </a:lnTo>
                <a:lnTo>
                  <a:pt x="255" y="120"/>
                </a:lnTo>
                <a:lnTo>
                  <a:pt x="256" y="120"/>
                </a:lnTo>
                <a:lnTo>
                  <a:pt x="257" y="119"/>
                </a:lnTo>
                <a:lnTo>
                  <a:pt x="258" y="119"/>
                </a:lnTo>
                <a:lnTo>
                  <a:pt x="259" y="120"/>
                </a:lnTo>
                <a:lnTo>
                  <a:pt x="259" y="119"/>
                </a:lnTo>
                <a:lnTo>
                  <a:pt x="260" y="119"/>
                </a:lnTo>
                <a:lnTo>
                  <a:pt x="260" y="118"/>
                </a:lnTo>
                <a:lnTo>
                  <a:pt x="261" y="117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8"/>
                </a:lnTo>
                <a:lnTo>
                  <a:pt x="268" y="118"/>
                </a:lnTo>
                <a:lnTo>
                  <a:pt x="268" y="117"/>
                </a:lnTo>
                <a:lnTo>
                  <a:pt x="269" y="117"/>
                </a:lnTo>
                <a:lnTo>
                  <a:pt x="269" y="118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3" y="119"/>
                </a:lnTo>
                <a:lnTo>
                  <a:pt x="274" y="119"/>
                </a:lnTo>
                <a:lnTo>
                  <a:pt x="276" y="119"/>
                </a:lnTo>
                <a:lnTo>
                  <a:pt x="276" y="120"/>
                </a:lnTo>
                <a:lnTo>
                  <a:pt x="276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0" y="129"/>
                </a:lnTo>
                <a:lnTo>
                  <a:pt x="292" y="129"/>
                </a:lnTo>
                <a:lnTo>
                  <a:pt x="293" y="129"/>
                </a:lnTo>
                <a:lnTo>
                  <a:pt x="294" y="129"/>
                </a:lnTo>
                <a:lnTo>
                  <a:pt x="295" y="129"/>
                </a:lnTo>
                <a:lnTo>
                  <a:pt x="297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0"/>
                </a:lnTo>
                <a:lnTo>
                  <a:pt x="329" y="120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5"/>
                </a:lnTo>
                <a:lnTo>
                  <a:pt x="356" y="95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3" y="98"/>
                </a:lnTo>
                <a:lnTo>
                  <a:pt x="414" y="98"/>
                </a:lnTo>
                <a:lnTo>
                  <a:pt x="414" y="99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3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7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7" y="116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8" y="114"/>
                </a:lnTo>
                <a:lnTo>
                  <a:pt x="519" y="114"/>
                </a:lnTo>
                <a:lnTo>
                  <a:pt x="519" y="115"/>
                </a:lnTo>
                <a:lnTo>
                  <a:pt x="520" y="116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3" y="115"/>
                </a:lnTo>
                <a:lnTo>
                  <a:pt x="524" y="115"/>
                </a:lnTo>
                <a:lnTo>
                  <a:pt x="524" y="114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8" y="112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6" y="98"/>
                </a:lnTo>
                <a:lnTo>
                  <a:pt x="546" y="97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2" y="74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6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BCD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181188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3" y="150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3" y="168"/>
                </a:lnTo>
                <a:lnTo>
                  <a:pt x="454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0" y="172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4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0" y="194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7" y="197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200"/>
                </a:lnTo>
                <a:lnTo>
                  <a:pt x="475" y="201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6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3" y="225"/>
                </a:lnTo>
                <a:lnTo>
                  <a:pt x="463" y="227"/>
                </a:lnTo>
                <a:lnTo>
                  <a:pt x="464" y="227"/>
                </a:lnTo>
                <a:lnTo>
                  <a:pt x="464" y="228"/>
                </a:lnTo>
                <a:lnTo>
                  <a:pt x="464" y="229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8" y="235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1" y="266"/>
                </a:lnTo>
                <a:lnTo>
                  <a:pt x="442" y="266"/>
                </a:lnTo>
                <a:lnTo>
                  <a:pt x="443" y="266"/>
                </a:lnTo>
                <a:lnTo>
                  <a:pt x="443" y="267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0" y="278"/>
                </a:lnTo>
                <a:lnTo>
                  <a:pt x="441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4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2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49" y="341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7" y="345"/>
                </a:lnTo>
                <a:lnTo>
                  <a:pt x="447" y="346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7" y="355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2" y="375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6" y="385"/>
                </a:lnTo>
                <a:lnTo>
                  <a:pt x="457" y="385"/>
                </a:lnTo>
                <a:lnTo>
                  <a:pt x="457" y="386"/>
                </a:lnTo>
                <a:lnTo>
                  <a:pt x="458" y="388"/>
                </a:lnTo>
                <a:lnTo>
                  <a:pt x="458" y="389"/>
                </a:lnTo>
                <a:lnTo>
                  <a:pt x="457" y="389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4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5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5" y="542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6" y="551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59" y="569"/>
                </a:lnTo>
                <a:lnTo>
                  <a:pt x="459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5" y="614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499" y="640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4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8"/>
                </a:lnTo>
                <a:lnTo>
                  <a:pt x="375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8"/>
                </a:lnTo>
                <a:lnTo>
                  <a:pt x="370" y="649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7" y="650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1"/>
                </a:lnTo>
                <a:lnTo>
                  <a:pt x="361" y="652"/>
                </a:lnTo>
                <a:lnTo>
                  <a:pt x="362" y="652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1" y="663"/>
                </a:lnTo>
                <a:lnTo>
                  <a:pt x="372" y="663"/>
                </a:lnTo>
                <a:lnTo>
                  <a:pt x="373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7"/>
                </a:lnTo>
                <a:lnTo>
                  <a:pt x="386" y="668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6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7"/>
                </a:lnTo>
                <a:lnTo>
                  <a:pt x="391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5"/>
                </a:lnTo>
                <a:lnTo>
                  <a:pt x="376" y="715"/>
                </a:lnTo>
                <a:lnTo>
                  <a:pt x="376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1" y="724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5" y="729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69" y="772"/>
                </a:lnTo>
                <a:lnTo>
                  <a:pt x="369" y="773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8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6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4" y="744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4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3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8" y="669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39" y="651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8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3"/>
                </a:lnTo>
                <a:lnTo>
                  <a:pt x="45" y="612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1" y="612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3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0" y="612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2"/>
                </a:lnTo>
                <a:lnTo>
                  <a:pt x="88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6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7" y="537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1"/>
                </a:lnTo>
                <a:lnTo>
                  <a:pt x="77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7" y="506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0" y="462"/>
                </a:lnTo>
                <a:lnTo>
                  <a:pt x="131" y="463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4" y="478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7" y="450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199" y="445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199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0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4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3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41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0" y="441"/>
                </a:lnTo>
                <a:lnTo>
                  <a:pt x="261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0" y="436"/>
                </a:lnTo>
                <a:lnTo>
                  <a:pt x="280" y="435"/>
                </a:lnTo>
                <a:lnTo>
                  <a:pt x="281" y="435"/>
                </a:lnTo>
                <a:lnTo>
                  <a:pt x="281" y="434"/>
                </a:lnTo>
                <a:lnTo>
                  <a:pt x="280" y="434"/>
                </a:lnTo>
                <a:lnTo>
                  <a:pt x="280" y="433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1" y="413"/>
                </a:lnTo>
                <a:lnTo>
                  <a:pt x="280" y="413"/>
                </a:lnTo>
                <a:lnTo>
                  <a:pt x="280" y="412"/>
                </a:lnTo>
                <a:lnTo>
                  <a:pt x="279" y="412"/>
                </a:lnTo>
                <a:lnTo>
                  <a:pt x="279" y="411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2" y="392"/>
                </a:lnTo>
                <a:lnTo>
                  <a:pt x="272" y="391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4" y="340"/>
                </a:lnTo>
                <a:lnTo>
                  <a:pt x="284" y="338"/>
                </a:lnTo>
                <a:lnTo>
                  <a:pt x="283" y="336"/>
                </a:lnTo>
                <a:lnTo>
                  <a:pt x="283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4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5" y="302"/>
                </a:lnTo>
                <a:lnTo>
                  <a:pt x="226" y="302"/>
                </a:lnTo>
                <a:lnTo>
                  <a:pt x="227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4" y="300"/>
                </a:lnTo>
                <a:lnTo>
                  <a:pt x="224" y="301"/>
                </a:lnTo>
                <a:lnTo>
                  <a:pt x="223" y="300"/>
                </a:lnTo>
                <a:lnTo>
                  <a:pt x="222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6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1" y="288"/>
                </a:lnTo>
                <a:lnTo>
                  <a:pt x="210" y="288"/>
                </a:lnTo>
                <a:lnTo>
                  <a:pt x="210" y="287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6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7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3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8" y="231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2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8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3" y="203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1" y="199"/>
                </a:lnTo>
                <a:lnTo>
                  <a:pt x="173" y="199"/>
                </a:lnTo>
                <a:lnTo>
                  <a:pt x="173" y="198"/>
                </a:lnTo>
                <a:lnTo>
                  <a:pt x="173" y="197"/>
                </a:lnTo>
                <a:lnTo>
                  <a:pt x="170" y="197"/>
                </a:lnTo>
                <a:lnTo>
                  <a:pt x="170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7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4" y="184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199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6" y="180"/>
                </a:lnTo>
                <a:lnTo>
                  <a:pt x="207" y="180"/>
                </a:lnTo>
                <a:lnTo>
                  <a:pt x="209" y="181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2" y="200"/>
                </a:lnTo>
                <a:lnTo>
                  <a:pt x="233" y="200"/>
                </a:lnTo>
                <a:lnTo>
                  <a:pt x="235" y="200"/>
                </a:lnTo>
                <a:lnTo>
                  <a:pt x="237" y="201"/>
                </a:lnTo>
                <a:lnTo>
                  <a:pt x="237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4" y="199"/>
                </a:lnTo>
                <a:lnTo>
                  <a:pt x="265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5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79" y="198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89" y="196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8" y="169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5" y="167"/>
                </a:lnTo>
                <a:lnTo>
                  <a:pt x="317" y="165"/>
                </a:lnTo>
                <a:lnTo>
                  <a:pt x="318" y="164"/>
                </a:lnTo>
                <a:lnTo>
                  <a:pt x="319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1" y="154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7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2"/>
                </a:lnTo>
                <a:lnTo>
                  <a:pt x="359" y="80"/>
                </a:lnTo>
                <a:lnTo>
                  <a:pt x="361" y="77"/>
                </a:lnTo>
                <a:lnTo>
                  <a:pt x="362" y="77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3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3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8"/>
                </a:lnTo>
                <a:lnTo>
                  <a:pt x="405" y="38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B7D7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138528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2"/>
                </a:moveTo>
                <a:lnTo>
                  <a:pt x="441" y="13"/>
                </a:lnTo>
                <a:lnTo>
                  <a:pt x="442" y="15"/>
                </a:lnTo>
                <a:lnTo>
                  <a:pt x="451" y="30"/>
                </a:lnTo>
                <a:lnTo>
                  <a:pt x="459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8" y="62"/>
                </a:lnTo>
                <a:lnTo>
                  <a:pt x="468" y="63"/>
                </a:lnTo>
                <a:lnTo>
                  <a:pt x="469" y="64"/>
                </a:lnTo>
                <a:lnTo>
                  <a:pt x="470" y="65"/>
                </a:lnTo>
                <a:lnTo>
                  <a:pt x="471" y="68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4" y="74"/>
                </a:lnTo>
                <a:lnTo>
                  <a:pt x="475" y="75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3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7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5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19"/>
                </a:lnTo>
                <a:lnTo>
                  <a:pt x="492" y="120"/>
                </a:lnTo>
                <a:lnTo>
                  <a:pt x="491" y="121"/>
                </a:lnTo>
                <a:lnTo>
                  <a:pt x="490" y="121"/>
                </a:lnTo>
                <a:lnTo>
                  <a:pt x="489" y="122"/>
                </a:lnTo>
                <a:lnTo>
                  <a:pt x="487" y="124"/>
                </a:lnTo>
                <a:lnTo>
                  <a:pt x="487" y="125"/>
                </a:lnTo>
                <a:lnTo>
                  <a:pt x="486" y="125"/>
                </a:lnTo>
                <a:lnTo>
                  <a:pt x="485" y="126"/>
                </a:lnTo>
                <a:lnTo>
                  <a:pt x="484" y="127"/>
                </a:lnTo>
                <a:lnTo>
                  <a:pt x="483" y="127"/>
                </a:lnTo>
                <a:lnTo>
                  <a:pt x="482" y="128"/>
                </a:lnTo>
                <a:lnTo>
                  <a:pt x="481" y="129"/>
                </a:lnTo>
                <a:lnTo>
                  <a:pt x="480" y="130"/>
                </a:lnTo>
                <a:lnTo>
                  <a:pt x="479" y="132"/>
                </a:lnTo>
                <a:lnTo>
                  <a:pt x="478" y="132"/>
                </a:lnTo>
                <a:lnTo>
                  <a:pt x="477" y="133"/>
                </a:lnTo>
                <a:lnTo>
                  <a:pt x="476" y="134"/>
                </a:lnTo>
                <a:lnTo>
                  <a:pt x="475" y="134"/>
                </a:lnTo>
                <a:lnTo>
                  <a:pt x="475" y="135"/>
                </a:lnTo>
                <a:lnTo>
                  <a:pt x="475" y="136"/>
                </a:lnTo>
                <a:lnTo>
                  <a:pt x="476" y="137"/>
                </a:lnTo>
                <a:lnTo>
                  <a:pt x="477" y="137"/>
                </a:lnTo>
                <a:lnTo>
                  <a:pt x="477" y="138"/>
                </a:lnTo>
                <a:lnTo>
                  <a:pt x="476" y="138"/>
                </a:lnTo>
                <a:lnTo>
                  <a:pt x="486" y="149"/>
                </a:lnTo>
                <a:lnTo>
                  <a:pt x="487" y="151"/>
                </a:lnTo>
                <a:lnTo>
                  <a:pt x="501" y="166"/>
                </a:lnTo>
                <a:lnTo>
                  <a:pt x="502" y="167"/>
                </a:lnTo>
                <a:lnTo>
                  <a:pt x="507" y="173"/>
                </a:lnTo>
                <a:lnTo>
                  <a:pt x="510" y="175"/>
                </a:lnTo>
                <a:lnTo>
                  <a:pt x="514" y="178"/>
                </a:lnTo>
                <a:lnTo>
                  <a:pt x="515" y="179"/>
                </a:lnTo>
                <a:lnTo>
                  <a:pt x="519" y="180"/>
                </a:lnTo>
                <a:lnTo>
                  <a:pt x="520" y="181"/>
                </a:lnTo>
                <a:lnTo>
                  <a:pt x="520" y="182"/>
                </a:lnTo>
                <a:lnTo>
                  <a:pt x="521" y="182"/>
                </a:lnTo>
                <a:lnTo>
                  <a:pt x="523" y="183"/>
                </a:lnTo>
                <a:lnTo>
                  <a:pt x="524" y="184"/>
                </a:lnTo>
                <a:lnTo>
                  <a:pt x="525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8" y="186"/>
                </a:lnTo>
                <a:lnTo>
                  <a:pt x="529" y="186"/>
                </a:lnTo>
                <a:lnTo>
                  <a:pt x="529" y="187"/>
                </a:lnTo>
                <a:lnTo>
                  <a:pt x="530" y="187"/>
                </a:lnTo>
                <a:lnTo>
                  <a:pt x="530" y="188"/>
                </a:lnTo>
                <a:lnTo>
                  <a:pt x="531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4" y="190"/>
                </a:lnTo>
                <a:lnTo>
                  <a:pt x="536" y="190"/>
                </a:lnTo>
                <a:lnTo>
                  <a:pt x="538" y="191"/>
                </a:lnTo>
                <a:lnTo>
                  <a:pt x="540" y="192"/>
                </a:lnTo>
                <a:lnTo>
                  <a:pt x="540" y="196"/>
                </a:lnTo>
                <a:lnTo>
                  <a:pt x="540" y="197"/>
                </a:lnTo>
                <a:lnTo>
                  <a:pt x="540" y="201"/>
                </a:lnTo>
                <a:lnTo>
                  <a:pt x="540" y="202"/>
                </a:lnTo>
                <a:lnTo>
                  <a:pt x="540" y="206"/>
                </a:lnTo>
                <a:lnTo>
                  <a:pt x="540" y="207"/>
                </a:lnTo>
                <a:lnTo>
                  <a:pt x="540" y="212"/>
                </a:lnTo>
                <a:lnTo>
                  <a:pt x="540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20"/>
                </a:lnTo>
                <a:lnTo>
                  <a:pt x="541" y="225"/>
                </a:lnTo>
                <a:lnTo>
                  <a:pt x="541" y="228"/>
                </a:lnTo>
                <a:lnTo>
                  <a:pt x="548" y="224"/>
                </a:lnTo>
                <a:lnTo>
                  <a:pt x="555" y="221"/>
                </a:lnTo>
                <a:lnTo>
                  <a:pt x="557" y="221"/>
                </a:lnTo>
                <a:lnTo>
                  <a:pt x="557" y="220"/>
                </a:lnTo>
                <a:lnTo>
                  <a:pt x="558" y="220"/>
                </a:lnTo>
                <a:lnTo>
                  <a:pt x="560" y="219"/>
                </a:lnTo>
                <a:lnTo>
                  <a:pt x="562" y="218"/>
                </a:lnTo>
                <a:lnTo>
                  <a:pt x="563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6"/>
                </a:lnTo>
                <a:lnTo>
                  <a:pt x="566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2" y="210"/>
                </a:lnTo>
                <a:lnTo>
                  <a:pt x="561" y="209"/>
                </a:lnTo>
                <a:lnTo>
                  <a:pt x="563" y="209"/>
                </a:lnTo>
                <a:lnTo>
                  <a:pt x="566" y="208"/>
                </a:lnTo>
                <a:lnTo>
                  <a:pt x="567" y="207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0" y="208"/>
                </a:lnTo>
                <a:lnTo>
                  <a:pt x="571" y="210"/>
                </a:lnTo>
                <a:lnTo>
                  <a:pt x="571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8"/>
                </a:lnTo>
                <a:lnTo>
                  <a:pt x="575" y="219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3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1" y="214"/>
                </a:lnTo>
                <a:lnTo>
                  <a:pt x="582" y="213"/>
                </a:lnTo>
                <a:lnTo>
                  <a:pt x="583" y="213"/>
                </a:lnTo>
                <a:lnTo>
                  <a:pt x="584" y="212"/>
                </a:lnTo>
                <a:lnTo>
                  <a:pt x="585" y="212"/>
                </a:lnTo>
                <a:lnTo>
                  <a:pt x="586" y="211"/>
                </a:lnTo>
                <a:lnTo>
                  <a:pt x="588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5" y="207"/>
                </a:lnTo>
                <a:lnTo>
                  <a:pt x="597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7"/>
                </a:lnTo>
                <a:lnTo>
                  <a:pt x="600" y="208"/>
                </a:lnTo>
                <a:lnTo>
                  <a:pt x="601" y="210"/>
                </a:lnTo>
                <a:lnTo>
                  <a:pt x="601" y="211"/>
                </a:lnTo>
                <a:lnTo>
                  <a:pt x="602" y="211"/>
                </a:lnTo>
                <a:lnTo>
                  <a:pt x="602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9" y="217"/>
                </a:lnTo>
                <a:lnTo>
                  <a:pt x="610" y="216"/>
                </a:lnTo>
                <a:lnTo>
                  <a:pt x="610" y="215"/>
                </a:lnTo>
                <a:lnTo>
                  <a:pt x="611" y="214"/>
                </a:lnTo>
                <a:lnTo>
                  <a:pt x="611" y="213"/>
                </a:lnTo>
                <a:lnTo>
                  <a:pt x="615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5" y="198"/>
                </a:lnTo>
                <a:lnTo>
                  <a:pt x="632" y="199"/>
                </a:lnTo>
                <a:lnTo>
                  <a:pt x="640" y="199"/>
                </a:lnTo>
                <a:lnTo>
                  <a:pt x="651" y="199"/>
                </a:lnTo>
                <a:lnTo>
                  <a:pt x="660" y="190"/>
                </a:lnTo>
                <a:lnTo>
                  <a:pt x="668" y="191"/>
                </a:lnTo>
                <a:lnTo>
                  <a:pt x="674" y="191"/>
                </a:lnTo>
                <a:lnTo>
                  <a:pt x="689" y="193"/>
                </a:lnTo>
                <a:lnTo>
                  <a:pt x="690" y="193"/>
                </a:lnTo>
                <a:lnTo>
                  <a:pt x="695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0" y="211"/>
                </a:lnTo>
                <a:lnTo>
                  <a:pt x="711" y="212"/>
                </a:lnTo>
                <a:lnTo>
                  <a:pt x="712" y="222"/>
                </a:lnTo>
                <a:lnTo>
                  <a:pt x="705" y="230"/>
                </a:lnTo>
                <a:lnTo>
                  <a:pt x="705" y="257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0" y="260"/>
                </a:lnTo>
                <a:lnTo>
                  <a:pt x="699" y="261"/>
                </a:lnTo>
                <a:lnTo>
                  <a:pt x="698" y="261"/>
                </a:lnTo>
                <a:lnTo>
                  <a:pt x="696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6"/>
                </a:lnTo>
                <a:lnTo>
                  <a:pt x="689" y="266"/>
                </a:lnTo>
                <a:lnTo>
                  <a:pt x="689" y="267"/>
                </a:lnTo>
                <a:lnTo>
                  <a:pt x="688" y="267"/>
                </a:lnTo>
                <a:lnTo>
                  <a:pt x="688" y="268"/>
                </a:lnTo>
                <a:lnTo>
                  <a:pt x="687" y="268"/>
                </a:lnTo>
                <a:lnTo>
                  <a:pt x="687" y="269"/>
                </a:lnTo>
                <a:lnTo>
                  <a:pt x="686" y="269"/>
                </a:lnTo>
                <a:lnTo>
                  <a:pt x="686" y="270"/>
                </a:lnTo>
                <a:lnTo>
                  <a:pt x="686" y="271"/>
                </a:lnTo>
                <a:lnTo>
                  <a:pt x="686" y="272"/>
                </a:lnTo>
                <a:lnTo>
                  <a:pt x="685" y="273"/>
                </a:lnTo>
                <a:lnTo>
                  <a:pt x="685" y="274"/>
                </a:lnTo>
                <a:lnTo>
                  <a:pt x="685" y="275"/>
                </a:lnTo>
                <a:lnTo>
                  <a:pt x="684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79"/>
                </a:lnTo>
                <a:lnTo>
                  <a:pt x="683" y="280"/>
                </a:lnTo>
                <a:lnTo>
                  <a:pt x="682" y="280"/>
                </a:lnTo>
                <a:lnTo>
                  <a:pt x="681" y="281"/>
                </a:lnTo>
                <a:lnTo>
                  <a:pt x="680" y="282"/>
                </a:lnTo>
                <a:lnTo>
                  <a:pt x="679" y="283"/>
                </a:lnTo>
                <a:lnTo>
                  <a:pt x="678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7" y="285"/>
                </a:lnTo>
                <a:lnTo>
                  <a:pt x="667" y="286"/>
                </a:lnTo>
                <a:lnTo>
                  <a:pt x="666" y="287"/>
                </a:lnTo>
                <a:lnTo>
                  <a:pt x="665" y="288"/>
                </a:lnTo>
                <a:lnTo>
                  <a:pt x="664" y="288"/>
                </a:lnTo>
                <a:lnTo>
                  <a:pt x="664" y="289"/>
                </a:lnTo>
                <a:lnTo>
                  <a:pt x="663" y="289"/>
                </a:lnTo>
                <a:lnTo>
                  <a:pt x="663" y="290"/>
                </a:lnTo>
                <a:lnTo>
                  <a:pt x="661" y="290"/>
                </a:lnTo>
                <a:lnTo>
                  <a:pt x="661" y="291"/>
                </a:lnTo>
                <a:lnTo>
                  <a:pt x="660" y="291"/>
                </a:lnTo>
                <a:lnTo>
                  <a:pt x="657" y="292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5"/>
                </a:lnTo>
                <a:lnTo>
                  <a:pt x="650" y="296"/>
                </a:lnTo>
                <a:lnTo>
                  <a:pt x="649" y="296"/>
                </a:lnTo>
                <a:lnTo>
                  <a:pt x="648" y="296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4" y="298"/>
                </a:lnTo>
                <a:lnTo>
                  <a:pt x="643" y="297"/>
                </a:lnTo>
                <a:lnTo>
                  <a:pt x="642" y="297"/>
                </a:lnTo>
                <a:lnTo>
                  <a:pt x="642" y="296"/>
                </a:lnTo>
                <a:lnTo>
                  <a:pt x="641" y="296"/>
                </a:lnTo>
                <a:lnTo>
                  <a:pt x="640" y="297"/>
                </a:lnTo>
                <a:lnTo>
                  <a:pt x="640" y="298"/>
                </a:lnTo>
                <a:lnTo>
                  <a:pt x="641" y="298"/>
                </a:lnTo>
                <a:lnTo>
                  <a:pt x="659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5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2" y="299"/>
                </a:lnTo>
                <a:lnTo>
                  <a:pt x="673" y="299"/>
                </a:lnTo>
                <a:lnTo>
                  <a:pt x="674" y="300"/>
                </a:lnTo>
                <a:lnTo>
                  <a:pt x="680" y="306"/>
                </a:lnTo>
                <a:lnTo>
                  <a:pt x="681" y="308"/>
                </a:lnTo>
                <a:lnTo>
                  <a:pt x="687" y="310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0"/>
                </a:lnTo>
                <a:lnTo>
                  <a:pt x="713" y="321"/>
                </a:lnTo>
                <a:lnTo>
                  <a:pt x="718" y="327"/>
                </a:lnTo>
                <a:lnTo>
                  <a:pt x="717" y="330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8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3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5"/>
                </a:lnTo>
                <a:lnTo>
                  <a:pt x="765" y="386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7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4"/>
                </a:lnTo>
                <a:lnTo>
                  <a:pt x="783" y="393"/>
                </a:lnTo>
                <a:lnTo>
                  <a:pt x="791" y="391"/>
                </a:lnTo>
                <a:lnTo>
                  <a:pt x="792" y="391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4"/>
                </a:lnTo>
                <a:lnTo>
                  <a:pt x="807" y="404"/>
                </a:lnTo>
                <a:lnTo>
                  <a:pt x="810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2" y="415"/>
                </a:lnTo>
                <a:lnTo>
                  <a:pt x="822" y="416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5" y="417"/>
                </a:lnTo>
                <a:lnTo>
                  <a:pt x="830" y="418"/>
                </a:lnTo>
                <a:lnTo>
                  <a:pt x="832" y="420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4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4" y="388"/>
                </a:lnTo>
                <a:lnTo>
                  <a:pt x="855" y="380"/>
                </a:lnTo>
                <a:lnTo>
                  <a:pt x="855" y="379"/>
                </a:lnTo>
                <a:lnTo>
                  <a:pt x="857" y="379"/>
                </a:lnTo>
                <a:lnTo>
                  <a:pt x="870" y="375"/>
                </a:lnTo>
                <a:lnTo>
                  <a:pt x="884" y="372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4"/>
                </a:lnTo>
                <a:lnTo>
                  <a:pt x="984" y="362"/>
                </a:lnTo>
                <a:lnTo>
                  <a:pt x="986" y="359"/>
                </a:lnTo>
                <a:lnTo>
                  <a:pt x="991" y="355"/>
                </a:lnTo>
                <a:lnTo>
                  <a:pt x="993" y="355"/>
                </a:lnTo>
                <a:lnTo>
                  <a:pt x="1004" y="351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7" y="384"/>
                </a:lnTo>
                <a:lnTo>
                  <a:pt x="1068" y="388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2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2" y="487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5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8"/>
                </a:lnTo>
                <a:lnTo>
                  <a:pt x="1021" y="513"/>
                </a:lnTo>
                <a:lnTo>
                  <a:pt x="1034" y="525"/>
                </a:lnTo>
                <a:lnTo>
                  <a:pt x="1036" y="527"/>
                </a:lnTo>
                <a:lnTo>
                  <a:pt x="1039" y="531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1"/>
                </a:lnTo>
                <a:lnTo>
                  <a:pt x="1076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0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0"/>
                </a:lnTo>
                <a:lnTo>
                  <a:pt x="1092" y="551"/>
                </a:lnTo>
                <a:lnTo>
                  <a:pt x="1095" y="550"/>
                </a:lnTo>
                <a:lnTo>
                  <a:pt x="1096" y="550"/>
                </a:lnTo>
                <a:lnTo>
                  <a:pt x="1097" y="549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0"/>
                </a:lnTo>
                <a:lnTo>
                  <a:pt x="1109" y="551"/>
                </a:lnTo>
                <a:lnTo>
                  <a:pt x="1111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1"/>
                </a:lnTo>
                <a:lnTo>
                  <a:pt x="1111" y="561"/>
                </a:lnTo>
                <a:lnTo>
                  <a:pt x="1110" y="561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8" y="563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8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8" y="569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6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89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2"/>
                </a:lnTo>
                <a:lnTo>
                  <a:pt x="1143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3"/>
                </a:lnTo>
                <a:lnTo>
                  <a:pt x="1152" y="594"/>
                </a:lnTo>
                <a:lnTo>
                  <a:pt x="1154" y="594"/>
                </a:lnTo>
                <a:lnTo>
                  <a:pt x="1155" y="594"/>
                </a:lnTo>
                <a:lnTo>
                  <a:pt x="1155" y="595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5" y="609"/>
                </a:lnTo>
                <a:lnTo>
                  <a:pt x="1167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6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1" y="631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1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80" y="663"/>
                </a:lnTo>
                <a:lnTo>
                  <a:pt x="1180" y="662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2" y="665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3"/>
                </a:lnTo>
                <a:lnTo>
                  <a:pt x="1185" y="685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89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2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5"/>
                </a:lnTo>
                <a:lnTo>
                  <a:pt x="1170" y="706"/>
                </a:lnTo>
                <a:lnTo>
                  <a:pt x="1170" y="707"/>
                </a:lnTo>
                <a:lnTo>
                  <a:pt x="1171" y="707"/>
                </a:lnTo>
                <a:lnTo>
                  <a:pt x="1171" y="708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1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89" y="723"/>
                </a:lnTo>
                <a:lnTo>
                  <a:pt x="1190" y="723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6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6" y="723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7" y="726"/>
                </a:lnTo>
                <a:lnTo>
                  <a:pt x="1207" y="727"/>
                </a:lnTo>
                <a:lnTo>
                  <a:pt x="1207" y="726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28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3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2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7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2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5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6" y="746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1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2" y="757"/>
                </a:lnTo>
                <a:lnTo>
                  <a:pt x="1243" y="757"/>
                </a:lnTo>
                <a:lnTo>
                  <a:pt x="1243" y="756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5"/>
                </a:lnTo>
                <a:lnTo>
                  <a:pt x="1248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8" y="768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3" y="770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0" y="767"/>
                </a:lnTo>
                <a:lnTo>
                  <a:pt x="1271" y="767"/>
                </a:lnTo>
                <a:lnTo>
                  <a:pt x="1271" y="766"/>
                </a:lnTo>
                <a:lnTo>
                  <a:pt x="1272" y="766"/>
                </a:lnTo>
                <a:lnTo>
                  <a:pt x="1273" y="766"/>
                </a:lnTo>
                <a:lnTo>
                  <a:pt x="1274" y="765"/>
                </a:lnTo>
                <a:lnTo>
                  <a:pt x="1274" y="764"/>
                </a:lnTo>
                <a:lnTo>
                  <a:pt x="1275" y="764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4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8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3" y="736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1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1" y="726"/>
                </a:lnTo>
                <a:lnTo>
                  <a:pt x="1272" y="725"/>
                </a:lnTo>
                <a:lnTo>
                  <a:pt x="1272" y="724"/>
                </a:lnTo>
                <a:lnTo>
                  <a:pt x="1274" y="724"/>
                </a:lnTo>
                <a:lnTo>
                  <a:pt x="1274" y="723"/>
                </a:lnTo>
                <a:lnTo>
                  <a:pt x="1275" y="723"/>
                </a:lnTo>
                <a:lnTo>
                  <a:pt x="1275" y="722"/>
                </a:lnTo>
                <a:lnTo>
                  <a:pt x="1276" y="722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2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5"/>
                </a:lnTo>
                <a:lnTo>
                  <a:pt x="1289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7" y="726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299" y="723"/>
                </a:lnTo>
                <a:lnTo>
                  <a:pt x="1299" y="724"/>
                </a:lnTo>
                <a:lnTo>
                  <a:pt x="1300" y="724"/>
                </a:lnTo>
                <a:lnTo>
                  <a:pt x="1302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09" y="718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2" y="716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1" y="712"/>
                </a:lnTo>
                <a:lnTo>
                  <a:pt x="1310" y="712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09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8" y="706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2"/>
                </a:lnTo>
                <a:lnTo>
                  <a:pt x="1313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1" y="678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7" y="671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8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5" y="665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79" y="670"/>
                </a:lnTo>
                <a:lnTo>
                  <a:pt x="1279" y="669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2"/>
                </a:lnTo>
                <a:lnTo>
                  <a:pt x="1276" y="661"/>
                </a:lnTo>
                <a:lnTo>
                  <a:pt x="1276" y="660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7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5" y="652"/>
                </a:lnTo>
                <a:lnTo>
                  <a:pt x="1275" y="653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8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2" y="637"/>
                </a:lnTo>
                <a:lnTo>
                  <a:pt x="1271" y="637"/>
                </a:lnTo>
                <a:lnTo>
                  <a:pt x="1272" y="636"/>
                </a:lnTo>
                <a:lnTo>
                  <a:pt x="1272" y="635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0" y="633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1"/>
                </a:lnTo>
                <a:lnTo>
                  <a:pt x="1280" y="621"/>
                </a:lnTo>
                <a:lnTo>
                  <a:pt x="1280" y="620"/>
                </a:lnTo>
                <a:lnTo>
                  <a:pt x="1281" y="620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2" y="619"/>
                </a:lnTo>
                <a:lnTo>
                  <a:pt x="1284" y="619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6" y="620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0"/>
                </a:lnTo>
                <a:lnTo>
                  <a:pt x="1282" y="601"/>
                </a:lnTo>
                <a:lnTo>
                  <a:pt x="1281" y="601"/>
                </a:lnTo>
                <a:lnTo>
                  <a:pt x="1281" y="600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3" y="597"/>
                </a:lnTo>
                <a:lnTo>
                  <a:pt x="1284" y="597"/>
                </a:lnTo>
                <a:lnTo>
                  <a:pt x="1285" y="597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7" y="584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3" y="581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0" y="577"/>
                </a:lnTo>
                <a:lnTo>
                  <a:pt x="1301" y="577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0" y="581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2" y="603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5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6" y="701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8" y="771"/>
                </a:lnTo>
                <a:lnTo>
                  <a:pt x="1417" y="771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5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3" y="777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7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1"/>
                </a:lnTo>
                <a:lnTo>
                  <a:pt x="1316" y="790"/>
                </a:lnTo>
                <a:lnTo>
                  <a:pt x="1316" y="789"/>
                </a:lnTo>
                <a:lnTo>
                  <a:pt x="1314" y="789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9" y="789"/>
                </a:lnTo>
                <a:lnTo>
                  <a:pt x="1309" y="788"/>
                </a:lnTo>
                <a:lnTo>
                  <a:pt x="1308" y="788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7" y="787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3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799"/>
                </a:lnTo>
                <a:lnTo>
                  <a:pt x="1274" y="800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7"/>
                </a:lnTo>
                <a:lnTo>
                  <a:pt x="1281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6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1" y="827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7"/>
                </a:lnTo>
                <a:lnTo>
                  <a:pt x="1262" y="838"/>
                </a:lnTo>
                <a:lnTo>
                  <a:pt x="1261" y="839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5"/>
                </a:lnTo>
                <a:lnTo>
                  <a:pt x="1292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3" y="872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3"/>
                </a:lnTo>
                <a:lnTo>
                  <a:pt x="1285" y="873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0"/>
                </a:lnTo>
                <a:lnTo>
                  <a:pt x="1278" y="870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5" y="874"/>
                </a:lnTo>
                <a:lnTo>
                  <a:pt x="1274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4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4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6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0"/>
                </a:lnTo>
                <a:lnTo>
                  <a:pt x="1274" y="901"/>
                </a:lnTo>
                <a:lnTo>
                  <a:pt x="1273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0" y="913"/>
                </a:lnTo>
                <a:lnTo>
                  <a:pt x="1271" y="914"/>
                </a:lnTo>
                <a:lnTo>
                  <a:pt x="1272" y="913"/>
                </a:lnTo>
                <a:lnTo>
                  <a:pt x="1272" y="912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7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3"/>
                </a:lnTo>
                <a:lnTo>
                  <a:pt x="1280" y="943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7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1" y="939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8" y="946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3" y="944"/>
                </a:lnTo>
                <a:lnTo>
                  <a:pt x="1243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39"/>
                </a:lnTo>
                <a:lnTo>
                  <a:pt x="1238" y="940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0"/>
                </a:lnTo>
                <a:lnTo>
                  <a:pt x="1234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0"/>
                </a:lnTo>
                <a:lnTo>
                  <a:pt x="1230" y="940"/>
                </a:lnTo>
                <a:lnTo>
                  <a:pt x="1230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0"/>
                </a:lnTo>
                <a:lnTo>
                  <a:pt x="1217" y="951"/>
                </a:lnTo>
                <a:lnTo>
                  <a:pt x="1216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7" y="970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1" y="974"/>
                </a:lnTo>
                <a:lnTo>
                  <a:pt x="1212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8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0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8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3" y="995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8" y="1010"/>
                </a:lnTo>
                <a:lnTo>
                  <a:pt x="1186" y="1011"/>
                </a:lnTo>
                <a:lnTo>
                  <a:pt x="1185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0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09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4"/>
                </a:lnTo>
                <a:lnTo>
                  <a:pt x="1176" y="1015"/>
                </a:lnTo>
                <a:lnTo>
                  <a:pt x="1175" y="1015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7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6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59" y="1040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9" y="1041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8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39"/>
                </a:lnTo>
                <a:lnTo>
                  <a:pt x="1139" y="1039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3" y="1042"/>
                </a:lnTo>
                <a:lnTo>
                  <a:pt x="1132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39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8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7"/>
                </a:lnTo>
                <a:lnTo>
                  <a:pt x="1095" y="1027"/>
                </a:lnTo>
                <a:lnTo>
                  <a:pt x="1094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4" y="1022"/>
                </a:lnTo>
                <a:lnTo>
                  <a:pt x="1084" y="1021"/>
                </a:lnTo>
                <a:lnTo>
                  <a:pt x="1083" y="1021"/>
                </a:lnTo>
                <a:lnTo>
                  <a:pt x="1083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7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4" y="1004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8" y="1001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3" y="994"/>
                </a:lnTo>
                <a:lnTo>
                  <a:pt x="1082" y="994"/>
                </a:lnTo>
                <a:lnTo>
                  <a:pt x="1082" y="993"/>
                </a:lnTo>
                <a:lnTo>
                  <a:pt x="1083" y="993"/>
                </a:lnTo>
                <a:lnTo>
                  <a:pt x="1083" y="992"/>
                </a:lnTo>
                <a:lnTo>
                  <a:pt x="1084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3"/>
                </a:lnTo>
                <a:lnTo>
                  <a:pt x="1081" y="983"/>
                </a:lnTo>
                <a:lnTo>
                  <a:pt x="1081" y="982"/>
                </a:lnTo>
                <a:lnTo>
                  <a:pt x="1081" y="981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79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1"/>
                </a:lnTo>
                <a:lnTo>
                  <a:pt x="1079" y="971"/>
                </a:lnTo>
                <a:lnTo>
                  <a:pt x="1079" y="970"/>
                </a:lnTo>
                <a:lnTo>
                  <a:pt x="1080" y="970"/>
                </a:lnTo>
                <a:lnTo>
                  <a:pt x="1081" y="971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6" y="970"/>
                </a:lnTo>
                <a:lnTo>
                  <a:pt x="1086" y="971"/>
                </a:lnTo>
                <a:lnTo>
                  <a:pt x="1086" y="970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69"/>
                </a:lnTo>
                <a:lnTo>
                  <a:pt x="1090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7" y="969"/>
                </a:lnTo>
                <a:lnTo>
                  <a:pt x="1077" y="968"/>
                </a:lnTo>
                <a:lnTo>
                  <a:pt x="1077" y="967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7" y="952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5" y="947"/>
                </a:lnTo>
                <a:lnTo>
                  <a:pt x="1064" y="947"/>
                </a:lnTo>
                <a:lnTo>
                  <a:pt x="1064" y="946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4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8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6"/>
                </a:lnTo>
                <a:lnTo>
                  <a:pt x="1008" y="926"/>
                </a:lnTo>
                <a:lnTo>
                  <a:pt x="1008" y="925"/>
                </a:lnTo>
                <a:lnTo>
                  <a:pt x="1008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19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5"/>
                </a:lnTo>
                <a:lnTo>
                  <a:pt x="994" y="926"/>
                </a:lnTo>
                <a:lnTo>
                  <a:pt x="993" y="926"/>
                </a:lnTo>
                <a:lnTo>
                  <a:pt x="992" y="926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7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4" y="919"/>
                </a:lnTo>
                <a:lnTo>
                  <a:pt x="983" y="919"/>
                </a:lnTo>
                <a:lnTo>
                  <a:pt x="982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7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3" y="896"/>
                </a:lnTo>
                <a:lnTo>
                  <a:pt x="972" y="896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2" y="893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4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2"/>
                </a:lnTo>
                <a:lnTo>
                  <a:pt x="976" y="892"/>
                </a:lnTo>
                <a:lnTo>
                  <a:pt x="976" y="891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1" y="889"/>
                </a:lnTo>
                <a:lnTo>
                  <a:pt x="971" y="888"/>
                </a:lnTo>
                <a:lnTo>
                  <a:pt x="971" y="887"/>
                </a:lnTo>
                <a:lnTo>
                  <a:pt x="972" y="887"/>
                </a:lnTo>
                <a:lnTo>
                  <a:pt x="972" y="886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69" y="882"/>
                </a:lnTo>
                <a:lnTo>
                  <a:pt x="968" y="882"/>
                </a:lnTo>
                <a:lnTo>
                  <a:pt x="968" y="881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4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5" y="869"/>
                </a:lnTo>
                <a:lnTo>
                  <a:pt x="954" y="869"/>
                </a:lnTo>
                <a:lnTo>
                  <a:pt x="953" y="869"/>
                </a:lnTo>
                <a:lnTo>
                  <a:pt x="953" y="868"/>
                </a:lnTo>
                <a:lnTo>
                  <a:pt x="952" y="868"/>
                </a:lnTo>
                <a:lnTo>
                  <a:pt x="949" y="868"/>
                </a:lnTo>
                <a:lnTo>
                  <a:pt x="948" y="869"/>
                </a:lnTo>
                <a:lnTo>
                  <a:pt x="947" y="869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6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3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5" y="884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1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4" y="892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09" y="891"/>
                </a:lnTo>
                <a:lnTo>
                  <a:pt x="909" y="892"/>
                </a:lnTo>
                <a:lnTo>
                  <a:pt x="909" y="893"/>
                </a:lnTo>
                <a:lnTo>
                  <a:pt x="908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3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7" y="902"/>
                </a:lnTo>
                <a:lnTo>
                  <a:pt x="896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6"/>
                </a:lnTo>
                <a:lnTo>
                  <a:pt x="886" y="907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0"/>
                </a:lnTo>
                <a:lnTo>
                  <a:pt x="889" y="911"/>
                </a:lnTo>
                <a:lnTo>
                  <a:pt x="890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4"/>
                </a:lnTo>
                <a:lnTo>
                  <a:pt x="899" y="925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29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8"/>
                </a:lnTo>
                <a:lnTo>
                  <a:pt x="901" y="939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1" y="949"/>
                </a:lnTo>
                <a:lnTo>
                  <a:pt x="911" y="950"/>
                </a:lnTo>
                <a:lnTo>
                  <a:pt x="912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2" y="955"/>
                </a:lnTo>
                <a:lnTo>
                  <a:pt x="912" y="956"/>
                </a:lnTo>
                <a:lnTo>
                  <a:pt x="911" y="956"/>
                </a:lnTo>
                <a:lnTo>
                  <a:pt x="910" y="956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2" y="962"/>
                </a:lnTo>
                <a:lnTo>
                  <a:pt x="902" y="961"/>
                </a:lnTo>
                <a:lnTo>
                  <a:pt x="901" y="960"/>
                </a:lnTo>
                <a:lnTo>
                  <a:pt x="900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2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69"/>
                </a:lnTo>
                <a:lnTo>
                  <a:pt x="889" y="970"/>
                </a:lnTo>
                <a:lnTo>
                  <a:pt x="888" y="970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3" y="974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2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4" y="983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7"/>
                </a:lnTo>
                <a:lnTo>
                  <a:pt x="861" y="988"/>
                </a:lnTo>
                <a:lnTo>
                  <a:pt x="860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5" y="990"/>
                </a:lnTo>
                <a:lnTo>
                  <a:pt x="854" y="990"/>
                </a:lnTo>
                <a:lnTo>
                  <a:pt x="854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5" y="972"/>
                </a:lnTo>
                <a:lnTo>
                  <a:pt x="856" y="972"/>
                </a:lnTo>
                <a:lnTo>
                  <a:pt x="857" y="972"/>
                </a:lnTo>
                <a:lnTo>
                  <a:pt x="857" y="971"/>
                </a:lnTo>
                <a:lnTo>
                  <a:pt x="857" y="970"/>
                </a:lnTo>
                <a:lnTo>
                  <a:pt x="858" y="970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60" y="965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0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5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7" y="951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1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3"/>
                </a:lnTo>
                <a:lnTo>
                  <a:pt x="835" y="942"/>
                </a:lnTo>
                <a:lnTo>
                  <a:pt x="835" y="941"/>
                </a:lnTo>
                <a:lnTo>
                  <a:pt x="836" y="941"/>
                </a:lnTo>
                <a:lnTo>
                  <a:pt x="836" y="940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3" y="933"/>
                </a:lnTo>
                <a:lnTo>
                  <a:pt x="832" y="933"/>
                </a:lnTo>
                <a:lnTo>
                  <a:pt x="831" y="934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1"/>
                </a:lnTo>
                <a:lnTo>
                  <a:pt x="828" y="931"/>
                </a:lnTo>
                <a:lnTo>
                  <a:pt x="828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2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7"/>
                </a:lnTo>
                <a:lnTo>
                  <a:pt x="815" y="936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8" y="934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3" y="933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6" y="935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1" y="916"/>
                </a:lnTo>
                <a:lnTo>
                  <a:pt x="790" y="915"/>
                </a:lnTo>
                <a:lnTo>
                  <a:pt x="790" y="914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5" y="903"/>
                </a:lnTo>
                <a:lnTo>
                  <a:pt x="774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1" y="897"/>
                </a:lnTo>
                <a:lnTo>
                  <a:pt x="770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3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3" y="884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3" y="870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5" y="867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6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6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7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4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8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8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6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1" y="881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3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6" y="870"/>
                </a:lnTo>
                <a:lnTo>
                  <a:pt x="878" y="870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3" y="872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59"/>
                </a:lnTo>
                <a:lnTo>
                  <a:pt x="889" y="858"/>
                </a:lnTo>
                <a:lnTo>
                  <a:pt x="889" y="857"/>
                </a:lnTo>
                <a:lnTo>
                  <a:pt x="888" y="857"/>
                </a:lnTo>
                <a:lnTo>
                  <a:pt x="888" y="856"/>
                </a:lnTo>
                <a:lnTo>
                  <a:pt x="888" y="855"/>
                </a:lnTo>
                <a:lnTo>
                  <a:pt x="887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2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2" y="847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4" y="846"/>
                </a:lnTo>
                <a:lnTo>
                  <a:pt x="873" y="845"/>
                </a:lnTo>
                <a:lnTo>
                  <a:pt x="872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6" y="840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4" y="815"/>
                </a:lnTo>
                <a:lnTo>
                  <a:pt x="863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09"/>
                </a:lnTo>
                <a:lnTo>
                  <a:pt x="876" y="808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6"/>
                </a:lnTo>
                <a:lnTo>
                  <a:pt x="882" y="797"/>
                </a:lnTo>
                <a:lnTo>
                  <a:pt x="883" y="797"/>
                </a:lnTo>
                <a:lnTo>
                  <a:pt x="883" y="796"/>
                </a:lnTo>
                <a:lnTo>
                  <a:pt x="884" y="796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7" y="795"/>
                </a:lnTo>
                <a:lnTo>
                  <a:pt x="888" y="794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2"/>
                </a:lnTo>
                <a:lnTo>
                  <a:pt x="895" y="792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899" y="784"/>
                </a:lnTo>
                <a:lnTo>
                  <a:pt x="899" y="785"/>
                </a:lnTo>
                <a:lnTo>
                  <a:pt x="899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4" y="774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5" y="766"/>
                </a:lnTo>
                <a:lnTo>
                  <a:pt x="896" y="766"/>
                </a:lnTo>
                <a:lnTo>
                  <a:pt x="897" y="766"/>
                </a:lnTo>
                <a:lnTo>
                  <a:pt x="897" y="765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6" y="756"/>
                </a:lnTo>
                <a:lnTo>
                  <a:pt x="897" y="756"/>
                </a:lnTo>
                <a:lnTo>
                  <a:pt x="897" y="755"/>
                </a:lnTo>
                <a:lnTo>
                  <a:pt x="897" y="754"/>
                </a:lnTo>
                <a:lnTo>
                  <a:pt x="898" y="754"/>
                </a:lnTo>
                <a:lnTo>
                  <a:pt x="899" y="753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5"/>
                </a:lnTo>
                <a:lnTo>
                  <a:pt x="909" y="754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1" y="749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39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39"/>
                </a:lnTo>
                <a:lnTo>
                  <a:pt x="919" y="740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0" y="743"/>
                </a:lnTo>
                <a:lnTo>
                  <a:pt x="931" y="743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7"/>
                </a:lnTo>
                <a:lnTo>
                  <a:pt x="937" y="748"/>
                </a:lnTo>
                <a:lnTo>
                  <a:pt x="937" y="747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39" y="745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3" y="739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4" y="726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2" y="718"/>
                </a:lnTo>
                <a:lnTo>
                  <a:pt x="933" y="718"/>
                </a:lnTo>
                <a:lnTo>
                  <a:pt x="933" y="717"/>
                </a:lnTo>
                <a:lnTo>
                  <a:pt x="933" y="716"/>
                </a:lnTo>
                <a:lnTo>
                  <a:pt x="934" y="716"/>
                </a:lnTo>
                <a:lnTo>
                  <a:pt x="934" y="715"/>
                </a:lnTo>
                <a:lnTo>
                  <a:pt x="935" y="714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3" y="711"/>
                </a:lnTo>
                <a:lnTo>
                  <a:pt x="944" y="711"/>
                </a:lnTo>
                <a:lnTo>
                  <a:pt x="945" y="710"/>
                </a:lnTo>
                <a:lnTo>
                  <a:pt x="946" y="710"/>
                </a:lnTo>
                <a:lnTo>
                  <a:pt x="947" y="711"/>
                </a:lnTo>
                <a:lnTo>
                  <a:pt x="948" y="711"/>
                </a:lnTo>
                <a:lnTo>
                  <a:pt x="948" y="712"/>
                </a:lnTo>
                <a:lnTo>
                  <a:pt x="948" y="711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1" y="712"/>
                </a:lnTo>
                <a:lnTo>
                  <a:pt x="952" y="711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6"/>
                </a:lnTo>
                <a:lnTo>
                  <a:pt x="956" y="704"/>
                </a:lnTo>
                <a:lnTo>
                  <a:pt x="955" y="703"/>
                </a:lnTo>
                <a:lnTo>
                  <a:pt x="955" y="701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8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0" y="686"/>
                </a:lnTo>
                <a:lnTo>
                  <a:pt x="951" y="686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3"/>
                </a:lnTo>
                <a:lnTo>
                  <a:pt x="955" y="682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6"/>
                </a:lnTo>
                <a:lnTo>
                  <a:pt x="954" y="665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9" y="661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5" y="657"/>
                </a:lnTo>
                <a:lnTo>
                  <a:pt x="944" y="656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3" y="652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7" y="637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1" y="632"/>
                </a:lnTo>
                <a:lnTo>
                  <a:pt x="931" y="631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7" y="628"/>
                </a:lnTo>
                <a:lnTo>
                  <a:pt x="926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5" y="623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3" y="614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0"/>
                </a:lnTo>
                <a:lnTo>
                  <a:pt x="928" y="609"/>
                </a:lnTo>
                <a:lnTo>
                  <a:pt x="928" y="608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599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7"/>
                </a:lnTo>
                <a:lnTo>
                  <a:pt x="911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8" y="585"/>
                </a:lnTo>
                <a:lnTo>
                  <a:pt x="918" y="584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4" y="569"/>
                </a:lnTo>
                <a:lnTo>
                  <a:pt x="913" y="569"/>
                </a:lnTo>
                <a:lnTo>
                  <a:pt x="913" y="568"/>
                </a:lnTo>
                <a:lnTo>
                  <a:pt x="912" y="568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5"/>
                </a:lnTo>
                <a:lnTo>
                  <a:pt x="909" y="564"/>
                </a:lnTo>
                <a:lnTo>
                  <a:pt x="908" y="564"/>
                </a:lnTo>
                <a:lnTo>
                  <a:pt x="908" y="563"/>
                </a:lnTo>
                <a:lnTo>
                  <a:pt x="908" y="562"/>
                </a:lnTo>
                <a:lnTo>
                  <a:pt x="909" y="562"/>
                </a:lnTo>
                <a:lnTo>
                  <a:pt x="908" y="562"/>
                </a:lnTo>
                <a:lnTo>
                  <a:pt x="908" y="561"/>
                </a:lnTo>
                <a:lnTo>
                  <a:pt x="907" y="561"/>
                </a:lnTo>
                <a:lnTo>
                  <a:pt x="906" y="561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60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3"/>
                </a:lnTo>
                <a:lnTo>
                  <a:pt x="893" y="552"/>
                </a:lnTo>
                <a:lnTo>
                  <a:pt x="893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8" y="550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0" y="541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1" y="538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5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1" y="520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4" y="509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2" y="512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0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3" y="473"/>
                </a:lnTo>
                <a:lnTo>
                  <a:pt x="772" y="473"/>
                </a:lnTo>
                <a:lnTo>
                  <a:pt x="771" y="473"/>
                </a:lnTo>
                <a:lnTo>
                  <a:pt x="770" y="474"/>
                </a:lnTo>
                <a:lnTo>
                  <a:pt x="769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1" y="470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5" y="465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5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1" y="466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3" y="462"/>
                </a:lnTo>
                <a:lnTo>
                  <a:pt x="732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7" y="451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2"/>
                </a:lnTo>
                <a:lnTo>
                  <a:pt x="715" y="453"/>
                </a:lnTo>
                <a:lnTo>
                  <a:pt x="714" y="453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700" y="440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4"/>
                </a:lnTo>
                <a:lnTo>
                  <a:pt x="692" y="445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49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0"/>
                </a:lnTo>
                <a:lnTo>
                  <a:pt x="705" y="461"/>
                </a:lnTo>
                <a:lnTo>
                  <a:pt x="704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8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0" y="451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8" y="450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8" y="442"/>
                </a:lnTo>
                <a:lnTo>
                  <a:pt x="657" y="442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7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9" y="393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7" y="393"/>
                </a:lnTo>
                <a:lnTo>
                  <a:pt x="606" y="393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6" y="382"/>
                </a:lnTo>
                <a:lnTo>
                  <a:pt x="576" y="383"/>
                </a:lnTo>
                <a:lnTo>
                  <a:pt x="575" y="383"/>
                </a:lnTo>
                <a:lnTo>
                  <a:pt x="575" y="384"/>
                </a:lnTo>
                <a:lnTo>
                  <a:pt x="574" y="384"/>
                </a:lnTo>
                <a:lnTo>
                  <a:pt x="573" y="384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1" y="396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1" y="402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5" y="392"/>
                </a:lnTo>
                <a:lnTo>
                  <a:pt x="484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89"/>
                </a:lnTo>
                <a:lnTo>
                  <a:pt x="481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2" y="372"/>
                </a:lnTo>
                <a:lnTo>
                  <a:pt x="451" y="372"/>
                </a:lnTo>
                <a:lnTo>
                  <a:pt x="451" y="371"/>
                </a:lnTo>
                <a:lnTo>
                  <a:pt x="450" y="371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39" y="369"/>
                </a:lnTo>
                <a:lnTo>
                  <a:pt x="437" y="369"/>
                </a:lnTo>
                <a:lnTo>
                  <a:pt x="436" y="369"/>
                </a:lnTo>
                <a:lnTo>
                  <a:pt x="435" y="369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3" y="368"/>
                </a:lnTo>
                <a:lnTo>
                  <a:pt x="423" y="367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0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19" y="373"/>
                </a:lnTo>
                <a:lnTo>
                  <a:pt x="420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7" y="400"/>
                </a:lnTo>
                <a:lnTo>
                  <a:pt x="417" y="401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3" y="421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2"/>
                </a:lnTo>
                <a:lnTo>
                  <a:pt x="421" y="433"/>
                </a:lnTo>
                <a:lnTo>
                  <a:pt x="420" y="433"/>
                </a:lnTo>
                <a:lnTo>
                  <a:pt x="419" y="433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4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39"/>
                </a:lnTo>
                <a:lnTo>
                  <a:pt x="392" y="440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3"/>
                </a:lnTo>
                <a:lnTo>
                  <a:pt x="392" y="444"/>
                </a:lnTo>
                <a:lnTo>
                  <a:pt x="393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3"/>
                </a:lnTo>
                <a:lnTo>
                  <a:pt x="386" y="455"/>
                </a:lnTo>
                <a:lnTo>
                  <a:pt x="386" y="456"/>
                </a:lnTo>
                <a:lnTo>
                  <a:pt x="387" y="458"/>
                </a:lnTo>
                <a:lnTo>
                  <a:pt x="387" y="459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8" y="465"/>
                </a:lnTo>
                <a:lnTo>
                  <a:pt x="376" y="464"/>
                </a:lnTo>
                <a:lnTo>
                  <a:pt x="375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2"/>
                </a:lnTo>
                <a:lnTo>
                  <a:pt x="365" y="462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6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20" y="461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6"/>
                </a:lnTo>
                <a:lnTo>
                  <a:pt x="295" y="456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59"/>
                </a:lnTo>
                <a:lnTo>
                  <a:pt x="279" y="460"/>
                </a:lnTo>
                <a:lnTo>
                  <a:pt x="278" y="460"/>
                </a:lnTo>
                <a:lnTo>
                  <a:pt x="278" y="459"/>
                </a:lnTo>
                <a:lnTo>
                  <a:pt x="277" y="459"/>
                </a:lnTo>
                <a:lnTo>
                  <a:pt x="277" y="460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9" y="458"/>
                </a:lnTo>
                <a:lnTo>
                  <a:pt x="268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59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2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2" y="451"/>
                </a:lnTo>
                <a:lnTo>
                  <a:pt x="252" y="450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7" y="449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9"/>
                </a:lnTo>
                <a:lnTo>
                  <a:pt x="244" y="448"/>
                </a:lnTo>
                <a:lnTo>
                  <a:pt x="243" y="448"/>
                </a:lnTo>
                <a:lnTo>
                  <a:pt x="243" y="449"/>
                </a:lnTo>
                <a:lnTo>
                  <a:pt x="242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7"/>
                </a:lnTo>
                <a:lnTo>
                  <a:pt x="235" y="448"/>
                </a:lnTo>
                <a:lnTo>
                  <a:pt x="234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1"/>
                </a:lnTo>
                <a:lnTo>
                  <a:pt x="214" y="451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1" y="454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3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7"/>
                </a:lnTo>
                <a:lnTo>
                  <a:pt x="139" y="417"/>
                </a:lnTo>
                <a:lnTo>
                  <a:pt x="139" y="418"/>
                </a:lnTo>
                <a:lnTo>
                  <a:pt x="138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8" y="407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8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3" y="401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3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2" y="380"/>
                </a:lnTo>
                <a:lnTo>
                  <a:pt x="13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0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0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7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59" y="226"/>
                </a:lnTo>
                <a:lnTo>
                  <a:pt x="90" y="222"/>
                </a:lnTo>
                <a:lnTo>
                  <a:pt x="104" y="219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3" y="204"/>
                </a:lnTo>
                <a:lnTo>
                  <a:pt x="132" y="196"/>
                </a:lnTo>
                <a:lnTo>
                  <a:pt x="141" y="185"/>
                </a:lnTo>
                <a:lnTo>
                  <a:pt x="149" y="173"/>
                </a:lnTo>
                <a:lnTo>
                  <a:pt x="150" y="172"/>
                </a:lnTo>
                <a:lnTo>
                  <a:pt x="166" y="156"/>
                </a:lnTo>
                <a:lnTo>
                  <a:pt x="175" y="149"/>
                </a:lnTo>
                <a:lnTo>
                  <a:pt x="197" y="132"/>
                </a:lnTo>
                <a:lnTo>
                  <a:pt x="213" y="129"/>
                </a:lnTo>
                <a:lnTo>
                  <a:pt x="217" y="128"/>
                </a:lnTo>
                <a:lnTo>
                  <a:pt x="219" y="125"/>
                </a:lnTo>
                <a:lnTo>
                  <a:pt x="222" y="120"/>
                </a:lnTo>
                <a:lnTo>
                  <a:pt x="224" y="119"/>
                </a:lnTo>
                <a:lnTo>
                  <a:pt x="227" y="115"/>
                </a:lnTo>
                <a:lnTo>
                  <a:pt x="237" y="110"/>
                </a:lnTo>
                <a:lnTo>
                  <a:pt x="240" y="109"/>
                </a:lnTo>
                <a:lnTo>
                  <a:pt x="249" y="105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7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1"/>
                </a:lnTo>
                <a:lnTo>
                  <a:pt x="266" y="126"/>
                </a:lnTo>
                <a:lnTo>
                  <a:pt x="266" y="125"/>
                </a:lnTo>
                <a:lnTo>
                  <a:pt x="267" y="125"/>
                </a:lnTo>
                <a:lnTo>
                  <a:pt x="267" y="124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8" y="121"/>
                </a:lnTo>
                <a:lnTo>
                  <a:pt x="269" y="120"/>
                </a:lnTo>
                <a:lnTo>
                  <a:pt x="269" y="119"/>
                </a:lnTo>
                <a:lnTo>
                  <a:pt x="269" y="118"/>
                </a:lnTo>
                <a:lnTo>
                  <a:pt x="270" y="117"/>
                </a:lnTo>
                <a:lnTo>
                  <a:pt x="271" y="116"/>
                </a:lnTo>
                <a:lnTo>
                  <a:pt x="272" y="115"/>
                </a:lnTo>
                <a:lnTo>
                  <a:pt x="273" y="114"/>
                </a:lnTo>
                <a:lnTo>
                  <a:pt x="276" y="112"/>
                </a:lnTo>
                <a:lnTo>
                  <a:pt x="277" y="111"/>
                </a:lnTo>
                <a:lnTo>
                  <a:pt x="278" y="111"/>
                </a:lnTo>
                <a:lnTo>
                  <a:pt x="279" y="110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4" y="107"/>
                </a:lnTo>
                <a:lnTo>
                  <a:pt x="285" y="106"/>
                </a:lnTo>
                <a:lnTo>
                  <a:pt x="286" y="106"/>
                </a:lnTo>
                <a:lnTo>
                  <a:pt x="288" y="104"/>
                </a:lnTo>
                <a:lnTo>
                  <a:pt x="289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3" y="101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6" y="100"/>
                </a:lnTo>
                <a:lnTo>
                  <a:pt x="297" y="100"/>
                </a:lnTo>
                <a:lnTo>
                  <a:pt x="298" y="100"/>
                </a:lnTo>
                <a:lnTo>
                  <a:pt x="298" y="99"/>
                </a:lnTo>
                <a:lnTo>
                  <a:pt x="300" y="99"/>
                </a:lnTo>
                <a:lnTo>
                  <a:pt x="303" y="99"/>
                </a:lnTo>
                <a:lnTo>
                  <a:pt x="303" y="98"/>
                </a:lnTo>
                <a:lnTo>
                  <a:pt x="304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6"/>
                </a:lnTo>
                <a:lnTo>
                  <a:pt x="318" y="96"/>
                </a:lnTo>
                <a:lnTo>
                  <a:pt x="318" y="95"/>
                </a:lnTo>
                <a:lnTo>
                  <a:pt x="319" y="95"/>
                </a:lnTo>
                <a:lnTo>
                  <a:pt x="320" y="94"/>
                </a:lnTo>
                <a:lnTo>
                  <a:pt x="322" y="94"/>
                </a:lnTo>
                <a:lnTo>
                  <a:pt x="324" y="93"/>
                </a:lnTo>
                <a:lnTo>
                  <a:pt x="325" y="93"/>
                </a:lnTo>
                <a:lnTo>
                  <a:pt x="326" y="93"/>
                </a:lnTo>
                <a:lnTo>
                  <a:pt x="326" y="92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0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8"/>
                </a:lnTo>
                <a:lnTo>
                  <a:pt x="336" y="86"/>
                </a:lnTo>
                <a:lnTo>
                  <a:pt x="337" y="86"/>
                </a:lnTo>
                <a:lnTo>
                  <a:pt x="337" y="85"/>
                </a:lnTo>
                <a:lnTo>
                  <a:pt x="338" y="85"/>
                </a:lnTo>
                <a:lnTo>
                  <a:pt x="338" y="84"/>
                </a:lnTo>
                <a:lnTo>
                  <a:pt x="339" y="84"/>
                </a:lnTo>
                <a:lnTo>
                  <a:pt x="340" y="83"/>
                </a:lnTo>
                <a:lnTo>
                  <a:pt x="340" y="82"/>
                </a:lnTo>
                <a:lnTo>
                  <a:pt x="340" y="81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2" y="78"/>
                </a:lnTo>
                <a:lnTo>
                  <a:pt x="342" y="76"/>
                </a:lnTo>
                <a:lnTo>
                  <a:pt x="336" y="66"/>
                </a:lnTo>
                <a:lnTo>
                  <a:pt x="339" y="64"/>
                </a:lnTo>
                <a:lnTo>
                  <a:pt x="346" y="59"/>
                </a:lnTo>
                <a:lnTo>
                  <a:pt x="333" y="48"/>
                </a:lnTo>
                <a:lnTo>
                  <a:pt x="333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29" y="35"/>
                </a:lnTo>
                <a:lnTo>
                  <a:pt x="330" y="34"/>
                </a:lnTo>
                <a:lnTo>
                  <a:pt x="331" y="32"/>
                </a:lnTo>
                <a:lnTo>
                  <a:pt x="331" y="30"/>
                </a:lnTo>
                <a:lnTo>
                  <a:pt x="332" y="26"/>
                </a:lnTo>
                <a:lnTo>
                  <a:pt x="333" y="25"/>
                </a:lnTo>
                <a:lnTo>
                  <a:pt x="334" y="24"/>
                </a:lnTo>
                <a:lnTo>
                  <a:pt x="335" y="24"/>
                </a:lnTo>
                <a:lnTo>
                  <a:pt x="336" y="23"/>
                </a:lnTo>
                <a:lnTo>
                  <a:pt x="339" y="20"/>
                </a:lnTo>
                <a:lnTo>
                  <a:pt x="339" y="19"/>
                </a:lnTo>
                <a:lnTo>
                  <a:pt x="341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9" y="15"/>
                </a:lnTo>
                <a:lnTo>
                  <a:pt x="350" y="15"/>
                </a:lnTo>
                <a:lnTo>
                  <a:pt x="351" y="14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0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4" y="7"/>
                </a:lnTo>
                <a:lnTo>
                  <a:pt x="368" y="7"/>
                </a:lnTo>
                <a:lnTo>
                  <a:pt x="371" y="6"/>
                </a:lnTo>
                <a:lnTo>
                  <a:pt x="372" y="6"/>
                </a:lnTo>
                <a:lnTo>
                  <a:pt x="375" y="6"/>
                </a:lnTo>
                <a:lnTo>
                  <a:pt x="378" y="6"/>
                </a:lnTo>
                <a:lnTo>
                  <a:pt x="379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7" y="5"/>
                </a:lnTo>
                <a:lnTo>
                  <a:pt x="397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4" y="2"/>
                </a:lnTo>
                <a:lnTo>
                  <a:pt x="425" y="2"/>
                </a:lnTo>
                <a:lnTo>
                  <a:pt x="426" y="2"/>
                </a:lnTo>
                <a:lnTo>
                  <a:pt x="429" y="1"/>
                </a:lnTo>
                <a:lnTo>
                  <a:pt x="431" y="1"/>
                </a:lnTo>
                <a:lnTo>
                  <a:pt x="434" y="0"/>
                </a:lnTo>
                <a:lnTo>
                  <a:pt x="435" y="0"/>
                </a:lnTo>
                <a:lnTo>
                  <a:pt x="437" y="3"/>
                </a:lnTo>
                <a:lnTo>
                  <a:pt x="441" y="12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1"/>
                </a:lnTo>
                <a:lnTo>
                  <a:pt x="1221" y="752"/>
                </a:lnTo>
                <a:lnTo>
                  <a:pt x="1220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4"/>
                </a:lnTo>
                <a:lnTo>
                  <a:pt x="1225" y="754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3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0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128988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0"/>
                </a:lnTo>
                <a:lnTo>
                  <a:pt x="688" y="1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7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2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6" y="377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6" y="386"/>
                </a:lnTo>
                <a:lnTo>
                  <a:pt x="1175" y="387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7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59" y="496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2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9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1" y="522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39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9" y="631"/>
                </a:lnTo>
                <a:lnTo>
                  <a:pt x="878" y="631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0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5" y="532"/>
                </a:lnTo>
                <a:lnTo>
                  <a:pt x="816" y="532"/>
                </a:lnTo>
                <a:lnTo>
                  <a:pt x="815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6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7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0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6" y="601"/>
                </a:lnTo>
                <a:lnTo>
                  <a:pt x="746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1" y="641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08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0"/>
                </a:lnTo>
                <a:lnTo>
                  <a:pt x="705" y="731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1" y="737"/>
                </a:lnTo>
                <a:lnTo>
                  <a:pt x="681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7" y="738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7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4"/>
                </a:lnTo>
                <a:lnTo>
                  <a:pt x="664" y="745"/>
                </a:lnTo>
                <a:lnTo>
                  <a:pt x="665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5"/>
                </a:lnTo>
                <a:lnTo>
                  <a:pt x="663" y="757"/>
                </a:lnTo>
                <a:lnTo>
                  <a:pt x="664" y="758"/>
                </a:lnTo>
                <a:lnTo>
                  <a:pt x="666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4"/>
                </a:lnTo>
                <a:lnTo>
                  <a:pt x="631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6"/>
                </a:lnTo>
                <a:lnTo>
                  <a:pt x="628" y="746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8"/>
                </a:lnTo>
                <a:lnTo>
                  <a:pt x="613" y="749"/>
                </a:lnTo>
                <a:lnTo>
                  <a:pt x="613" y="748"/>
                </a:lnTo>
                <a:lnTo>
                  <a:pt x="612" y="748"/>
                </a:lnTo>
                <a:lnTo>
                  <a:pt x="612" y="749"/>
                </a:lnTo>
                <a:lnTo>
                  <a:pt x="612" y="750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3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5"/>
                </a:lnTo>
                <a:lnTo>
                  <a:pt x="610" y="757"/>
                </a:lnTo>
                <a:lnTo>
                  <a:pt x="611" y="758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2" y="751"/>
                </a:lnTo>
                <a:lnTo>
                  <a:pt x="543" y="751"/>
                </a:lnTo>
                <a:lnTo>
                  <a:pt x="542" y="751"/>
                </a:lnTo>
                <a:lnTo>
                  <a:pt x="542" y="750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4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0" y="738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1"/>
                </a:lnTo>
                <a:lnTo>
                  <a:pt x="516" y="711"/>
                </a:lnTo>
                <a:lnTo>
                  <a:pt x="515" y="711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5" y="706"/>
                </a:lnTo>
                <a:lnTo>
                  <a:pt x="516" y="706"/>
                </a:lnTo>
                <a:lnTo>
                  <a:pt x="516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5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6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5" y="690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5" y="684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0"/>
                </a:lnTo>
                <a:lnTo>
                  <a:pt x="481" y="680"/>
                </a:lnTo>
                <a:lnTo>
                  <a:pt x="480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1" y="679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0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4"/>
                </a:lnTo>
                <a:lnTo>
                  <a:pt x="425" y="693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6" y="693"/>
                </a:lnTo>
                <a:lnTo>
                  <a:pt x="415" y="693"/>
                </a:lnTo>
                <a:lnTo>
                  <a:pt x="414" y="692"/>
                </a:lnTo>
                <a:lnTo>
                  <a:pt x="414" y="691"/>
                </a:lnTo>
                <a:lnTo>
                  <a:pt x="413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0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2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82"/>
                </a:lnTo>
                <a:lnTo>
                  <a:pt x="380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1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1" y="670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5" y="673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7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1" y="665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10" y="665"/>
                </a:lnTo>
                <a:lnTo>
                  <a:pt x="309" y="665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2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3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6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4" y="654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0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4" y="625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4"/>
                </a:lnTo>
                <a:lnTo>
                  <a:pt x="127" y="625"/>
                </a:lnTo>
                <a:lnTo>
                  <a:pt x="126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7"/>
                </a:lnTo>
                <a:lnTo>
                  <a:pt x="109" y="616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5" y="606"/>
                </a:lnTo>
                <a:lnTo>
                  <a:pt x="84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2" y="573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5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3" y="530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4"/>
                </a:lnTo>
                <a:lnTo>
                  <a:pt x="37" y="514"/>
                </a:lnTo>
                <a:lnTo>
                  <a:pt x="37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9" y="505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2" y="497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2"/>
                </a:lnTo>
                <a:lnTo>
                  <a:pt x="37" y="441"/>
                </a:lnTo>
                <a:lnTo>
                  <a:pt x="38" y="441"/>
                </a:lnTo>
                <a:lnTo>
                  <a:pt x="37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39"/>
                </a:lnTo>
                <a:lnTo>
                  <a:pt x="34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1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8" y="394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0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5"/>
                </a:lnTo>
                <a:lnTo>
                  <a:pt x="36" y="344"/>
                </a:lnTo>
                <a:lnTo>
                  <a:pt x="35" y="343"/>
                </a:lnTo>
                <a:lnTo>
                  <a:pt x="34" y="343"/>
                </a:lnTo>
                <a:lnTo>
                  <a:pt x="33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8" y="320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1" y="320"/>
                </a:lnTo>
                <a:lnTo>
                  <a:pt x="42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7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6" y="307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4" y="312"/>
                </a:lnTo>
                <a:lnTo>
                  <a:pt x="75" y="312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90" y="314"/>
                </a:lnTo>
                <a:lnTo>
                  <a:pt x="91" y="314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7" y="315"/>
                </a:lnTo>
                <a:lnTo>
                  <a:pt x="98" y="315"/>
                </a:lnTo>
                <a:lnTo>
                  <a:pt x="99" y="314"/>
                </a:lnTo>
                <a:lnTo>
                  <a:pt x="101" y="314"/>
                </a:lnTo>
                <a:lnTo>
                  <a:pt x="101" y="313"/>
                </a:lnTo>
                <a:lnTo>
                  <a:pt x="102" y="313"/>
                </a:lnTo>
                <a:lnTo>
                  <a:pt x="102" y="314"/>
                </a:lnTo>
                <a:lnTo>
                  <a:pt x="104" y="314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5" y="315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5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4"/>
                </a:lnTo>
                <a:lnTo>
                  <a:pt x="128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2" y="319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1" y="320"/>
                </a:lnTo>
                <a:lnTo>
                  <a:pt x="152" y="320"/>
                </a:lnTo>
                <a:lnTo>
                  <a:pt x="154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3" y="313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3" y="308"/>
                </a:lnTo>
                <a:lnTo>
                  <a:pt x="152" y="308"/>
                </a:lnTo>
                <a:lnTo>
                  <a:pt x="152" y="307"/>
                </a:lnTo>
                <a:lnTo>
                  <a:pt x="153" y="307"/>
                </a:lnTo>
                <a:lnTo>
                  <a:pt x="153" y="306"/>
                </a:lnTo>
                <a:lnTo>
                  <a:pt x="152" y="306"/>
                </a:lnTo>
                <a:lnTo>
                  <a:pt x="151" y="306"/>
                </a:lnTo>
                <a:lnTo>
                  <a:pt x="151" y="305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49" y="301"/>
                </a:lnTo>
                <a:lnTo>
                  <a:pt x="150" y="300"/>
                </a:lnTo>
                <a:lnTo>
                  <a:pt x="151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9" y="297"/>
                </a:lnTo>
                <a:lnTo>
                  <a:pt x="148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8" y="290"/>
                </a:lnTo>
                <a:lnTo>
                  <a:pt x="148" y="289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5"/>
                </a:lnTo>
                <a:lnTo>
                  <a:pt x="149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8" y="280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2"/>
                </a:lnTo>
                <a:lnTo>
                  <a:pt x="136" y="271"/>
                </a:lnTo>
                <a:lnTo>
                  <a:pt x="135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1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20" y="267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5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1" y="160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8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6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0"/>
                </a:lnTo>
                <a:lnTo>
                  <a:pt x="66" y="89"/>
                </a:lnTo>
                <a:lnTo>
                  <a:pt x="67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1"/>
                </a:lnTo>
                <a:lnTo>
                  <a:pt x="282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7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3" y="51"/>
                </a:lnTo>
                <a:lnTo>
                  <a:pt x="404" y="51"/>
                </a:lnTo>
                <a:lnTo>
                  <a:pt x="404" y="50"/>
                </a:lnTo>
                <a:lnTo>
                  <a:pt x="405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4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7" y="97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5"/>
                </a:lnTo>
                <a:lnTo>
                  <a:pt x="631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2" y="92"/>
                </a:lnTo>
                <a:lnTo>
                  <a:pt x="652" y="91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3"/>
                </a:lnTo>
                <a:lnTo>
                  <a:pt x="658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2" y="34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5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CB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182448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2"/>
                </a:lnTo>
                <a:close/>
              </a:path>
            </a:pathLst>
          </a:custGeom>
          <a:solidFill>
            <a:srgbClr val="8B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177264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6" y="16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0" y="24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1" y="27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3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2" y="127"/>
                </a:lnTo>
                <a:lnTo>
                  <a:pt x="263" y="128"/>
                </a:lnTo>
                <a:lnTo>
                  <a:pt x="264" y="129"/>
                </a:lnTo>
                <a:lnTo>
                  <a:pt x="264" y="130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4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2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4" y="376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199" y="416"/>
                </a:lnTo>
                <a:lnTo>
                  <a:pt x="199" y="417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3" y="395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2" y="379"/>
                </a:lnTo>
                <a:lnTo>
                  <a:pt x="132" y="378"/>
                </a:lnTo>
                <a:lnTo>
                  <a:pt x="133" y="377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7"/>
                </a:lnTo>
                <a:lnTo>
                  <a:pt x="110" y="335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8"/>
                </a:lnTo>
                <a:lnTo>
                  <a:pt x="108" y="317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4"/>
                </a:lnTo>
                <a:lnTo>
                  <a:pt x="105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8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4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8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7" y="158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1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7" y="136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3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39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1" y="98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1"/>
                </a:lnTo>
                <a:lnTo>
                  <a:pt x="142" y="90"/>
                </a:lnTo>
                <a:lnTo>
                  <a:pt x="143" y="90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49" y="60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6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49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8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2"/>
                </a:lnTo>
                <a:lnTo>
                  <a:pt x="181" y="21"/>
                </a:lnTo>
                <a:lnTo>
                  <a:pt x="180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5" y="4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8BB8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77400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3" y="667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5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90" y="757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8" y="764"/>
                </a:lnTo>
                <a:lnTo>
                  <a:pt x="1977" y="765"/>
                </a:lnTo>
                <a:lnTo>
                  <a:pt x="1976" y="765"/>
                </a:lnTo>
                <a:lnTo>
                  <a:pt x="1975" y="766"/>
                </a:lnTo>
                <a:lnTo>
                  <a:pt x="1972" y="768"/>
                </a:lnTo>
                <a:lnTo>
                  <a:pt x="1971" y="769"/>
                </a:lnTo>
                <a:lnTo>
                  <a:pt x="1970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1" y="775"/>
                </a:lnTo>
                <a:lnTo>
                  <a:pt x="1959" y="772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6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803" y="873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1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60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4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5" y="1335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8" y="1333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9" y="1320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3" y="1321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1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8" y="1411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6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8"/>
                </a:lnTo>
                <a:lnTo>
                  <a:pt x="911" y="1418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2"/>
                </a:lnTo>
                <a:lnTo>
                  <a:pt x="883" y="1411"/>
                </a:lnTo>
                <a:lnTo>
                  <a:pt x="882" y="1411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2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5" y="1410"/>
                </a:lnTo>
                <a:lnTo>
                  <a:pt x="865" y="1409"/>
                </a:lnTo>
                <a:lnTo>
                  <a:pt x="864" y="1409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7" y="1403"/>
                </a:lnTo>
                <a:lnTo>
                  <a:pt x="856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4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3" y="1388"/>
                </a:lnTo>
                <a:lnTo>
                  <a:pt x="852" y="1388"/>
                </a:lnTo>
                <a:lnTo>
                  <a:pt x="852" y="1387"/>
                </a:lnTo>
                <a:lnTo>
                  <a:pt x="853" y="1386"/>
                </a:lnTo>
                <a:lnTo>
                  <a:pt x="852" y="1386"/>
                </a:lnTo>
                <a:lnTo>
                  <a:pt x="852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7" y="1383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3"/>
                </a:lnTo>
                <a:lnTo>
                  <a:pt x="839" y="1382"/>
                </a:lnTo>
                <a:lnTo>
                  <a:pt x="838" y="1382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1" y="1387"/>
                </a:lnTo>
                <a:lnTo>
                  <a:pt x="831" y="1386"/>
                </a:lnTo>
                <a:lnTo>
                  <a:pt x="830" y="1385"/>
                </a:lnTo>
                <a:lnTo>
                  <a:pt x="829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5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2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7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6" y="1387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5"/>
                </a:lnTo>
                <a:lnTo>
                  <a:pt x="795" y="1395"/>
                </a:lnTo>
                <a:lnTo>
                  <a:pt x="794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1" y="1396"/>
                </a:lnTo>
                <a:lnTo>
                  <a:pt x="790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69" y="1411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7" y="1420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9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7"/>
                </a:lnTo>
                <a:lnTo>
                  <a:pt x="693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8" y="1418"/>
                </a:lnTo>
                <a:lnTo>
                  <a:pt x="676" y="1418"/>
                </a:lnTo>
                <a:lnTo>
                  <a:pt x="676" y="1419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6" y="1419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8"/>
                </a:lnTo>
                <a:lnTo>
                  <a:pt x="648" y="1417"/>
                </a:lnTo>
                <a:lnTo>
                  <a:pt x="647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5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1" y="1411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2"/>
                </a:lnTo>
                <a:lnTo>
                  <a:pt x="631" y="1411"/>
                </a:lnTo>
                <a:lnTo>
                  <a:pt x="630" y="1411"/>
                </a:lnTo>
                <a:lnTo>
                  <a:pt x="628" y="1410"/>
                </a:lnTo>
                <a:lnTo>
                  <a:pt x="627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7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3" y="1415"/>
                </a:lnTo>
                <a:lnTo>
                  <a:pt x="612" y="1415"/>
                </a:lnTo>
                <a:lnTo>
                  <a:pt x="612" y="1416"/>
                </a:lnTo>
                <a:lnTo>
                  <a:pt x="612" y="1417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6" y="1427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8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1" y="1446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90" y="1450"/>
                </a:lnTo>
                <a:lnTo>
                  <a:pt x="589" y="1451"/>
                </a:lnTo>
                <a:lnTo>
                  <a:pt x="589" y="1452"/>
                </a:lnTo>
                <a:lnTo>
                  <a:pt x="588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4" y="1485"/>
                </a:lnTo>
                <a:lnTo>
                  <a:pt x="574" y="1486"/>
                </a:lnTo>
                <a:lnTo>
                  <a:pt x="574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8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9"/>
                </a:lnTo>
                <a:lnTo>
                  <a:pt x="539" y="1509"/>
                </a:lnTo>
                <a:lnTo>
                  <a:pt x="539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2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2"/>
                </a:lnTo>
                <a:lnTo>
                  <a:pt x="514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9"/>
                </a:lnTo>
                <a:lnTo>
                  <a:pt x="509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5" y="1511"/>
                </a:lnTo>
                <a:lnTo>
                  <a:pt x="503" y="1512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500" y="1520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5"/>
                </a:lnTo>
                <a:lnTo>
                  <a:pt x="485" y="1514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9" y="1501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3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6" y="1497"/>
                </a:lnTo>
                <a:lnTo>
                  <a:pt x="456" y="1496"/>
                </a:lnTo>
                <a:lnTo>
                  <a:pt x="454" y="1496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6"/>
                </a:lnTo>
                <a:lnTo>
                  <a:pt x="452" y="1496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5" y="1477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7" y="1473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3" y="1443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2"/>
                </a:lnTo>
                <a:lnTo>
                  <a:pt x="407" y="1422"/>
                </a:lnTo>
                <a:lnTo>
                  <a:pt x="407" y="1421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0" y="1412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7" y="1402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8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5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70"/>
                </a:lnTo>
                <a:lnTo>
                  <a:pt x="173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1" y="1246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90" y="1237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90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8" y="1077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2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19" y="1035"/>
                </a:lnTo>
                <a:lnTo>
                  <a:pt x="19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3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4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7"/>
                </a:lnTo>
                <a:lnTo>
                  <a:pt x="199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5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10" y="834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1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3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1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8" y="837"/>
                </a:lnTo>
                <a:lnTo>
                  <a:pt x="370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7" y="818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8" y="811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0" y="799"/>
                </a:lnTo>
                <a:lnTo>
                  <a:pt x="422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30" y="797"/>
                </a:lnTo>
                <a:lnTo>
                  <a:pt x="431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7"/>
                </a:lnTo>
                <a:lnTo>
                  <a:pt x="435" y="798"/>
                </a:lnTo>
                <a:lnTo>
                  <a:pt x="436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1" y="797"/>
                </a:lnTo>
                <a:lnTo>
                  <a:pt x="441" y="796"/>
                </a:lnTo>
                <a:lnTo>
                  <a:pt x="441" y="795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9" y="784"/>
                </a:lnTo>
                <a:lnTo>
                  <a:pt x="469" y="783"/>
                </a:lnTo>
                <a:lnTo>
                  <a:pt x="468" y="782"/>
                </a:lnTo>
                <a:lnTo>
                  <a:pt x="469" y="781"/>
                </a:lnTo>
                <a:lnTo>
                  <a:pt x="470" y="781"/>
                </a:lnTo>
                <a:lnTo>
                  <a:pt x="471" y="781"/>
                </a:lnTo>
                <a:lnTo>
                  <a:pt x="473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80"/>
                </a:lnTo>
                <a:lnTo>
                  <a:pt x="477" y="779"/>
                </a:lnTo>
                <a:lnTo>
                  <a:pt x="478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1" y="772"/>
                </a:lnTo>
                <a:lnTo>
                  <a:pt x="491" y="771"/>
                </a:lnTo>
                <a:lnTo>
                  <a:pt x="492" y="771"/>
                </a:lnTo>
                <a:lnTo>
                  <a:pt x="493" y="770"/>
                </a:lnTo>
                <a:lnTo>
                  <a:pt x="494" y="770"/>
                </a:lnTo>
                <a:lnTo>
                  <a:pt x="495" y="770"/>
                </a:lnTo>
                <a:lnTo>
                  <a:pt x="495" y="769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9" y="769"/>
                </a:lnTo>
                <a:lnTo>
                  <a:pt x="499" y="768"/>
                </a:lnTo>
                <a:lnTo>
                  <a:pt x="500" y="768"/>
                </a:lnTo>
                <a:lnTo>
                  <a:pt x="501" y="767"/>
                </a:lnTo>
                <a:lnTo>
                  <a:pt x="502" y="767"/>
                </a:lnTo>
                <a:lnTo>
                  <a:pt x="505" y="766"/>
                </a:lnTo>
                <a:lnTo>
                  <a:pt x="506" y="765"/>
                </a:lnTo>
                <a:lnTo>
                  <a:pt x="507" y="764"/>
                </a:lnTo>
                <a:lnTo>
                  <a:pt x="508" y="763"/>
                </a:lnTo>
                <a:lnTo>
                  <a:pt x="510" y="763"/>
                </a:lnTo>
                <a:lnTo>
                  <a:pt x="512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7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6" y="751"/>
                </a:lnTo>
                <a:lnTo>
                  <a:pt x="537" y="751"/>
                </a:lnTo>
                <a:lnTo>
                  <a:pt x="538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2" y="752"/>
                </a:lnTo>
                <a:lnTo>
                  <a:pt x="544" y="752"/>
                </a:lnTo>
                <a:lnTo>
                  <a:pt x="545" y="752"/>
                </a:lnTo>
                <a:lnTo>
                  <a:pt x="547" y="752"/>
                </a:lnTo>
                <a:lnTo>
                  <a:pt x="548" y="751"/>
                </a:lnTo>
                <a:lnTo>
                  <a:pt x="550" y="750"/>
                </a:lnTo>
                <a:lnTo>
                  <a:pt x="551" y="750"/>
                </a:lnTo>
                <a:lnTo>
                  <a:pt x="551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7"/>
                </a:lnTo>
                <a:lnTo>
                  <a:pt x="555" y="747"/>
                </a:lnTo>
                <a:lnTo>
                  <a:pt x="557" y="746"/>
                </a:lnTo>
                <a:lnTo>
                  <a:pt x="559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6" y="745"/>
                </a:lnTo>
                <a:lnTo>
                  <a:pt x="568" y="743"/>
                </a:lnTo>
                <a:lnTo>
                  <a:pt x="568" y="741"/>
                </a:lnTo>
                <a:lnTo>
                  <a:pt x="569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3" y="737"/>
                </a:lnTo>
                <a:lnTo>
                  <a:pt x="573" y="736"/>
                </a:lnTo>
                <a:lnTo>
                  <a:pt x="572" y="736"/>
                </a:lnTo>
                <a:lnTo>
                  <a:pt x="572" y="734"/>
                </a:lnTo>
                <a:lnTo>
                  <a:pt x="573" y="733"/>
                </a:lnTo>
                <a:lnTo>
                  <a:pt x="574" y="733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9" y="730"/>
                </a:lnTo>
                <a:lnTo>
                  <a:pt x="594" y="730"/>
                </a:lnTo>
                <a:lnTo>
                  <a:pt x="594" y="731"/>
                </a:lnTo>
                <a:lnTo>
                  <a:pt x="596" y="731"/>
                </a:lnTo>
                <a:lnTo>
                  <a:pt x="598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1" y="729"/>
                </a:lnTo>
                <a:lnTo>
                  <a:pt x="602" y="727"/>
                </a:lnTo>
                <a:lnTo>
                  <a:pt x="603" y="727"/>
                </a:lnTo>
                <a:lnTo>
                  <a:pt x="603" y="726"/>
                </a:lnTo>
                <a:lnTo>
                  <a:pt x="602" y="726"/>
                </a:lnTo>
                <a:lnTo>
                  <a:pt x="601" y="725"/>
                </a:lnTo>
                <a:lnTo>
                  <a:pt x="600" y="724"/>
                </a:lnTo>
                <a:lnTo>
                  <a:pt x="600" y="722"/>
                </a:lnTo>
                <a:lnTo>
                  <a:pt x="599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1" y="716"/>
                </a:lnTo>
                <a:lnTo>
                  <a:pt x="601" y="714"/>
                </a:lnTo>
                <a:lnTo>
                  <a:pt x="602" y="714"/>
                </a:lnTo>
                <a:lnTo>
                  <a:pt x="603" y="714"/>
                </a:lnTo>
                <a:lnTo>
                  <a:pt x="605" y="714"/>
                </a:lnTo>
                <a:lnTo>
                  <a:pt x="607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2"/>
                </a:lnTo>
                <a:lnTo>
                  <a:pt x="611" y="711"/>
                </a:lnTo>
                <a:lnTo>
                  <a:pt x="612" y="711"/>
                </a:lnTo>
                <a:lnTo>
                  <a:pt x="612" y="709"/>
                </a:lnTo>
                <a:lnTo>
                  <a:pt x="612" y="708"/>
                </a:lnTo>
                <a:lnTo>
                  <a:pt x="612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8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7"/>
                </a:lnTo>
                <a:lnTo>
                  <a:pt x="607" y="695"/>
                </a:lnTo>
                <a:lnTo>
                  <a:pt x="606" y="694"/>
                </a:lnTo>
                <a:lnTo>
                  <a:pt x="605" y="692"/>
                </a:lnTo>
                <a:lnTo>
                  <a:pt x="604" y="691"/>
                </a:lnTo>
                <a:lnTo>
                  <a:pt x="605" y="689"/>
                </a:lnTo>
                <a:lnTo>
                  <a:pt x="605" y="687"/>
                </a:lnTo>
                <a:lnTo>
                  <a:pt x="606" y="686"/>
                </a:lnTo>
                <a:lnTo>
                  <a:pt x="607" y="685"/>
                </a:lnTo>
                <a:lnTo>
                  <a:pt x="611" y="683"/>
                </a:lnTo>
                <a:lnTo>
                  <a:pt x="609" y="683"/>
                </a:lnTo>
                <a:lnTo>
                  <a:pt x="608" y="682"/>
                </a:lnTo>
                <a:lnTo>
                  <a:pt x="607" y="682"/>
                </a:lnTo>
                <a:lnTo>
                  <a:pt x="607" y="681"/>
                </a:lnTo>
                <a:lnTo>
                  <a:pt x="606" y="681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2" y="668"/>
                </a:lnTo>
                <a:lnTo>
                  <a:pt x="602" y="667"/>
                </a:lnTo>
                <a:lnTo>
                  <a:pt x="602" y="666"/>
                </a:lnTo>
                <a:lnTo>
                  <a:pt x="604" y="665"/>
                </a:lnTo>
                <a:lnTo>
                  <a:pt x="607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8" y="651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49"/>
                </a:lnTo>
                <a:lnTo>
                  <a:pt x="621" y="650"/>
                </a:lnTo>
                <a:lnTo>
                  <a:pt x="622" y="650"/>
                </a:lnTo>
                <a:lnTo>
                  <a:pt x="623" y="650"/>
                </a:lnTo>
                <a:lnTo>
                  <a:pt x="623" y="649"/>
                </a:lnTo>
                <a:lnTo>
                  <a:pt x="624" y="649"/>
                </a:lnTo>
                <a:lnTo>
                  <a:pt x="624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6"/>
                </a:lnTo>
                <a:lnTo>
                  <a:pt x="633" y="646"/>
                </a:lnTo>
                <a:lnTo>
                  <a:pt x="633" y="645"/>
                </a:lnTo>
                <a:lnTo>
                  <a:pt x="634" y="645"/>
                </a:lnTo>
                <a:lnTo>
                  <a:pt x="635" y="645"/>
                </a:lnTo>
                <a:lnTo>
                  <a:pt x="636" y="644"/>
                </a:lnTo>
                <a:lnTo>
                  <a:pt x="637" y="644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8" y="640"/>
                </a:lnTo>
                <a:lnTo>
                  <a:pt x="636" y="640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0" y="639"/>
                </a:lnTo>
                <a:lnTo>
                  <a:pt x="629" y="638"/>
                </a:lnTo>
                <a:lnTo>
                  <a:pt x="628" y="638"/>
                </a:lnTo>
                <a:lnTo>
                  <a:pt x="627" y="637"/>
                </a:lnTo>
                <a:lnTo>
                  <a:pt x="626" y="637"/>
                </a:lnTo>
                <a:lnTo>
                  <a:pt x="626" y="636"/>
                </a:lnTo>
                <a:lnTo>
                  <a:pt x="625" y="636"/>
                </a:lnTo>
                <a:lnTo>
                  <a:pt x="623" y="635"/>
                </a:lnTo>
                <a:lnTo>
                  <a:pt x="622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1"/>
                </a:lnTo>
                <a:lnTo>
                  <a:pt x="620" y="630"/>
                </a:lnTo>
                <a:lnTo>
                  <a:pt x="620" y="629"/>
                </a:lnTo>
                <a:lnTo>
                  <a:pt x="622" y="628"/>
                </a:lnTo>
                <a:lnTo>
                  <a:pt x="623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29" y="626"/>
                </a:lnTo>
                <a:lnTo>
                  <a:pt x="632" y="624"/>
                </a:lnTo>
                <a:lnTo>
                  <a:pt x="633" y="623"/>
                </a:lnTo>
                <a:lnTo>
                  <a:pt x="634" y="623"/>
                </a:lnTo>
                <a:lnTo>
                  <a:pt x="636" y="622"/>
                </a:lnTo>
                <a:lnTo>
                  <a:pt x="637" y="621"/>
                </a:lnTo>
                <a:lnTo>
                  <a:pt x="638" y="620"/>
                </a:lnTo>
                <a:lnTo>
                  <a:pt x="639" y="620"/>
                </a:lnTo>
                <a:lnTo>
                  <a:pt x="639" y="619"/>
                </a:lnTo>
                <a:lnTo>
                  <a:pt x="640" y="619"/>
                </a:lnTo>
                <a:lnTo>
                  <a:pt x="642" y="619"/>
                </a:lnTo>
                <a:lnTo>
                  <a:pt x="643" y="618"/>
                </a:lnTo>
                <a:lnTo>
                  <a:pt x="644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20"/>
                </a:lnTo>
                <a:lnTo>
                  <a:pt x="652" y="620"/>
                </a:lnTo>
                <a:lnTo>
                  <a:pt x="652" y="618"/>
                </a:lnTo>
                <a:lnTo>
                  <a:pt x="653" y="618"/>
                </a:lnTo>
                <a:lnTo>
                  <a:pt x="654" y="618"/>
                </a:lnTo>
                <a:lnTo>
                  <a:pt x="655" y="619"/>
                </a:lnTo>
                <a:lnTo>
                  <a:pt x="656" y="619"/>
                </a:lnTo>
                <a:lnTo>
                  <a:pt x="657" y="619"/>
                </a:lnTo>
                <a:lnTo>
                  <a:pt x="657" y="617"/>
                </a:lnTo>
                <a:lnTo>
                  <a:pt x="658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8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1" y="601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4" y="583"/>
                </a:lnTo>
                <a:lnTo>
                  <a:pt x="648" y="574"/>
                </a:lnTo>
                <a:lnTo>
                  <a:pt x="641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2" y="545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29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5"/>
                </a:lnTo>
                <a:lnTo>
                  <a:pt x="628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6" y="524"/>
                </a:lnTo>
                <a:lnTo>
                  <a:pt x="626" y="523"/>
                </a:lnTo>
                <a:lnTo>
                  <a:pt x="626" y="522"/>
                </a:lnTo>
                <a:lnTo>
                  <a:pt x="625" y="521"/>
                </a:lnTo>
                <a:lnTo>
                  <a:pt x="624" y="521"/>
                </a:lnTo>
                <a:lnTo>
                  <a:pt x="622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5"/>
                </a:lnTo>
                <a:lnTo>
                  <a:pt x="623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2"/>
                </a:lnTo>
                <a:lnTo>
                  <a:pt x="617" y="481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70"/>
                </a:lnTo>
                <a:lnTo>
                  <a:pt x="623" y="468"/>
                </a:lnTo>
                <a:lnTo>
                  <a:pt x="623" y="467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600" y="446"/>
                </a:lnTo>
                <a:lnTo>
                  <a:pt x="599" y="446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2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2" y="440"/>
                </a:lnTo>
                <a:lnTo>
                  <a:pt x="581" y="440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6" y="439"/>
                </a:lnTo>
                <a:lnTo>
                  <a:pt x="576" y="438"/>
                </a:lnTo>
                <a:lnTo>
                  <a:pt x="576" y="437"/>
                </a:lnTo>
                <a:lnTo>
                  <a:pt x="577" y="437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5"/>
                </a:lnTo>
                <a:lnTo>
                  <a:pt x="581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2"/>
                </a:lnTo>
                <a:lnTo>
                  <a:pt x="586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8" y="424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3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3" y="421"/>
                </a:lnTo>
                <a:lnTo>
                  <a:pt x="615" y="421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4"/>
                </a:lnTo>
                <a:lnTo>
                  <a:pt x="620" y="424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20"/>
                </a:lnTo>
                <a:lnTo>
                  <a:pt x="626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2" y="417"/>
                </a:lnTo>
                <a:lnTo>
                  <a:pt x="633" y="417"/>
                </a:lnTo>
                <a:lnTo>
                  <a:pt x="635" y="417"/>
                </a:lnTo>
                <a:lnTo>
                  <a:pt x="636" y="417"/>
                </a:lnTo>
                <a:lnTo>
                  <a:pt x="637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2" y="411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3"/>
                </a:lnTo>
                <a:lnTo>
                  <a:pt x="661" y="413"/>
                </a:lnTo>
                <a:lnTo>
                  <a:pt x="662" y="415"/>
                </a:lnTo>
                <a:lnTo>
                  <a:pt x="663" y="415"/>
                </a:lnTo>
                <a:lnTo>
                  <a:pt x="665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2"/>
                </a:lnTo>
                <a:lnTo>
                  <a:pt x="676" y="412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2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5" y="400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1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8" y="391"/>
                </a:lnTo>
                <a:lnTo>
                  <a:pt x="739" y="390"/>
                </a:lnTo>
                <a:lnTo>
                  <a:pt x="740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4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4"/>
                </a:lnTo>
                <a:lnTo>
                  <a:pt x="751" y="395"/>
                </a:lnTo>
                <a:lnTo>
                  <a:pt x="753" y="397"/>
                </a:lnTo>
                <a:lnTo>
                  <a:pt x="753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4"/>
                </a:lnTo>
                <a:lnTo>
                  <a:pt x="765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8"/>
                </a:lnTo>
                <a:lnTo>
                  <a:pt x="809" y="410"/>
                </a:lnTo>
                <a:lnTo>
                  <a:pt x="816" y="408"/>
                </a:lnTo>
                <a:lnTo>
                  <a:pt x="819" y="405"/>
                </a:lnTo>
                <a:lnTo>
                  <a:pt x="820" y="393"/>
                </a:lnTo>
                <a:lnTo>
                  <a:pt x="817" y="388"/>
                </a:lnTo>
                <a:lnTo>
                  <a:pt x="815" y="385"/>
                </a:lnTo>
                <a:lnTo>
                  <a:pt x="806" y="381"/>
                </a:lnTo>
                <a:lnTo>
                  <a:pt x="791" y="373"/>
                </a:lnTo>
                <a:lnTo>
                  <a:pt x="791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50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9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5"/>
                </a:lnTo>
                <a:lnTo>
                  <a:pt x="837" y="257"/>
                </a:lnTo>
                <a:lnTo>
                  <a:pt x="840" y="247"/>
                </a:lnTo>
                <a:lnTo>
                  <a:pt x="845" y="244"/>
                </a:lnTo>
                <a:lnTo>
                  <a:pt x="845" y="242"/>
                </a:lnTo>
                <a:lnTo>
                  <a:pt x="849" y="229"/>
                </a:lnTo>
                <a:lnTo>
                  <a:pt x="850" y="227"/>
                </a:lnTo>
                <a:lnTo>
                  <a:pt x="850" y="224"/>
                </a:lnTo>
                <a:lnTo>
                  <a:pt x="850" y="223"/>
                </a:lnTo>
                <a:lnTo>
                  <a:pt x="851" y="222"/>
                </a:lnTo>
                <a:lnTo>
                  <a:pt x="852" y="220"/>
                </a:lnTo>
                <a:lnTo>
                  <a:pt x="854" y="219"/>
                </a:lnTo>
                <a:lnTo>
                  <a:pt x="855" y="217"/>
                </a:lnTo>
                <a:lnTo>
                  <a:pt x="856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200"/>
                </a:lnTo>
                <a:lnTo>
                  <a:pt x="871" y="201"/>
                </a:lnTo>
                <a:lnTo>
                  <a:pt x="873" y="201"/>
                </a:lnTo>
                <a:lnTo>
                  <a:pt x="874" y="202"/>
                </a:lnTo>
                <a:lnTo>
                  <a:pt x="875" y="202"/>
                </a:lnTo>
                <a:lnTo>
                  <a:pt x="875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5"/>
                </a:lnTo>
                <a:lnTo>
                  <a:pt x="879" y="206"/>
                </a:lnTo>
                <a:lnTo>
                  <a:pt x="882" y="206"/>
                </a:lnTo>
                <a:lnTo>
                  <a:pt x="883" y="205"/>
                </a:lnTo>
                <a:lnTo>
                  <a:pt x="884" y="205"/>
                </a:lnTo>
                <a:lnTo>
                  <a:pt x="884" y="206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89" y="207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2" y="209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2"/>
                </a:lnTo>
                <a:lnTo>
                  <a:pt x="900" y="213"/>
                </a:lnTo>
                <a:lnTo>
                  <a:pt x="901" y="212"/>
                </a:lnTo>
                <a:lnTo>
                  <a:pt x="902" y="212"/>
                </a:lnTo>
                <a:lnTo>
                  <a:pt x="902" y="213"/>
                </a:lnTo>
                <a:lnTo>
                  <a:pt x="903" y="213"/>
                </a:lnTo>
                <a:lnTo>
                  <a:pt x="904" y="215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8"/>
                </a:lnTo>
                <a:lnTo>
                  <a:pt x="912" y="219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1" y="221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2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7" y="202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5" y="8"/>
                </a:lnTo>
                <a:lnTo>
                  <a:pt x="1246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4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50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4" y="79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6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4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5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6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4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06280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06352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07828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09700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21004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21220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3"/>
                </a:move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00952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01276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194796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1978200" y="4324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190440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192096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02752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3"/>
                </a:lnTo>
                <a:lnTo>
                  <a:pt x="14" y="3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04444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03580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07792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08836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08944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099520" y="4203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10888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12616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13012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19492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284200" y="4180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26980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26620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208600" y="4156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20968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0" y="0"/>
                </a:move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27052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26152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258280" y="409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275920" y="405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3" y="3"/>
                </a:ln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29140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31876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31768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32164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323080" y="3999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32740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33820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33388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35440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3335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33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33892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1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34684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35152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fill="none"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fill="none" w="38" h="25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366280" y="392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3" y="2"/>
                </a:move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0" y="0"/>
                </a:moveTo>
                <a:lnTo>
                  <a:pt x="9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33496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4"/>
                </a:move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29824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30292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32200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42316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42172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422800" y="3561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42136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42424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423160" y="3556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42640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426760" y="355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42712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42856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43000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43036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430720" y="354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43252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43396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435400" y="3547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62512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2624040" y="3466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61468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61468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261432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77400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4" y="11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20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4"/>
                </a:lnTo>
                <a:lnTo>
                  <a:pt x="4580" y="26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30"/>
                </a:lnTo>
                <a:lnTo>
                  <a:pt x="4584" y="31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3" y="39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79" y="47"/>
                </a:lnTo>
                <a:lnTo>
                  <a:pt x="4680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6" y="70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5" y="81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7" y="83"/>
                </a:lnTo>
                <a:lnTo>
                  <a:pt x="4728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1" y="82"/>
                </a:lnTo>
                <a:lnTo>
                  <a:pt x="4732" y="82"/>
                </a:lnTo>
                <a:lnTo>
                  <a:pt x="4732" y="80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38" y="81"/>
                </a:lnTo>
                <a:lnTo>
                  <a:pt x="4740" y="82"/>
                </a:lnTo>
                <a:lnTo>
                  <a:pt x="4741" y="82"/>
                </a:lnTo>
                <a:lnTo>
                  <a:pt x="4741" y="83"/>
                </a:lnTo>
                <a:lnTo>
                  <a:pt x="4742" y="83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6" y="101"/>
                </a:lnTo>
                <a:lnTo>
                  <a:pt x="4736" y="100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49" y="106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49" y="114"/>
                </a:lnTo>
                <a:lnTo>
                  <a:pt x="4750" y="114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1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2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0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9" y="140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5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4" y="221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3" y="223"/>
                </a:lnTo>
                <a:lnTo>
                  <a:pt x="4814" y="223"/>
                </a:lnTo>
                <a:lnTo>
                  <a:pt x="4814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2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4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8" y="238"/>
                </a:lnTo>
                <a:lnTo>
                  <a:pt x="4809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2"/>
                </a:lnTo>
                <a:lnTo>
                  <a:pt x="4812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4" y="257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7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6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2" y="271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7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6"/>
                </a:lnTo>
                <a:lnTo>
                  <a:pt x="4856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0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5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70" y="371"/>
                </a:lnTo>
                <a:lnTo>
                  <a:pt x="4870" y="372"/>
                </a:lnTo>
                <a:lnTo>
                  <a:pt x="4870" y="373"/>
                </a:lnTo>
                <a:lnTo>
                  <a:pt x="4871" y="373"/>
                </a:lnTo>
                <a:lnTo>
                  <a:pt x="4870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0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2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3" y="405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7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6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4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6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59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5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9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5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1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4" y="475"/>
                </a:lnTo>
                <a:lnTo>
                  <a:pt x="5105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80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5" y="479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3" y="485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39" y="508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5"/>
                </a:lnTo>
                <a:lnTo>
                  <a:pt x="5147" y="516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6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2" y="562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4" y="583"/>
                </a:lnTo>
                <a:lnTo>
                  <a:pt x="5175" y="585"/>
                </a:lnTo>
                <a:lnTo>
                  <a:pt x="5177" y="586"/>
                </a:lnTo>
                <a:lnTo>
                  <a:pt x="5177" y="587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2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199" y="600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1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7" y="588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1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3" y="525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4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6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6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0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2" y="588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4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8" y="631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0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2"/>
                </a:lnTo>
                <a:lnTo>
                  <a:pt x="5460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90"/>
                </a:lnTo>
                <a:lnTo>
                  <a:pt x="5454" y="692"/>
                </a:lnTo>
                <a:lnTo>
                  <a:pt x="5455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4" y="746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4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5" y="774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5" y="819"/>
                </a:lnTo>
                <a:lnTo>
                  <a:pt x="5396" y="819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3" y="842"/>
                </a:lnTo>
                <a:lnTo>
                  <a:pt x="5373" y="843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1" y="849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4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4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6" y="871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3" y="854"/>
                </a:lnTo>
                <a:lnTo>
                  <a:pt x="5253" y="855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3" y="863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2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0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7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0" y="907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5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7"/>
                </a:lnTo>
                <a:lnTo>
                  <a:pt x="5205" y="990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4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1" y="1063"/>
                </a:lnTo>
                <a:lnTo>
                  <a:pt x="5202" y="1063"/>
                </a:lnTo>
                <a:lnTo>
                  <a:pt x="5201" y="1065"/>
                </a:lnTo>
                <a:lnTo>
                  <a:pt x="5201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2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1" y="1081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4" y="1089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8" y="1095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7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8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2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6" y="1119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3" y="1129"/>
                </a:lnTo>
                <a:lnTo>
                  <a:pt x="5144" y="1130"/>
                </a:lnTo>
                <a:lnTo>
                  <a:pt x="5143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7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1" y="1132"/>
                </a:lnTo>
                <a:lnTo>
                  <a:pt x="5141" y="1131"/>
                </a:lnTo>
                <a:lnTo>
                  <a:pt x="5140" y="1130"/>
                </a:lnTo>
                <a:lnTo>
                  <a:pt x="5140" y="1129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7"/>
                </a:lnTo>
                <a:lnTo>
                  <a:pt x="5130" y="1126"/>
                </a:lnTo>
                <a:lnTo>
                  <a:pt x="5129" y="1125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1" y="1122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5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10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4" y="1085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0" y="1090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5"/>
                </a:lnTo>
                <a:lnTo>
                  <a:pt x="5078" y="1095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6" y="1098"/>
                </a:lnTo>
                <a:lnTo>
                  <a:pt x="5075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3"/>
                </a:lnTo>
                <a:lnTo>
                  <a:pt x="5074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2" y="1122"/>
                </a:lnTo>
                <a:lnTo>
                  <a:pt x="5071" y="1122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39" y="1140"/>
                </a:lnTo>
                <a:lnTo>
                  <a:pt x="5039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2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5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4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2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1"/>
                </a:lnTo>
                <a:lnTo>
                  <a:pt x="5020" y="1152"/>
                </a:lnTo>
                <a:lnTo>
                  <a:pt x="5019" y="1152"/>
                </a:lnTo>
                <a:lnTo>
                  <a:pt x="5020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0" y="1162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2" y="1169"/>
                </a:lnTo>
                <a:lnTo>
                  <a:pt x="5012" y="1170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8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2"/>
                </a:lnTo>
                <a:lnTo>
                  <a:pt x="5005" y="1172"/>
                </a:lnTo>
                <a:lnTo>
                  <a:pt x="5005" y="1173"/>
                </a:lnTo>
                <a:lnTo>
                  <a:pt x="5004" y="1174"/>
                </a:lnTo>
                <a:lnTo>
                  <a:pt x="5003" y="1174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6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0"/>
                </a:lnTo>
                <a:lnTo>
                  <a:pt x="4976" y="1181"/>
                </a:lnTo>
                <a:lnTo>
                  <a:pt x="4975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3"/>
                </a:lnTo>
                <a:lnTo>
                  <a:pt x="4953" y="1182"/>
                </a:lnTo>
                <a:lnTo>
                  <a:pt x="4952" y="1183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1" y="1203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7" y="1222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1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5"/>
                </a:lnTo>
                <a:lnTo>
                  <a:pt x="4892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1" y="1244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4"/>
                </a:lnTo>
                <a:lnTo>
                  <a:pt x="4878" y="1243"/>
                </a:lnTo>
                <a:lnTo>
                  <a:pt x="4877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3" y="1239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7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2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5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5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4"/>
                </a:lnTo>
                <a:lnTo>
                  <a:pt x="4801" y="1213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2"/>
                </a:lnTo>
                <a:lnTo>
                  <a:pt x="4798" y="1211"/>
                </a:lnTo>
                <a:lnTo>
                  <a:pt x="4797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7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5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2" y="1235"/>
                </a:lnTo>
                <a:lnTo>
                  <a:pt x="4781" y="1236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7" y="1242"/>
                </a:lnTo>
                <a:lnTo>
                  <a:pt x="4778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7" y="1248"/>
                </a:lnTo>
                <a:lnTo>
                  <a:pt x="4776" y="1248"/>
                </a:lnTo>
                <a:lnTo>
                  <a:pt x="4775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1"/>
                </a:lnTo>
                <a:lnTo>
                  <a:pt x="4770" y="1252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4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19" y="1297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4" y="1302"/>
                </a:lnTo>
                <a:lnTo>
                  <a:pt x="4704" y="1303"/>
                </a:lnTo>
                <a:lnTo>
                  <a:pt x="4703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3" y="1310"/>
                </a:lnTo>
                <a:lnTo>
                  <a:pt x="4703" y="1311"/>
                </a:lnTo>
                <a:lnTo>
                  <a:pt x="4701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2" y="1320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7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2" y="1336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1"/>
                </a:lnTo>
                <a:lnTo>
                  <a:pt x="4631" y="1342"/>
                </a:lnTo>
                <a:lnTo>
                  <a:pt x="4631" y="1343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8" y="1352"/>
                </a:lnTo>
                <a:lnTo>
                  <a:pt x="4619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8" y="1354"/>
                </a:lnTo>
                <a:lnTo>
                  <a:pt x="4618" y="1355"/>
                </a:lnTo>
                <a:lnTo>
                  <a:pt x="4617" y="1355"/>
                </a:lnTo>
                <a:lnTo>
                  <a:pt x="4617" y="1356"/>
                </a:lnTo>
                <a:lnTo>
                  <a:pt x="4616" y="1356"/>
                </a:lnTo>
                <a:lnTo>
                  <a:pt x="4617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8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8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8" y="1370"/>
                </a:lnTo>
                <a:lnTo>
                  <a:pt x="4598" y="1368"/>
                </a:lnTo>
                <a:lnTo>
                  <a:pt x="4597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2" y="1375"/>
                </a:lnTo>
                <a:lnTo>
                  <a:pt x="4593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5" y="1385"/>
                </a:lnTo>
                <a:lnTo>
                  <a:pt x="4586" y="1385"/>
                </a:lnTo>
                <a:lnTo>
                  <a:pt x="4585" y="1385"/>
                </a:lnTo>
                <a:lnTo>
                  <a:pt x="4586" y="1385"/>
                </a:lnTo>
                <a:lnTo>
                  <a:pt x="4586" y="1386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5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5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39" y="1407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0" y="1405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9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3" y="1411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6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7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2" y="1423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2"/>
                </a:lnTo>
                <a:lnTo>
                  <a:pt x="4470" y="1421"/>
                </a:lnTo>
                <a:lnTo>
                  <a:pt x="4469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6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59" y="1424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4" y="1435"/>
                </a:lnTo>
                <a:lnTo>
                  <a:pt x="4434" y="1436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2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8" y="1455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3" y="1476"/>
                </a:lnTo>
                <a:lnTo>
                  <a:pt x="4382" y="1476"/>
                </a:lnTo>
                <a:lnTo>
                  <a:pt x="4381" y="1476"/>
                </a:lnTo>
                <a:lnTo>
                  <a:pt x="4381" y="1477"/>
                </a:lnTo>
                <a:lnTo>
                  <a:pt x="4380" y="1477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6" y="1480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4"/>
                </a:lnTo>
                <a:lnTo>
                  <a:pt x="4368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6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2" y="1487"/>
                </a:lnTo>
                <a:lnTo>
                  <a:pt x="4363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4" y="1493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8" y="1489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5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5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09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8" y="1497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5" y="1486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8" y="1468"/>
                </a:lnTo>
                <a:lnTo>
                  <a:pt x="4338" y="1467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3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6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4" y="1451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58"/>
                </a:lnTo>
                <a:lnTo>
                  <a:pt x="4328" y="1461"/>
                </a:lnTo>
                <a:lnTo>
                  <a:pt x="4327" y="1461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2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8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8"/>
                </a:lnTo>
                <a:lnTo>
                  <a:pt x="4306" y="1447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39"/>
                </a:lnTo>
                <a:lnTo>
                  <a:pt x="4307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1" y="1438"/>
                </a:lnTo>
                <a:lnTo>
                  <a:pt x="4301" y="1437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5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6" y="1397"/>
                </a:lnTo>
                <a:lnTo>
                  <a:pt x="4347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3"/>
                </a:lnTo>
                <a:lnTo>
                  <a:pt x="4354" y="1392"/>
                </a:lnTo>
                <a:lnTo>
                  <a:pt x="4355" y="1392"/>
                </a:lnTo>
                <a:lnTo>
                  <a:pt x="4356" y="1391"/>
                </a:lnTo>
                <a:lnTo>
                  <a:pt x="4355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4" y="1389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2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5" y="1386"/>
                </a:lnTo>
                <a:lnTo>
                  <a:pt x="4356" y="1386"/>
                </a:lnTo>
                <a:lnTo>
                  <a:pt x="4355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2" y="1382"/>
                </a:lnTo>
                <a:lnTo>
                  <a:pt x="4363" y="1383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6" y="1377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7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79" y="1365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79" y="1357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3" y="1342"/>
                </a:lnTo>
                <a:lnTo>
                  <a:pt x="4394" y="1342"/>
                </a:lnTo>
                <a:lnTo>
                  <a:pt x="4395" y="1341"/>
                </a:lnTo>
                <a:lnTo>
                  <a:pt x="4395" y="1340"/>
                </a:lnTo>
                <a:lnTo>
                  <a:pt x="4396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5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1" y="1332"/>
                </a:lnTo>
                <a:lnTo>
                  <a:pt x="4390" y="1332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19"/>
                </a:lnTo>
                <a:lnTo>
                  <a:pt x="4377" y="1319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68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2"/>
                </a:lnTo>
                <a:lnTo>
                  <a:pt x="4368" y="1311"/>
                </a:lnTo>
                <a:lnTo>
                  <a:pt x="4368" y="1310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6" y="1290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4" y="1290"/>
                </a:lnTo>
                <a:lnTo>
                  <a:pt x="4353" y="1291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3"/>
                </a:lnTo>
                <a:lnTo>
                  <a:pt x="4341" y="1304"/>
                </a:lnTo>
                <a:lnTo>
                  <a:pt x="4339" y="1304"/>
                </a:lnTo>
                <a:lnTo>
                  <a:pt x="4339" y="1303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2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6" y="1301"/>
                </a:lnTo>
                <a:lnTo>
                  <a:pt x="4337" y="1301"/>
                </a:lnTo>
                <a:lnTo>
                  <a:pt x="4336" y="1301"/>
                </a:lnTo>
                <a:lnTo>
                  <a:pt x="4335" y="1301"/>
                </a:lnTo>
                <a:lnTo>
                  <a:pt x="4335" y="1302"/>
                </a:lnTo>
                <a:lnTo>
                  <a:pt x="4334" y="1302"/>
                </a:lnTo>
                <a:lnTo>
                  <a:pt x="4332" y="1303"/>
                </a:lnTo>
                <a:lnTo>
                  <a:pt x="4331" y="1303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5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0" y="1298"/>
                </a:lnTo>
                <a:lnTo>
                  <a:pt x="4320" y="1296"/>
                </a:lnTo>
                <a:lnTo>
                  <a:pt x="4319" y="1297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19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6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3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8" y="1310"/>
                </a:lnTo>
                <a:lnTo>
                  <a:pt x="4278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5" y="1322"/>
                </a:lnTo>
                <a:lnTo>
                  <a:pt x="4266" y="1322"/>
                </a:lnTo>
                <a:lnTo>
                  <a:pt x="4266" y="1323"/>
                </a:lnTo>
                <a:lnTo>
                  <a:pt x="4265" y="1323"/>
                </a:lnTo>
                <a:lnTo>
                  <a:pt x="4264" y="1323"/>
                </a:lnTo>
                <a:lnTo>
                  <a:pt x="4264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3" y="1327"/>
                </a:lnTo>
                <a:lnTo>
                  <a:pt x="4262" y="1328"/>
                </a:lnTo>
                <a:lnTo>
                  <a:pt x="4261" y="1329"/>
                </a:lnTo>
                <a:lnTo>
                  <a:pt x="4260" y="1330"/>
                </a:lnTo>
                <a:lnTo>
                  <a:pt x="4260" y="1331"/>
                </a:lnTo>
                <a:lnTo>
                  <a:pt x="4259" y="1330"/>
                </a:lnTo>
                <a:lnTo>
                  <a:pt x="4258" y="1331"/>
                </a:lnTo>
                <a:lnTo>
                  <a:pt x="4257" y="1332"/>
                </a:lnTo>
                <a:lnTo>
                  <a:pt x="4256" y="1332"/>
                </a:lnTo>
                <a:lnTo>
                  <a:pt x="4255" y="1333"/>
                </a:lnTo>
                <a:lnTo>
                  <a:pt x="4254" y="1333"/>
                </a:lnTo>
                <a:lnTo>
                  <a:pt x="4254" y="1334"/>
                </a:lnTo>
                <a:lnTo>
                  <a:pt x="4253" y="1334"/>
                </a:lnTo>
                <a:lnTo>
                  <a:pt x="4254" y="1335"/>
                </a:lnTo>
                <a:lnTo>
                  <a:pt x="4255" y="1334"/>
                </a:lnTo>
                <a:lnTo>
                  <a:pt x="4256" y="1335"/>
                </a:lnTo>
                <a:lnTo>
                  <a:pt x="4255" y="1336"/>
                </a:lnTo>
                <a:lnTo>
                  <a:pt x="4255" y="1337"/>
                </a:lnTo>
                <a:lnTo>
                  <a:pt x="4254" y="1337"/>
                </a:lnTo>
                <a:lnTo>
                  <a:pt x="4253" y="1337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1" y="1339"/>
                </a:lnTo>
                <a:lnTo>
                  <a:pt x="4250" y="1339"/>
                </a:lnTo>
                <a:lnTo>
                  <a:pt x="4250" y="1340"/>
                </a:lnTo>
                <a:lnTo>
                  <a:pt x="4249" y="1340"/>
                </a:lnTo>
                <a:lnTo>
                  <a:pt x="4248" y="1339"/>
                </a:lnTo>
                <a:lnTo>
                  <a:pt x="4247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7" y="1342"/>
                </a:lnTo>
                <a:lnTo>
                  <a:pt x="4246" y="1343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6" y="1345"/>
                </a:lnTo>
                <a:lnTo>
                  <a:pt x="4246" y="1346"/>
                </a:lnTo>
                <a:lnTo>
                  <a:pt x="4246" y="1347"/>
                </a:lnTo>
                <a:lnTo>
                  <a:pt x="4245" y="1347"/>
                </a:lnTo>
                <a:lnTo>
                  <a:pt x="4243" y="1346"/>
                </a:lnTo>
                <a:lnTo>
                  <a:pt x="4244" y="1347"/>
                </a:lnTo>
                <a:lnTo>
                  <a:pt x="4243" y="1348"/>
                </a:lnTo>
                <a:lnTo>
                  <a:pt x="4242" y="1348"/>
                </a:lnTo>
                <a:lnTo>
                  <a:pt x="4242" y="1349"/>
                </a:lnTo>
                <a:lnTo>
                  <a:pt x="4243" y="1350"/>
                </a:lnTo>
                <a:lnTo>
                  <a:pt x="4244" y="1350"/>
                </a:lnTo>
                <a:lnTo>
                  <a:pt x="4245" y="1350"/>
                </a:lnTo>
                <a:lnTo>
                  <a:pt x="4244" y="1350"/>
                </a:lnTo>
                <a:lnTo>
                  <a:pt x="4244" y="1351"/>
                </a:lnTo>
                <a:lnTo>
                  <a:pt x="4243" y="1352"/>
                </a:lnTo>
                <a:lnTo>
                  <a:pt x="4241" y="1352"/>
                </a:lnTo>
                <a:lnTo>
                  <a:pt x="4240" y="1353"/>
                </a:lnTo>
                <a:lnTo>
                  <a:pt x="4239" y="1354"/>
                </a:lnTo>
                <a:lnTo>
                  <a:pt x="4238" y="1354"/>
                </a:lnTo>
                <a:lnTo>
                  <a:pt x="4237" y="1355"/>
                </a:lnTo>
                <a:lnTo>
                  <a:pt x="4236" y="1355"/>
                </a:lnTo>
                <a:lnTo>
                  <a:pt x="4236" y="1356"/>
                </a:lnTo>
                <a:lnTo>
                  <a:pt x="4236" y="1357"/>
                </a:lnTo>
                <a:lnTo>
                  <a:pt x="4237" y="1359"/>
                </a:lnTo>
                <a:lnTo>
                  <a:pt x="4237" y="1360"/>
                </a:lnTo>
                <a:lnTo>
                  <a:pt x="4238" y="1360"/>
                </a:lnTo>
                <a:lnTo>
                  <a:pt x="4238" y="1361"/>
                </a:lnTo>
                <a:lnTo>
                  <a:pt x="4238" y="1362"/>
                </a:lnTo>
                <a:lnTo>
                  <a:pt x="4237" y="1362"/>
                </a:lnTo>
                <a:lnTo>
                  <a:pt x="4237" y="1363"/>
                </a:lnTo>
                <a:lnTo>
                  <a:pt x="4236" y="1363"/>
                </a:lnTo>
                <a:lnTo>
                  <a:pt x="4236" y="1364"/>
                </a:lnTo>
                <a:lnTo>
                  <a:pt x="4236" y="1365"/>
                </a:lnTo>
                <a:lnTo>
                  <a:pt x="4235" y="1365"/>
                </a:lnTo>
                <a:lnTo>
                  <a:pt x="4235" y="1364"/>
                </a:lnTo>
                <a:lnTo>
                  <a:pt x="4235" y="1365"/>
                </a:lnTo>
                <a:lnTo>
                  <a:pt x="4233" y="1366"/>
                </a:lnTo>
                <a:lnTo>
                  <a:pt x="4233" y="1367"/>
                </a:lnTo>
                <a:lnTo>
                  <a:pt x="4232" y="1368"/>
                </a:lnTo>
                <a:lnTo>
                  <a:pt x="4231" y="1369"/>
                </a:lnTo>
                <a:lnTo>
                  <a:pt x="4228" y="1369"/>
                </a:lnTo>
                <a:lnTo>
                  <a:pt x="4227" y="1368"/>
                </a:lnTo>
                <a:lnTo>
                  <a:pt x="4225" y="1368"/>
                </a:lnTo>
                <a:lnTo>
                  <a:pt x="4225" y="1369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20" y="1370"/>
                </a:lnTo>
                <a:lnTo>
                  <a:pt x="4219" y="1370"/>
                </a:lnTo>
                <a:lnTo>
                  <a:pt x="4218" y="1370"/>
                </a:lnTo>
                <a:lnTo>
                  <a:pt x="4218" y="1371"/>
                </a:lnTo>
                <a:lnTo>
                  <a:pt x="4218" y="1372"/>
                </a:lnTo>
                <a:lnTo>
                  <a:pt x="4217" y="1372"/>
                </a:lnTo>
                <a:lnTo>
                  <a:pt x="4216" y="1373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3" y="1374"/>
                </a:lnTo>
                <a:lnTo>
                  <a:pt x="4212" y="1374"/>
                </a:lnTo>
                <a:lnTo>
                  <a:pt x="4211" y="1374"/>
                </a:lnTo>
                <a:lnTo>
                  <a:pt x="4211" y="1375"/>
                </a:lnTo>
                <a:lnTo>
                  <a:pt x="4210" y="1375"/>
                </a:lnTo>
                <a:lnTo>
                  <a:pt x="4210" y="1376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6" y="1377"/>
                </a:lnTo>
                <a:lnTo>
                  <a:pt x="4205" y="1377"/>
                </a:lnTo>
                <a:lnTo>
                  <a:pt x="4204" y="1377"/>
                </a:lnTo>
                <a:lnTo>
                  <a:pt x="4202" y="1378"/>
                </a:lnTo>
                <a:lnTo>
                  <a:pt x="4201" y="1378"/>
                </a:lnTo>
                <a:lnTo>
                  <a:pt x="4199" y="1379"/>
                </a:lnTo>
                <a:lnTo>
                  <a:pt x="4197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4" y="1381"/>
                </a:lnTo>
                <a:lnTo>
                  <a:pt x="4193" y="1382"/>
                </a:lnTo>
                <a:lnTo>
                  <a:pt x="4193" y="1381"/>
                </a:lnTo>
                <a:lnTo>
                  <a:pt x="4192" y="1381"/>
                </a:lnTo>
                <a:lnTo>
                  <a:pt x="4191" y="1381"/>
                </a:lnTo>
                <a:lnTo>
                  <a:pt x="4189" y="1382"/>
                </a:lnTo>
                <a:lnTo>
                  <a:pt x="4187" y="1382"/>
                </a:lnTo>
                <a:lnTo>
                  <a:pt x="4187" y="1383"/>
                </a:lnTo>
                <a:lnTo>
                  <a:pt x="4186" y="1383"/>
                </a:lnTo>
                <a:lnTo>
                  <a:pt x="4185" y="1384"/>
                </a:lnTo>
                <a:lnTo>
                  <a:pt x="4184" y="1384"/>
                </a:lnTo>
                <a:lnTo>
                  <a:pt x="4184" y="1385"/>
                </a:lnTo>
                <a:lnTo>
                  <a:pt x="4183" y="1387"/>
                </a:lnTo>
                <a:lnTo>
                  <a:pt x="4183" y="1389"/>
                </a:lnTo>
                <a:lnTo>
                  <a:pt x="4182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90"/>
                </a:lnTo>
                <a:lnTo>
                  <a:pt x="4177" y="1390"/>
                </a:lnTo>
                <a:lnTo>
                  <a:pt x="4176" y="1390"/>
                </a:lnTo>
                <a:lnTo>
                  <a:pt x="4175" y="1391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2"/>
                </a:lnTo>
                <a:lnTo>
                  <a:pt x="4172" y="1393"/>
                </a:lnTo>
                <a:lnTo>
                  <a:pt x="4171" y="1393"/>
                </a:lnTo>
                <a:lnTo>
                  <a:pt x="4169" y="1393"/>
                </a:lnTo>
                <a:lnTo>
                  <a:pt x="4168" y="1394"/>
                </a:lnTo>
                <a:lnTo>
                  <a:pt x="4167" y="1394"/>
                </a:lnTo>
                <a:lnTo>
                  <a:pt x="4165" y="1394"/>
                </a:lnTo>
                <a:lnTo>
                  <a:pt x="4165" y="1395"/>
                </a:lnTo>
                <a:lnTo>
                  <a:pt x="4164" y="1395"/>
                </a:lnTo>
                <a:lnTo>
                  <a:pt x="4163" y="1395"/>
                </a:lnTo>
                <a:lnTo>
                  <a:pt x="4163" y="1396"/>
                </a:lnTo>
                <a:lnTo>
                  <a:pt x="4162" y="1396"/>
                </a:lnTo>
                <a:lnTo>
                  <a:pt x="4162" y="1395"/>
                </a:lnTo>
                <a:lnTo>
                  <a:pt x="4160" y="1396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7"/>
                </a:lnTo>
                <a:lnTo>
                  <a:pt x="4157" y="1398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4" y="1399"/>
                </a:lnTo>
                <a:lnTo>
                  <a:pt x="4153" y="1399"/>
                </a:lnTo>
                <a:lnTo>
                  <a:pt x="4153" y="1398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9"/>
                </a:lnTo>
                <a:lnTo>
                  <a:pt x="4150" y="1400"/>
                </a:lnTo>
                <a:lnTo>
                  <a:pt x="4149" y="1400"/>
                </a:lnTo>
                <a:lnTo>
                  <a:pt x="4149" y="1401"/>
                </a:lnTo>
                <a:lnTo>
                  <a:pt x="4148" y="1402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5"/>
                </a:lnTo>
                <a:lnTo>
                  <a:pt x="4148" y="1406"/>
                </a:lnTo>
                <a:lnTo>
                  <a:pt x="4149" y="1406"/>
                </a:lnTo>
                <a:lnTo>
                  <a:pt x="4149" y="1407"/>
                </a:lnTo>
                <a:lnTo>
                  <a:pt x="4149" y="1408"/>
                </a:lnTo>
                <a:lnTo>
                  <a:pt x="4148" y="1408"/>
                </a:lnTo>
                <a:lnTo>
                  <a:pt x="4148" y="1407"/>
                </a:lnTo>
                <a:lnTo>
                  <a:pt x="4147" y="1408"/>
                </a:lnTo>
                <a:lnTo>
                  <a:pt x="4146" y="1407"/>
                </a:lnTo>
                <a:lnTo>
                  <a:pt x="4145" y="1408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2" y="1409"/>
                </a:lnTo>
                <a:lnTo>
                  <a:pt x="4141" y="1409"/>
                </a:lnTo>
                <a:lnTo>
                  <a:pt x="4140" y="1409"/>
                </a:lnTo>
                <a:lnTo>
                  <a:pt x="4140" y="1410"/>
                </a:lnTo>
                <a:lnTo>
                  <a:pt x="4139" y="1410"/>
                </a:lnTo>
                <a:lnTo>
                  <a:pt x="4139" y="1411"/>
                </a:lnTo>
                <a:lnTo>
                  <a:pt x="4138" y="1411"/>
                </a:lnTo>
                <a:lnTo>
                  <a:pt x="4139" y="1411"/>
                </a:lnTo>
                <a:lnTo>
                  <a:pt x="4138" y="1411"/>
                </a:lnTo>
                <a:lnTo>
                  <a:pt x="4138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5"/>
                </a:lnTo>
                <a:lnTo>
                  <a:pt x="4133" y="1415"/>
                </a:lnTo>
                <a:lnTo>
                  <a:pt x="4133" y="1416"/>
                </a:lnTo>
                <a:lnTo>
                  <a:pt x="4132" y="1417"/>
                </a:lnTo>
                <a:lnTo>
                  <a:pt x="4132" y="1418"/>
                </a:lnTo>
                <a:lnTo>
                  <a:pt x="4131" y="1419"/>
                </a:lnTo>
                <a:lnTo>
                  <a:pt x="4131" y="1421"/>
                </a:lnTo>
                <a:lnTo>
                  <a:pt x="4131" y="1422"/>
                </a:lnTo>
                <a:lnTo>
                  <a:pt x="4130" y="1423"/>
                </a:lnTo>
                <a:lnTo>
                  <a:pt x="4130" y="1424"/>
                </a:lnTo>
                <a:lnTo>
                  <a:pt x="4129" y="1426"/>
                </a:lnTo>
                <a:lnTo>
                  <a:pt x="4129" y="1427"/>
                </a:lnTo>
                <a:lnTo>
                  <a:pt x="4128" y="1429"/>
                </a:lnTo>
                <a:lnTo>
                  <a:pt x="4128" y="1430"/>
                </a:lnTo>
                <a:lnTo>
                  <a:pt x="4127" y="1431"/>
                </a:lnTo>
                <a:lnTo>
                  <a:pt x="4127" y="1432"/>
                </a:lnTo>
                <a:lnTo>
                  <a:pt x="4126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5" y="1437"/>
                </a:lnTo>
                <a:lnTo>
                  <a:pt x="4124" y="1439"/>
                </a:lnTo>
                <a:lnTo>
                  <a:pt x="4124" y="1441"/>
                </a:lnTo>
                <a:lnTo>
                  <a:pt x="4125" y="1441"/>
                </a:lnTo>
                <a:lnTo>
                  <a:pt x="4126" y="1441"/>
                </a:lnTo>
                <a:lnTo>
                  <a:pt x="4126" y="1442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6"/>
                </a:lnTo>
                <a:lnTo>
                  <a:pt x="4129" y="1446"/>
                </a:lnTo>
                <a:lnTo>
                  <a:pt x="4129" y="1447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8" y="1447"/>
                </a:lnTo>
                <a:lnTo>
                  <a:pt x="4128" y="1448"/>
                </a:lnTo>
                <a:lnTo>
                  <a:pt x="4128" y="1449"/>
                </a:lnTo>
                <a:lnTo>
                  <a:pt x="4127" y="1449"/>
                </a:lnTo>
                <a:lnTo>
                  <a:pt x="4127" y="1450"/>
                </a:lnTo>
                <a:lnTo>
                  <a:pt x="4126" y="1451"/>
                </a:lnTo>
                <a:lnTo>
                  <a:pt x="4126" y="1452"/>
                </a:lnTo>
                <a:lnTo>
                  <a:pt x="4125" y="1452"/>
                </a:lnTo>
                <a:lnTo>
                  <a:pt x="4126" y="1452"/>
                </a:lnTo>
                <a:lnTo>
                  <a:pt x="4124" y="1454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8" y="1453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5"/>
                </a:lnTo>
                <a:lnTo>
                  <a:pt x="4117" y="1456"/>
                </a:lnTo>
                <a:lnTo>
                  <a:pt x="4116" y="1456"/>
                </a:lnTo>
                <a:lnTo>
                  <a:pt x="4116" y="1457"/>
                </a:lnTo>
                <a:lnTo>
                  <a:pt x="4115" y="1457"/>
                </a:lnTo>
                <a:lnTo>
                  <a:pt x="4115" y="1458"/>
                </a:lnTo>
                <a:lnTo>
                  <a:pt x="4114" y="1459"/>
                </a:lnTo>
                <a:lnTo>
                  <a:pt x="4113" y="1460"/>
                </a:lnTo>
                <a:lnTo>
                  <a:pt x="4112" y="1461"/>
                </a:lnTo>
                <a:lnTo>
                  <a:pt x="4113" y="1461"/>
                </a:lnTo>
                <a:lnTo>
                  <a:pt x="4112" y="1462"/>
                </a:lnTo>
                <a:lnTo>
                  <a:pt x="4111" y="1462"/>
                </a:lnTo>
                <a:lnTo>
                  <a:pt x="4111" y="1463"/>
                </a:lnTo>
                <a:lnTo>
                  <a:pt x="4110" y="1463"/>
                </a:lnTo>
                <a:lnTo>
                  <a:pt x="4110" y="1464"/>
                </a:lnTo>
                <a:lnTo>
                  <a:pt x="4109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10" y="1466"/>
                </a:lnTo>
                <a:lnTo>
                  <a:pt x="4110" y="1467"/>
                </a:lnTo>
                <a:lnTo>
                  <a:pt x="4108" y="1468"/>
                </a:lnTo>
                <a:lnTo>
                  <a:pt x="4107" y="1468"/>
                </a:lnTo>
                <a:lnTo>
                  <a:pt x="4107" y="1469"/>
                </a:lnTo>
                <a:lnTo>
                  <a:pt x="4106" y="1470"/>
                </a:lnTo>
                <a:lnTo>
                  <a:pt x="4104" y="1471"/>
                </a:lnTo>
                <a:lnTo>
                  <a:pt x="4104" y="1472"/>
                </a:lnTo>
                <a:lnTo>
                  <a:pt x="4104" y="1473"/>
                </a:lnTo>
                <a:lnTo>
                  <a:pt x="4103" y="1472"/>
                </a:lnTo>
                <a:lnTo>
                  <a:pt x="4101" y="1473"/>
                </a:lnTo>
                <a:lnTo>
                  <a:pt x="4100" y="1473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3"/>
                </a:lnTo>
                <a:lnTo>
                  <a:pt x="4099" y="1474"/>
                </a:lnTo>
                <a:lnTo>
                  <a:pt x="4097" y="1475"/>
                </a:lnTo>
                <a:lnTo>
                  <a:pt x="4096" y="1476"/>
                </a:lnTo>
                <a:lnTo>
                  <a:pt x="4095" y="1477"/>
                </a:lnTo>
                <a:lnTo>
                  <a:pt x="4094" y="1478"/>
                </a:lnTo>
                <a:lnTo>
                  <a:pt x="4093" y="1478"/>
                </a:lnTo>
                <a:lnTo>
                  <a:pt x="4092" y="1479"/>
                </a:lnTo>
                <a:lnTo>
                  <a:pt x="4091" y="1479"/>
                </a:lnTo>
                <a:lnTo>
                  <a:pt x="4091" y="1478"/>
                </a:lnTo>
                <a:lnTo>
                  <a:pt x="4091" y="1477"/>
                </a:lnTo>
                <a:lnTo>
                  <a:pt x="4092" y="1476"/>
                </a:lnTo>
                <a:lnTo>
                  <a:pt x="4093" y="1475"/>
                </a:lnTo>
                <a:lnTo>
                  <a:pt x="4094" y="1475"/>
                </a:lnTo>
                <a:lnTo>
                  <a:pt x="4095" y="1474"/>
                </a:lnTo>
                <a:lnTo>
                  <a:pt x="4097" y="1473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6" y="1472"/>
                </a:lnTo>
                <a:lnTo>
                  <a:pt x="4095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3" y="1473"/>
                </a:lnTo>
                <a:lnTo>
                  <a:pt x="4093" y="1474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5"/>
                </a:lnTo>
                <a:lnTo>
                  <a:pt x="4089" y="1475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70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4"/>
                </a:lnTo>
                <a:lnTo>
                  <a:pt x="4087" y="1474"/>
                </a:lnTo>
                <a:lnTo>
                  <a:pt x="4086" y="1475"/>
                </a:lnTo>
                <a:lnTo>
                  <a:pt x="4084" y="1476"/>
                </a:lnTo>
                <a:lnTo>
                  <a:pt x="4084" y="1477"/>
                </a:lnTo>
                <a:lnTo>
                  <a:pt x="4083" y="1477"/>
                </a:lnTo>
                <a:lnTo>
                  <a:pt x="4082" y="1477"/>
                </a:lnTo>
                <a:lnTo>
                  <a:pt x="4080" y="1477"/>
                </a:lnTo>
                <a:lnTo>
                  <a:pt x="4079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4" y="1476"/>
                </a:lnTo>
                <a:lnTo>
                  <a:pt x="4074" y="1477"/>
                </a:lnTo>
                <a:lnTo>
                  <a:pt x="4073" y="1476"/>
                </a:lnTo>
                <a:lnTo>
                  <a:pt x="4072" y="1475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5" y="1476"/>
                </a:lnTo>
                <a:lnTo>
                  <a:pt x="4064" y="1476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5"/>
                </a:lnTo>
                <a:lnTo>
                  <a:pt x="4059" y="1476"/>
                </a:lnTo>
                <a:lnTo>
                  <a:pt x="4060" y="1477"/>
                </a:lnTo>
                <a:lnTo>
                  <a:pt x="4061" y="1477"/>
                </a:lnTo>
                <a:lnTo>
                  <a:pt x="4063" y="1479"/>
                </a:lnTo>
                <a:lnTo>
                  <a:pt x="4063" y="1480"/>
                </a:lnTo>
                <a:lnTo>
                  <a:pt x="4062" y="1480"/>
                </a:lnTo>
                <a:lnTo>
                  <a:pt x="4061" y="1480"/>
                </a:lnTo>
                <a:lnTo>
                  <a:pt x="4059" y="1479"/>
                </a:lnTo>
                <a:lnTo>
                  <a:pt x="4059" y="1480"/>
                </a:lnTo>
                <a:lnTo>
                  <a:pt x="4060" y="1481"/>
                </a:lnTo>
                <a:lnTo>
                  <a:pt x="4060" y="1482"/>
                </a:lnTo>
                <a:lnTo>
                  <a:pt x="4056" y="1480"/>
                </a:lnTo>
                <a:lnTo>
                  <a:pt x="4056" y="1481"/>
                </a:lnTo>
                <a:lnTo>
                  <a:pt x="4057" y="1482"/>
                </a:lnTo>
                <a:lnTo>
                  <a:pt x="4057" y="1483"/>
                </a:lnTo>
                <a:lnTo>
                  <a:pt x="4056" y="1483"/>
                </a:lnTo>
                <a:lnTo>
                  <a:pt x="4054" y="1482"/>
                </a:lnTo>
                <a:lnTo>
                  <a:pt x="4053" y="1482"/>
                </a:lnTo>
                <a:lnTo>
                  <a:pt x="4053" y="1483"/>
                </a:lnTo>
                <a:lnTo>
                  <a:pt x="4054" y="1483"/>
                </a:lnTo>
                <a:lnTo>
                  <a:pt x="4054" y="1484"/>
                </a:lnTo>
                <a:lnTo>
                  <a:pt x="4054" y="1485"/>
                </a:lnTo>
                <a:lnTo>
                  <a:pt x="4054" y="1486"/>
                </a:lnTo>
                <a:lnTo>
                  <a:pt x="4055" y="1486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1" y="1490"/>
                </a:lnTo>
                <a:lnTo>
                  <a:pt x="4061" y="1491"/>
                </a:lnTo>
                <a:lnTo>
                  <a:pt x="4062" y="1492"/>
                </a:lnTo>
                <a:lnTo>
                  <a:pt x="4063" y="1491"/>
                </a:lnTo>
                <a:lnTo>
                  <a:pt x="4064" y="1490"/>
                </a:lnTo>
                <a:lnTo>
                  <a:pt x="4066" y="1488"/>
                </a:lnTo>
                <a:lnTo>
                  <a:pt x="4067" y="1487"/>
                </a:lnTo>
                <a:lnTo>
                  <a:pt x="4067" y="1486"/>
                </a:lnTo>
                <a:lnTo>
                  <a:pt x="4068" y="1486"/>
                </a:lnTo>
                <a:lnTo>
                  <a:pt x="4067" y="1485"/>
                </a:lnTo>
                <a:lnTo>
                  <a:pt x="4066" y="1484"/>
                </a:lnTo>
                <a:lnTo>
                  <a:pt x="4068" y="1483"/>
                </a:lnTo>
                <a:lnTo>
                  <a:pt x="4069" y="1485"/>
                </a:lnTo>
                <a:lnTo>
                  <a:pt x="4069" y="1486"/>
                </a:lnTo>
                <a:lnTo>
                  <a:pt x="4068" y="1489"/>
                </a:lnTo>
                <a:lnTo>
                  <a:pt x="4066" y="1491"/>
                </a:lnTo>
                <a:lnTo>
                  <a:pt x="4065" y="1493"/>
                </a:lnTo>
                <a:lnTo>
                  <a:pt x="4065" y="1494"/>
                </a:lnTo>
                <a:lnTo>
                  <a:pt x="4064" y="1494"/>
                </a:lnTo>
                <a:lnTo>
                  <a:pt x="4062" y="1496"/>
                </a:lnTo>
                <a:lnTo>
                  <a:pt x="4060" y="1497"/>
                </a:lnTo>
                <a:lnTo>
                  <a:pt x="4057" y="1499"/>
                </a:lnTo>
                <a:lnTo>
                  <a:pt x="4056" y="1499"/>
                </a:lnTo>
                <a:lnTo>
                  <a:pt x="4054" y="1497"/>
                </a:lnTo>
                <a:lnTo>
                  <a:pt x="4055" y="1497"/>
                </a:lnTo>
                <a:lnTo>
                  <a:pt x="4055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0"/>
                </a:lnTo>
                <a:lnTo>
                  <a:pt x="4053" y="1489"/>
                </a:lnTo>
                <a:lnTo>
                  <a:pt x="4052" y="1489"/>
                </a:lnTo>
                <a:lnTo>
                  <a:pt x="4051" y="1489"/>
                </a:lnTo>
                <a:lnTo>
                  <a:pt x="4052" y="1490"/>
                </a:lnTo>
                <a:lnTo>
                  <a:pt x="4052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9" y="1490"/>
                </a:lnTo>
                <a:lnTo>
                  <a:pt x="4049" y="1489"/>
                </a:lnTo>
                <a:lnTo>
                  <a:pt x="4050" y="1488"/>
                </a:lnTo>
                <a:lnTo>
                  <a:pt x="4051" y="1488"/>
                </a:lnTo>
                <a:lnTo>
                  <a:pt x="4052" y="1487"/>
                </a:lnTo>
                <a:lnTo>
                  <a:pt x="4054" y="1486"/>
                </a:lnTo>
                <a:lnTo>
                  <a:pt x="4054" y="1485"/>
                </a:lnTo>
                <a:lnTo>
                  <a:pt x="4053" y="1486"/>
                </a:lnTo>
                <a:lnTo>
                  <a:pt x="4052" y="1486"/>
                </a:lnTo>
                <a:lnTo>
                  <a:pt x="4050" y="1487"/>
                </a:lnTo>
                <a:lnTo>
                  <a:pt x="4049" y="1488"/>
                </a:lnTo>
                <a:lnTo>
                  <a:pt x="4048" y="1488"/>
                </a:lnTo>
                <a:lnTo>
                  <a:pt x="4048" y="1489"/>
                </a:lnTo>
                <a:lnTo>
                  <a:pt x="4047" y="1490"/>
                </a:lnTo>
                <a:lnTo>
                  <a:pt x="4047" y="1491"/>
                </a:lnTo>
                <a:lnTo>
                  <a:pt x="4047" y="1494"/>
                </a:lnTo>
                <a:lnTo>
                  <a:pt x="4045" y="1493"/>
                </a:lnTo>
                <a:lnTo>
                  <a:pt x="4045" y="1489"/>
                </a:lnTo>
                <a:lnTo>
                  <a:pt x="4044" y="1488"/>
                </a:lnTo>
                <a:lnTo>
                  <a:pt x="4044" y="1487"/>
                </a:lnTo>
                <a:lnTo>
                  <a:pt x="4043" y="1488"/>
                </a:lnTo>
                <a:lnTo>
                  <a:pt x="4043" y="1489"/>
                </a:lnTo>
                <a:lnTo>
                  <a:pt x="4042" y="1489"/>
                </a:lnTo>
                <a:lnTo>
                  <a:pt x="4042" y="1488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9" y="1487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6" y="1486"/>
                </a:lnTo>
                <a:lnTo>
                  <a:pt x="4036" y="1487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8" y="1480"/>
                </a:lnTo>
                <a:lnTo>
                  <a:pt x="4027" y="1480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0" y="1471"/>
                </a:lnTo>
                <a:lnTo>
                  <a:pt x="4020" y="1470"/>
                </a:lnTo>
                <a:lnTo>
                  <a:pt x="4018" y="1469"/>
                </a:lnTo>
                <a:lnTo>
                  <a:pt x="4018" y="1470"/>
                </a:lnTo>
                <a:lnTo>
                  <a:pt x="4018" y="1469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4" y="1468"/>
                </a:lnTo>
                <a:lnTo>
                  <a:pt x="4011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9"/>
                </a:lnTo>
                <a:lnTo>
                  <a:pt x="4007" y="1469"/>
                </a:lnTo>
                <a:lnTo>
                  <a:pt x="4006" y="1469"/>
                </a:lnTo>
                <a:lnTo>
                  <a:pt x="4006" y="1470"/>
                </a:lnTo>
                <a:lnTo>
                  <a:pt x="4007" y="1472"/>
                </a:lnTo>
                <a:lnTo>
                  <a:pt x="4006" y="1473"/>
                </a:lnTo>
                <a:lnTo>
                  <a:pt x="4005" y="1473"/>
                </a:lnTo>
                <a:lnTo>
                  <a:pt x="4004" y="1470"/>
                </a:lnTo>
                <a:lnTo>
                  <a:pt x="4003" y="1470"/>
                </a:lnTo>
                <a:lnTo>
                  <a:pt x="3999" y="1471"/>
                </a:lnTo>
                <a:lnTo>
                  <a:pt x="4000" y="1473"/>
                </a:lnTo>
                <a:lnTo>
                  <a:pt x="4000" y="1474"/>
                </a:lnTo>
                <a:lnTo>
                  <a:pt x="4000" y="1473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3"/>
                </a:lnTo>
                <a:lnTo>
                  <a:pt x="4000" y="1473"/>
                </a:lnTo>
                <a:lnTo>
                  <a:pt x="4000" y="1474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6" y="1473"/>
                </a:lnTo>
                <a:lnTo>
                  <a:pt x="3995" y="1473"/>
                </a:lnTo>
                <a:lnTo>
                  <a:pt x="3995" y="1474"/>
                </a:lnTo>
                <a:lnTo>
                  <a:pt x="3996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5" y="1475"/>
                </a:lnTo>
                <a:lnTo>
                  <a:pt x="3994" y="1475"/>
                </a:lnTo>
                <a:lnTo>
                  <a:pt x="3994" y="1476"/>
                </a:lnTo>
                <a:lnTo>
                  <a:pt x="3993" y="1476"/>
                </a:lnTo>
                <a:lnTo>
                  <a:pt x="3992" y="1476"/>
                </a:lnTo>
                <a:lnTo>
                  <a:pt x="3992" y="1477"/>
                </a:lnTo>
                <a:lnTo>
                  <a:pt x="3997" y="1480"/>
                </a:lnTo>
                <a:lnTo>
                  <a:pt x="3996" y="1481"/>
                </a:lnTo>
                <a:lnTo>
                  <a:pt x="3995" y="1483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2"/>
                </a:lnTo>
                <a:lnTo>
                  <a:pt x="3989" y="1481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2"/>
                </a:lnTo>
                <a:lnTo>
                  <a:pt x="3987" y="1482"/>
                </a:lnTo>
                <a:lnTo>
                  <a:pt x="3987" y="1483"/>
                </a:lnTo>
                <a:lnTo>
                  <a:pt x="3989" y="1483"/>
                </a:lnTo>
                <a:lnTo>
                  <a:pt x="3990" y="1484"/>
                </a:lnTo>
                <a:lnTo>
                  <a:pt x="3991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5" y="1490"/>
                </a:lnTo>
                <a:lnTo>
                  <a:pt x="3996" y="1490"/>
                </a:lnTo>
                <a:lnTo>
                  <a:pt x="3996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5" y="1493"/>
                </a:lnTo>
                <a:lnTo>
                  <a:pt x="3996" y="1494"/>
                </a:lnTo>
                <a:lnTo>
                  <a:pt x="3995" y="1493"/>
                </a:lnTo>
                <a:lnTo>
                  <a:pt x="3994" y="1493"/>
                </a:lnTo>
                <a:lnTo>
                  <a:pt x="3992" y="1493"/>
                </a:lnTo>
                <a:lnTo>
                  <a:pt x="3992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1" y="1486"/>
                </a:lnTo>
                <a:lnTo>
                  <a:pt x="3990" y="1486"/>
                </a:lnTo>
                <a:lnTo>
                  <a:pt x="3989" y="1486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1" y="1491"/>
                </a:lnTo>
                <a:lnTo>
                  <a:pt x="3991" y="1492"/>
                </a:lnTo>
                <a:lnTo>
                  <a:pt x="3992" y="1493"/>
                </a:lnTo>
                <a:lnTo>
                  <a:pt x="3992" y="1494"/>
                </a:lnTo>
                <a:lnTo>
                  <a:pt x="3991" y="1493"/>
                </a:lnTo>
                <a:lnTo>
                  <a:pt x="3990" y="1493"/>
                </a:lnTo>
                <a:lnTo>
                  <a:pt x="3989" y="1493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8" y="1493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4"/>
                </a:lnTo>
                <a:lnTo>
                  <a:pt x="3994" y="1495"/>
                </a:lnTo>
                <a:lnTo>
                  <a:pt x="3997" y="1496"/>
                </a:lnTo>
                <a:lnTo>
                  <a:pt x="4000" y="1497"/>
                </a:lnTo>
                <a:lnTo>
                  <a:pt x="4000" y="1498"/>
                </a:lnTo>
                <a:lnTo>
                  <a:pt x="3995" y="1497"/>
                </a:lnTo>
                <a:lnTo>
                  <a:pt x="3994" y="1497"/>
                </a:lnTo>
                <a:lnTo>
                  <a:pt x="3989" y="1495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4"/>
                </a:lnTo>
                <a:lnTo>
                  <a:pt x="3985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5"/>
                </a:lnTo>
                <a:lnTo>
                  <a:pt x="3987" y="1495"/>
                </a:lnTo>
                <a:lnTo>
                  <a:pt x="3987" y="1496"/>
                </a:lnTo>
                <a:lnTo>
                  <a:pt x="3989" y="1496"/>
                </a:lnTo>
                <a:lnTo>
                  <a:pt x="3990" y="1497"/>
                </a:lnTo>
                <a:lnTo>
                  <a:pt x="3990" y="1498"/>
                </a:lnTo>
                <a:lnTo>
                  <a:pt x="3991" y="1499"/>
                </a:lnTo>
                <a:lnTo>
                  <a:pt x="3992" y="1497"/>
                </a:lnTo>
                <a:lnTo>
                  <a:pt x="3995" y="1498"/>
                </a:lnTo>
                <a:lnTo>
                  <a:pt x="3994" y="1500"/>
                </a:lnTo>
                <a:lnTo>
                  <a:pt x="3995" y="1500"/>
                </a:lnTo>
                <a:lnTo>
                  <a:pt x="3996" y="1498"/>
                </a:lnTo>
                <a:lnTo>
                  <a:pt x="3998" y="1499"/>
                </a:lnTo>
                <a:lnTo>
                  <a:pt x="3996" y="1502"/>
                </a:lnTo>
                <a:lnTo>
                  <a:pt x="3996" y="1503"/>
                </a:lnTo>
                <a:lnTo>
                  <a:pt x="3996" y="1504"/>
                </a:lnTo>
                <a:lnTo>
                  <a:pt x="3997" y="1504"/>
                </a:lnTo>
                <a:lnTo>
                  <a:pt x="3996" y="1505"/>
                </a:lnTo>
                <a:lnTo>
                  <a:pt x="3994" y="1504"/>
                </a:lnTo>
                <a:lnTo>
                  <a:pt x="3993" y="1504"/>
                </a:lnTo>
                <a:lnTo>
                  <a:pt x="3993" y="1503"/>
                </a:lnTo>
                <a:lnTo>
                  <a:pt x="3991" y="1503"/>
                </a:lnTo>
                <a:lnTo>
                  <a:pt x="3987" y="1501"/>
                </a:lnTo>
                <a:lnTo>
                  <a:pt x="3987" y="1502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2" y="1501"/>
                </a:lnTo>
                <a:lnTo>
                  <a:pt x="3982" y="1502"/>
                </a:lnTo>
                <a:lnTo>
                  <a:pt x="3983" y="1502"/>
                </a:lnTo>
                <a:lnTo>
                  <a:pt x="3984" y="1503"/>
                </a:lnTo>
                <a:lnTo>
                  <a:pt x="3985" y="1503"/>
                </a:lnTo>
                <a:lnTo>
                  <a:pt x="3986" y="1503"/>
                </a:lnTo>
                <a:lnTo>
                  <a:pt x="3987" y="1503"/>
                </a:lnTo>
                <a:lnTo>
                  <a:pt x="3989" y="1504"/>
                </a:lnTo>
                <a:lnTo>
                  <a:pt x="3988" y="1506"/>
                </a:lnTo>
                <a:lnTo>
                  <a:pt x="3987" y="1505"/>
                </a:lnTo>
                <a:lnTo>
                  <a:pt x="3983" y="1504"/>
                </a:lnTo>
                <a:lnTo>
                  <a:pt x="3982" y="1505"/>
                </a:lnTo>
                <a:lnTo>
                  <a:pt x="3987" y="1507"/>
                </a:lnTo>
                <a:lnTo>
                  <a:pt x="3987" y="1508"/>
                </a:lnTo>
                <a:lnTo>
                  <a:pt x="3986" y="1508"/>
                </a:lnTo>
                <a:lnTo>
                  <a:pt x="3984" y="1508"/>
                </a:lnTo>
                <a:lnTo>
                  <a:pt x="3981" y="1507"/>
                </a:lnTo>
                <a:lnTo>
                  <a:pt x="3980" y="1507"/>
                </a:lnTo>
                <a:lnTo>
                  <a:pt x="3979" y="1506"/>
                </a:lnTo>
                <a:lnTo>
                  <a:pt x="3978" y="1506"/>
                </a:lnTo>
                <a:lnTo>
                  <a:pt x="3978" y="1507"/>
                </a:lnTo>
                <a:lnTo>
                  <a:pt x="3977" y="1507"/>
                </a:lnTo>
                <a:lnTo>
                  <a:pt x="3975" y="1509"/>
                </a:lnTo>
                <a:lnTo>
                  <a:pt x="3975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5"/>
                </a:lnTo>
                <a:lnTo>
                  <a:pt x="3974" y="1515"/>
                </a:lnTo>
                <a:lnTo>
                  <a:pt x="3973" y="1515"/>
                </a:lnTo>
                <a:lnTo>
                  <a:pt x="3975" y="1516"/>
                </a:lnTo>
                <a:lnTo>
                  <a:pt x="3976" y="1516"/>
                </a:lnTo>
                <a:lnTo>
                  <a:pt x="3976" y="1520"/>
                </a:lnTo>
                <a:lnTo>
                  <a:pt x="3977" y="1520"/>
                </a:lnTo>
                <a:lnTo>
                  <a:pt x="3977" y="1517"/>
                </a:lnTo>
                <a:lnTo>
                  <a:pt x="3979" y="1516"/>
                </a:lnTo>
                <a:lnTo>
                  <a:pt x="3983" y="1516"/>
                </a:lnTo>
                <a:lnTo>
                  <a:pt x="3983" y="1519"/>
                </a:lnTo>
                <a:lnTo>
                  <a:pt x="3985" y="1519"/>
                </a:lnTo>
                <a:lnTo>
                  <a:pt x="3985" y="1516"/>
                </a:lnTo>
                <a:lnTo>
                  <a:pt x="3986" y="1516"/>
                </a:lnTo>
                <a:lnTo>
                  <a:pt x="3986" y="1525"/>
                </a:lnTo>
                <a:lnTo>
                  <a:pt x="3976" y="1525"/>
                </a:lnTo>
                <a:lnTo>
                  <a:pt x="3976" y="1524"/>
                </a:lnTo>
                <a:lnTo>
                  <a:pt x="3973" y="1524"/>
                </a:lnTo>
                <a:lnTo>
                  <a:pt x="3973" y="1525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8"/>
                </a:lnTo>
                <a:lnTo>
                  <a:pt x="3975" y="1528"/>
                </a:lnTo>
                <a:lnTo>
                  <a:pt x="3975" y="1530"/>
                </a:lnTo>
                <a:lnTo>
                  <a:pt x="3974" y="1530"/>
                </a:lnTo>
                <a:lnTo>
                  <a:pt x="3973" y="1530"/>
                </a:lnTo>
                <a:lnTo>
                  <a:pt x="3974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6" y="1537"/>
                </a:lnTo>
                <a:lnTo>
                  <a:pt x="3976" y="1538"/>
                </a:lnTo>
                <a:lnTo>
                  <a:pt x="3977" y="1540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3"/>
                </a:lnTo>
                <a:lnTo>
                  <a:pt x="3977" y="1543"/>
                </a:lnTo>
                <a:lnTo>
                  <a:pt x="3978" y="1543"/>
                </a:lnTo>
                <a:lnTo>
                  <a:pt x="3978" y="1544"/>
                </a:lnTo>
                <a:lnTo>
                  <a:pt x="3978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5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7" y="1558"/>
                </a:lnTo>
                <a:lnTo>
                  <a:pt x="3988" y="1558"/>
                </a:lnTo>
                <a:lnTo>
                  <a:pt x="3988" y="1559"/>
                </a:lnTo>
                <a:lnTo>
                  <a:pt x="3989" y="1559"/>
                </a:lnTo>
                <a:lnTo>
                  <a:pt x="3989" y="1560"/>
                </a:lnTo>
                <a:lnTo>
                  <a:pt x="3990" y="1560"/>
                </a:lnTo>
                <a:lnTo>
                  <a:pt x="3990" y="1559"/>
                </a:lnTo>
                <a:lnTo>
                  <a:pt x="3990" y="1558"/>
                </a:lnTo>
                <a:lnTo>
                  <a:pt x="3991" y="1557"/>
                </a:lnTo>
                <a:lnTo>
                  <a:pt x="3992" y="1558"/>
                </a:lnTo>
                <a:lnTo>
                  <a:pt x="3993" y="1557"/>
                </a:lnTo>
                <a:lnTo>
                  <a:pt x="3994" y="1558"/>
                </a:lnTo>
                <a:lnTo>
                  <a:pt x="3996" y="1556"/>
                </a:lnTo>
                <a:lnTo>
                  <a:pt x="3997" y="1557"/>
                </a:lnTo>
                <a:lnTo>
                  <a:pt x="3998" y="1557"/>
                </a:lnTo>
                <a:lnTo>
                  <a:pt x="3995" y="1559"/>
                </a:lnTo>
                <a:lnTo>
                  <a:pt x="3996" y="1560"/>
                </a:lnTo>
                <a:lnTo>
                  <a:pt x="3999" y="1557"/>
                </a:lnTo>
                <a:lnTo>
                  <a:pt x="4003" y="1556"/>
                </a:lnTo>
                <a:lnTo>
                  <a:pt x="4005" y="1555"/>
                </a:lnTo>
                <a:lnTo>
                  <a:pt x="4006" y="1556"/>
                </a:lnTo>
                <a:lnTo>
                  <a:pt x="4004" y="1557"/>
                </a:lnTo>
                <a:lnTo>
                  <a:pt x="4004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1" y="1561"/>
                </a:lnTo>
                <a:lnTo>
                  <a:pt x="4002" y="1560"/>
                </a:lnTo>
                <a:lnTo>
                  <a:pt x="4001" y="1561"/>
                </a:lnTo>
                <a:lnTo>
                  <a:pt x="4000" y="1562"/>
                </a:lnTo>
                <a:lnTo>
                  <a:pt x="3997" y="1564"/>
                </a:lnTo>
                <a:lnTo>
                  <a:pt x="3997" y="1565"/>
                </a:lnTo>
                <a:lnTo>
                  <a:pt x="3997" y="1566"/>
                </a:lnTo>
                <a:lnTo>
                  <a:pt x="3998" y="1566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8"/>
                </a:lnTo>
                <a:lnTo>
                  <a:pt x="4001" y="1568"/>
                </a:lnTo>
                <a:lnTo>
                  <a:pt x="4001" y="1567"/>
                </a:lnTo>
                <a:lnTo>
                  <a:pt x="4002" y="1568"/>
                </a:lnTo>
                <a:lnTo>
                  <a:pt x="4004" y="1568"/>
                </a:lnTo>
                <a:lnTo>
                  <a:pt x="4004" y="1569"/>
                </a:lnTo>
                <a:lnTo>
                  <a:pt x="4005" y="1569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8" y="1573"/>
                </a:lnTo>
                <a:lnTo>
                  <a:pt x="4009" y="1574"/>
                </a:lnTo>
                <a:lnTo>
                  <a:pt x="4010" y="1573"/>
                </a:lnTo>
                <a:lnTo>
                  <a:pt x="4011" y="1573"/>
                </a:lnTo>
                <a:lnTo>
                  <a:pt x="4012" y="1573"/>
                </a:lnTo>
                <a:lnTo>
                  <a:pt x="4014" y="1574"/>
                </a:lnTo>
                <a:lnTo>
                  <a:pt x="4014" y="1575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7" y="1576"/>
                </a:lnTo>
                <a:lnTo>
                  <a:pt x="4017" y="1577"/>
                </a:lnTo>
                <a:lnTo>
                  <a:pt x="4018" y="1577"/>
                </a:lnTo>
                <a:lnTo>
                  <a:pt x="4017" y="1577"/>
                </a:lnTo>
                <a:lnTo>
                  <a:pt x="4017" y="1578"/>
                </a:lnTo>
                <a:lnTo>
                  <a:pt x="4016" y="1579"/>
                </a:lnTo>
                <a:lnTo>
                  <a:pt x="4017" y="1579"/>
                </a:lnTo>
                <a:lnTo>
                  <a:pt x="4019" y="1579"/>
                </a:lnTo>
                <a:lnTo>
                  <a:pt x="4020" y="1579"/>
                </a:lnTo>
                <a:lnTo>
                  <a:pt x="4022" y="1578"/>
                </a:lnTo>
                <a:lnTo>
                  <a:pt x="4023" y="1578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80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81"/>
                </a:lnTo>
                <a:lnTo>
                  <a:pt x="4035" y="1581"/>
                </a:lnTo>
                <a:lnTo>
                  <a:pt x="4035" y="1580"/>
                </a:lnTo>
                <a:lnTo>
                  <a:pt x="4036" y="1581"/>
                </a:lnTo>
                <a:lnTo>
                  <a:pt x="4037" y="1581"/>
                </a:lnTo>
                <a:lnTo>
                  <a:pt x="4038" y="1581"/>
                </a:lnTo>
                <a:lnTo>
                  <a:pt x="4038" y="1582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2"/>
                </a:lnTo>
                <a:lnTo>
                  <a:pt x="4039" y="1582"/>
                </a:lnTo>
                <a:lnTo>
                  <a:pt x="4041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5"/>
                </a:lnTo>
                <a:lnTo>
                  <a:pt x="4042" y="1584"/>
                </a:lnTo>
                <a:lnTo>
                  <a:pt x="4042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8" y="1584"/>
                </a:lnTo>
                <a:lnTo>
                  <a:pt x="4047" y="1584"/>
                </a:lnTo>
                <a:lnTo>
                  <a:pt x="4047" y="1585"/>
                </a:lnTo>
                <a:lnTo>
                  <a:pt x="4047" y="1586"/>
                </a:lnTo>
                <a:lnTo>
                  <a:pt x="4048" y="1586"/>
                </a:lnTo>
                <a:lnTo>
                  <a:pt x="4048" y="1585"/>
                </a:lnTo>
                <a:lnTo>
                  <a:pt x="4048" y="1584"/>
                </a:lnTo>
                <a:lnTo>
                  <a:pt x="4049" y="1583"/>
                </a:lnTo>
                <a:lnTo>
                  <a:pt x="4050" y="1583"/>
                </a:lnTo>
                <a:lnTo>
                  <a:pt x="4051" y="1583"/>
                </a:lnTo>
                <a:lnTo>
                  <a:pt x="4053" y="1583"/>
                </a:lnTo>
                <a:lnTo>
                  <a:pt x="4055" y="1583"/>
                </a:lnTo>
                <a:lnTo>
                  <a:pt x="4056" y="1584"/>
                </a:lnTo>
                <a:lnTo>
                  <a:pt x="4056" y="1586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9" y="1589"/>
                </a:lnTo>
                <a:lnTo>
                  <a:pt x="4060" y="1588"/>
                </a:lnTo>
                <a:lnTo>
                  <a:pt x="4061" y="1588"/>
                </a:lnTo>
                <a:lnTo>
                  <a:pt x="4062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6" y="1589"/>
                </a:lnTo>
                <a:lnTo>
                  <a:pt x="4066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6" y="1585"/>
                </a:lnTo>
                <a:lnTo>
                  <a:pt x="4066" y="1584"/>
                </a:lnTo>
                <a:lnTo>
                  <a:pt x="4067" y="1585"/>
                </a:lnTo>
                <a:lnTo>
                  <a:pt x="4068" y="1585"/>
                </a:lnTo>
                <a:lnTo>
                  <a:pt x="4068" y="1584"/>
                </a:lnTo>
                <a:lnTo>
                  <a:pt x="4069" y="1584"/>
                </a:lnTo>
                <a:lnTo>
                  <a:pt x="4069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1" y="1582"/>
                </a:lnTo>
                <a:lnTo>
                  <a:pt x="4071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5"/>
                </a:lnTo>
                <a:lnTo>
                  <a:pt x="4077" y="1585"/>
                </a:lnTo>
                <a:lnTo>
                  <a:pt x="4078" y="1585"/>
                </a:lnTo>
                <a:lnTo>
                  <a:pt x="4078" y="1586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5"/>
                </a:lnTo>
                <a:lnTo>
                  <a:pt x="4084" y="1584"/>
                </a:lnTo>
                <a:lnTo>
                  <a:pt x="4084" y="1583"/>
                </a:lnTo>
                <a:lnTo>
                  <a:pt x="4084" y="1582"/>
                </a:lnTo>
                <a:lnTo>
                  <a:pt x="4083" y="1582"/>
                </a:lnTo>
                <a:lnTo>
                  <a:pt x="4083" y="1581"/>
                </a:lnTo>
                <a:lnTo>
                  <a:pt x="4084" y="1581"/>
                </a:lnTo>
                <a:lnTo>
                  <a:pt x="4083" y="1580"/>
                </a:lnTo>
                <a:lnTo>
                  <a:pt x="4083" y="1579"/>
                </a:lnTo>
                <a:lnTo>
                  <a:pt x="4083" y="1578"/>
                </a:lnTo>
                <a:lnTo>
                  <a:pt x="4085" y="1578"/>
                </a:lnTo>
                <a:lnTo>
                  <a:pt x="4087" y="1578"/>
                </a:lnTo>
                <a:lnTo>
                  <a:pt x="4087" y="1579"/>
                </a:lnTo>
                <a:lnTo>
                  <a:pt x="4087" y="1581"/>
                </a:lnTo>
                <a:lnTo>
                  <a:pt x="4088" y="1581"/>
                </a:lnTo>
                <a:lnTo>
                  <a:pt x="4090" y="1581"/>
                </a:lnTo>
                <a:lnTo>
                  <a:pt x="4091" y="1580"/>
                </a:lnTo>
                <a:lnTo>
                  <a:pt x="4096" y="1583"/>
                </a:lnTo>
                <a:lnTo>
                  <a:pt x="4097" y="1584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8" y="1585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5"/>
                </a:lnTo>
                <a:lnTo>
                  <a:pt x="4101" y="1598"/>
                </a:lnTo>
                <a:lnTo>
                  <a:pt x="4102" y="1598"/>
                </a:lnTo>
                <a:lnTo>
                  <a:pt x="4104" y="1598"/>
                </a:lnTo>
                <a:lnTo>
                  <a:pt x="4105" y="1599"/>
                </a:lnTo>
                <a:lnTo>
                  <a:pt x="4107" y="1600"/>
                </a:lnTo>
                <a:lnTo>
                  <a:pt x="4107" y="1601"/>
                </a:lnTo>
                <a:lnTo>
                  <a:pt x="4108" y="1601"/>
                </a:lnTo>
                <a:lnTo>
                  <a:pt x="4109" y="1602"/>
                </a:lnTo>
                <a:lnTo>
                  <a:pt x="4109" y="1605"/>
                </a:lnTo>
                <a:lnTo>
                  <a:pt x="4110" y="1608"/>
                </a:lnTo>
                <a:lnTo>
                  <a:pt x="4110" y="1609"/>
                </a:lnTo>
                <a:lnTo>
                  <a:pt x="4109" y="1610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1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10" y="1613"/>
                </a:lnTo>
                <a:lnTo>
                  <a:pt x="4109" y="1614"/>
                </a:lnTo>
                <a:lnTo>
                  <a:pt x="4109" y="1615"/>
                </a:lnTo>
                <a:lnTo>
                  <a:pt x="4108" y="1615"/>
                </a:lnTo>
                <a:lnTo>
                  <a:pt x="4108" y="1616"/>
                </a:lnTo>
                <a:lnTo>
                  <a:pt x="4109" y="1616"/>
                </a:lnTo>
                <a:lnTo>
                  <a:pt x="4109" y="1615"/>
                </a:lnTo>
                <a:lnTo>
                  <a:pt x="4112" y="1616"/>
                </a:lnTo>
                <a:lnTo>
                  <a:pt x="4112" y="1615"/>
                </a:lnTo>
                <a:lnTo>
                  <a:pt x="4113" y="1615"/>
                </a:lnTo>
                <a:lnTo>
                  <a:pt x="4115" y="1615"/>
                </a:lnTo>
                <a:lnTo>
                  <a:pt x="4115" y="1616"/>
                </a:lnTo>
                <a:lnTo>
                  <a:pt x="4116" y="1617"/>
                </a:lnTo>
                <a:lnTo>
                  <a:pt x="4117" y="1617"/>
                </a:lnTo>
                <a:lnTo>
                  <a:pt x="4117" y="1616"/>
                </a:lnTo>
                <a:lnTo>
                  <a:pt x="4117" y="1615"/>
                </a:lnTo>
                <a:lnTo>
                  <a:pt x="4118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6"/>
                </a:lnTo>
                <a:lnTo>
                  <a:pt x="4122" y="1616"/>
                </a:lnTo>
                <a:lnTo>
                  <a:pt x="4122" y="1615"/>
                </a:lnTo>
                <a:lnTo>
                  <a:pt x="4123" y="1615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6" y="1614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7" y="1615"/>
                </a:lnTo>
                <a:lnTo>
                  <a:pt x="4128" y="1615"/>
                </a:lnTo>
                <a:lnTo>
                  <a:pt x="4128" y="1616"/>
                </a:lnTo>
                <a:lnTo>
                  <a:pt x="4126" y="1617"/>
                </a:lnTo>
                <a:lnTo>
                  <a:pt x="4125" y="1617"/>
                </a:lnTo>
                <a:lnTo>
                  <a:pt x="4124" y="1617"/>
                </a:lnTo>
                <a:lnTo>
                  <a:pt x="4124" y="1618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9" y="1617"/>
                </a:lnTo>
                <a:lnTo>
                  <a:pt x="4118" y="1617"/>
                </a:lnTo>
                <a:lnTo>
                  <a:pt x="4118" y="1618"/>
                </a:lnTo>
                <a:lnTo>
                  <a:pt x="4117" y="1619"/>
                </a:lnTo>
                <a:lnTo>
                  <a:pt x="4118" y="1620"/>
                </a:lnTo>
                <a:lnTo>
                  <a:pt x="4119" y="1620"/>
                </a:lnTo>
                <a:lnTo>
                  <a:pt x="4119" y="1621"/>
                </a:lnTo>
                <a:lnTo>
                  <a:pt x="4120" y="1621"/>
                </a:lnTo>
                <a:lnTo>
                  <a:pt x="4121" y="1622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5"/>
                </a:lnTo>
                <a:lnTo>
                  <a:pt x="4125" y="1626"/>
                </a:lnTo>
                <a:lnTo>
                  <a:pt x="4126" y="1626"/>
                </a:lnTo>
                <a:lnTo>
                  <a:pt x="4126" y="1627"/>
                </a:lnTo>
                <a:lnTo>
                  <a:pt x="4125" y="1627"/>
                </a:lnTo>
                <a:lnTo>
                  <a:pt x="4121" y="1623"/>
                </a:lnTo>
                <a:lnTo>
                  <a:pt x="4119" y="1621"/>
                </a:lnTo>
                <a:lnTo>
                  <a:pt x="4121" y="1623"/>
                </a:lnTo>
                <a:lnTo>
                  <a:pt x="4123" y="1626"/>
                </a:lnTo>
                <a:lnTo>
                  <a:pt x="4125" y="1628"/>
                </a:lnTo>
                <a:lnTo>
                  <a:pt x="4124" y="1628"/>
                </a:lnTo>
                <a:lnTo>
                  <a:pt x="4123" y="1628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5"/>
                </a:lnTo>
                <a:lnTo>
                  <a:pt x="4121" y="1625"/>
                </a:lnTo>
                <a:lnTo>
                  <a:pt x="4119" y="1623"/>
                </a:lnTo>
                <a:lnTo>
                  <a:pt x="4118" y="1622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1" y="1623"/>
                </a:lnTo>
                <a:lnTo>
                  <a:pt x="4110" y="1623"/>
                </a:lnTo>
                <a:lnTo>
                  <a:pt x="4109" y="1623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2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4" y="1626"/>
                </a:lnTo>
                <a:lnTo>
                  <a:pt x="4104" y="1627"/>
                </a:lnTo>
                <a:lnTo>
                  <a:pt x="4103" y="1627"/>
                </a:lnTo>
                <a:lnTo>
                  <a:pt x="4103" y="1628"/>
                </a:lnTo>
                <a:lnTo>
                  <a:pt x="4102" y="1628"/>
                </a:lnTo>
                <a:lnTo>
                  <a:pt x="4101" y="1628"/>
                </a:lnTo>
                <a:lnTo>
                  <a:pt x="4101" y="1629"/>
                </a:lnTo>
                <a:lnTo>
                  <a:pt x="4100" y="1629"/>
                </a:lnTo>
                <a:lnTo>
                  <a:pt x="4099" y="1631"/>
                </a:lnTo>
                <a:lnTo>
                  <a:pt x="4098" y="1632"/>
                </a:lnTo>
                <a:lnTo>
                  <a:pt x="4097" y="1634"/>
                </a:lnTo>
                <a:lnTo>
                  <a:pt x="4097" y="1635"/>
                </a:lnTo>
                <a:lnTo>
                  <a:pt x="4096" y="1636"/>
                </a:lnTo>
                <a:lnTo>
                  <a:pt x="4095" y="1638"/>
                </a:lnTo>
                <a:lnTo>
                  <a:pt x="4094" y="1640"/>
                </a:lnTo>
                <a:lnTo>
                  <a:pt x="4094" y="1641"/>
                </a:lnTo>
                <a:lnTo>
                  <a:pt x="4093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3" y="1642"/>
                </a:lnTo>
                <a:lnTo>
                  <a:pt x="4093" y="1643"/>
                </a:lnTo>
                <a:lnTo>
                  <a:pt x="4093" y="1645"/>
                </a:lnTo>
                <a:lnTo>
                  <a:pt x="4094" y="1646"/>
                </a:lnTo>
                <a:lnTo>
                  <a:pt x="4095" y="1646"/>
                </a:lnTo>
                <a:lnTo>
                  <a:pt x="4095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4" y="1651"/>
                </a:lnTo>
                <a:lnTo>
                  <a:pt x="4093" y="1651"/>
                </a:lnTo>
                <a:lnTo>
                  <a:pt x="4093" y="1652"/>
                </a:lnTo>
                <a:lnTo>
                  <a:pt x="4093" y="1653"/>
                </a:lnTo>
                <a:lnTo>
                  <a:pt x="4094" y="1655"/>
                </a:lnTo>
                <a:lnTo>
                  <a:pt x="4094" y="1657"/>
                </a:lnTo>
                <a:lnTo>
                  <a:pt x="4095" y="1657"/>
                </a:lnTo>
                <a:lnTo>
                  <a:pt x="4095" y="1659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7"/>
                </a:lnTo>
                <a:lnTo>
                  <a:pt x="4090" y="1659"/>
                </a:lnTo>
                <a:lnTo>
                  <a:pt x="4091" y="1659"/>
                </a:lnTo>
                <a:lnTo>
                  <a:pt x="4091" y="1658"/>
                </a:lnTo>
                <a:lnTo>
                  <a:pt x="4091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90" y="1661"/>
                </a:lnTo>
                <a:lnTo>
                  <a:pt x="4090" y="1662"/>
                </a:lnTo>
                <a:lnTo>
                  <a:pt x="4089" y="1662"/>
                </a:lnTo>
                <a:lnTo>
                  <a:pt x="4090" y="1662"/>
                </a:lnTo>
                <a:lnTo>
                  <a:pt x="4091" y="1661"/>
                </a:lnTo>
                <a:lnTo>
                  <a:pt x="4092" y="1660"/>
                </a:lnTo>
                <a:lnTo>
                  <a:pt x="4093" y="1660"/>
                </a:lnTo>
                <a:lnTo>
                  <a:pt x="4094" y="1660"/>
                </a:lnTo>
                <a:lnTo>
                  <a:pt x="4094" y="1661"/>
                </a:lnTo>
                <a:lnTo>
                  <a:pt x="4095" y="1661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4"/>
                </a:lnTo>
                <a:lnTo>
                  <a:pt x="4098" y="1664"/>
                </a:lnTo>
                <a:lnTo>
                  <a:pt x="4098" y="1665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7"/>
                </a:lnTo>
                <a:lnTo>
                  <a:pt x="4100" y="1668"/>
                </a:lnTo>
                <a:lnTo>
                  <a:pt x="4101" y="1668"/>
                </a:lnTo>
                <a:lnTo>
                  <a:pt x="4104" y="1668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7" y="1672"/>
                </a:lnTo>
                <a:lnTo>
                  <a:pt x="4108" y="1672"/>
                </a:lnTo>
                <a:lnTo>
                  <a:pt x="4110" y="1674"/>
                </a:lnTo>
                <a:lnTo>
                  <a:pt x="4111" y="1674"/>
                </a:lnTo>
                <a:lnTo>
                  <a:pt x="4112" y="1673"/>
                </a:lnTo>
                <a:lnTo>
                  <a:pt x="4112" y="1674"/>
                </a:lnTo>
                <a:lnTo>
                  <a:pt x="4113" y="1674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6" y="1672"/>
                </a:lnTo>
                <a:lnTo>
                  <a:pt x="4118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9" y="1674"/>
                </a:lnTo>
                <a:lnTo>
                  <a:pt x="4119" y="1673"/>
                </a:lnTo>
                <a:lnTo>
                  <a:pt x="4120" y="1673"/>
                </a:lnTo>
                <a:lnTo>
                  <a:pt x="4121" y="1673"/>
                </a:lnTo>
                <a:lnTo>
                  <a:pt x="4123" y="1675"/>
                </a:lnTo>
                <a:lnTo>
                  <a:pt x="4124" y="1675"/>
                </a:lnTo>
                <a:lnTo>
                  <a:pt x="4126" y="1674"/>
                </a:lnTo>
                <a:lnTo>
                  <a:pt x="4126" y="1675"/>
                </a:lnTo>
                <a:lnTo>
                  <a:pt x="4127" y="1676"/>
                </a:lnTo>
                <a:lnTo>
                  <a:pt x="4126" y="1677"/>
                </a:lnTo>
                <a:lnTo>
                  <a:pt x="4126" y="1679"/>
                </a:lnTo>
                <a:lnTo>
                  <a:pt x="4127" y="1679"/>
                </a:lnTo>
                <a:lnTo>
                  <a:pt x="4127" y="1680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9"/>
                </a:lnTo>
                <a:lnTo>
                  <a:pt x="4131" y="1688"/>
                </a:lnTo>
                <a:lnTo>
                  <a:pt x="4131" y="1686"/>
                </a:lnTo>
                <a:lnTo>
                  <a:pt x="4132" y="1685"/>
                </a:lnTo>
                <a:lnTo>
                  <a:pt x="4133" y="1685"/>
                </a:lnTo>
                <a:lnTo>
                  <a:pt x="4134" y="1685"/>
                </a:lnTo>
                <a:lnTo>
                  <a:pt x="4134" y="1684"/>
                </a:lnTo>
                <a:lnTo>
                  <a:pt x="4135" y="1684"/>
                </a:lnTo>
                <a:lnTo>
                  <a:pt x="4135" y="1683"/>
                </a:lnTo>
                <a:lnTo>
                  <a:pt x="4137" y="1683"/>
                </a:lnTo>
                <a:lnTo>
                  <a:pt x="4140" y="1683"/>
                </a:lnTo>
                <a:lnTo>
                  <a:pt x="4140" y="1684"/>
                </a:lnTo>
                <a:lnTo>
                  <a:pt x="4143" y="1684"/>
                </a:lnTo>
                <a:lnTo>
                  <a:pt x="4143" y="1685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7"/>
                </a:lnTo>
                <a:lnTo>
                  <a:pt x="4144" y="1686"/>
                </a:lnTo>
                <a:lnTo>
                  <a:pt x="4145" y="1686"/>
                </a:lnTo>
                <a:lnTo>
                  <a:pt x="4145" y="1685"/>
                </a:lnTo>
                <a:lnTo>
                  <a:pt x="4145" y="1684"/>
                </a:lnTo>
                <a:lnTo>
                  <a:pt x="4146" y="1684"/>
                </a:lnTo>
                <a:lnTo>
                  <a:pt x="4146" y="1683"/>
                </a:lnTo>
                <a:lnTo>
                  <a:pt x="4151" y="1683"/>
                </a:lnTo>
                <a:lnTo>
                  <a:pt x="4151" y="1685"/>
                </a:lnTo>
                <a:lnTo>
                  <a:pt x="4151" y="1686"/>
                </a:lnTo>
                <a:lnTo>
                  <a:pt x="4151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0" y="1690"/>
                </a:lnTo>
                <a:lnTo>
                  <a:pt x="4151" y="1690"/>
                </a:lnTo>
                <a:lnTo>
                  <a:pt x="4152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1" y="1688"/>
                </a:lnTo>
                <a:lnTo>
                  <a:pt x="4152" y="1688"/>
                </a:lnTo>
                <a:lnTo>
                  <a:pt x="4152" y="1687"/>
                </a:lnTo>
                <a:lnTo>
                  <a:pt x="4153" y="1686"/>
                </a:lnTo>
                <a:lnTo>
                  <a:pt x="4153" y="1685"/>
                </a:lnTo>
                <a:lnTo>
                  <a:pt x="4154" y="1685"/>
                </a:lnTo>
                <a:lnTo>
                  <a:pt x="4154" y="1684"/>
                </a:lnTo>
                <a:lnTo>
                  <a:pt x="4155" y="1684"/>
                </a:lnTo>
                <a:lnTo>
                  <a:pt x="4154" y="1683"/>
                </a:lnTo>
                <a:lnTo>
                  <a:pt x="4156" y="1682"/>
                </a:lnTo>
                <a:lnTo>
                  <a:pt x="4157" y="1682"/>
                </a:lnTo>
                <a:lnTo>
                  <a:pt x="4157" y="1681"/>
                </a:lnTo>
                <a:lnTo>
                  <a:pt x="4157" y="1682"/>
                </a:lnTo>
                <a:lnTo>
                  <a:pt x="4162" y="1682"/>
                </a:lnTo>
                <a:lnTo>
                  <a:pt x="4162" y="1683"/>
                </a:lnTo>
                <a:lnTo>
                  <a:pt x="4162" y="1684"/>
                </a:lnTo>
                <a:lnTo>
                  <a:pt x="4165" y="1683"/>
                </a:lnTo>
                <a:lnTo>
                  <a:pt x="4165" y="1682"/>
                </a:lnTo>
                <a:lnTo>
                  <a:pt x="4164" y="1681"/>
                </a:lnTo>
                <a:lnTo>
                  <a:pt x="4166" y="1681"/>
                </a:lnTo>
                <a:lnTo>
                  <a:pt x="4166" y="1682"/>
                </a:lnTo>
                <a:lnTo>
                  <a:pt x="4166" y="1683"/>
                </a:lnTo>
                <a:lnTo>
                  <a:pt x="4167" y="1683"/>
                </a:lnTo>
                <a:lnTo>
                  <a:pt x="4169" y="1683"/>
                </a:lnTo>
                <a:lnTo>
                  <a:pt x="4169" y="1681"/>
                </a:lnTo>
                <a:lnTo>
                  <a:pt x="4169" y="1680"/>
                </a:lnTo>
                <a:lnTo>
                  <a:pt x="4171" y="1679"/>
                </a:lnTo>
                <a:lnTo>
                  <a:pt x="4171" y="1678"/>
                </a:lnTo>
                <a:lnTo>
                  <a:pt x="4172" y="1678"/>
                </a:lnTo>
                <a:lnTo>
                  <a:pt x="4172" y="1677"/>
                </a:lnTo>
                <a:lnTo>
                  <a:pt x="4173" y="1677"/>
                </a:lnTo>
                <a:lnTo>
                  <a:pt x="4174" y="1676"/>
                </a:lnTo>
                <a:lnTo>
                  <a:pt x="4174" y="1677"/>
                </a:lnTo>
                <a:lnTo>
                  <a:pt x="4175" y="1676"/>
                </a:lnTo>
                <a:lnTo>
                  <a:pt x="4177" y="1675"/>
                </a:lnTo>
                <a:lnTo>
                  <a:pt x="4177" y="1674"/>
                </a:lnTo>
                <a:lnTo>
                  <a:pt x="4176" y="1674"/>
                </a:lnTo>
                <a:lnTo>
                  <a:pt x="4177" y="1674"/>
                </a:lnTo>
                <a:lnTo>
                  <a:pt x="4178" y="1673"/>
                </a:lnTo>
                <a:lnTo>
                  <a:pt x="4179" y="1672"/>
                </a:lnTo>
                <a:lnTo>
                  <a:pt x="4180" y="1672"/>
                </a:lnTo>
                <a:lnTo>
                  <a:pt x="4181" y="1671"/>
                </a:lnTo>
                <a:lnTo>
                  <a:pt x="4181" y="1670"/>
                </a:lnTo>
                <a:lnTo>
                  <a:pt x="4181" y="1669"/>
                </a:lnTo>
                <a:lnTo>
                  <a:pt x="4180" y="1669"/>
                </a:lnTo>
                <a:lnTo>
                  <a:pt x="4182" y="1669"/>
                </a:lnTo>
                <a:lnTo>
                  <a:pt x="4182" y="1668"/>
                </a:lnTo>
                <a:lnTo>
                  <a:pt x="4182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2" y="1666"/>
                </a:lnTo>
                <a:lnTo>
                  <a:pt x="4182" y="1665"/>
                </a:lnTo>
                <a:lnTo>
                  <a:pt x="4183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80" y="1661"/>
                </a:lnTo>
                <a:lnTo>
                  <a:pt x="4179" y="1662"/>
                </a:lnTo>
                <a:lnTo>
                  <a:pt x="4179" y="1663"/>
                </a:lnTo>
                <a:lnTo>
                  <a:pt x="4179" y="1662"/>
                </a:lnTo>
                <a:lnTo>
                  <a:pt x="4178" y="1662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7"/>
                </a:lnTo>
                <a:lnTo>
                  <a:pt x="4184" y="1656"/>
                </a:lnTo>
                <a:lnTo>
                  <a:pt x="4185" y="1656"/>
                </a:lnTo>
                <a:lnTo>
                  <a:pt x="4186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7" y="1653"/>
                </a:lnTo>
                <a:lnTo>
                  <a:pt x="4186" y="1653"/>
                </a:lnTo>
                <a:lnTo>
                  <a:pt x="4187" y="1652"/>
                </a:lnTo>
                <a:lnTo>
                  <a:pt x="4189" y="1652"/>
                </a:lnTo>
                <a:lnTo>
                  <a:pt x="4189" y="1653"/>
                </a:lnTo>
                <a:lnTo>
                  <a:pt x="4191" y="1653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8" y="1650"/>
                </a:lnTo>
                <a:lnTo>
                  <a:pt x="4199" y="1650"/>
                </a:lnTo>
                <a:lnTo>
                  <a:pt x="4199" y="1649"/>
                </a:lnTo>
                <a:lnTo>
                  <a:pt x="4200" y="1649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8"/>
                </a:lnTo>
                <a:lnTo>
                  <a:pt x="4204" y="1647"/>
                </a:lnTo>
                <a:lnTo>
                  <a:pt x="4205" y="1647"/>
                </a:lnTo>
                <a:lnTo>
                  <a:pt x="4206" y="1646"/>
                </a:lnTo>
                <a:lnTo>
                  <a:pt x="4208" y="1644"/>
                </a:lnTo>
                <a:lnTo>
                  <a:pt x="4211" y="1642"/>
                </a:lnTo>
                <a:lnTo>
                  <a:pt x="4211" y="1641"/>
                </a:lnTo>
                <a:lnTo>
                  <a:pt x="4212" y="1641"/>
                </a:lnTo>
                <a:lnTo>
                  <a:pt x="4212" y="1640"/>
                </a:lnTo>
                <a:lnTo>
                  <a:pt x="4213" y="1639"/>
                </a:lnTo>
                <a:lnTo>
                  <a:pt x="4213" y="1638"/>
                </a:lnTo>
                <a:lnTo>
                  <a:pt x="4212" y="1638"/>
                </a:lnTo>
                <a:lnTo>
                  <a:pt x="4210" y="1635"/>
                </a:lnTo>
                <a:lnTo>
                  <a:pt x="4211" y="1634"/>
                </a:lnTo>
                <a:lnTo>
                  <a:pt x="4212" y="1633"/>
                </a:lnTo>
                <a:lnTo>
                  <a:pt x="4213" y="1632"/>
                </a:lnTo>
                <a:lnTo>
                  <a:pt x="4219" y="1632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8"/>
                </a:lnTo>
                <a:lnTo>
                  <a:pt x="4218" y="1628"/>
                </a:lnTo>
                <a:lnTo>
                  <a:pt x="4219" y="1629"/>
                </a:lnTo>
                <a:lnTo>
                  <a:pt x="4217" y="1629"/>
                </a:lnTo>
                <a:lnTo>
                  <a:pt x="4216" y="1629"/>
                </a:lnTo>
                <a:lnTo>
                  <a:pt x="4217" y="1629"/>
                </a:lnTo>
                <a:lnTo>
                  <a:pt x="4217" y="1628"/>
                </a:lnTo>
                <a:lnTo>
                  <a:pt x="4218" y="1628"/>
                </a:lnTo>
                <a:lnTo>
                  <a:pt x="4219" y="1627"/>
                </a:lnTo>
                <a:lnTo>
                  <a:pt x="4218" y="1627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6"/>
                </a:lnTo>
                <a:lnTo>
                  <a:pt x="4211" y="1625"/>
                </a:lnTo>
                <a:lnTo>
                  <a:pt x="4212" y="1625"/>
                </a:lnTo>
                <a:lnTo>
                  <a:pt x="4213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4" y="1625"/>
                </a:lnTo>
                <a:lnTo>
                  <a:pt x="4224" y="1624"/>
                </a:lnTo>
                <a:lnTo>
                  <a:pt x="4225" y="1624"/>
                </a:lnTo>
                <a:lnTo>
                  <a:pt x="4226" y="1623"/>
                </a:lnTo>
                <a:lnTo>
                  <a:pt x="4227" y="1623"/>
                </a:lnTo>
                <a:lnTo>
                  <a:pt x="4227" y="1622"/>
                </a:lnTo>
                <a:lnTo>
                  <a:pt x="4227" y="1623"/>
                </a:lnTo>
                <a:lnTo>
                  <a:pt x="4228" y="1622"/>
                </a:lnTo>
                <a:lnTo>
                  <a:pt x="4229" y="1622"/>
                </a:lnTo>
                <a:lnTo>
                  <a:pt x="4229" y="1621"/>
                </a:lnTo>
                <a:lnTo>
                  <a:pt x="4230" y="1621"/>
                </a:lnTo>
                <a:lnTo>
                  <a:pt x="4230" y="1620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1" y="1619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8"/>
                </a:lnTo>
                <a:lnTo>
                  <a:pt x="4245" y="1617"/>
                </a:lnTo>
                <a:lnTo>
                  <a:pt x="4246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50" y="1616"/>
                </a:lnTo>
                <a:lnTo>
                  <a:pt x="4250" y="1615"/>
                </a:lnTo>
                <a:lnTo>
                  <a:pt x="4251" y="1615"/>
                </a:lnTo>
                <a:lnTo>
                  <a:pt x="4252" y="1615"/>
                </a:lnTo>
                <a:lnTo>
                  <a:pt x="4252" y="1614"/>
                </a:lnTo>
                <a:lnTo>
                  <a:pt x="4253" y="1614"/>
                </a:lnTo>
                <a:lnTo>
                  <a:pt x="4254" y="1613"/>
                </a:lnTo>
                <a:lnTo>
                  <a:pt x="4255" y="1612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2" y="1611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8" y="1612"/>
                </a:lnTo>
                <a:lnTo>
                  <a:pt x="4268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3" y="1634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8" y="1641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3" y="1648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8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49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5" y="1649"/>
                </a:lnTo>
                <a:lnTo>
                  <a:pt x="4356" y="1649"/>
                </a:lnTo>
                <a:lnTo>
                  <a:pt x="4356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7" y="1648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2" y="1641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5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7" y="1638"/>
                </a:lnTo>
                <a:lnTo>
                  <a:pt x="4378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79" y="1640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4" y="1643"/>
                </a:lnTo>
                <a:lnTo>
                  <a:pt x="4383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5" y="1650"/>
                </a:lnTo>
                <a:lnTo>
                  <a:pt x="4385" y="1651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7" y="1650"/>
                </a:lnTo>
                <a:lnTo>
                  <a:pt x="4396" y="1650"/>
                </a:lnTo>
                <a:lnTo>
                  <a:pt x="4395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1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4" y="1656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2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2" y="1657"/>
                </a:lnTo>
                <a:lnTo>
                  <a:pt x="4432" y="1656"/>
                </a:lnTo>
                <a:lnTo>
                  <a:pt x="4431" y="1656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4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1"/>
                </a:lnTo>
                <a:lnTo>
                  <a:pt x="4414" y="1683"/>
                </a:lnTo>
                <a:lnTo>
                  <a:pt x="4413" y="1684"/>
                </a:lnTo>
                <a:lnTo>
                  <a:pt x="4413" y="1683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4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20" y="1693"/>
                </a:lnTo>
                <a:lnTo>
                  <a:pt x="4419" y="1695"/>
                </a:lnTo>
                <a:lnTo>
                  <a:pt x="4419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700"/>
                </a:lnTo>
                <a:lnTo>
                  <a:pt x="4418" y="1701"/>
                </a:lnTo>
                <a:lnTo>
                  <a:pt x="4418" y="1702"/>
                </a:lnTo>
                <a:lnTo>
                  <a:pt x="4419" y="1703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5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4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4" y="1710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4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6" y="1705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1" y="1699"/>
                </a:lnTo>
                <a:lnTo>
                  <a:pt x="4369" y="1699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8" y="1698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8" y="1710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40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7" y="1723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5" y="1717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1" y="1712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4" y="1725"/>
                </a:lnTo>
                <a:lnTo>
                  <a:pt x="4315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2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1" y="1732"/>
                </a:lnTo>
                <a:lnTo>
                  <a:pt x="4291" y="1733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3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9" y="1731"/>
                </a:lnTo>
                <a:lnTo>
                  <a:pt x="4268" y="1731"/>
                </a:lnTo>
                <a:lnTo>
                  <a:pt x="4269" y="1733"/>
                </a:lnTo>
                <a:lnTo>
                  <a:pt x="4270" y="1733"/>
                </a:lnTo>
                <a:lnTo>
                  <a:pt x="4269" y="1734"/>
                </a:lnTo>
                <a:lnTo>
                  <a:pt x="4268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6" y="1735"/>
                </a:lnTo>
                <a:lnTo>
                  <a:pt x="4265" y="1735"/>
                </a:lnTo>
                <a:lnTo>
                  <a:pt x="4265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3" y="1735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4" y="1736"/>
                </a:lnTo>
                <a:lnTo>
                  <a:pt x="4264" y="1737"/>
                </a:lnTo>
                <a:lnTo>
                  <a:pt x="4263" y="1737"/>
                </a:lnTo>
                <a:lnTo>
                  <a:pt x="4262" y="1738"/>
                </a:lnTo>
                <a:lnTo>
                  <a:pt x="4260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4" y="1737"/>
                </a:lnTo>
                <a:lnTo>
                  <a:pt x="4265" y="1737"/>
                </a:lnTo>
                <a:lnTo>
                  <a:pt x="4267" y="1736"/>
                </a:lnTo>
                <a:lnTo>
                  <a:pt x="4267" y="1735"/>
                </a:lnTo>
                <a:lnTo>
                  <a:pt x="4268" y="1735"/>
                </a:lnTo>
                <a:lnTo>
                  <a:pt x="4268" y="1736"/>
                </a:lnTo>
                <a:lnTo>
                  <a:pt x="4269" y="1736"/>
                </a:lnTo>
                <a:lnTo>
                  <a:pt x="4270" y="1736"/>
                </a:lnTo>
                <a:lnTo>
                  <a:pt x="4270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3"/>
                </a:lnTo>
                <a:lnTo>
                  <a:pt x="4278" y="1744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9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7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59" y="1750"/>
                </a:lnTo>
                <a:lnTo>
                  <a:pt x="4258" y="1751"/>
                </a:lnTo>
                <a:lnTo>
                  <a:pt x="4259" y="1751"/>
                </a:lnTo>
                <a:lnTo>
                  <a:pt x="4259" y="1752"/>
                </a:lnTo>
                <a:lnTo>
                  <a:pt x="4259" y="1753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6" y="1754"/>
                </a:lnTo>
                <a:lnTo>
                  <a:pt x="4256" y="1755"/>
                </a:lnTo>
                <a:lnTo>
                  <a:pt x="4255" y="1755"/>
                </a:lnTo>
                <a:lnTo>
                  <a:pt x="4255" y="1756"/>
                </a:lnTo>
                <a:lnTo>
                  <a:pt x="4254" y="1757"/>
                </a:lnTo>
                <a:lnTo>
                  <a:pt x="4253" y="1758"/>
                </a:lnTo>
                <a:lnTo>
                  <a:pt x="4253" y="1760"/>
                </a:lnTo>
                <a:lnTo>
                  <a:pt x="4254" y="1760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7" y="1764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2" y="1763"/>
                </a:lnTo>
                <a:lnTo>
                  <a:pt x="4251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51" y="1766"/>
                </a:lnTo>
                <a:lnTo>
                  <a:pt x="4251" y="1767"/>
                </a:lnTo>
                <a:lnTo>
                  <a:pt x="4250" y="1768"/>
                </a:lnTo>
                <a:lnTo>
                  <a:pt x="4249" y="1768"/>
                </a:lnTo>
                <a:lnTo>
                  <a:pt x="4249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2" y="1772"/>
                </a:lnTo>
                <a:lnTo>
                  <a:pt x="4252" y="1773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3" y="1775"/>
                </a:lnTo>
                <a:lnTo>
                  <a:pt x="4253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2" y="1778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4" y="1784"/>
                </a:lnTo>
                <a:lnTo>
                  <a:pt x="4255" y="1784"/>
                </a:lnTo>
                <a:lnTo>
                  <a:pt x="4255" y="1783"/>
                </a:lnTo>
                <a:lnTo>
                  <a:pt x="4255" y="1784"/>
                </a:lnTo>
                <a:lnTo>
                  <a:pt x="4256" y="1784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5"/>
                </a:lnTo>
                <a:lnTo>
                  <a:pt x="4253" y="1784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50" y="1785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6"/>
                </a:lnTo>
                <a:lnTo>
                  <a:pt x="4246" y="1787"/>
                </a:lnTo>
                <a:lnTo>
                  <a:pt x="4245" y="1787"/>
                </a:lnTo>
                <a:lnTo>
                  <a:pt x="4244" y="1787"/>
                </a:lnTo>
                <a:lnTo>
                  <a:pt x="4244" y="1786"/>
                </a:lnTo>
                <a:lnTo>
                  <a:pt x="4242" y="1786"/>
                </a:lnTo>
                <a:lnTo>
                  <a:pt x="4242" y="1787"/>
                </a:lnTo>
                <a:lnTo>
                  <a:pt x="4241" y="1786"/>
                </a:lnTo>
                <a:lnTo>
                  <a:pt x="4240" y="1786"/>
                </a:lnTo>
                <a:lnTo>
                  <a:pt x="4239" y="1787"/>
                </a:lnTo>
                <a:lnTo>
                  <a:pt x="4240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9"/>
                </a:lnTo>
                <a:lnTo>
                  <a:pt x="4232" y="1790"/>
                </a:lnTo>
                <a:lnTo>
                  <a:pt x="4231" y="1791"/>
                </a:lnTo>
                <a:lnTo>
                  <a:pt x="4230" y="1791"/>
                </a:lnTo>
                <a:lnTo>
                  <a:pt x="4230" y="1792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3"/>
                </a:lnTo>
                <a:lnTo>
                  <a:pt x="4222" y="1793"/>
                </a:lnTo>
                <a:lnTo>
                  <a:pt x="4222" y="1792"/>
                </a:lnTo>
                <a:lnTo>
                  <a:pt x="4221" y="1792"/>
                </a:lnTo>
                <a:lnTo>
                  <a:pt x="4220" y="1792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2"/>
                </a:lnTo>
                <a:lnTo>
                  <a:pt x="4219" y="1793"/>
                </a:lnTo>
                <a:lnTo>
                  <a:pt x="4217" y="1792"/>
                </a:lnTo>
                <a:lnTo>
                  <a:pt x="4217" y="1791"/>
                </a:lnTo>
                <a:lnTo>
                  <a:pt x="4218" y="1790"/>
                </a:lnTo>
                <a:lnTo>
                  <a:pt x="4219" y="1790"/>
                </a:lnTo>
                <a:lnTo>
                  <a:pt x="4219" y="1789"/>
                </a:lnTo>
                <a:lnTo>
                  <a:pt x="4220" y="1789"/>
                </a:lnTo>
                <a:lnTo>
                  <a:pt x="4221" y="1788"/>
                </a:lnTo>
                <a:lnTo>
                  <a:pt x="4220" y="1787"/>
                </a:lnTo>
                <a:lnTo>
                  <a:pt x="4220" y="1788"/>
                </a:lnTo>
                <a:lnTo>
                  <a:pt x="4219" y="1788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19" y="1787"/>
                </a:lnTo>
                <a:lnTo>
                  <a:pt x="4220" y="1786"/>
                </a:lnTo>
                <a:lnTo>
                  <a:pt x="4221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4" y="1781"/>
                </a:lnTo>
                <a:lnTo>
                  <a:pt x="4223" y="1781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79"/>
                </a:lnTo>
                <a:lnTo>
                  <a:pt x="4224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19" y="1771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3"/>
                </a:lnTo>
                <a:lnTo>
                  <a:pt x="4218" y="1774"/>
                </a:lnTo>
                <a:lnTo>
                  <a:pt x="4217" y="1774"/>
                </a:lnTo>
                <a:lnTo>
                  <a:pt x="4217" y="1775"/>
                </a:lnTo>
                <a:lnTo>
                  <a:pt x="4216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8" y="1777"/>
                </a:lnTo>
                <a:lnTo>
                  <a:pt x="4219" y="1778"/>
                </a:lnTo>
                <a:lnTo>
                  <a:pt x="4218" y="1779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4" y="1778"/>
                </a:lnTo>
                <a:lnTo>
                  <a:pt x="4215" y="1778"/>
                </a:lnTo>
                <a:lnTo>
                  <a:pt x="4215" y="1777"/>
                </a:lnTo>
                <a:lnTo>
                  <a:pt x="4214" y="1777"/>
                </a:lnTo>
                <a:lnTo>
                  <a:pt x="4212" y="1777"/>
                </a:lnTo>
                <a:lnTo>
                  <a:pt x="4212" y="1778"/>
                </a:lnTo>
                <a:lnTo>
                  <a:pt x="4211" y="1778"/>
                </a:lnTo>
                <a:lnTo>
                  <a:pt x="4211" y="1776"/>
                </a:lnTo>
                <a:lnTo>
                  <a:pt x="4211" y="1775"/>
                </a:lnTo>
                <a:lnTo>
                  <a:pt x="4210" y="1775"/>
                </a:lnTo>
                <a:lnTo>
                  <a:pt x="4209" y="1776"/>
                </a:lnTo>
                <a:lnTo>
                  <a:pt x="4208" y="1776"/>
                </a:lnTo>
                <a:lnTo>
                  <a:pt x="4207" y="1777"/>
                </a:lnTo>
                <a:lnTo>
                  <a:pt x="4206" y="1777"/>
                </a:lnTo>
                <a:lnTo>
                  <a:pt x="4206" y="1778"/>
                </a:lnTo>
                <a:lnTo>
                  <a:pt x="4205" y="1778"/>
                </a:lnTo>
                <a:lnTo>
                  <a:pt x="4205" y="1779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2" y="1780"/>
                </a:lnTo>
                <a:lnTo>
                  <a:pt x="4202" y="1781"/>
                </a:lnTo>
                <a:lnTo>
                  <a:pt x="4203" y="1782"/>
                </a:lnTo>
                <a:lnTo>
                  <a:pt x="4203" y="1783"/>
                </a:lnTo>
                <a:lnTo>
                  <a:pt x="4202" y="1784"/>
                </a:lnTo>
                <a:lnTo>
                  <a:pt x="4201" y="1784"/>
                </a:lnTo>
                <a:lnTo>
                  <a:pt x="4200" y="1785"/>
                </a:lnTo>
                <a:lnTo>
                  <a:pt x="4199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1" y="1785"/>
                </a:lnTo>
                <a:lnTo>
                  <a:pt x="4201" y="1786"/>
                </a:lnTo>
                <a:lnTo>
                  <a:pt x="4201" y="1787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4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89"/>
                </a:lnTo>
                <a:lnTo>
                  <a:pt x="4206" y="1790"/>
                </a:lnTo>
                <a:lnTo>
                  <a:pt x="4206" y="1791"/>
                </a:lnTo>
                <a:lnTo>
                  <a:pt x="4207" y="1791"/>
                </a:lnTo>
                <a:lnTo>
                  <a:pt x="4208" y="1791"/>
                </a:lnTo>
                <a:lnTo>
                  <a:pt x="4212" y="1791"/>
                </a:lnTo>
                <a:lnTo>
                  <a:pt x="4212" y="1792"/>
                </a:lnTo>
                <a:lnTo>
                  <a:pt x="4212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12" y="1794"/>
                </a:lnTo>
                <a:lnTo>
                  <a:pt x="4212" y="1795"/>
                </a:lnTo>
                <a:lnTo>
                  <a:pt x="4210" y="1796"/>
                </a:lnTo>
                <a:lnTo>
                  <a:pt x="4209" y="1798"/>
                </a:lnTo>
                <a:lnTo>
                  <a:pt x="4208" y="1797"/>
                </a:lnTo>
                <a:lnTo>
                  <a:pt x="4208" y="1798"/>
                </a:lnTo>
                <a:lnTo>
                  <a:pt x="4209" y="1798"/>
                </a:lnTo>
                <a:lnTo>
                  <a:pt x="4210" y="1798"/>
                </a:lnTo>
                <a:lnTo>
                  <a:pt x="4212" y="1796"/>
                </a:lnTo>
                <a:lnTo>
                  <a:pt x="4213" y="1797"/>
                </a:lnTo>
                <a:lnTo>
                  <a:pt x="4213" y="1796"/>
                </a:lnTo>
                <a:lnTo>
                  <a:pt x="4214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3" y="1800"/>
                </a:lnTo>
                <a:lnTo>
                  <a:pt x="4213" y="1801"/>
                </a:lnTo>
                <a:lnTo>
                  <a:pt x="4214" y="1800"/>
                </a:lnTo>
                <a:lnTo>
                  <a:pt x="4215" y="1799"/>
                </a:lnTo>
                <a:lnTo>
                  <a:pt x="4214" y="1798"/>
                </a:lnTo>
                <a:lnTo>
                  <a:pt x="4215" y="1798"/>
                </a:lnTo>
                <a:lnTo>
                  <a:pt x="4216" y="1798"/>
                </a:lnTo>
                <a:lnTo>
                  <a:pt x="4216" y="1799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7" y="1796"/>
                </a:lnTo>
                <a:lnTo>
                  <a:pt x="4219" y="1796"/>
                </a:lnTo>
                <a:lnTo>
                  <a:pt x="4219" y="1797"/>
                </a:lnTo>
                <a:lnTo>
                  <a:pt x="4219" y="1798"/>
                </a:lnTo>
                <a:lnTo>
                  <a:pt x="4218" y="1798"/>
                </a:lnTo>
                <a:lnTo>
                  <a:pt x="4218" y="1799"/>
                </a:lnTo>
                <a:lnTo>
                  <a:pt x="4218" y="1800"/>
                </a:lnTo>
                <a:lnTo>
                  <a:pt x="4218" y="1801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2" y="1804"/>
                </a:lnTo>
                <a:lnTo>
                  <a:pt x="4211" y="1804"/>
                </a:lnTo>
                <a:lnTo>
                  <a:pt x="4211" y="1805"/>
                </a:lnTo>
                <a:lnTo>
                  <a:pt x="4210" y="1805"/>
                </a:lnTo>
                <a:lnTo>
                  <a:pt x="4210" y="1806"/>
                </a:lnTo>
                <a:lnTo>
                  <a:pt x="4209" y="1806"/>
                </a:lnTo>
                <a:lnTo>
                  <a:pt x="4209" y="1807"/>
                </a:lnTo>
                <a:lnTo>
                  <a:pt x="4208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6" y="1808"/>
                </a:lnTo>
                <a:lnTo>
                  <a:pt x="4207" y="1807"/>
                </a:lnTo>
                <a:lnTo>
                  <a:pt x="4208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10" y="1805"/>
                </a:lnTo>
                <a:lnTo>
                  <a:pt x="4210" y="1804"/>
                </a:lnTo>
                <a:lnTo>
                  <a:pt x="4210" y="1803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6" y="1805"/>
                </a:lnTo>
                <a:lnTo>
                  <a:pt x="4206" y="1806"/>
                </a:lnTo>
                <a:lnTo>
                  <a:pt x="4205" y="1806"/>
                </a:lnTo>
                <a:lnTo>
                  <a:pt x="4205" y="1807"/>
                </a:lnTo>
                <a:lnTo>
                  <a:pt x="4204" y="1807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200" y="1808"/>
                </a:lnTo>
                <a:lnTo>
                  <a:pt x="4199" y="1808"/>
                </a:lnTo>
                <a:lnTo>
                  <a:pt x="4199" y="1809"/>
                </a:lnTo>
                <a:lnTo>
                  <a:pt x="4198" y="1809"/>
                </a:lnTo>
                <a:lnTo>
                  <a:pt x="4197" y="1809"/>
                </a:lnTo>
                <a:lnTo>
                  <a:pt x="4197" y="1810"/>
                </a:lnTo>
                <a:lnTo>
                  <a:pt x="4196" y="1811"/>
                </a:lnTo>
                <a:lnTo>
                  <a:pt x="4196" y="1812"/>
                </a:lnTo>
                <a:lnTo>
                  <a:pt x="4195" y="1813"/>
                </a:lnTo>
                <a:lnTo>
                  <a:pt x="4195" y="1814"/>
                </a:lnTo>
                <a:lnTo>
                  <a:pt x="4194" y="1815"/>
                </a:lnTo>
                <a:lnTo>
                  <a:pt x="4194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8"/>
                </a:lnTo>
                <a:lnTo>
                  <a:pt x="4194" y="1819"/>
                </a:lnTo>
                <a:lnTo>
                  <a:pt x="4195" y="1820"/>
                </a:lnTo>
                <a:lnTo>
                  <a:pt x="4194" y="1820"/>
                </a:lnTo>
                <a:lnTo>
                  <a:pt x="4194" y="1821"/>
                </a:lnTo>
                <a:lnTo>
                  <a:pt x="4194" y="1822"/>
                </a:lnTo>
                <a:lnTo>
                  <a:pt x="4193" y="1823"/>
                </a:lnTo>
                <a:lnTo>
                  <a:pt x="4192" y="1824"/>
                </a:lnTo>
                <a:lnTo>
                  <a:pt x="4193" y="1825"/>
                </a:lnTo>
                <a:lnTo>
                  <a:pt x="4192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90" y="1825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5" y="1822"/>
                </a:lnTo>
                <a:lnTo>
                  <a:pt x="4184" y="1822"/>
                </a:lnTo>
                <a:lnTo>
                  <a:pt x="4183" y="1823"/>
                </a:lnTo>
                <a:lnTo>
                  <a:pt x="4183" y="1824"/>
                </a:lnTo>
                <a:lnTo>
                  <a:pt x="4183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6" y="1826"/>
                </a:lnTo>
                <a:lnTo>
                  <a:pt x="4186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4" y="1829"/>
                </a:lnTo>
                <a:lnTo>
                  <a:pt x="4183" y="1829"/>
                </a:lnTo>
                <a:lnTo>
                  <a:pt x="4183" y="1830"/>
                </a:lnTo>
                <a:lnTo>
                  <a:pt x="4183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4" y="1833"/>
                </a:lnTo>
                <a:lnTo>
                  <a:pt x="4184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1" y="1836"/>
                </a:lnTo>
                <a:lnTo>
                  <a:pt x="4180" y="1836"/>
                </a:lnTo>
                <a:lnTo>
                  <a:pt x="4180" y="1837"/>
                </a:lnTo>
                <a:lnTo>
                  <a:pt x="4179" y="1838"/>
                </a:lnTo>
                <a:lnTo>
                  <a:pt x="4179" y="1837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6" y="1836"/>
                </a:lnTo>
                <a:lnTo>
                  <a:pt x="4176" y="1835"/>
                </a:lnTo>
                <a:lnTo>
                  <a:pt x="4176" y="1834"/>
                </a:lnTo>
                <a:lnTo>
                  <a:pt x="4175" y="1833"/>
                </a:lnTo>
                <a:lnTo>
                  <a:pt x="4174" y="1833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4" y="1835"/>
                </a:lnTo>
                <a:lnTo>
                  <a:pt x="4173" y="1835"/>
                </a:lnTo>
                <a:lnTo>
                  <a:pt x="4173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7"/>
                </a:lnTo>
                <a:lnTo>
                  <a:pt x="4172" y="1837"/>
                </a:lnTo>
                <a:lnTo>
                  <a:pt x="4173" y="1837"/>
                </a:lnTo>
                <a:lnTo>
                  <a:pt x="4173" y="1838"/>
                </a:lnTo>
                <a:lnTo>
                  <a:pt x="4172" y="1839"/>
                </a:lnTo>
                <a:lnTo>
                  <a:pt x="4173" y="1840"/>
                </a:lnTo>
                <a:lnTo>
                  <a:pt x="4172" y="1841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0"/>
                </a:lnTo>
                <a:lnTo>
                  <a:pt x="4169" y="1837"/>
                </a:lnTo>
                <a:lnTo>
                  <a:pt x="4168" y="1836"/>
                </a:lnTo>
                <a:lnTo>
                  <a:pt x="4168" y="1835"/>
                </a:lnTo>
                <a:lnTo>
                  <a:pt x="4168" y="1834"/>
                </a:lnTo>
                <a:lnTo>
                  <a:pt x="4167" y="1834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7"/>
                </a:lnTo>
                <a:lnTo>
                  <a:pt x="4164" y="1838"/>
                </a:lnTo>
                <a:lnTo>
                  <a:pt x="4163" y="1838"/>
                </a:lnTo>
                <a:lnTo>
                  <a:pt x="4162" y="1839"/>
                </a:lnTo>
                <a:lnTo>
                  <a:pt x="4161" y="1840"/>
                </a:lnTo>
                <a:lnTo>
                  <a:pt x="4161" y="1839"/>
                </a:lnTo>
                <a:lnTo>
                  <a:pt x="4160" y="1839"/>
                </a:lnTo>
                <a:lnTo>
                  <a:pt x="4160" y="1838"/>
                </a:lnTo>
                <a:lnTo>
                  <a:pt x="4159" y="1837"/>
                </a:lnTo>
                <a:lnTo>
                  <a:pt x="4159" y="1838"/>
                </a:lnTo>
                <a:lnTo>
                  <a:pt x="4160" y="1839"/>
                </a:lnTo>
                <a:lnTo>
                  <a:pt x="4160" y="1840"/>
                </a:lnTo>
                <a:lnTo>
                  <a:pt x="4159" y="1839"/>
                </a:lnTo>
                <a:lnTo>
                  <a:pt x="4159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61" y="1841"/>
                </a:lnTo>
                <a:lnTo>
                  <a:pt x="4160" y="1841"/>
                </a:lnTo>
                <a:lnTo>
                  <a:pt x="4160" y="1842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9" y="1843"/>
                </a:lnTo>
                <a:lnTo>
                  <a:pt x="4158" y="1844"/>
                </a:lnTo>
                <a:lnTo>
                  <a:pt x="4158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7" y="1848"/>
                </a:lnTo>
                <a:lnTo>
                  <a:pt x="4156" y="1848"/>
                </a:lnTo>
                <a:lnTo>
                  <a:pt x="4156" y="1850"/>
                </a:lnTo>
                <a:lnTo>
                  <a:pt x="4156" y="1851"/>
                </a:lnTo>
                <a:lnTo>
                  <a:pt x="4156" y="1852"/>
                </a:lnTo>
                <a:lnTo>
                  <a:pt x="4155" y="1852"/>
                </a:lnTo>
                <a:lnTo>
                  <a:pt x="4155" y="1853"/>
                </a:lnTo>
                <a:lnTo>
                  <a:pt x="4154" y="1853"/>
                </a:lnTo>
                <a:lnTo>
                  <a:pt x="4153" y="1853"/>
                </a:lnTo>
                <a:lnTo>
                  <a:pt x="4153" y="1854"/>
                </a:lnTo>
                <a:lnTo>
                  <a:pt x="4153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59"/>
                </a:lnTo>
                <a:lnTo>
                  <a:pt x="4151" y="1859"/>
                </a:lnTo>
                <a:lnTo>
                  <a:pt x="4152" y="1859"/>
                </a:lnTo>
                <a:lnTo>
                  <a:pt x="4152" y="1860"/>
                </a:lnTo>
                <a:lnTo>
                  <a:pt x="4152" y="1862"/>
                </a:lnTo>
                <a:lnTo>
                  <a:pt x="4151" y="1863"/>
                </a:lnTo>
                <a:lnTo>
                  <a:pt x="4151" y="1864"/>
                </a:lnTo>
                <a:lnTo>
                  <a:pt x="4150" y="1864"/>
                </a:lnTo>
                <a:lnTo>
                  <a:pt x="4150" y="1863"/>
                </a:lnTo>
                <a:lnTo>
                  <a:pt x="4151" y="1862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6"/>
                </a:lnTo>
                <a:lnTo>
                  <a:pt x="4149" y="1869"/>
                </a:lnTo>
                <a:lnTo>
                  <a:pt x="4148" y="1869"/>
                </a:lnTo>
                <a:lnTo>
                  <a:pt x="4148" y="1866"/>
                </a:lnTo>
                <a:lnTo>
                  <a:pt x="4146" y="1866"/>
                </a:lnTo>
                <a:lnTo>
                  <a:pt x="4145" y="1866"/>
                </a:lnTo>
                <a:lnTo>
                  <a:pt x="4144" y="1867"/>
                </a:lnTo>
                <a:lnTo>
                  <a:pt x="4144" y="1866"/>
                </a:lnTo>
                <a:lnTo>
                  <a:pt x="4143" y="1866"/>
                </a:lnTo>
                <a:lnTo>
                  <a:pt x="4143" y="1867"/>
                </a:lnTo>
                <a:lnTo>
                  <a:pt x="4144" y="1867"/>
                </a:lnTo>
                <a:lnTo>
                  <a:pt x="4144" y="1868"/>
                </a:lnTo>
                <a:lnTo>
                  <a:pt x="4143" y="1867"/>
                </a:lnTo>
                <a:lnTo>
                  <a:pt x="4142" y="1868"/>
                </a:lnTo>
                <a:lnTo>
                  <a:pt x="4142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1" y="1869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0" y="1871"/>
                </a:lnTo>
                <a:lnTo>
                  <a:pt x="4139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8" y="1874"/>
                </a:lnTo>
                <a:lnTo>
                  <a:pt x="4138" y="1875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7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6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6" y="1887"/>
                </a:lnTo>
                <a:lnTo>
                  <a:pt x="4136" y="1889"/>
                </a:lnTo>
                <a:lnTo>
                  <a:pt x="4135" y="1889"/>
                </a:lnTo>
                <a:lnTo>
                  <a:pt x="4136" y="1889"/>
                </a:lnTo>
                <a:lnTo>
                  <a:pt x="4136" y="1890"/>
                </a:lnTo>
                <a:lnTo>
                  <a:pt x="4136" y="1891"/>
                </a:lnTo>
                <a:lnTo>
                  <a:pt x="4135" y="1891"/>
                </a:lnTo>
                <a:lnTo>
                  <a:pt x="4135" y="1890"/>
                </a:lnTo>
                <a:lnTo>
                  <a:pt x="4134" y="1890"/>
                </a:lnTo>
                <a:lnTo>
                  <a:pt x="4134" y="1891"/>
                </a:lnTo>
                <a:lnTo>
                  <a:pt x="4134" y="1892"/>
                </a:lnTo>
                <a:lnTo>
                  <a:pt x="4133" y="1892"/>
                </a:lnTo>
                <a:lnTo>
                  <a:pt x="4133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91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8" y="1892"/>
                </a:lnTo>
                <a:lnTo>
                  <a:pt x="4128" y="1891"/>
                </a:lnTo>
                <a:lnTo>
                  <a:pt x="4127" y="1892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3"/>
                </a:lnTo>
                <a:lnTo>
                  <a:pt x="4124" y="1894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6"/>
                </a:lnTo>
                <a:lnTo>
                  <a:pt x="4120" y="1896"/>
                </a:lnTo>
                <a:lnTo>
                  <a:pt x="4120" y="1897"/>
                </a:lnTo>
                <a:lnTo>
                  <a:pt x="4120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8" y="1911"/>
                </a:lnTo>
                <a:lnTo>
                  <a:pt x="4118" y="1912"/>
                </a:lnTo>
                <a:lnTo>
                  <a:pt x="4119" y="1912"/>
                </a:lnTo>
                <a:lnTo>
                  <a:pt x="4119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20" y="1915"/>
                </a:lnTo>
                <a:lnTo>
                  <a:pt x="4120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1" y="1921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6" y="1922"/>
                </a:lnTo>
                <a:lnTo>
                  <a:pt x="4127" y="1922"/>
                </a:lnTo>
                <a:lnTo>
                  <a:pt x="4128" y="1923"/>
                </a:lnTo>
                <a:lnTo>
                  <a:pt x="4129" y="1923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4"/>
                </a:lnTo>
                <a:lnTo>
                  <a:pt x="4134" y="1925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40" y="1927"/>
                </a:lnTo>
                <a:lnTo>
                  <a:pt x="4140" y="1926"/>
                </a:lnTo>
                <a:lnTo>
                  <a:pt x="4141" y="1926"/>
                </a:lnTo>
                <a:lnTo>
                  <a:pt x="4142" y="1927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7"/>
                </a:lnTo>
                <a:lnTo>
                  <a:pt x="4144" y="1927"/>
                </a:lnTo>
                <a:lnTo>
                  <a:pt x="4146" y="1928"/>
                </a:lnTo>
                <a:lnTo>
                  <a:pt x="4147" y="1928"/>
                </a:lnTo>
                <a:lnTo>
                  <a:pt x="4148" y="1927"/>
                </a:lnTo>
                <a:lnTo>
                  <a:pt x="4148" y="1928"/>
                </a:lnTo>
                <a:lnTo>
                  <a:pt x="4147" y="1929"/>
                </a:lnTo>
                <a:lnTo>
                  <a:pt x="4146" y="1929"/>
                </a:lnTo>
                <a:lnTo>
                  <a:pt x="4144" y="1929"/>
                </a:lnTo>
                <a:lnTo>
                  <a:pt x="4144" y="1930"/>
                </a:lnTo>
                <a:lnTo>
                  <a:pt x="4145" y="1930"/>
                </a:lnTo>
                <a:lnTo>
                  <a:pt x="4144" y="1931"/>
                </a:lnTo>
                <a:lnTo>
                  <a:pt x="4143" y="1931"/>
                </a:lnTo>
                <a:lnTo>
                  <a:pt x="4143" y="1932"/>
                </a:lnTo>
                <a:lnTo>
                  <a:pt x="4142" y="1933"/>
                </a:lnTo>
                <a:lnTo>
                  <a:pt x="4142" y="1934"/>
                </a:lnTo>
                <a:lnTo>
                  <a:pt x="4143" y="1934"/>
                </a:lnTo>
                <a:lnTo>
                  <a:pt x="4144" y="1935"/>
                </a:lnTo>
                <a:lnTo>
                  <a:pt x="4145" y="1935"/>
                </a:lnTo>
                <a:lnTo>
                  <a:pt x="4145" y="1936"/>
                </a:lnTo>
                <a:lnTo>
                  <a:pt x="4148" y="1939"/>
                </a:lnTo>
                <a:lnTo>
                  <a:pt x="4150" y="1938"/>
                </a:lnTo>
                <a:lnTo>
                  <a:pt x="4151" y="1938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2"/>
                </a:lnTo>
                <a:lnTo>
                  <a:pt x="4154" y="1942"/>
                </a:lnTo>
                <a:lnTo>
                  <a:pt x="4153" y="1942"/>
                </a:lnTo>
                <a:lnTo>
                  <a:pt x="4154" y="1942"/>
                </a:lnTo>
                <a:lnTo>
                  <a:pt x="4157" y="1944"/>
                </a:lnTo>
                <a:lnTo>
                  <a:pt x="4158" y="1945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59" y="1949"/>
                </a:lnTo>
                <a:lnTo>
                  <a:pt x="4159" y="1950"/>
                </a:lnTo>
                <a:lnTo>
                  <a:pt x="4160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6" y="1949"/>
                </a:lnTo>
                <a:lnTo>
                  <a:pt x="4167" y="1949"/>
                </a:lnTo>
                <a:lnTo>
                  <a:pt x="4169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2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2" y="1954"/>
                </a:lnTo>
                <a:lnTo>
                  <a:pt x="4172" y="1955"/>
                </a:lnTo>
                <a:lnTo>
                  <a:pt x="4174" y="1955"/>
                </a:lnTo>
                <a:lnTo>
                  <a:pt x="4174" y="1954"/>
                </a:lnTo>
                <a:lnTo>
                  <a:pt x="4175" y="1955"/>
                </a:lnTo>
                <a:lnTo>
                  <a:pt x="4176" y="1955"/>
                </a:lnTo>
                <a:lnTo>
                  <a:pt x="4177" y="1955"/>
                </a:lnTo>
                <a:lnTo>
                  <a:pt x="4180" y="1955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6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9" y="1958"/>
                </a:lnTo>
                <a:lnTo>
                  <a:pt x="4190" y="1958"/>
                </a:lnTo>
                <a:lnTo>
                  <a:pt x="4191" y="1959"/>
                </a:lnTo>
                <a:lnTo>
                  <a:pt x="4192" y="1959"/>
                </a:lnTo>
                <a:lnTo>
                  <a:pt x="4194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9" y="1964"/>
                </a:lnTo>
                <a:lnTo>
                  <a:pt x="4199" y="1965"/>
                </a:lnTo>
                <a:lnTo>
                  <a:pt x="4200" y="1964"/>
                </a:lnTo>
                <a:lnTo>
                  <a:pt x="4201" y="1964"/>
                </a:lnTo>
                <a:lnTo>
                  <a:pt x="4201" y="1965"/>
                </a:lnTo>
                <a:lnTo>
                  <a:pt x="4202" y="1965"/>
                </a:lnTo>
                <a:lnTo>
                  <a:pt x="4204" y="1966"/>
                </a:lnTo>
                <a:lnTo>
                  <a:pt x="4205" y="1966"/>
                </a:lnTo>
                <a:lnTo>
                  <a:pt x="4206" y="1967"/>
                </a:lnTo>
                <a:lnTo>
                  <a:pt x="4207" y="1967"/>
                </a:lnTo>
                <a:lnTo>
                  <a:pt x="4208" y="1967"/>
                </a:lnTo>
                <a:lnTo>
                  <a:pt x="4208" y="1968"/>
                </a:lnTo>
                <a:lnTo>
                  <a:pt x="4209" y="1968"/>
                </a:lnTo>
                <a:lnTo>
                  <a:pt x="4211" y="1969"/>
                </a:lnTo>
                <a:lnTo>
                  <a:pt x="4213" y="1970"/>
                </a:lnTo>
                <a:lnTo>
                  <a:pt x="4215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0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8" y="1984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1" y="1990"/>
                </a:lnTo>
                <a:lnTo>
                  <a:pt x="4220" y="1990"/>
                </a:lnTo>
                <a:lnTo>
                  <a:pt x="4220" y="1992"/>
                </a:lnTo>
                <a:lnTo>
                  <a:pt x="4221" y="1992"/>
                </a:lnTo>
                <a:lnTo>
                  <a:pt x="4222" y="1993"/>
                </a:lnTo>
                <a:lnTo>
                  <a:pt x="4222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4" y="1998"/>
                </a:lnTo>
                <a:lnTo>
                  <a:pt x="4225" y="1999"/>
                </a:lnTo>
                <a:lnTo>
                  <a:pt x="4226" y="2001"/>
                </a:lnTo>
                <a:lnTo>
                  <a:pt x="4226" y="2002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5"/>
                </a:lnTo>
                <a:lnTo>
                  <a:pt x="4228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0"/>
                </a:lnTo>
                <a:lnTo>
                  <a:pt x="4230" y="2011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5" y="2019"/>
                </a:lnTo>
                <a:lnTo>
                  <a:pt x="4235" y="2021"/>
                </a:lnTo>
                <a:lnTo>
                  <a:pt x="4234" y="2021"/>
                </a:lnTo>
                <a:lnTo>
                  <a:pt x="4234" y="2022"/>
                </a:lnTo>
                <a:lnTo>
                  <a:pt x="4233" y="2022"/>
                </a:lnTo>
                <a:lnTo>
                  <a:pt x="4233" y="2023"/>
                </a:lnTo>
                <a:lnTo>
                  <a:pt x="4234" y="2023"/>
                </a:lnTo>
                <a:lnTo>
                  <a:pt x="4235" y="2022"/>
                </a:lnTo>
                <a:lnTo>
                  <a:pt x="4236" y="2023"/>
                </a:lnTo>
                <a:lnTo>
                  <a:pt x="4237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3"/>
                </a:lnTo>
                <a:lnTo>
                  <a:pt x="4242" y="2034"/>
                </a:lnTo>
                <a:lnTo>
                  <a:pt x="4243" y="2036"/>
                </a:lnTo>
                <a:lnTo>
                  <a:pt x="4243" y="2037"/>
                </a:lnTo>
                <a:lnTo>
                  <a:pt x="4244" y="2037"/>
                </a:lnTo>
                <a:lnTo>
                  <a:pt x="4244" y="2038"/>
                </a:lnTo>
                <a:lnTo>
                  <a:pt x="4243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3" y="2040"/>
                </a:lnTo>
                <a:lnTo>
                  <a:pt x="4244" y="2041"/>
                </a:lnTo>
                <a:lnTo>
                  <a:pt x="4244" y="2042"/>
                </a:lnTo>
                <a:lnTo>
                  <a:pt x="4244" y="2044"/>
                </a:lnTo>
                <a:lnTo>
                  <a:pt x="4242" y="2045"/>
                </a:lnTo>
                <a:lnTo>
                  <a:pt x="4241" y="2045"/>
                </a:lnTo>
                <a:lnTo>
                  <a:pt x="4242" y="2047"/>
                </a:lnTo>
                <a:lnTo>
                  <a:pt x="4240" y="2047"/>
                </a:lnTo>
                <a:lnTo>
                  <a:pt x="4240" y="2048"/>
                </a:lnTo>
                <a:lnTo>
                  <a:pt x="4241" y="2049"/>
                </a:lnTo>
                <a:lnTo>
                  <a:pt x="4243" y="2050"/>
                </a:lnTo>
                <a:lnTo>
                  <a:pt x="4245" y="2052"/>
                </a:lnTo>
                <a:lnTo>
                  <a:pt x="4246" y="2052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9" y="2053"/>
                </a:lnTo>
                <a:lnTo>
                  <a:pt x="4249" y="2054"/>
                </a:lnTo>
                <a:lnTo>
                  <a:pt x="4248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50" y="2054"/>
                </a:lnTo>
                <a:lnTo>
                  <a:pt x="4250" y="2055"/>
                </a:lnTo>
                <a:lnTo>
                  <a:pt x="4250" y="2056"/>
                </a:lnTo>
                <a:lnTo>
                  <a:pt x="4250" y="2057"/>
                </a:lnTo>
                <a:lnTo>
                  <a:pt x="4251" y="2056"/>
                </a:lnTo>
                <a:lnTo>
                  <a:pt x="4252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3" y="2061"/>
                </a:lnTo>
                <a:lnTo>
                  <a:pt x="4254" y="2061"/>
                </a:lnTo>
                <a:lnTo>
                  <a:pt x="4255" y="2061"/>
                </a:lnTo>
                <a:lnTo>
                  <a:pt x="4255" y="2062"/>
                </a:lnTo>
                <a:lnTo>
                  <a:pt x="4255" y="2064"/>
                </a:lnTo>
                <a:lnTo>
                  <a:pt x="4256" y="2064"/>
                </a:lnTo>
                <a:lnTo>
                  <a:pt x="4256" y="2065"/>
                </a:lnTo>
                <a:lnTo>
                  <a:pt x="4256" y="2066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5" y="2067"/>
                </a:lnTo>
                <a:lnTo>
                  <a:pt x="4255" y="2066"/>
                </a:lnTo>
                <a:lnTo>
                  <a:pt x="4256" y="2066"/>
                </a:lnTo>
                <a:lnTo>
                  <a:pt x="4256" y="2068"/>
                </a:lnTo>
                <a:lnTo>
                  <a:pt x="4256" y="2069"/>
                </a:lnTo>
                <a:lnTo>
                  <a:pt x="4256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4" y="2070"/>
                </a:lnTo>
                <a:lnTo>
                  <a:pt x="4253" y="2070"/>
                </a:lnTo>
                <a:lnTo>
                  <a:pt x="4253" y="2071"/>
                </a:lnTo>
                <a:lnTo>
                  <a:pt x="4252" y="2071"/>
                </a:lnTo>
                <a:lnTo>
                  <a:pt x="4253" y="2071"/>
                </a:lnTo>
                <a:lnTo>
                  <a:pt x="4254" y="2071"/>
                </a:lnTo>
                <a:lnTo>
                  <a:pt x="4254" y="2070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1"/>
                </a:lnTo>
                <a:lnTo>
                  <a:pt x="4259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2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6"/>
                </a:lnTo>
                <a:lnTo>
                  <a:pt x="4261" y="2077"/>
                </a:lnTo>
                <a:lnTo>
                  <a:pt x="4262" y="2078"/>
                </a:lnTo>
                <a:lnTo>
                  <a:pt x="4262" y="2079"/>
                </a:lnTo>
                <a:lnTo>
                  <a:pt x="4263" y="2081"/>
                </a:lnTo>
                <a:lnTo>
                  <a:pt x="4263" y="2082"/>
                </a:lnTo>
                <a:lnTo>
                  <a:pt x="4265" y="2081"/>
                </a:lnTo>
                <a:lnTo>
                  <a:pt x="4266" y="2081"/>
                </a:lnTo>
                <a:lnTo>
                  <a:pt x="4267" y="2083"/>
                </a:lnTo>
                <a:lnTo>
                  <a:pt x="4266" y="2083"/>
                </a:lnTo>
                <a:lnTo>
                  <a:pt x="4266" y="2084"/>
                </a:lnTo>
                <a:lnTo>
                  <a:pt x="4266" y="2085"/>
                </a:lnTo>
                <a:lnTo>
                  <a:pt x="4267" y="2085"/>
                </a:lnTo>
                <a:lnTo>
                  <a:pt x="4267" y="2086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8" y="2094"/>
                </a:lnTo>
                <a:lnTo>
                  <a:pt x="4269" y="2095"/>
                </a:lnTo>
                <a:lnTo>
                  <a:pt x="4269" y="2099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100"/>
                </a:lnTo>
                <a:lnTo>
                  <a:pt x="4265" y="2100"/>
                </a:lnTo>
                <a:lnTo>
                  <a:pt x="4266" y="2100"/>
                </a:lnTo>
                <a:lnTo>
                  <a:pt x="4268" y="2101"/>
                </a:lnTo>
                <a:lnTo>
                  <a:pt x="4269" y="2102"/>
                </a:lnTo>
                <a:lnTo>
                  <a:pt x="4271" y="2103"/>
                </a:lnTo>
                <a:lnTo>
                  <a:pt x="4270" y="2103"/>
                </a:lnTo>
                <a:lnTo>
                  <a:pt x="4270" y="2104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5" y="2137"/>
                </a:lnTo>
                <a:lnTo>
                  <a:pt x="4275" y="2136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8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2" y="2145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8" y="2166"/>
                </a:lnTo>
                <a:lnTo>
                  <a:pt x="4319" y="2166"/>
                </a:lnTo>
                <a:lnTo>
                  <a:pt x="4318" y="2166"/>
                </a:lnTo>
                <a:lnTo>
                  <a:pt x="4319" y="2166"/>
                </a:lnTo>
                <a:lnTo>
                  <a:pt x="4319" y="2169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2" y="2182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8" y="2187"/>
                </a:lnTo>
                <a:lnTo>
                  <a:pt x="4319" y="2187"/>
                </a:lnTo>
                <a:lnTo>
                  <a:pt x="4318" y="2187"/>
                </a:lnTo>
                <a:lnTo>
                  <a:pt x="4318" y="2189"/>
                </a:lnTo>
                <a:lnTo>
                  <a:pt x="4319" y="2189"/>
                </a:lnTo>
                <a:lnTo>
                  <a:pt x="4320" y="2190"/>
                </a:lnTo>
                <a:lnTo>
                  <a:pt x="4321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7" y="2205"/>
                </a:lnTo>
                <a:lnTo>
                  <a:pt x="4348" y="2205"/>
                </a:lnTo>
                <a:lnTo>
                  <a:pt x="4348" y="2206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4" y="2233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69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4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69" y="2277"/>
                </a:lnTo>
                <a:lnTo>
                  <a:pt x="4376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8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7" y="2284"/>
                </a:lnTo>
                <a:lnTo>
                  <a:pt x="4356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8" y="2334"/>
                </a:lnTo>
                <a:lnTo>
                  <a:pt x="4317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2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7" y="2379"/>
                </a:lnTo>
                <a:lnTo>
                  <a:pt x="4318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29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1" y="2411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4" y="2417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8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5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3" y="2422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5" y="2428"/>
                </a:lnTo>
                <a:lnTo>
                  <a:pt x="4374" y="2429"/>
                </a:lnTo>
                <a:lnTo>
                  <a:pt x="4373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61" y="2441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3" y="2445"/>
                </a:lnTo>
                <a:lnTo>
                  <a:pt x="4352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49"/>
                </a:lnTo>
                <a:lnTo>
                  <a:pt x="4349" y="2451"/>
                </a:lnTo>
                <a:lnTo>
                  <a:pt x="4348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0" y="2471"/>
                </a:lnTo>
                <a:lnTo>
                  <a:pt x="4320" y="2472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0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2" y="2465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0" y="2458"/>
                </a:lnTo>
                <a:lnTo>
                  <a:pt x="4369" y="2458"/>
                </a:lnTo>
                <a:lnTo>
                  <a:pt x="4367" y="2461"/>
                </a:lnTo>
                <a:lnTo>
                  <a:pt x="4367" y="2462"/>
                </a:lnTo>
                <a:lnTo>
                  <a:pt x="4367" y="2465"/>
                </a:lnTo>
                <a:lnTo>
                  <a:pt x="4368" y="2466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4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4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8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8" y="2497"/>
                </a:lnTo>
                <a:lnTo>
                  <a:pt x="4357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5" y="2481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80"/>
                </a:lnTo>
                <a:lnTo>
                  <a:pt x="4353" y="2481"/>
                </a:lnTo>
                <a:lnTo>
                  <a:pt x="4354" y="2481"/>
                </a:lnTo>
                <a:lnTo>
                  <a:pt x="4353" y="2481"/>
                </a:lnTo>
                <a:lnTo>
                  <a:pt x="4352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1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5" y="2489"/>
                </a:lnTo>
                <a:lnTo>
                  <a:pt x="4335" y="2488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2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9" y="2499"/>
                </a:lnTo>
                <a:lnTo>
                  <a:pt x="4327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2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2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9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1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0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6" y="2609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1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3" y="2605"/>
                </a:lnTo>
                <a:lnTo>
                  <a:pt x="4294" y="2605"/>
                </a:lnTo>
                <a:lnTo>
                  <a:pt x="4293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5" y="2601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8" y="2600"/>
                </a:lnTo>
                <a:lnTo>
                  <a:pt x="4298" y="2599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299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4" y="2581"/>
                </a:lnTo>
                <a:lnTo>
                  <a:pt x="4294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1" y="2588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1" y="2607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09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8" y="2630"/>
                </a:lnTo>
                <a:lnTo>
                  <a:pt x="4268" y="2631"/>
                </a:lnTo>
                <a:lnTo>
                  <a:pt x="4267" y="2632"/>
                </a:lnTo>
                <a:lnTo>
                  <a:pt x="4264" y="2634"/>
                </a:lnTo>
                <a:lnTo>
                  <a:pt x="4264" y="2635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7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9" y="2641"/>
                </a:lnTo>
                <a:lnTo>
                  <a:pt x="4258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9" y="2644"/>
                </a:lnTo>
                <a:lnTo>
                  <a:pt x="4258" y="2645"/>
                </a:lnTo>
                <a:lnTo>
                  <a:pt x="4256" y="2646"/>
                </a:lnTo>
                <a:lnTo>
                  <a:pt x="4255" y="2646"/>
                </a:lnTo>
                <a:lnTo>
                  <a:pt x="4255" y="2645"/>
                </a:lnTo>
                <a:lnTo>
                  <a:pt x="4254" y="2645"/>
                </a:lnTo>
                <a:lnTo>
                  <a:pt x="4253" y="2645"/>
                </a:lnTo>
                <a:lnTo>
                  <a:pt x="4253" y="2646"/>
                </a:lnTo>
                <a:lnTo>
                  <a:pt x="4252" y="2646"/>
                </a:lnTo>
                <a:lnTo>
                  <a:pt x="4252" y="2647"/>
                </a:lnTo>
                <a:lnTo>
                  <a:pt x="4254" y="2648"/>
                </a:lnTo>
                <a:lnTo>
                  <a:pt x="4253" y="2649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6"/>
                </a:lnTo>
                <a:lnTo>
                  <a:pt x="4249" y="2656"/>
                </a:lnTo>
                <a:lnTo>
                  <a:pt x="4249" y="2655"/>
                </a:lnTo>
                <a:lnTo>
                  <a:pt x="4249" y="2656"/>
                </a:lnTo>
                <a:lnTo>
                  <a:pt x="4249" y="2657"/>
                </a:lnTo>
                <a:lnTo>
                  <a:pt x="4250" y="2658"/>
                </a:lnTo>
                <a:lnTo>
                  <a:pt x="4249" y="2658"/>
                </a:lnTo>
                <a:lnTo>
                  <a:pt x="4248" y="2659"/>
                </a:lnTo>
                <a:lnTo>
                  <a:pt x="4246" y="2658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8"/>
                </a:lnTo>
                <a:lnTo>
                  <a:pt x="4245" y="2659"/>
                </a:lnTo>
                <a:lnTo>
                  <a:pt x="4246" y="2659"/>
                </a:lnTo>
                <a:lnTo>
                  <a:pt x="4248" y="2661"/>
                </a:lnTo>
                <a:lnTo>
                  <a:pt x="4249" y="2661"/>
                </a:lnTo>
                <a:lnTo>
                  <a:pt x="4250" y="2665"/>
                </a:lnTo>
                <a:lnTo>
                  <a:pt x="4251" y="2666"/>
                </a:lnTo>
                <a:lnTo>
                  <a:pt x="4252" y="2666"/>
                </a:lnTo>
                <a:lnTo>
                  <a:pt x="4251" y="2667"/>
                </a:lnTo>
                <a:lnTo>
                  <a:pt x="4251" y="2666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7"/>
                </a:lnTo>
                <a:lnTo>
                  <a:pt x="4248" y="2667"/>
                </a:lnTo>
                <a:lnTo>
                  <a:pt x="4248" y="2668"/>
                </a:lnTo>
                <a:lnTo>
                  <a:pt x="4249" y="2667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3" y="2669"/>
                </a:lnTo>
                <a:lnTo>
                  <a:pt x="4253" y="2670"/>
                </a:lnTo>
                <a:lnTo>
                  <a:pt x="4252" y="2671"/>
                </a:lnTo>
                <a:lnTo>
                  <a:pt x="4252" y="2672"/>
                </a:lnTo>
                <a:lnTo>
                  <a:pt x="4251" y="2672"/>
                </a:lnTo>
                <a:lnTo>
                  <a:pt x="4251" y="2673"/>
                </a:lnTo>
                <a:lnTo>
                  <a:pt x="4250" y="2673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7"/>
                </a:lnTo>
                <a:lnTo>
                  <a:pt x="4248" y="2677"/>
                </a:lnTo>
                <a:lnTo>
                  <a:pt x="4249" y="2677"/>
                </a:lnTo>
                <a:lnTo>
                  <a:pt x="4250" y="2677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79"/>
                </a:lnTo>
                <a:lnTo>
                  <a:pt x="4250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9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41" y="2679"/>
                </a:lnTo>
                <a:lnTo>
                  <a:pt x="4242" y="2680"/>
                </a:lnTo>
                <a:lnTo>
                  <a:pt x="4241" y="2680"/>
                </a:lnTo>
                <a:lnTo>
                  <a:pt x="4241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39" y="2683"/>
                </a:lnTo>
                <a:lnTo>
                  <a:pt x="4240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41" y="2686"/>
                </a:lnTo>
                <a:lnTo>
                  <a:pt x="4241" y="2685"/>
                </a:lnTo>
                <a:lnTo>
                  <a:pt x="4241" y="2686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1" y="2687"/>
                </a:lnTo>
                <a:lnTo>
                  <a:pt x="4242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41" y="2689"/>
                </a:lnTo>
                <a:lnTo>
                  <a:pt x="4240" y="2690"/>
                </a:lnTo>
                <a:lnTo>
                  <a:pt x="4239" y="2690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8" y="2693"/>
                </a:lnTo>
                <a:lnTo>
                  <a:pt x="4239" y="2693"/>
                </a:lnTo>
                <a:lnTo>
                  <a:pt x="4240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9" y="2696"/>
                </a:lnTo>
                <a:lnTo>
                  <a:pt x="4239" y="2695"/>
                </a:lnTo>
                <a:lnTo>
                  <a:pt x="4238" y="2695"/>
                </a:lnTo>
                <a:lnTo>
                  <a:pt x="4238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8" y="2699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700"/>
                </a:lnTo>
                <a:lnTo>
                  <a:pt x="4235" y="2701"/>
                </a:lnTo>
                <a:lnTo>
                  <a:pt x="4234" y="2701"/>
                </a:lnTo>
                <a:lnTo>
                  <a:pt x="4233" y="2701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2" y="2697"/>
                </a:lnTo>
                <a:lnTo>
                  <a:pt x="4233" y="2697"/>
                </a:lnTo>
                <a:lnTo>
                  <a:pt x="4233" y="2696"/>
                </a:lnTo>
                <a:lnTo>
                  <a:pt x="4232" y="2696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30" y="2701"/>
                </a:lnTo>
                <a:lnTo>
                  <a:pt x="4229" y="2701"/>
                </a:lnTo>
                <a:lnTo>
                  <a:pt x="4229" y="2702"/>
                </a:lnTo>
                <a:lnTo>
                  <a:pt x="4228" y="2702"/>
                </a:lnTo>
                <a:lnTo>
                  <a:pt x="4229" y="2701"/>
                </a:lnTo>
                <a:lnTo>
                  <a:pt x="4229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5" y="2693"/>
                </a:lnTo>
                <a:lnTo>
                  <a:pt x="4225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5"/>
                </a:lnTo>
                <a:lnTo>
                  <a:pt x="4218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9" y="2690"/>
                </a:lnTo>
                <a:lnTo>
                  <a:pt x="4220" y="2690"/>
                </a:lnTo>
                <a:lnTo>
                  <a:pt x="4220" y="2689"/>
                </a:lnTo>
                <a:lnTo>
                  <a:pt x="4221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9" y="2690"/>
                </a:lnTo>
                <a:lnTo>
                  <a:pt x="4218" y="2690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7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3" y="2692"/>
                </a:lnTo>
                <a:lnTo>
                  <a:pt x="4212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89"/>
                </a:lnTo>
                <a:lnTo>
                  <a:pt x="4210" y="2688"/>
                </a:lnTo>
                <a:lnTo>
                  <a:pt x="4210" y="2689"/>
                </a:lnTo>
                <a:lnTo>
                  <a:pt x="4210" y="2690"/>
                </a:lnTo>
                <a:lnTo>
                  <a:pt x="4209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9" y="2691"/>
                </a:lnTo>
                <a:lnTo>
                  <a:pt x="4209" y="2692"/>
                </a:lnTo>
                <a:lnTo>
                  <a:pt x="4209" y="2693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9" y="2697"/>
                </a:lnTo>
                <a:lnTo>
                  <a:pt x="4209" y="2698"/>
                </a:lnTo>
                <a:lnTo>
                  <a:pt x="4209" y="2697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4" y="2693"/>
                </a:lnTo>
                <a:lnTo>
                  <a:pt x="4214" y="2692"/>
                </a:lnTo>
                <a:lnTo>
                  <a:pt x="4215" y="2692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5"/>
                </a:lnTo>
                <a:lnTo>
                  <a:pt x="4218" y="2695"/>
                </a:lnTo>
                <a:lnTo>
                  <a:pt x="4218" y="2696"/>
                </a:lnTo>
                <a:lnTo>
                  <a:pt x="4218" y="2697"/>
                </a:lnTo>
                <a:lnTo>
                  <a:pt x="4219" y="2697"/>
                </a:lnTo>
                <a:lnTo>
                  <a:pt x="4220" y="2697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3" y="2695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1" y="2703"/>
                </a:lnTo>
                <a:lnTo>
                  <a:pt x="4230" y="2704"/>
                </a:lnTo>
                <a:lnTo>
                  <a:pt x="4230" y="2705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5"/>
                </a:lnTo>
                <a:lnTo>
                  <a:pt x="4229" y="2706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7"/>
                </a:lnTo>
                <a:lnTo>
                  <a:pt x="4225" y="2707"/>
                </a:lnTo>
                <a:lnTo>
                  <a:pt x="4225" y="2708"/>
                </a:lnTo>
                <a:lnTo>
                  <a:pt x="4225" y="2709"/>
                </a:lnTo>
                <a:lnTo>
                  <a:pt x="4226" y="2709"/>
                </a:lnTo>
                <a:lnTo>
                  <a:pt x="4227" y="2709"/>
                </a:lnTo>
                <a:lnTo>
                  <a:pt x="4226" y="2710"/>
                </a:lnTo>
                <a:lnTo>
                  <a:pt x="4225" y="2709"/>
                </a:lnTo>
                <a:lnTo>
                  <a:pt x="4224" y="2709"/>
                </a:lnTo>
                <a:lnTo>
                  <a:pt x="4223" y="2709"/>
                </a:lnTo>
                <a:lnTo>
                  <a:pt x="4221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8" y="2709"/>
                </a:lnTo>
                <a:lnTo>
                  <a:pt x="4218" y="2708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9"/>
                </a:lnTo>
                <a:lnTo>
                  <a:pt x="4216" y="2709"/>
                </a:lnTo>
                <a:lnTo>
                  <a:pt x="4217" y="2710"/>
                </a:lnTo>
                <a:lnTo>
                  <a:pt x="4217" y="2711"/>
                </a:lnTo>
                <a:lnTo>
                  <a:pt x="4216" y="2711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8" y="2714"/>
                </a:lnTo>
                <a:lnTo>
                  <a:pt x="4217" y="2714"/>
                </a:lnTo>
                <a:lnTo>
                  <a:pt x="4216" y="2714"/>
                </a:lnTo>
                <a:lnTo>
                  <a:pt x="4216" y="2713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4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5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4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8" y="2721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8" y="2723"/>
                </a:lnTo>
                <a:lnTo>
                  <a:pt x="4209" y="2723"/>
                </a:lnTo>
                <a:lnTo>
                  <a:pt x="4210" y="2723"/>
                </a:lnTo>
                <a:lnTo>
                  <a:pt x="4210" y="2722"/>
                </a:lnTo>
                <a:lnTo>
                  <a:pt x="4211" y="2722"/>
                </a:lnTo>
                <a:lnTo>
                  <a:pt x="4212" y="2721"/>
                </a:lnTo>
                <a:lnTo>
                  <a:pt x="4212" y="2722"/>
                </a:lnTo>
                <a:lnTo>
                  <a:pt x="4213" y="2722"/>
                </a:lnTo>
                <a:lnTo>
                  <a:pt x="4212" y="2723"/>
                </a:lnTo>
                <a:lnTo>
                  <a:pt x="4212" y="2724"/>
                </a:lnTo>
                <a:lnTo>
                  <a:pt x="4213" y="2724"/>
                </a:lnTo>
                <a:lnTo>
                  <a:pt x="4213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3" y="2727"/>
                </a:lnTo>
                <a:lnTo>
                  <a:pt x="4202" y="2727"/>
                </a:lnTo>
                <a:lnTo>
                  <a:pt x="4203" y="2727"/>
                </a:lnTo>
                <a:lnTo>
                  <a:pt x="4203" y="2726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1" y="2729"/>
                </a:lnTo>
                <a:lnTo>
                  <a:pt x="4202" y="2729"/>
                </a:lnTo>
                <a:lnTo>
                  <a:pt x="4201" y="2729"/>
                </a:lnTo>
                <a:lnTo>
                  <a:pt x="4200" y="2731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2" y="2740"/>
                </a:lnTo>
                <a:lnTo>
                  <a:pt x="4202" y="2739"/>
                </a:lnTo>
                <a:lnTo>
                  <a:pt x="4203" y="2739"/>
                </a:lnTo>
                <a:lnTo>
                  <a:pt x="4203" y="2740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4" y="2746"/>
                </a:lnTo>
                <a:lnTo>
                  <a:pt x="4205" y="2746"/>
                </a:lnTo>
                <a:lnTo>
                  <a:pt x="4205" y="2747"/>
                </a:lnTo>
                <a:lnTo>
                  <a:pt x="4204" y="2747"/>
                </a:lnTo>
                <a:lnTo>
                  <a:pt x="4204" y="2748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9"/>
                </a:lnTo>
                <a:lnTo>
                  <a:pt x="4200" y="2750"/>
                </a:lnTo>
                <a:lnTo>
                  <a:pt x="4201" y="2751"/>
                </a:lnTo>
                <a:lnTo>
                  <a:pt x="4200" y="2752"/>
                </a:lnTo>
                <a:lnTo>
                  <a:pt x="4201" y="2752"/>
                </a:lnTo>
                <a:lnTo>
                  <a:pt x="4201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5"/>
                </a:lnTo>
                <a:lnTo>
                  <a:pt x="4203" y="2754"/>
                </a:lnTo>
                <a:lnTo>
                  <a:pt x="4203" y="2755"/>
                </a:lnTo>
                <a:lnTo>
                  <a:pt x="4202" y="2755"/>
                </a:lnTo>
                <a:lnTo>
                  <a:pt x="4202" y="2756"/>
                </a:lnTo>
                <a:lnTo>
                  <a:pt x="4201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7"/>
                </a:lnTo>
                <a:lnTo>
                  <a:pt x="4198" y="2756"/>
                </a:lnTo>
                <a:lnTo>
                  <a:pt x="4199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8" y="2755"/>
                </a:lnTo>
                <a:lnTo>
                  <a:pt x="4197" y="2755"/>
                </a:lnTo>
                <a:lnTo>
                  <a:pt x="4197" y="2756"/>
                </a:lnTo>
                <a:lnTo>
                  <a:pt x="4196" y="2756"/>
                </a:lnTo>
                <a:lnTo>
                  <a:pt x="4195" y="2757"/>
                </a:lnTo>
                <a:lnTo>
                  <a:pt x="4194" y="2757"/>
                </a:lnTo>
                <a:lnTo>
                  <a:pt x="4193" y="2758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9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6" y="2763"/>
                </a:lnTo>
                <a:lnTo>
                  <a:pt x="4185" y="2763"/>
                </a:lnTo>
                <a:lnTo>
                  <a:pt x="4185" y="2764"/>
                </a:lnTo>
                <a:lnTo>
                  <a:pt x="4184" y="2764"/>
                </a:lnTo>
                <a:lnTo>
                  <a:pt x="4183" y="2765"/>
                </a:lnTo>
                <a:lnTo>
                  <a:pt x="4182" y="2765"/>
                </a:lnTo>
                <a:lnTo>
                  <a:pt x="4182" y="2766"/>
                </a:lnTo>
                <a:lnTo>
                  <a:pt x="4182" y="2767"/>
                </a:lnTo>
                <a:lnTo>
                  <a:pt x="4181" y="2767"/>
                </a:lnTo>
                <a:lnTo>
                  <a:pt x="4181" y="2768"/>
                </a:lnTo>
                <a:lnTo>
                  <a:pt x="4180" y="2768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8" y="2763"/>
                </a:lnTo>
                <a:lnTo>
                  <a:pt x="4178" y="2762"/>
                </a:lnTo>
                <a:lnTo>
                  <a:pt x="4177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59"/>
                </a:lnTo>
                <a:lnTo>
                  <a:pt x="4179" y="2759"/>
                </a:lnTo>
                <a:lnTo>
                  <a:pt x="4180" y="2759"/>
                </a:lnTo>
                <a:lnTo>
                  <a:pt x="4180" y="2758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8"/>
                </a:lnTo>
                <a:lnTo>
                  <a:pt x="4185" y="2758"/>
                </a:lnTo>
                <a:lnTo>
                  <a:pt x="4186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7" y="2756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4"/>
                </a:lnTo>
                <a:lnTo>
                  <a:pt x="4188" y="2754"/>
                </a:lnTo>
                <a:lnTo>
                  <a:pt x="4189" y="2753"/>
                </a:lnTo>
                <a:lnTo>
                  <a:pt x="4189" y="2752"/>
                </a:lnTo>
                <a:lnTo>
                  <a:pt x="4190" y="2752"/>
                </a:lnTo>
                <a:lnTo>
                  <a:pt x="4190" y="2751"/>
                </a:lnTo>
                <a:lnTo>
                  <a:pt x="4191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0"/>
                </a:lnTo>
                <a:lnTo>
                  <a:pt x="4189" y="2749"/>
                </a:lnTo>
                <a:lnTo>
                  <a:pt x="4190" y="2749"/>
                </a:lnTo>
                <a:lnTo>
                  <a:pt x="4191" y="2748"/>
                </a:lnTo>
                <a:lnTo>
                  <a:pt x="4192" y="2748"/>
                </a:lnTo>
                <a:lnTo>
                  <a:pt x="4191" y="2748"/>
                </a:lnTo>
                <a:lnTo>
                  <a:pt x="4191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3" y="2747"/>
                </a:lnTo>
                <a:lnTo>
                  <a:pt x="4193" y="2746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5"/>
                </a:lnTo>
                <a:lnTo>
                  <a:pt x="4195" y="2744"/>
                </a:lnTo>
                <a:lnTo>
                  <a:pt x="4196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7" y="2743"/>
                </a:lnTo>
                <a:lnTo>
                  <a:pt x="4197" y="2742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7" y="2739"/>
                </a:lnTo>
                <a:lnTo>
                  <a:pt x="4196" y="2740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1"/>
                </a:lnTo>
                <a:lnTo>
                  <a:pt x="4188" y="2741"/>
                </a:lnTo>
                <a:lnTo>
                  <a:pt x="4188" y="2740"/>
                </a:lnTo>
                <a:lnTo>
                  <a:pt x="4189" y="2740"/>
                </a:lnTo>
                <a:lnTo>
                  <a:pt x="4188" y="2739"/>
                </a:lnTo>
                <a:lnTo>
                  <a:pt x="4187" y="2740"/>
                </a:lnTo>
                <a:lnTo>
                  <a:pt x="4186" y="2740"/>
                </a:lnTo>
                <a:lnTo>
                  <a:pt x="4186" y="2739"/>
                </a:lnTo>
                <a:lnTo>
                  <a:pt x="4185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5" y="2746"/>
                </a:lnTo>
                <a:lnTo>
                  <a:pt x="4184" y="2746"/>
                </a:lnTo>
                <a:lnTo>
                  <a:pt x="4183" y="2747"/>
                </a:lnTo>
                <a:lnTo>
                  <a:pt x="4182" y="2747"/>
                </a:lnTo>
                <a:lnTo>
                  <a:pt x="4182" y="2748"/>
                </a:lnTo>
                <a:lnTo>
                  <a:pt x="4182" y="2749"/>
                </a:lnTo>
                <a:lnTo>
                  <a:pt x="4181" y="2750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2" y="2752"/>
                </a:lnTo>
                <a:lnTo>
                  <a:pt x="4182" y="2753"/>
                </a:lnTo>
                <a:lnTo>
                  <a:pt x="4181" y="2753"/>
                </a:lnTo>
                <a:lnTo>
                  <a:pt x="4181" y="2754"/>
                </a:lnTo>
                <a:lnTo>
                  <a:pt x="4180" y="2754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2"/>
                </a:lnTo>
                <a:lnTo>
                  <a:pt x="4179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7" y="2749"/>
                </a:lnTo>
                <a:lnTo>
                  <a:pt x="4177" y="2748"/>
                </a:lnTo>
                <a:lnTo>
                  <a:pt x="4176" y="2748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2" y="2748"/>
                </a:lnTo>
                <a:lnTo>
                  <a:pt x="4173" y="2747"/>
                </a:lnTo>
                <a:lnTo>
                  <a:pt x="4174" y="2747"/>
                </a:lnTo>
                <a:lnTo>
                  <a:pt x="4174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4"/>
                </a:lnTo>
                <a:lnTo>
                  <a:pt x="4173" y="2743"/>
                </a:lnTo>
                <a:lnTo>
                  <a:pt x="4174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5" y="2740"/>
                </a:lnTo>
                <a:lnTo>
                  <a:pt x="4176" y="2741"/>
                </a:lnTo>
                <a:lnTo>
                  <a:pt x="4177" y="2741"/>
                </a:lnTo>
                <a:lnTo>
                  <a:pt x="4178" y="2741"/>
                </a:lnTo>
                <a:lnTo>
                  <a:pt x="4178" y="2740"/>
                </a:lnTo>
                <a:lnTo>
                  <a:pt x="4177" y="2740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7"/>
                </a:lnTo>
                <a:lnTo>
                  <a:pt x="4177" y="2738"/>
                </a:lnTo>
                <a:lnTo>
                  <a:pt x="4176" y="2739"/>
                </a:lnTo>
                <a:lnTo>
                  <a:pt x="4175" y="2739"/>
                </a:lnTo>
                <a:lnTo>
                  <a:pt x="4174" y="2740"/>
                </a:lnTo>
                <a:lnTo>
                  <a:pt x="4173" y="2739"/>
                </a:lnTo>
                <a:lnTo>
                  <a:pt x="4172" y="2740"/>
                </a:lnTo>
                <a:lnTo>
                  <a:pt x="4172" y="2739"/>
                </a:lnTo>
                <a:lnTo>
                  <a:pt x="4171" y="2739"/>
                </a:lnTo>
                <a:lnTo>
                  <a:pt x="4172" y="2739"/>
                </a:lnTo>
                <a:lnTo>
                  <a:pt x="4172" y="2737"/>
                </a:lnTo>
                <a:lnTo>
                  <a:pt x="4173" y="2736"/>
                </a:lnTo>
                <a:lnTo>
                  <a:pt x="4175" y="2736"/>
                </a:lnTo>
                <a:lnTo>
                  <a:pt x="4177" y="2735"/>
                </a:lnTo>
                <a:lnTo>
                  <a:pt x="4177" y="2734"/>
                </a:lnTo>
                <a:lnTo>
                  <a:pt x="4178" y="2734"/>
                </a:lnTo>
                <a:lnTo>
                  <a:pt x="4178" y="2733"/>
                </a:lnTo>
                <a:lnTo>
                  <a:pt x="4177" y="2733"/>
                </a:lnTo>
                <a:lnTo>
                  <a:pt x="4177" y="2734"/>
                </a:lnTo>
                <a:lnTo>
                  <a:pt x="4176" y="2734"/>
                </a:lnTo>
                <a:lnTo>
                  <a:pt x="4175" y="2735"/>
                </a:lnTo>
                <a:lnTo>
                  <a:pt x="4174" y="2735"/>
                </a:lnTo>
                <a:lnTo>
                  <a:pt x="4173" y="2735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3"/>
                </a:lnTo>
                <a:lnTo>
                  <a:pt x="4173" y="2733"/>
                </a:lnTo>
                <a:lnTo>
                  <a:pt x="4173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6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1"/>
                </a:lnTo>
                <a:lnTo>
                  <a:pt x="4171" y="2741"/>
                </a:lnTo>
                <a:lnTo>
                  <a:pt x="4171" y="2742"/>
                </a:lnTo>
                <a:lnTo>
                  <a:pt x="4170" y="2743"/>
                </a:lnTo>
                <a:lnTo>
                  <a:pt x="4170" y="2744"/>
                </a:lnTo>
                <a:lnTo>
                  <a:pt x="4169" y="2745"/>
                </a:lnTo>
                <a:lnTo>
                  <a:pt x="4168" y="2745"/>
                </a:lnTo>
                <a:lnTo>
                  <a:pt x="4167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6" y="2740"/>
                </a:lnTo>
                <a:lnTo>
                  <a:pt x="4165" y="2739"/>
                </a:lnTo>
                <a:lnTo>
                  <a:pt x="4165" y="2738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7" y="2749"/>
                </a:lnTo>
                <a:lnTo>
                  <a:pt x="4166" y="2749"/>
                </a:lnTo>
                <a:lnTo>
                  <a:pt x="4166" y="2748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7"/>
                </a:lnTo>
                <a:lnTo>
                  <a:pt x="4162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1" y="2744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7" y="2742"/>
                </a:lnTo>
                <a:lnTo>
                  <a:pt x="4157" y="2741"/>
                </a:lnTo>
                <a:lnTo>
                  <a:pt x="4157" y="2739"/>
                </a:lnTo>
                <a:lnTo>
                  <a:pt x="4156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5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8" y="2746"/>
                </a:lnTo>
                <a:lnTo>
                  <a:pt x="4158" y="2745"/>
                </a:lnTo>
                <a:lnTo>
                  <a:pt x="4159" y="2745"/>
                </a:lnTo>
                <a:lnTo>
                  <a:pt x="4159" y="2746"/>
                </a:lnTo>
                <a:lnTo>
                  <a:pt x="4158" y="2746"/>
                </a:lnTo>
                <a:lnTo>
                  <a:pt x="4158" y="2747"/>
                </a:lnTo>
                <a:lnTo>
                  <a:pt x="4157" y="2747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8" y="2749"/>
                </a:lnTo>
                <a:lnTo>
                  <a:pt x="4158" y="2750"/>
                </a:lnTo>
                <a:lnTo>
                  <a:pt x="4158" y="2751"/>
                </a:lnTo>
                <a:lnTo>
                  <a:pt x="4157" y="2751"/>
                </a:lnTo>
                <a:lnTo>
                  <a:pt x="4157" y="2750"/>
                </a:lnTo>
                <a:lnTo>
                  <a:pt x="4156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7" y="2752"/>
                </a:lnTo>
                <a:lnTo>
                  <a:pt x="4157" y="2753"/>
                </a:lnTo>
                <a:lnTo>
                  <a:pt x="4157" y="2754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3" y="2755"/>
                </a:lnTo>
                <a:lnTo>
                  <a:pt x="4152" y="2755"/>
                </a:lnTo>
                <a:lnTo>
                  <a:pt x="4151" y="2756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6" y="2761"/>
                </a:lnTo>
                <a:lnTo>
                  <a:pt x="4156" y="2760"/>
                </a:lnTo>
                <a:lnTo>
                  <a:pt x="4157" y="2760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9"/>
                </a:lnTo>
                <a:lnTo>
                  <a:pt x="4160" y="2758"/>
                </a:lnTo>
                <a:lnTo>
                  <a:pt x="4161" y="2758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2" y="2762"/>
                </a:lnTo>
                <a:lnTo>
                  <a:pt x="4171" y="2762"/>
                </a:lnTo>
                <a:lnTo>
                  <a:pt x="4172" y="2763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4"/>
                </a:lnTo>
                <a:lnTo>
                  <a:pt x="4172" y="2763"/>
                </a:lnTo>
                <a:lnTo>
                  <a:pt x="4171" y="2763"/>
                </a:lnTo>
                <a:lnTo>
                  <a:pt x="4170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2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8"/>
                </a:lnTo>
                <a:lnTo>
                  <a:pt x="4171" y="2768"/>
                </a:lnTo>
                <a:lnTo>
                  <a:pt x="4172" y="2767"/>
                </a:lnTo>
                <a:lnTo>
                  <a:pt x="4172" y="2768"/>
                </a:lnTo>
                <a:lnTo>
                  <a:pt x="4173" y="2768"/>
                </a:lnTo>
                <a:lnTo>
                  <a:pt x="4173" y="2769"/>
                </a:lnTo>
                <a:lnTo>
                  <a:pt x="4172" y="2769"/>
                </a:lnTo>
                <a:lnTo>
                  <a:pt x="4171" y="2769"/>
                </a:lnTo>
                <a:lnTo>
                  <a:pt x="4171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5" y="2772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5" y="2775"/>
                </a:lnTo>
                <a:lnTo>
                  <a:pt x="4175" y="2774"/>
                </a:lnTo>
                <a:lnTo>
                  <a:pt x="4176" y="2775"/>
                </a:lnTo>
                <a:lnTo>
                  <a:pt x="4175" y="2775"/>
                </a:lnTo>
                <a:lnTo>
                  <a:pt x="4174" y="2776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3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70" y="2779"/>
                </a:lnTo>
                <a:lnTo>
                  <a:pt x="4169" y="2778"/>
                </a:lnTo>
                <a:lnTo>
                  <a:pt x="4170" y="2777"/>
                </a:lnTo>
                <a:lnTo>
                  <a:pt x="4171" y="2777"/>
                </a:lnTo>
                <a:lnTo>
                  <a:pt x="4171" y="2776"/>
                </a:lnTo>
                <a:lnTo>
                  <a:pt x="4170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8" y="2775"/>
                </a:lnTo>
                <a:lnTo>
                  <a:pt x="4166" y="2775"/>
                </a:lnTo>
                <a:lnTo>
                  <a:pt x="4164" y="2774"/>
                </a:lnTo>
                <a:lnTo>
                  <a:pt x="4163" y="2773"/>
                </a:lnTo>
                <a:lnTo>
                  <a:pt x="4162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8" y="2772"/>
                </a:lnTo>
                <a:lnTo>
                  <a:pt x="4157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6"/>
                </a:lnTo>
                <a:lnTo>
                  <a:pt x="4159" y="2775"/>
                </a:lnTo>
                <a:lnTo>
                  <a:pt x="4160" y="2775"/>
                </a:lnTo>
                <a:lnTo>
                  <a:pt x="4161" y="2777"/>
                </a:lnTo>
                <a:lnTo>
                  <a:pt x="4161" y="2778"/>
                </a:lnTo>
                <a:lnTo>
                  <a:pt x="4161" y="2779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1" y="2784"/>
                </a:lnTo>
                <a:lnTo>
                  <a:pt x="4162" y="2786"/>
                </a:lnTo>
                <a:lnTo>
                  <a:pt x="4163" y="2785"/>
                </a:lnTo>
                <a:lnTo>
                  <a:pt x="4164" y="2785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3"/>
                </a:lnTo>
                <a:lnTo>
                  <a:pt x="4168" y="2784"/>
                </a:lnTo>
                <a:lnTo>
                  <a:pt x="4167" y="2784"/>
                </a:lnTo>
                <a:lnTo>
                  <a:pt x="4167" y="2785"/>
                </a:lnTo>
                <a:lnTo>
                  <a:pt x="4168" y="2784"/>
                </a:lnTo>
                <a:lnTo>
                  <a:pt x="4169" y="2783"/>
                </a:lnTo>
                <a:lnTo>
                  <a:pt x="4170" y="2782"/>
                </a:lnTo>
                <a:lnTo>
                  <a:pt x="4171" y="2782"/>
                </a:lnTo>
                <a:lnTo>
                  <a:pt x="4171" y="2781"/>
                </a:lnTo>
                <a:lnTo>
                  <a:pt x="4172" y="2781"/>
                </a:lnTo>
                <a:lnTo>
                  <a:pt x="4172" y="2780"/>
                </a:lnTo>
                <a:lnTo>
                  <a:pt x="4173" y="2780"/>
                </a:lnTo>
                <a:lnTo>
                  <a:pt x="4173" y="2779"/>
                </a:lnTo>
                <a:lnTo>
                  <a:pt x="4174" y="2779"/>
                </a:lnTo>
                <a:lnTo>
                  <a:pt x="4174" y="2778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8" y="2779"/>
                </a:lnTo>
                <a:lnTo>
                  <a:pt x="4178" y="2780"/>
                </a:lnTo>
                <a:lnTo>
                  <a:pt x="4177" y="2781"/>
                </a:lnTo>
                <a:lnTo>
                  <a:pt x="4178" y="2781"/>
                </a:lnTo>
                <a:lnTo>
                  <a:pt x="4179" y="2781"/>
                </a:lnTo>
                <a:lnTo>
                  <a:pt x="4179" y="2782"/>
                </a:lnTo>
                <a:lnTo>
                  <a:pt x="4180" y="2782"/>
                </a:lnTo>
                <a:lnTo>
                  <a:pt x="4180" y="2783"/>
                </a:lnTo>
                <a:lnTo>
                  <a:pt x="4179" y="2783"/>
                </a:lnTo>
                <a:lnTo>
                  <a:pt x="4178" y="2784"/>
                </a:lnTo>
                <a:lnTo>
                  <a:pt x="4178" y="2785"/>
                </a:lnTo>
                <a:lnTo>
                  <a:pt x="4179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5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2" y="2785"/>
                </a:lnTo>
                <a:lnTo>
                  <a:pt x="4183" y="2785"/>
                </a:lnTo>
                <a:lnTo>
                  <a:pt x="4183" y="2784"/>
                </a:lnTo>
                <a:lnTo>
                  <a:pt x="4184" y="2784"/>
                </a:lnTo>
                <a:lnTo>
                  <a:pt x="4185" y="2784"/>
                </a:lnTo>
                <a:lnTo>
                  <a:pt x="4185" y="2783"/>
                </a:lnTo>
                <a:lnTo>
                  <a:pt x="4186" y="2783"/>
                </a:lnTo>
                <a:lnTo>
                  <a:pt x="4187" y="2782"/>
                </a:lnTo>
                <a:lnTo>
                  <a:pt x="4187" y="2783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5"/>
                </a:lnTo>
                <a:lnTo>
                  <a:pt x="4185" y="2786"/>
                </a:lnTo>
                <a:lnTo>
                  <a:pt x="4184" y="2786"/>
                </a:lnTo>
                <a:lnTo>
                  <a:pt x="4183" y="2786"/>
                </a:lnTo>
                <a:lnTo>
                  <a:pt x="4183" y="2787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8"/>
                </a:lnTo>
                <a:lnTo>
                  <a:pt x="4179" y="2789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4" y="2787"/>
                </a:lnTo>
                <a:lnTo>
                  <a:pt x="4172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91"/>
                </a:lnTo>
                <a:lnTo>
                  <a:pt x="4173" y="2792"/>
                </a:lnTo>
                <a:lnTo>
                  <a:pt x="4172" y="2792"/>
                </a:lnTo>
                <a:lnTo>
                  <a:pt x="4172" y="2791"/>
                </a:lnTo>
                <a:lnTo>
                  <a:pt x="4172" y="2790"/>
                </a:lnTo>
                <a:lnTo>
                  <a:pt x="4170" y="2790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2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1" y="2793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2" y="2797"/>
                </a:lnTo>
                <a:lnTo>
                  <a:pt x="4161" y="2797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60" y="2800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1"/>
                </a:lnTo>
                <a:lnTo>
                  <a:pt x="4157" y="2802"/>
                </a:lnTo>
                <a:lnTo>
                  <a:pt x="4156" y="2802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5"/>
                </a:lnTo>
                <a:lnTo>
                  <a:pt x="4156" y="2806"/>
                </a:lnTo>
                <a:lnTo>
                  <a:pt x="4154" y="2807"/>
                </a:lnTo>
                <a:lnTo>
                  <a:pt x="4153" y="2807"/>
                </a:lnTo>
                <a:lnTo>
                  <a:pt x="4151" y="2807"/>
                </a:lnTo>
                <a:lnTo>
                  <a:pt x="4151" y="2808"/>
                </a:lnTo>
                <a:lnTo>
                  <a:pt x="4150" y="2808"/>
                </a:lnTo>
                <a:lnTo>
                  <a:pt x="4150" y="2809"/>
                </a:lnTo>
                <a:lnTo>
                  <a:pt x="4148" y="2812"/>
                </a:lnTo>
                <a:lnTo>
                  <a:pt x="4147" y="2812"/>
                </a:lnTo>
                <a:lnTo>
                  <a:pt x="4147" y="2814"/>
                </a:lnTo>
                <a:lnTo>
                  <a:pt x="4147" y="2815"/>
                </a:lnTo>
                <a:lnTo>
                  <a:pt x="4146" y="2815"/>
                </a:lnTo>
                <a:lnTo>
                  <a:pt x="4146" y="2817"/>
                </a:lnTo>
                <a:lnTo>
                  <a:pt x="4146" y="2818"/>
                </a:lnTo>
                <a:lnTo>
                  <a:pt x="4145" y="2819"/>
                </a:lnTo>
                <a:lnTo>
                  <a:pt x="4146" y="2819"/>
                </a:lnTo>
                <a:lnTo>
                  <a:pt x="4146" y="2818"/>
                </a:lnTo>
                <a:lnTo>
                  <a:pt x="4147" y="2818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8" y="2814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1" y="2815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8"/>
                </a:lnTo>
                <a:lnTo>
                  <a:pt x="4161" y="2819"/>
                </a:lnTo>
                <a:lnTo>
                  <a:pt x="4162" y="2819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5" y="2819"/>
                </a:lnTo>
                <a:lnTo>
                  <a:pt x="4166" y="2819"/>
                </a:lnTo>
                <a:lnTo>
                  <a:pt x="4166" y="2820"/>
                </a:lnTo>
                <a:lnTo>
                  <a:pt x="4165" y="2821"/>
                </a:lnTo>
                <a:lnTo>
                  <a:pt x="4164" y="2824"/>
                </a:lnTo>
                <a:lnTo>
                  <a:pt x="4164" y="2825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7"/>
                </a:lnTo>
                <a:lnTo>
                  <a:pt x="4163" y="2829"/>
                </a:lnTo>
                <a:lnTo>
                  <a:pt x="4162" y="2830"/>
                </a:lnTo>
                <a:lnTo>
                  <a:pt x="4159" y="2830"/>
                </a:lnTo>
                <a:lnTo>
                  <a:pt x="4158" y="2831"/>
                </a:lnTo>
                <a:lnTo>
                  <a:pt x="4157" y="2832"/>
                </a:lnTo>
                <a:lnTo>
                  <a:pt x="4157" y="2833"/>
                </a:lnTo>
                <a:lnTo>
                  <a:pt x="4156" y="2835"/>
                </a:lnTo>
                <a:lnTo>
                  <a:pt x="4156" y="2836"/>
                </a:lnTo>
                <a:lnTo>
                  <a:pt x="4157" y="2837"/>
                </a:lnTo>
                <a:lnTo>
                  <a:pt x="4156" y="2839"/>
                </a:lnTo>
                <a:lnTo>
                  <a:pt x="4156" y="2840"/>
                </a:lnTo>
                <a:lnTo>
                  <a:pt x="4156" y="2841"/>
                </a:lnTo>
                <a:lnTo>
                  <a:pt x="4157" y="2842"/>
                </a:lnTo>
                <a:lnTo>
                  <a:pt x="4157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7" y="2847"/>
                </a:lnTo>
                <a:lnTo>
                  <a:pt x="4156" y="2848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5" y="2852"/>
                </a:lnTo>
                <a:lnTo>
                  <a:pt x="4154" y="2853"/>
                </a:lnTo>
                <a:lnTo>
                  <a:pt x="4153" y="2853"/>
                </a:lnTo>
                <a:lnTo>
                  <a:pt x="4151" y="2852"/>
                </a:lnTo>
                <a:lnTo>
                  <a:pt x="4150" y="2852"/>
                </a:lnTo>
                <a:lnTo>
                  <a:pt x="4148" y="2852"/>
                </a:lnTo>
                <a:lnTo>
                  <a:pt x="4148" y="2853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5" y="2854"/>
                </a:lnTo>
                <a:lnTo>
                  <a:pt x="4144" y="2854"/>
                </a:lnTo>
                <a:lnTo>
                  <a:pt x="4143" y="2854"/>
                </a:lnTo>
                <a:lnTo>
                  <a:pt x="4143" y="2855"/>
                </a:lnTo>
                <a:lnTo>
                  <a:pt x="4143" y="2857"/>
                </a:lnTo>
                <a:lnTo>
                  <a:pt x="4143" y="2856"/>
                </a:lnTo>
                <a:lnTo>
                  <a:pt x="4144" y="2857"/>
                </a:lnTo>
                <a:lnTo>
                  <a:pt x="4143" y="2858"/>
                </a:lnTo>
                <a:lnTo>
                  <a:pt x="4143" y="2857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8"/>
                </a:lnTo>
                <a:lnTo>
                  <a:pt x="4145" y="2859"/>
                </a:lnTo>
                <a:lnTo>
                  <a:pt x="4146" y="2859"/>
                </a:lnTo>
                <a:lnTo>
                  <a:pt x="4147" y="2859"/>
                </a:lnTo>
                <a:lnTo>
                  <a:pt x="4148" y="2859"/>
                </a:lnTo>
                <a:lnTo>
                  <a:pt x="4149" y="2859"/>
                </a:lnTo>
                <a:lnTo>
                  <a:pt x="4149" y="2858"/>
                </a:lnTo>
                <a:lnTo>
                  <a:pt x="4149" y="2859"/>
                </a:lnTo>
                <a:lnTo>
                  <a:pt x="4149" y="2860"/>
                </a:lnTo>
                <a:lnTo>
                  <a:pt x="4150" y="2861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4"/>
                </a:lnTo>
                <a:lnTo>
                  <a:pt x="4153" y="2864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2"/>
                </a:lnTo>
                <a:lnTo>
                  <a:pt x="4154" y="2863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5" y="2872"/>
                </a:lnTo>
                <a:lnTo>
                  <a:pt x="4156" y="2873"/>
                </a:lnTo>
                <a:lnTo>
                  <a:pt x="4157" y="2872"/>
                </a:lnTo>
                <a:lnTo>
                  <a:pt x="4157" y="2873"/>
                </a:lnTo>
                <a:lnTo>
                  <a:pt x="4156" y="2873"/>
                </a:lnTo>
                <a:lnTo>
                  <a:pt x="4155" y="2873"/>
                </a:lnTo>
                <a:lnTo>
                  <a:pt x="4156" y="2875"/>
                </a:lnTo>
                <a:lnTo>
                  <a:pt x="4156" y="2876"/>
                </a:lnTo>
                <a:lnTo>
                  <a:pt x="4157" y="2875"/>
                </a:lnTo>
                <a:lnTo>
                  <a:pt x="4158" y="2875"/>
                </a:lnTo>
                <a:lnTo>
                  <a:pt x="4158" y="2876"/>
                </a:lnTo>
                <a:lnTo>
                  <a:pt x="4159" y="2875"/>
                </a:lnTo>
                <a:lnTo>
                  <a:pt x="4158" y="2875"/>
                </a:lnTo>
                <a:lnTo>
                  <a:pt x="4159" y="2874"/>
                </a:lnTo>
                <a:lnTo>
                  <a:pt x="4159" y="2875"/>
                </a:lnTo>
                <a:lnTo>
                  <a:pt x="4159" y="2876"/>
                </a:lnTo>
                <a:lnTo>
                  <a:pt x="4158" y="2877"/>
                </a:lnTo>
                <a:lnTo>
                  <a:pt x="4157" y="2877"/>
                </a:lnTo>
                <a:lnTo>
                  <a:pt x="4156" y="2878"/>
                </a:lnTo>
                <a:lnTo>
                  <a:pt x="4156" y="2879"/>
                </a:lnTo>
                <a:lnTo>
                  <a:pt x="4156" y="2878"/>
                </a:lnTo>
                <a:lnTo>
                  <a:pt x="4157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1" y="2885"/>
                </a:lnTo>
                <a:lnTo>
                  <a:pt x="4160" y="2885"/>
                </a:lnTo>
                <a:lnTo>
                  <a:pt x="4159" y="2885"/>
                </a:lnTo>
                <a:lnTo>
                  <a:pt x="4157" y="2886"/>
                </a:lnTo>
                <a:lnTo>
                  <a:pt x="4157" y="2887"/>
                </a:lnTo>
                <a:lnTo>
                  <a:pt x="4159" y="2886"/>
                </a:lnTo>
                <a:lnTo>
                  <a:pt x="4160" y="2886"/>
                </a:lnTo>
                <a:lnTo>
                  <a:pt x="4160" y="2887"/>
                </a:lnTo>
                <a:lnTo>
                  <a:pt x="4159" y="2887"/>
                </a:lnTo>
                <a:lnTo>
                  <a:pt x="4158" y="2888"/>
                </a:lnTo>
                <a:lnTo>
                  <a:pt x="4157" y="2888"/>
                </a:lnTo>
                <a:lnTo>
                  <a:pt x="4156" y="2887"/>
                </a:lnTo>
                <a:lnTo>
                  <a:pt x="4155" y="2888"/>
                </a:lnTo>
                <a:lnTo>
                  <a:pt x="4154" y="2888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5"/>
                </a:lnTo>
                <a:lnTo>
                  <a:pt x="4153" y="2885"/>
                </a:lnTo>
                <a:lnTo>
                  <a:pt x="4153" y="2884"/>
                </a:lnTo>
                <a:lnTo>
                  <a:pt x="4154" y="2884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3" y="2880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8"/>
                </a:lnTo>
                <a:lnTo>
                  <a:pt x="4154" y="2877"/>
                </a:lnTo>
                <a:lnTo>
                  <a:pt x="4153" y="2876"/>
                </a:lnTo>
                <a:lnTo>
                  <a:pt x="4152" y="2876"/>
                </a:lnTo>
                <a:lnTo>
                  <a:pt x="4151" y="2876"/>
                </a:lnTo>
                <a:lnTo>
                  <a:pt x="4151" y="2878"/>
                </a:lnTo>
                <a:lnTo>
                  <a:pt x="4150" y="2878"/>
                </a:lnTo>
                <a:lnTo>
                  <a:pt x="4150" y="2877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3" y="2881"/>
                </a:lnTo>
                <a:lnTo>
                  <a:pt x="4152" y="2882"/>
                </a:lnTo>
                <a:lnTo>
                  <a:pt x="4152" y="2883"/>
                </a:lnTo>
                <a:lnTo>
                  <a:pt x="4151" y="2883"/>
                </a:lnTo>
                <a:lnTo>
                  <a:pt x="4150" y="2884"/>
                </a:lnTo>
                <a:lnTo>
                  <a:pt x="4150" y="2885"/>
                </a:lnTo>
                <a:lnTo>
                  <a:pt x="4149" y="2886"/>
                </a:lnTo>
                <a:lnTo>
                  <a:pt x="4149" y="2885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5"/>
                </a:lnTo>
                <a:lnTo>
                  <a:pt x="4145" y="2885"/>
                </a:lnTo>
                <a:lnTo>
                  <a:pt x="4146" y="2886"/>
                </a:lnTo>
                <a:lnTo>
                  <a:pt x="4145" y="2886"/>
                </a:lnTo>
                <a:lnTo>
                  <a:pt x="4145" y="2885"/>
                </a:lnTo>
                <a:lnTo>
                  <a:pt x="4146" y="2884"/>
                </a:lnTo>
                <a:lnTo>
                  <a:pt x="4147" y="2884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5" y="2878"/>
                </a:lnTo>
                <a:lnTo>
                  <a:pt x="4146" y="2877"/>
                </a:lnTo>
                <a:lnTo>
                  <a:pt x="4146" y="2876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7"/>
                </a:lnTo>
                <a:lnTo>
                  <a:pt x="4142" y="2878"/>
                </a:lnTo>
                <a:lnTo>
                  <a:pt x="4141" y="2879"/>
                </a:lnTo>
                <a:lnTo>
                  <a:pt x="4140" y="2879"/>
                </a:lnTo>
                <a:lnTo>
                  <a:pt x="4140" y="2878"/>
                </a:lnTo>
                <a:lnTo>
                  <a:pt x="4141" y="2878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2" y="2874"/>
                </a:lnTo>
                <a:lnTo>
                  <a:pt x="4142" y="2872"/>
                </a:lnTo>
                <a:lnTo>
                  <a:pt x="4142" y="2871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2"/>
                </a:lnTo>
                <a:lnTo>
                  <a:pt x="4137" y="2872"/>
                </a:lnTo>
                <a:lnTo>
                  <a:pt x="4138" y="2870"/>
                </a:lnTo>
                <a:lnTo>
                  <a:pt x="4137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8"/>
                </a:lnTo>
                <a:lnTo>
                  <a:pt x="4133" y="2867"/>
                </a:lnTo>
                <a:lnTo>
                  <a:pt x="4134" y="2866"/>
                </a:lnTo>
                <a:lnTo>
                  <a:pt x="4133" y="2866"/>
                </a:lnTo>
                <a:lnTo>
                  <a:pt x="4133" y="2867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2" y="2872"/>
                </a:lnTo>
                <a:lnTo>
                  <a:pt x="4131" y="2872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2" y="2878"/>
                </a:lnTo>
                <a:lnTo>
                  <a:pt x="4132" y="2879"/>
                </a:lnTo>
                <a:lnTo>
                  <a:pt x="4132" y="2878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81"/>
                </a:lnTo>
                <a:lnTo>
                  <a:pt x="4128" y="2880"/>
                </a:lnTo>
                <a:lnTo>
                  <a:pt x="4127" y="2881"/>
                </a:lnTo>
                <a:lnTo>
                  <a:pt x="4126" y="2880"/>
                </a:lnTo>
                <a:lnTo>
                  <a:pt x="4127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6" y="2874"/>
                </a:lnTo>
                <a:lnTo>
                  <a:pt x="4126" y="2873"/>
                </a:lnTo>
                <a:lnTo>
                  <a:pt x="4125" y="2873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3"/>
                </a:lnTo>
                <a:lnTo>
                  <a:pt x="4122" y="2874"/>
                </a:lnTo>
                <a:lnTo>
                  <a:pt x="4121" y="2874"/>
                </a:lnTo>
                <a:lnTo>
                  <a:pt x="4121" y="2875"/>
                </a:lnTo>
                <a:lnTo>
                  <a:pt x="4121" y="2874"/>
                </a:lnTo>
                <a:lnTo>
                  <a:pt x="4120" y="2874"/>
                </a:lnTo>
                <a:lnTo>
                  <a:pt x="4120" y="2875"/>
                </a:lnTo>
                <a:lnTo>
                  <a:pt x="4118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7"/>
                </a:lnTo>
                <a:lnTo>
                  <a:pt x="4114" y="2878"/>
                </a:lnTo>
                <a:lnTo>
                  <a:pt x="4114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1"/>
                </a:lnTo>
                <a:lnTo>
                  <a:pt x="4112" y="2882"/>
                </a:lnTo>
                <a:lnTo>
                  <a:pt x="4113" y="2883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4"/>
                </a:lnTo>
                <a:lnTo>
                  <a:pt x="4117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0"/>
                </a:lnTo>
                <a:lnTo>
                  <a:pt x="4122" y="2891"/>
                </a:lnTo>
                <a:lnTo>
                  <a:pt x="4123" y="2892"/>
                </a:lnTo>
                <a:lnTo>
                  <a:pt x="4124" y="2892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90"/>
                </a:lnTo>
                <a:lnTo>
                  <a:pt x="4125" y="2891"/>
                </a:lnTo>
                <a:lnTo>
                  <a:pt x="4126" y="2891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8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1" y="2893"/>
                </a:lnTo>
                <a:lnTo>
                  <a:pt x="4131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6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6"/>
                </a:lnTo>
                <a:lnTo>
                  <a:pt x="4134" y="2897"/>
                </a:lnTo>
                <a:lnTo>
                  <a:pt x="4133" y="2897"/>
                </a:lnTo>
                <a:lnTo>
                  <a:pt x="4131" y="2898"/>
                </a:lnTo>
                <a:lnTo>
                  <a:pt x="4131" y="2899"/>
                </a:lnTo>
                <a:lnTo>
                  <a:pt x="4130" y="2899"/>
                </a:lnTo>
                <a:lnTo>
                  <a:pt x="4130" y="2898"/>
                </a:lnTo>
                <a:lnTo>
                  <a:pt x="4129" y="2898"/>
                </a:lnTo>
                <a:lnTo>
                  <a:pt x="4128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1"/>
                </a:lnTo>
                <a:lnTo>
                  <a:pt x="4128" y="2902"/>
                </a:lnTo>
                <a:lnTo>
                  <a:pt x="4128" y="2903"/>
                </a:lnTo>
                <a:lnTo>
                  <a:pt x="4127" y="2904"/>
                </a:lnTo>
                <a:lnTo>
                  <a:pt x="4126" y="2905"/>
                </a:lnTo>
                <a:lnTo>
                  <a:pt x="4125" y="2905"/>
                </a:lnTo>
                <a:lnTo>
                  <a:pt x="4125" y="2904"/>
                </a:lnTo>
                <a:lnTo>
                  <a:pt x="4123" y="2904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20" y="2904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1" y="2902"/>
                </a:lnTo>
                <a:lnTo>
                  <a:pt x="4110" y="2902"/>
                </a:lnTo>
                <a:lnTo>
                  <a:pt x="4111" y="2905"/>
                </a:lnTo>
                <a:lnTo>
                  <a:pt x="4112" y="2905"/>
                </a:lnTo>
                <a:lnTo>
                  <a:pt x="4113" y="2906"/>
                </a:lnTo>
                <a:lnTo>
                  <a:pt x="4113" y="2905"/>
                </a:lnTo>
                <a:lnTo>
                  <a:pt x="4114" y="2906"/>
                </a:lnTo>
                <a:lnTo>
                  <a:pt x="4113" y="2907"/>
                </a:lnTo>
                <a:lnTo>
                  <a:pt x="4113" y="2908"/>
                </a:lnTo>
                <a:lnTo>
                  <a:pt x="4114" y="2908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10"/>
                </a:lnTo>
                <a:lnTo>
                  <a:pt x="4114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2"/>
                </a:lnTo>
                <a:lnTo>
                  <a:pt x="4107" y="2912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4" y="2906"/>
                </a:lnTo>
                <a:lnTo>
                  <a:pt x="4104" y="2905"/>
                </a:lnTo>
                <a:lnTo>
                  <a:pt x="4105" y="2906"/>
                </a:lnTo>
                <a:lnTo>
                  <a:pt x="4106" y="2906"/>
                </a:lnTo>
                <a:lnTo>
                  <a:pt x="4107" y="2905"/>
                </a:lnTo>
                <a:lnTo>
                  <a:pt x="4107" y="2904"/>
                </a:lnTo>
                <a:lnTo>
                  <a:pt x="4108" y="2903"/>
                </a:lnTo>
                <a:lnTo>
                  <a:pt x="4108" y="2902"/>
                </a:lnTo>
                <a:lnTo>
                  <a:pt x="4107" y="2902"/>
                </a:lnTo>
                <a:lnTo>
                  <a:pt x="4108" y="2902"/>
                </a:lnTo>
                <a:lnTo>
                  <a:pt x="4108" y="2900"/>
                </a:lnTo>
                <a:lnTo>
                  <a:pt x="4108" y="2901"/>
                </a:lnTo>
                <a:lnTo>
                  <a:pt x="4107" y="2901"/>
                </a:lnTo>
                <a:lnTo>
                  <a:pt x="4106" y="2900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4" y="2900"/>
                </a:lnTo>
                <a:lnTo>
                  <a:pt x="4102" y="2901"/>
                </a:lnTo>
                <a:lnTo>
                  <a:pt x="4102" y="2900"/>
                </a:lnTo>
                <a:lnTo>
                  <a:pt x="4103" y="2899"/>
                </a:lnTo>
                <a:lnTo>
                  <a:pt x="4104" y="2899"/>
                </a:lnTo>
                <a:lnTo>
                  <a:pt x="4106" y="2899"/>
                </a:lnTo>
                <a:lnTo>
                  <a:pt x="4105" y="2898"/>
                </a:lnTo>
                <a:lnTo>
                  <a:pt x="4104" y="2899"/>
                </a:lnTo>
                <a:lnTo>
                  <a:pt x="4102" y="2900"/>
                </a:lnTo>
                <a:lnTo>
                  <a:pt x="4101" y="2901"/>
                </a:lnTo>
                <a:lnTo>
                  <a:pt x="4100" y="2901"/>
                </a:lnTo>
                <a:lnTo>
                  <a:pt x="4099" y="2901"/>
                </a:lnTo>
                <a:lnTo>
                  <a:pt x="4099" y="2900"/>
                </a:lnTo>
                <a:lnTo>
                  <a:pt x="4099" y="2899"/>
                </a:lnTo>
                <a:lnTo>
                  <a:pt x="4100" y="2899"/>
                </a:lnTo>
                <a:lnTo>
                  <a:pt x="4100" y="2897"/>
                </a:lnTo>
                <a:lnTo>
                  <a:pt x="4100" y="2896"/>
                </a:lnTo>
                <a:lnTo>
                  <a:pt x="4101" y="2896"/>
                </a:lnTo>
                <a:lnTo>
                  <a:pt x="4101" y="2897"/>
                </a:lnTo>
                <a:lnTo>
                  <a:pt x="4102" y="2897"/>
                </a:lnTo>
                <a:lnTo>
                  <a:pt x="4103" y="2897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7" y="2895"/>
                </a:lnTo>
                <a:lnTo>
                  <a:pt x="4096" y="2895"/>
                </a:lnTo>
                <a:lnTo>
                  <a:pt x="4094" y="2896"/>
                </a:lnTo>
                <a:lnTo>
                  <a:pt x="4093" y="2896"/>
                </a:lnTo>
                <a:lnTo>
                  <a:pt x="4093" y="2897"/>
                </a:lnTo>
                <a:lnTo>
                  <a:pt x="4092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5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2"/>
                </a:lnTo>
                <a:lnTo>
                  <a:pt x="4098" y="2901"/>
                </a:lnTo>
                <a:lnTo>
                  <a:pt x="4098" y="2902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9" y="2906"/>
                </a:lnTo>
                <a:lnTo>
                  <a:pt x="4098" y="2906"/>
                </a:lnTo>
                <a:lnTo>
                  <a:pt x="4098" y="2907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8" y="2911"/>
                </a:lnTo>
                <a:lnTo>
                  <a:pt x="4097" y="2911"/>
                </a:lnTo>
                <a:lnTo>
                  <a:pt x="4096" y="2912"/>
                </a:lnTo>
                <a:lnTo>
                  <a:pt x="4093" y="2912"/>
                </a:lnTo>
                <a:lnTo>
                  <a:pt x="4093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89" y="2913"/>
                </a:lnTo>
                <a:lnTo>
                  <a:pt x="4089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1" y="2914"/>
                </a:lnTo>
                <a:lnTo>
                  <a:pt x="4091" y="2915"/>
                </a:lnTo>
                <a:lnTo>
                  <a:pt x="4092" y="2915"/>
                </a:lnTo>
                <a:lnTo>
                  <a:pt x="4092" y="2916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8"/>
                </a:lnTo>
                <a:lnTo>
                  <a:pt x="4096" y="2919"/>
                </a:lnTo>
                <a:lnTo>
                  <a:pt x="4098" y="2920"/>
                </a:lnTo>
                <a:lnTo>
                  <a:pt x="4099" y="2921"/>
                </a:lnTo>
                <a:lnTo>
                  <a:pt x="4100" y="2921"/>
                </a:lnTo>
                <a:lnTo>
                  <a:pt x="4100" y="2920"/>
                </a:lnTo>
                <a:lnTo>
                  <a:pt x="4100" y="2919"/>
                </a:lnTo>
                <a:lnTo>
                  <a:pt x="4099" y="2919"/>
                </a:lnTo>
                <a:lnTo>
                  <a:pt x="4100" y="2919"/>
                </a:lnTo>
                <a:lnTo>
                  <a:pt x="4100" y="2918"/>
                </a:lnTo>
                <a:lnTo>
                  <a:pt x="4101" y="2917"/>
                </a:lnTo>
                <a:lnTo>
                  <a:pt x="4102" y="2917"/>
                </a:lnTo>
                <a:lnTo>
                  <a:pt x="4103" y="2917"/>
                </a:lnTo>
                <a:lnTo>
                  <a:pt x="4103" y="2918"/>
                </a:lnTo>
                <a:lnTo>
                  <a:pt x="4102" y="2919"/>
                </a:lnTo>
                <a:lnTo>
                  <a:pt x="4101" y="2919"/>
                </a:lnTo>
                <a:lnTo>
                  <a:pt x="4101" y="2920"/>
                </a:lnTo>
                <a:lnTo>
                  <a:pt x="4101" y="2922"/>
                </a:lnTo>
                <a:lnTo>
                  <a:pt x="4100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1" y="2926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4" y="2927"/>
                </a:lnTo>
                <a:lnTo>
                  <a:pt x="4103" y="2927"/>
                </a:lnTo>
                <a:lnTo>
                  <a:pt x="4102" y="2928"/>
                </a:lnTo>
                <a:lnTo>
                  <a:pt x="4100" y="2929"/>
                </a:lnTo>
                <a:lnTo>
                  <a:pt x="4100" y="2928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3" y="2927"/>
                </a:lnTo>
                <a:lnTo>
                  <a:pt x="4092" y="2928"/>
                </a:lnTo>
                <a:lnTo>
                  <a:pt x="4092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4" y="2933"/>
                </a:lnTo>
                <a:lnTo>
                  <a:pt x="4095" y="2933"/>
                </a:lnTo>
                <a:lnTo>
                  <a:pt x="4095" y="2934"/>
                </a:lnTo>
                <a:lnTo>
                  <a:pt x="4098" y="2933"/>
                </a:lnTo>
                <a:lnTo>
                  <a:pt x="4099" y="2933"/>
                </a:lnTo>
                <a:lnTo>
                  <a:pt x="4099" y="2934"/>
                </a:lnTo>
                <a:lnTo>
                  <a:pt x="4100" y="2934"/>
                </a:lnTo>
                <a:lnTo>
                  <a:pt x="4100" y="2935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5" y="2936"/>
                </a:lnTo>
                <a:lnTo>
                  <a:pt x="4094" y="2936"/>
                </a:lnTo>
                <a:lnTo>
                  <a:pt x="4093" y="2935"/>
                </a:lnTo>
                <a:lnTo>
                  <a:pt x="4092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8" y="2935"/>
                </a:lnTo>
                <a:lnTo>
                  <a:pt x="4087" y="2935"/>
                </a:lnTo>
                <a:lnTo>
                  <a:pt x="4086" y="2935"/>
                </a:lnTo>
                <a:lnTo>
                  <a:pt x="4086" y="2936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7"/>
                </a:lnTo>
                <a:lnTo>
                  <a:pt x="4081" y="2938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8" y="2938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3" y="2931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1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2" y="2931"/>
                </a:lnTo>
                <a:lnTo>
                  <a:pt x="4071" y="2931"/>
                </a:lnTo>
                <a:lnTo>
                  <a:pt x="4070" y="2931"/>
                </a:lnTo>
                <a:lnTo>
                  <a:pt x="4070" y="2932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2" y="2938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9" y="2939"/>
                </a:lnTo>
                <a:lnTo>
                  <a:pt x="4068" y="2940"/>
                </a:lnTo>
                <a:lnTo>
                  <a:pt x="4069" y="2942"/>
                </a:lnTo>
                <a:lnTo>
                  <a:pt x="4069" y="2943"/>
                </a:lnTo>
                <a:lnTo>
                  <a:pt x="4070" y="2943"/>
                </a:lnTo>
                <a:lnTo>
                  <a:pt x="4070" y="2944"/>
                </a:lnTo>
                <a:lnTo>
                  <a:pt x="4070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5" y="2944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2"/>
                </a:lnTo>
                <a:lnTo>
                  <a:pt x="4077" y="2942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6"/>
                </a:lnTo>
                <a:lnTo>
                  <a:pt x="4079" y="2945"/>
                </a:lnTo>
                <a:lnTo>
                  <a:pt x="4079" y="2946"/>
                </a:lnTo>
                <a:lnTo>
                  <a:pt x="4080" y="2946"/>
                </a:lnTo>
                <a:lnTo>
                  <a:pt x="4080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1" y="2949"/>
                </a:lnTo>
                <a:lnTo>
                  <a:pt x="4080" y="2949"/>
                </a:lnTo>
                <a:lnTo>
                  <a:pt x="4079" y="2950"/>
                </a:lnTo>
                <a:lnTo>
                  <a:pt x="4079" y="2951"/>
                </a:lnTo>
                <a:lnTo>
                  <a:pt x="4078" y="2951"/>
                </a:lnTo>
                <a:lnTo>
                  <a:pt x="4077" y="2951"/>
                </a:lnTo>
                <a:lnTo>
                  <a:pt x="4077" y="2953"/>
                </a:lnTo>
                <a:lnTo>
                  <a:pt x="4077" y="2954"/>
                </a:lnTo>
                <a:lnTo>
                  <a:pt x="4076" y="2954"/>
                </a:lnTo>
                <a:lnTo>
                  <a:pt x="4075" y="2955"/>
                </a:lnTo>
                <a:lnTo>
                  <a:pt x="4075" y="2956"/>
                </a:lnTo>
                <a:lnTo>
                  <a:pt x="4074" y="2957"/>
                </a:lnTo>
                <a:lnTo>
                  <a:pt x="4072" y="2957"/>
                </a:lnTo>
                <a:lnTo>
                  <a:pt x="4072" y="2956"/>
                </a:lnTo>
                <a:lnTo>
                  <a:pt x="4072" y="2955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6"/>
                </a:lnTo>
                <a:lnTo>
                  <a:pt x="4069" y="2958"/>
                </a:lnTo>
                <a:lnTo>
                  <a:pt x="4069" y="2959"/>
                </a:lnTo>
                <a:lnTo>
                  <a:pt x="4069" y="2960"/>
                </a:lnTo>
                <a:lnTo>
                  <a:pt x="4070" y="2961"/>
                </a:lnTo>
                <a:lnTo>
                  <a:pt x="4070" y="2962"/>
                </a:lnTo>
                <a:lnTo>
                  <a:pt x="4071" y="2962"/>
                </a:lnTo>
                <a:lnTo>
                  <a:pt x="4071" y="2961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2" y="2964"/>
                </a:lnTo>
                <a:lnTo>
                  <a:pt x="4071" y="2964"/>
                </a:lnTo>
                <a:lnTo>
                  <a:pt x="4072" y="2965"/>
                </a:lnTo>
                <a:lnTo>
                  <a:pt x="4071" y="2965"/>
                </a:lnTo>
                <a:lnTo>
                  <a:pt x="4071" y="2966"/>
                </a:lnTo>
                <a:lnTo>
                  <a:pt x="4070" y="2966"/>
                </a:lnTo>
                <a:lnTo>
                  <a:pt x="4069" y="2967"/>
                </a:lnTo>
                <a:lnTo>
                  <a:pt x="4069" y="2968"/>
                </a:lnTo>
                <a:lnTo>
                  <a:pt x="4070" y="2968"/>
                </a:lnTo>
                <a:lnTo>
                  <a:pt x="4069" y="2968"/>
                </a:lnTo>
                <a:lnTo>
                  <a:pt x="4068" y="2968"/>
                </a:lnTo>
                <a:lnTo>
                  <a:pt x="4068" y="2969"/>
                </a:lnTo>
                <a:lnTo>
                  <a:pt x="4067" y="2969"/>
                </a:lnTo>
                <a:lnTo>
                  <a:pt x="4067" y="2970"/>
                </a:lnTo>
                <a:lnTo>
                  <a:pt x="4066" y="2970"/>
                </a:lnTo>
                <a:lnTo>
                  <a:pt x="4066" y="2971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2"/>
                </a:lnTo>
                <a:lnTo>
                  <a:pt x="4063" y="2973"/>
                </a:lnTo>
                <a:lnTo>
                  <a:pt x="4062" y="2973"/>
                </a:lnTo>
                <a:lnTo>
                  <a:pt x="4062" y="2971"/>
                </a:lnTo>
                <a:lnTo>
                  <a:pt x="4063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6"/>
                </a:lnTo>
                <a:lnTo>
                  <a:pt x="4060" y="2964"/>
                </a:lnTo>
                <a:lnTo>
                  <a:pt x="4059" y="2963"/>
                </a:lnTo>
                <a:lnTo>
                  <a:pt x="4057" y="2962"/>
                </a:lnTo>
                <a:lnTo>
                  <a:pt x="4056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1" y="2961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2" y="2957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1" y="2954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50" y="2961"/>
                </a:lnTo>
                <a:lnTo>
                  <a:pt x="4050" y="2962"/>
                </a:lnTo>
                <a:lnTo>
                  <a:pt x="4049" y="2963"/>
                </a:lnTo>
                <a:lnTo>
                  <a:pt x="4048" y="2963"/>
                </a:lnTo>
                <a:lnTo>
                  <a:pt x="4047" y="2964"/>
                </a:lnTo>
                <a:lnTo>
                  <a:pt x="4046" y="2964"/>
                </a:lnTo>
                <a:lnTo>
                  <a:pt x="4046" y="2965"/>
                </a:lnTo>
                <a:lnTo>
                  <a:pt x="4045" y="2965"/>
                </a:lnTo>
                <a:lnTo>
                  <a:pt x="4044" y="2966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5"/>
                </a:lnTo>
                <a:lnTo>
                  <a:pt x="4037" y="2966"/>
                </a:lnTo>
                <a:lnTo>
                  <a:pt x="4037" y="2967"/>
                </a:lnTo>
                <a:lnTo>
                  <a:pt x="4035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4" y="2969"/>
                </a:lnTo>
                <a:lnTo>
                  <a:pt x="4034" y="2970"/>
                </a:lnTo>
                <a:lnTo>
                  <a:pt x="4033" y="2970"/>
                </a:lnTo>
                <a:lnTo>
                  <a:pt x="4031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7" y="2962"/>
                </a:lnTo>
                <a:lnTo>
                  <a:pt x="4027" y="2961"/>
                </a:lnTo>
                <a:lnTo>
                  <a:pt x="4028" y="2960"/>
                </a:lnTo>
                <a:lnTo>
                  <a:pt x="4029" y="2959"/>
                </a:lnTo>
                <a:lnTo>
                  <a:pt x="4029" y="2958"/>
                </a:lnTo>
                <a:lnTo>
                  <a:pt x="4028" y="2958"/>
                </a:lnTo>
                <a:lnTo>
                  <a:pt x="4027" y="2957"/>
                </a:lnTo>
                <a:lnTo>
                  <a:pt x="4027" y="2958"/>
                </a:lnTo>
                <a:lnTo>
                  <a:pt x="4027" y="2959"/>
                </a:lnTo>
                <a:lnTo>
                  <a:pt x="4026" y="2960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5" y="2960"/>
                </a:lnTo>
                <a:lnTo>
                  <a:pt x="4024" y="2960"/>
                </a:lnTo>
                <a:lnTo>
                  <a:pt x="4024" y="2961"/>
                </a:lnTo>
                <a:lnTo>
                  <a:pt x="4024" y="2962"/>
                </a:lnTo>
                <a:lnTo>
                  <a:pt x="4023" y="2962"/>
                </a:lnTo>
                <a:lnTo>
                  <a:pt x="4023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7" y="2967"/>
                </a:lnTo>
                <a:lnTo>
                  <a:pt x="4017" y="2968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4" y="2971"/>
                </a:lnTo>
                <a:lnTo>
                  <a:pt x="4015" y="2971"/>
                </a:lnTo>
                <a:lnTo>
                  <a:pt x="4015" y="2970"/>
                </a:lnTo>
                <a:lnTo>
                  <a:pt x="4015" y="2971"/>
                </a:lnTo>
                <a:lnTo>
                  <a:pt x="4017" y="2973"/>
                </a:lnTo>
                <a:lnTo>
                  <a:pt x="4017" y="2974"/>
                </a:lnTo>
                <a:lnTo>
                  <a:pt x="4016" y="2974"/>
                </a:lnTo>
                <a:lnTo>
                  <a:pt x="4015" y="2976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5" y="2980"/>
                </a:lnTo>
                <a:lnTo>
                  <a:pt x="4013" y="2980"/>
                </a:lnTo>
                <a:lnTo>
                  <a:pt x="4009" y="2979"/>
                </a:lnTo>
                <a:lnTo>
                  <a:pt x="4007" y="2978"/>
                </a:lnTo>
                <a:lnTo>
                  <a:pt x="4006" y="2977"/>
                </a:lnTo>
                <a:lnTo>
                  <a:pt x="4004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1"/>
                </a:lnTo>
                <a:lnTo>
                  <a:pt x="4001" y="2981"/>
                </a:lnTo>
                <a:lnTo>
                  <a:pt x="4000" y="2981"/>
                </a:lnTo>
                <a:lnTo>
                  <a:pt x="4001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7" y="2985"/>
                </a:lnTo>
                <a:lnTo>
                  <a:pt x="4007" y="2984"/>
                </a:lnTo>
                <a:lnTo>
                  <a:pt x="4009" y="2984"/>
                </a:lnTo>
                <a:lnTo>
                  <a:pt x="4010" y="2984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7" y="2983"/>
                </a:lnTo>
                <a:lnTo>
                  <a:pt x="4017" y="2984"/>
                </a:lnTo>
                <a:lnTo>
                  <a:pt x="4017" y="2985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6" y="2988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4" y="2990"/>
                </a:lnTo>
                <a:lnTo>
                  <a:pt x="4015" y="2990"/>
                </a:lnTo>
                <a:lnTo>
                  <a:pt x="4015" y="2989"/>
                </a:lnTo>
                <a:lnTo>
                  <a:pt x="4016" y="2989"/>
                </a:lnTo>
                <a:lnTo>
                  <a:pt x="4018" y="2989"/>
                </a:lnTo>
                <a:lnTo>
                  <a:pt x="4019" y="2988"/>
                </a:lnTo>
                <a:lnTo>
                  <a:pt x="4020" y="2989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1" y="2993"/>
                </a:lnTo>
                <a:lnTo>
                  <a:pt x="4022" y="2993"/>
                </a:lnTo>
                <a:lnTo>
                  <a:pt x="4023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3" y="2997"/>
                </a:lnTo>
                <a:lnTo>
                  <a:pt x="4024" y="2997"/>
                </a:lnTo>
                <a:lnTo>
                  <a:pt x="4024" y="2998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20" y="2999"/>
                </a:lnTo>
                <a:lnTo>
                  <a:pt x="4020" y="3000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3000"/>
                </a:lnTo>
                <a:lnTo>
                  <a:pt x="4016" y="3000"/>
                </a:lnTo>
                <a:lnTo>
                  <a:pt x="4016" y="3001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3"/>
                </a:lnTo>
                <a:lnTo>
                  <a:pt x="4013" y="3003"/>
                </a:lnTo>
                <a:lnTo>
                  <a:pt x="4013" y="3004"/>
                </a:lnTo>
                <a:lnTo>
                  <a:pt x="4012" y="3004"/>
                </a:lnTo>
                <a:lnTo>
                  <a:pt x="4011" y="3005"/>
                </a:lnTo>
                <a:lnTo>
                  <a:pt x="4011" y="3006"/>
                </a:lnTo>
                <a:lnTo>
                  <a:pt x="4010" y="3006"/>
                </a:lnTo>
                <a:lnTo>
                  <a:pt x="4010" y="3007"/>
                </a:lnTo>
                <a:lnTo>
                  <a:pt x="4009" y="3008"/>
                </a:lnTo>
                <a:lnTo>
                  <a:pt x="4009" y="3009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9" y="3006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6"/>
                </a:lnTo>
                <a:lnTo>
                  <a:pt x="4008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8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10"/>
                </a:lnTo>
                <a:lnTo>
                  <a:pt x="4005" y="3011"/>
                </a:lnTo>
                <a:lnTo>
                  <a:pt x="4005" y="3012"/>
                </a:lnTo>
                <a:lnTo>
                  <a:pt x="4004" y="3013"/>
                </a:lnTo>
                <a:lnTo>
                  <a:pt x="4003" y="3013"/>
                </a:lnTo>
                <a:lnTo>
                  <a:pt x="4003" y="3014"/>
                </a:lnTo>
                <a:lnTo>
                  <a:pt x="4002" y="3015"/>
                </a:lnTo>
                <a:lnTo>
                  <a:pt x="4002" y="3016"/>
                </a:lnTo>
                <a:lnTo>
                  <a:pt x="4002" y="3020"/>
                </a:lnTo>
                <a:lnTo>
                  <a:pt x="4002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3"/>
                </a:lnTo>
                <a:lnTo>
                  <a:pt x="3996" y="3024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6"/>
                </a:lnTo>
                <a:lnTo>
                  <a:pt x="3995" y="3025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1" y="3029"/>
                </a:lnTo>
                <a:lnTo>
                  <a:pt x="3991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90" y="3034"/>
                </a:lnTo>
                <a:lnTo>
                  <a:pt x="3989" y="3034"/>
                </a:lnTo>
                <a:lnTo>
                  <a:pt x="3988" y="3035"/>
                </a:lnTo>
                <a:lnTo>
                  <a:pt x="3987" y="3034"/>
                </a:lnTo>
                <a:lnTo>
                  <a:pt x="3987" y="3032"/>
                </a:lnTo>
                <a:lnTo>
                  <a:pt x="3987" y="3031"/>
                </a:lnTo>
                <a:lnTo>
                  <a:pt x="3988" y="3031"/>
                </a:lnTo>
                <a:lnTo>
                  <a:pt x="3989" y="3030"/>
                </a:lnTo>
                <a:lnTo>
                  <a:pt x="3989" y="3029"/>
                </a:lnTo>
                <a:lnTo>
                  <a:pt x="3990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2" y="3026"/>
                </a:lnTo>
                <a:lnTo>
                  <a:pt x="3992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3"/>
                </a:lnTo>
                <a:lnTo>
                  <a:pt x="3990" y="3022"/>
                </a:lnTo>
                <a:lnTo>
                  <a:pt x="3990" y="3021"/>
                </a:lnTo>
                <a:lnTo>
                  <a:pt x="3990" y="3022"/>
                </a:lnTo>
                <a:lnTo>
                  <a:pt x="3989" y="3022"/>
                </a:lnTo>
                <a:lnTo>
                  <a:pt x="3989" y="3023"/>
                </a:lnTo>
                <a:lnTo>
                  <a:pt x="3989" y="3024"/>
                </a:lnTo>
                <a:lnTo>
                  <a:pt x="3988" y="3024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5" y="3021"/>
                </a:lnTo>
                <a:lnTo>
                  <a:pt x="3984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5" y="3024"/>
                </a:lnTo>
                <a:lnTo>
                  <a:pt x="3984" y="3025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4" y="3030"/>
                </a:lnTo>
                <a:lnTo>
                  <a:pt x="3985" y="3030"/>
                </a:lnTo>
                <a:lnTo>
                  <a:pt x="3984" y="3030"/>
                </a:lnTo>
                <a:lnTo>
                  <a:pt x="3983" y="3031"/>
                </a:lnTo>
                <a:lnTo>
                  <a:pt x="3982" y="3031"/>
                </a:lnTo>
                <a:lnTo>
                  <a:pt x="3982" y="3032"/>
                </a:lnTo>
                <a:lnTo>
                  <a:pt x="3981" y="3032"/>
                </a:lnTo>
                <a:lnTo>
                  <a:pt x="3980" y="3033"/>
                </a:lnTo>
                <a:lnTo>
                  <a:pt x="3980" y="3034"/>
                </a:lnTo>
                <a:lnTo>
                  <a:pt x="3979" y="3034"/>
                </a:lnTo>
                <a:lnTo>
                  <a:pt x="3979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8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7" y="3044"/>
                </a:lnTo>
                <a:lnTo>
                  <a:pt x="3978" y="3045"/>
                </a:lnTo>
                <a:lnTo>
                  <a:pt x="3978" y="3046"/>
                </a:lnTo>
                <a:lnTo>
                  <a:pt x="3979" y="3046"/>
                </a:lnTo>
                <a:lnTo>
                  <a:pt x="3978" y="3047"/>
                </a:lnTo>
                <a:lnTo>
                  <a:pt x="3977" y="3048"/>
                </a:lnTo>
                <a:lnTo>
                  <a:pt x="3977" y="3049"/>
                </a:lnTo>
                <a:lnTo>
                  <a:pt x="3976" y="3049"/>
                </a:lnTo>
                <a:lnTo>
                  <a:pt x="3976" y="3050"/>
                </a:lnTo>
                <a:lnTo>
                  <a:pt x="3976" y="3051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2"/>
                </a:lnTo>
                <a:lnTo>
                  <a:pt x="3974" y="3052"/>
                </a:lnTo>
                <a:lnTo>
                  <a:pt x="3974" y="3053"/>
                </a:lnTo>
                <a:lnTo>
                  <a:pt x="3974" y="3054"/>
                </a:lnTo>
                <a:lnTo>
                  <a:pt x="3973" y="3054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0"/>
                </a:lnTo>
                <a:lnTo>
                  <a:pt x="3974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5" y="3047"/>
                </a:lnTo>
                <a:lnTo>
                  <a:pt x="3975" y="3046"/>
                </a:lnTo>
                <a:lnTo>
                  <a:pt x="3976" y="3046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5" y="3042"/>
                </a:lnTo>
                <a:lnTo>
                  <a:pt x="3966" y="3043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7"/>
                </a:lnTo>
                <a:lnTo>
                  <a:pt x="3961" y="3048"/>
                </a:lnTo>
                <a:lnTo>
                  <a:pt x="3961" y="3049"/>
                </a:lnTo>
                <a:lnTo>
                  <a:pt x="3960" y="3049"/>
                </a:lnTo>
                <a:lnTo>
                  <a:pt x="3961" y="3049"/>
                </a:lnTo>
                <a:lnTo>
                  <a:pt x="3961" y="3050"/>
                </a:lnTo>
                <a:lnTo>
                  <a:pt x="3960" y="3050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60" y="3051"/>
                </a:lnTo>
                <a:lnTo>
                  <a:pt x="3960" y="3052"/>
                </a:lnTo>
                <a:lnTo>
                  <a:pt x="3961" y="3052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2"/>
                </a:lnTo>
                <a:lnTo>
                  <a:pt x="3963" y="3051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4"/>
                </a:lnTo>
                <a:lnTo>
                  <a:pt x="3964" y="3054"/>
                </a:lnTo>
                <a:lnTo>
                  <a:pt x="3964" y="3055"/>
                </a:lnTo>
                <a:lnTo>
                  <a:pt x="3964" y="3056"/>
                </a:lnTo>
                <a:lnTo>
                  <a:pt x="3963" y="3057"/>
                </a:lnTo>
                <a:lnTo>
                  <a:pt x="3963" y="3059"/>
                </a:lnTo>
                <a:lnTo>
                  <a:pt x="3964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61"/>
                </a:lnTo>
                <a:lnTo>
                  <a:pt x="3962" y="3061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60"/>
                </a:lnTo>
                <a:lnTo>
                  <a:pt x="3959" y="3060"/>
                </a:lnTo>
                <a:lnTo>
                  <a:pt x="3959" y="3061"/>
                </a:lnTo>
                <a:lnTo>
                  <a:pt x="3959" y="3062"/>
                </a:lnTo>
                <a:lnTo>
                  <a:pt x="3958" y="3062"/>
                </a:lnTo>
                <a:lnTo>
                  <a:pt x="3958" y="3063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6"/>
                </a:lnTo>
                <a:lnTo>
                  <a:pt x="3960" y="3067"/>
                </a:lnTo>
                <a:lnTo>
                  <a:pt x="3961" y="3067"/>
                </a:lnTo>
                <a:lnTo>
                  <a:pt x="3960" y="3068"/>
                </a:lnTo>
                <a:lnTo>
                  <a:pt x="3960" y="3067"/>
                </a:lnTo>
                <a:lnTo>
                  <a:pt x="3959" y="3067"/>
                </a:lnTo>
                <a:lnTo>
                  <a:pt x="3958" y="3068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9"/>
                </a:lnTo>
                <a:lnTo>
                  <a:pt x="3954" y="3069"/>
                </a:lnTo>
                <a:lnTo>
                  <a:pt x="3954" y="3070"/>
                </a:lnTo>
                <a:lnTo>
                  <a:pt x="3954" y="3069"/>
                </a:lnTo>
                <a:lnTo>
                  <a:pt x="3954" y="3068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9" y="3068"/>
                </a:lnTo>
                <a:lnTo>
                  <a:pt x="3950" y="3068"/>
                </a:lnTo>
                <a:lnTo>
                  <a:pt x="3950" y="3067"/>
                </a:lnTo>
                <a:lnTo>
                  <a:pt x="3951" y="3067"/>
                </a:lnTo>
                <a:lnTo>
                  <a:pt x="3951" y="3066"/>
                </a:lnTo>
                <a:lnTo>
                  <a:pt x="3952" y="3066"/>
                </a:lnTo>
                <a:lnTo>
                  <a:pt x="3952" y="3065"/>
                </a:lnTo>
                <a:lnTo>
                  <a:pt x="3953" y="3065"/>
                </a:lnTo>
                <a:lnTo>
                  <a:pt x="3953" y="3064"/>
                </a:lnTo>
                <a:lnTo>
                  <a:pt x="3955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3" y="3056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3" y="3051"/>
                </a:lnTo>
                <a:lnTo>
                  <a:pt x="3954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5" y="3048"/>
                </a:lnTo>
                <a:lnTo>
                  <a:pt x="3956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8"/>
                </a:lnTo>
                <a:lnTo>
                  <a:pt x="3953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1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2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5" y="3055"/>
                </a:lnTo>
                <a:lnTo>
                  <a:pt x="3946" y="3057"/>
                </a:lnTo>
                <a:lnTo>
                  <a:pt x="3946" y="3058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2"/>
                </a:lnTo>
                <a:lnTo>
                  <a:pt x="3946" y="3063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4" y="3065"/>
                </a:lnTo>
                <a:lnTo>
                  <a:pt x="3943" y="3065"/>
                </a:lnTo>
                <a:lnTo>
                  <a:pt x="3942" y="3066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3"/>
                </a:lnTo>
                <a:lnTo>
                  <a:pt x="3942" y="3063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3" y="3060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2" y="3057"/>
                </a:lnTo>
                <a:lnTo>
                  <a:pt x="3942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9"/>
                </a:lnTo>
                <a:lnTo>
                  <a:pt x="3942" y="3060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1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5"/>
                </a:lnTo>
                <a:lnTo>
                  <a:pt x="3935" y="3065"/>
                </a:lnTo>
                <a:lnTo>
                  <a:pt x="3935" y="3066"/>
                </a:lnTo>
                <a:lnTo>
                  <a:pt x="3934" y="3066"/>
                </a:lnTo>
                <a:lnTo>
                  <a:pt x="3933" y="3067"/>
                </a:lnTo>
                <a:lnTo>
                  <a:pt x="3933" y="3068"/>
                </a:lnTo>
                <a:lnTo>
                  <a:pt x="3932" y="3068"/>
                </a:lnTo>
                <a:lnTo>
                  <a:pt x="3932" y="3069"/>
                </a:lnTo>
                <a:lnTo>
                  <a:pt x="3932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9" y="3071"/>
                </a:lnTo>
                <a:lnTo>
                  <a:pt x="3929" y="3072"/>
                </a:lnTo>
                <a:lnTo>
                  <a:pt x="3928" y="3072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9" y="3068"/>
                </a:lnTo>
                <a:lnTo>
                  <a:pt x="3929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8" y="3065"/>
                </a:lnTo>
                <a:lnTo>
                  <a:pt x="3928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0" y="3063"/>
                </a:lnTo>
                <a:lnTo>
                  <a:pt x="3919" y="3064"/>
                </a:lnTo>
                <a:lnTo>
                  <a:pt x="3919" y="3065"/>
                </a:lnTo>
                <a:lnTo>
                  <a:pt x="3918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9" y="3066"/>
                </a:lnTo>
                <a:lnTo>
                  <a:pt x="3919" y="3067"/>
                </a:lnTo>
                <a:lnTo>
                  <a:pt x="3918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8" y="3071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3" y="3070"/>
                </a:lnTo>
                <a:lnTo>
                  <a:pt x="3923" y="3071"/>
                </a:lnTo>
                <a:lnTo>
                  <a:pt x="3922" y="3071"/>
                </a:lnTo>
                <a:lnTo>
                  <a:pt x="3921" y="3071"/>
                </a:lnTo>
                <a:lnTo>
                  <a:pt x="3921" y="3072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6" y="3072"/>
                </a:lnTo>
                <a:lnTo>
                  <a:pt x="3917" y="3072"/>
                </a:lnTo>
                <a:lnTo>
                  <a:pt x="3918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4" y="3071"/>
                </a:lnTo>
                <a:lnTo>
                  <a:pt x="3913" y="3071"/>
                </a:lnTo>
                <a:lnTo>
                  <a:pt x="3911" y="3071"/>
                </a:lnTo>
                <a:lnTo>
                  <a:pt x="3910" y="3071"/>
                </a:lnTo>
                <a:lnTo>
                  <a:pt x="3911" y="3072"/>
                </a:lnTo>
                <a:lnTo>
                  <a:pt x="3911" y="3074"/>
                </a:lnTo>
                <a:lnTo>
                  <a:pt x="3909" y="3076"/>
                </a:lnTo>
                <a:lnTo>
                  <a:pt x="3909" y="3077"/>
                </a:lnTo>
                <a:lnTo>
                  <a:pt x="3909" y="3076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7"/>
                </a:lnTo>
                <a:lnTo>
                  <a:pt x="3909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10" y="3079"/>
                </a:lnTo>
                <a:lnTo>
                  <a:pt x="3910" y="3080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1"/>
                </a:lnTo>
                <a:lnTo>
                  <a:pt x="3909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8" y="3085"/>
                </a:lnTo>
                <a:lnTo>
                  <a:pt x="3909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7" y="3086"/>
                </a:lnTo>
                <a:lnTo>
                  <a:pt x="3906" y="3086"/>
                </a:lnTo>
                <a:lnTo>
                  <a:pt x="3906" y="3087"/>
                </a:lnTo>
                <a:lnTo>
                  <a:pt x="3906" y="3088"/>
                </a:lnTo>
                <a:lnTo>
                  <a:pt x="3905" y="3088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4" y="3090"/>
                </a:lnTo>
                <a:lnTo>
                  <a:pt x="3903" y="3090"/>
                </a:lnTo>
                <a:lnTo>
                  <a:pt x="3903" y="3091"/>
                </a:lnTo>
                <a:lnTo>
                  <a:pt x="3902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899" y="3097"/>
                </a:lnTo>
                <a:lnTo>
                  <a:pt x="3900" y="3097"/>
                </a:lnTo>
                <a:lnTo>
                  <a:pt x="3900" y="3098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4" y="3103"/>
                </a:lnTo>
                <a:lnTo>
                  <a:pt x="3903" y="3103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3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0"/>
                </a:lnTo>
                <a:lnTo>
                  <a:pt x="3896" y="3101"/>
                </a:lnTo>
                <a:lnTo>
                  <a:pt x="3896" y="3102"/>
                </a:lnTo>
                <a:lnTo>
                  <a:pt x="3897" y="3101"/>
                </a:lnTo>
                <a:lnTo>
                  <a:pt x="3898" y="3102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3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3"/>
                </a:lnTo>
                <a:lnTo>
                  <a:pt x="3893" y="3104"/>
                </a:lnTo>
                <a:lnTo>
                  <a:pt x="3892" y="3105"/>
                </a:lnTo>
                <a:lnTo>
                  <a:pt x="3891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90" y="3109"/>
                </a:lnTo>
                <a:lnTo>
                  <a:pt x="3889" y="3110"/>
                </a:lnTo>
                <a:lnTo>
                  <a:pt x="3889" y="3111"/>
                </a:lnTo>
                <a:lnTo>
                  <a:pt x="3888" y="3111"/>
                </a:lnTo>
                <a:lnTo>
                  <a:pt x="3887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10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7" y="3106"/>
                </a:lnTo>
                <a:lnTo>
                  <a:pt x="3886" y="3105"/>
                </a:lnTo>
                <a:lnTo>
                  <a:pt x="3886" y="3106"/>
                </a:lnTo>
                <a:lnTo>
                  <a:pt x="3886" y="3107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3" y="3108"/>
                </a:lnTo>
                <a:lnTo>
                  <a:pt x="3883" y="3109"/>
                </a:lnTo>
                <a:lnTo>
                  <a:pt x="3882" y="3109"/>
                </a:lnTo>
                <a:lnTo>
                  <a:pt x="3881" y="3110"/>
                </a:lnTo>
                <a:lnTo>
                  <a:pt x="3881" y="3111"/>
                </a:lnTo>
                <a:lnTo>
                  <a:pt x="3880" y="3111"/>
                </a:lnTo>
                <a:lnTo>
                  <a:pt x="3880" y="3113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7"/>
                </a:lnTo>
                <a:lnTo>
                  <a:pt x="3881" y="3119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1" y="3123"/>
                </a:lnTo>
                <a:lnTo>
                  <a:pt x="3881" y="3124"/>
                </a:lnTo>
                <a:lnTo>
                  <a:pt x="3881" y="3125"/>
                </a:lnTo>
                <a:lnTo>
                  <a:pt x="3882" y="3125"/>
                </a:lnTo>
                <a:lnTo>
                  <a:pt x="3881" y="3126"/>
                </a:lnTo>
                <a:lnTo>
                  <a:pt x="3881" y="3127"/>
                </a:lnTo>
                <a:lnTo>
                  <a:pt x="3880" y="3127"/>
                </a:lnTo>
                <a:lnTo>
                  <a:pt x="3880" y="3128"/>
                </a:lnTo>
                <a:lnTo>
                  <a:pt x="3880" y="3127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8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7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6" y="3134"/>
                </a:lnTo>
                <a:lnTo>
                  <a:pt x="3875" y="3134"/>
                </a:lnTo>
                <a:lnTo>
                  <a:pt x="3874" y="3134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70" y="3134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4" y="3134"/>
                </a:lnTo>
                <a:lnTo>
                  <a:pt x="3862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3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4" y="3133"/>
                </a:lnTo>
                <a:lnTo>
                  <a:pt x="3853" y="3134"/>
                </a:lnTo>
                <a:lnTo>
                  <a:pt x="3852" y="3134"/>
                </a:lnTo>
                <a:lnTo>
                  <a:pt x="3852" y="3135"/>
                </a:lnTo>
                <a:lnTo>
                  <a:pt x="3851" y="3135"/>
                </a:lnTo>
                <a:lnTo>
                  <a:pt x="3851" y="3136"/>
                </a:lnTo>
                <a:lnTo>
                  <a:pt x="3850" y="3136"/>
                </a:lnTo>
                <a:lnTo>
                  <a:pt x="3850" y="3137"/>
                </a:lnTo>
                <a:lnTo>
                  <a:pt x="3849" y="3137"/>
                </a:lnTo>
                <a:lnTo>
                  <a:pt x="3849" y="3138"/>
                </a:lnTo>
                <a:lnTo>
                  <a:pt x="3847" y="3140"/>
                </a:lnTo>
                <a:lnTo>
                  <a:pt x="3846" y="3141"/>
                </a:lnTo>
                <a:lnTo>
                  <a:pt x="3844" y="3143"/>
                </a:lnTo>
                <a:lnTo>
                  <a:pt x="3843" y="3143"/>
                </a:lnTo>
                <a:lnTo>
                  <a:pt x="3843" y="3144"/>
                </a:lnTo>
                <a:lnTo>
                  <a:pt x="3842" y="3144"/>
                </a:lnTo>
                <a:lnTo>
                  <a:pt x="3841" y="3144"/>
                </a:lnTo>
                <a:lnTo>
                  <a:pt x="3841" y="3145"/>
                </a:lnTo>
                <a:lnTo>
                  <a:pt x="3840" y="3145"/>
                </a:lnTo>
                <a:lnTo>
                  <a:pt x="3840" y="3146"/>
                </a:lnTo>
                <a:lnTo>
                  <a:pt x="3839" y="3146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4"/>
                </a:lnTo>
                <a:lnTo>
                  <a:pt x="3832" y="3144"/>
                </a:lnTo>
                <a:lnTo>
                  <a:pt x="3831" y="3144"/>
                </a:lnTo>
                <a:lnTo>
                  <a:pt x="3831" y="3145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7" y="3148"/>
                </a:lnTo>
                <a:lnTo>
                  <a:pt x="3826" y="3148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6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7" y="3150"/>
                </a:lnTo>
                <a:lnTo>
                  <a:pt x="3817" y="3151"/>
                </a:lnTo>
                <a:lnTo>
                  <a:pt x="3816" y="3152"/>
                </a:lnTo>
                <a:lnTo>
                  <a:pt x="3815" y="3153"/>
                </a:lnTo>
                <a:lnTo>
                  <a:pt x="3815" y="3154"/>
                </a:lnTo>
                <a:lnTo>
                  <a:pt x="3814" y="3154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8"/>
                </a:lnTo>
                <a:lnTo>
                  <a:pt x="3812" y="3147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4" y="3147"/>
                </a:lnTo>
                <a:lnTo>
                  <a:pt x="3814" y="3146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6" y="3143"/>
                </a:lnTo>
                <a:lnTo>
                  <a:pt x="3804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4" y="3142"/>
                </a:lnTo>
                <a:lnTo>
                  <a:pt x="3804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9" y="3141"/>
                </a:lnTo>
                <a:lnTo>
                  <a:pt x="3798" y="3141"/>
                </a:lnTo>
                <a:lnTo>
                  <a:pt x="3796" y="3142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5" y="3143"/>
                </a:lnTo>
                <a:lnTo>
                  <a:pt x="3794" y="3143"/>
                </a:lnTo>
                <a:lnTo>
                  <a:pt x="3792" y="3144"/>
                </a:lnTo>
                <a:lnTo>
                  <a:pt x="3792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90" y="3149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8" y="3154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7"/>
                </a:lnTo>
                <a:lnTo>
                  <a:pt x="3790" y="3156"/>
                </a:lnTo>
                <a:lnTo>
                  <a:pt x="3791" y="3156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4" y="3154"/>
                </a:lnTo>
                <a:lnTo>
                  <a:pt x="3794" y="3153"/>
                </a:lnTo>
                <a:lnTo>
                  <a:pt x="3795" y="3153"/>
                </a:lnTo>
                <a:lnTo>
                  <a:pt x="3795" y="3154"/>
                </a:lnTo>
                <a:lnTo>
                  <a:pt x="3795" y="3155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0"/>
                </a:lnTo>
                <a:lnTo>
                  <a:pt x="3786" y="3160"/>
                </a:lnTo>
                <a:lnTo>
                  <a:pt x="3785" y="3160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78" y="3149"/>
                </a:lnTo>
                <a:lnTo>
                  <a:pt x="3776" y="3149"/>
                </a:lnTo>
                <a:lnTo>
                  <a:pt x="3776" y="3150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4" y="3152"/>
                </a:lnTo>
                <a:lnTo>
                  <a:pt x="3773" y="3152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2" y="3150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6"/>
                </a:lnTo>
                <a:lnTo>
                  <a:pt x="3765" y="3146"/>
                </a:lnTo>
                <a:lnTo>
                  <a:pt x="3765" y="3145"/>
                </a:lnTo>
                <a:lnTo>
                  <a:pt x="3766" y="3144"/>
                </a:lnTo>
                <a:lnTo>
                  <a:pt x="3766" y="3145"/>
                </a:lnTo>
                <a:lnTo>
                  <a:pt x="3766" y="3144"/>
                </a:lnTo>
                <a:lnTo>
                  <a:pt x="3766" y="3142"/>
                </a:lnTo>
                <a:lnTo>
                  <a:pt x="3767" y="3142"/>
                </a:lnTo>
                <a:lnTo>
                  <a:pt x="3767" y="3143"/>
                </a:lnTo>
                <a:lnTo>
                  <a:pt x="3768" y="3142"/>
                </a:lnTo>
                <a:lnTo>
                  <a:pt x="3769" y="3142"/>
                </a:lnTo>
                <a:lnTo>
                  <a:pt x="3769" y="3141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7"/>
                </a:lnTo>
                <a:lnTo>
                  <a:pt x="3770" y="3136"/>
                </a:lnTo>
                <a:lnTo>
                  <a:pt x="3770" y="3137"/>
                </a:lnTo>
                <a:lnTo>
                  <a:pt x="3769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9" y="3138"/>
                </a:lnTo>
                <a:lnTo>
                  <a:pt x="3769" y="3139"/>
                </a:lnTo>
                <a:lnTo>
                  <a:pt x="3769" y="3140"/>
                </a:lnTo>
                <a:lnTo>
                  <a:pt x="3769" y="3141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6" y="3144"/>
                </a:lnTo>
                <a:lnTo>
                  <a:pt x="3765" y="3144"/>
                </a:lnTo>
                <a:lnTo>
                  <a:pt x="3764" y="3145"/>
                </a:lnTo>
                <a:lnTo>
                  <a:pt x="3764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4"/>
                </a:lnTo>
                <a:lnTo>
                  <a:pt x="3759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9"/>
                </a:lnTo>
                <a:lnTo>
                  <a:pt x="3758" y="3149"/>
                </a:lnTo>
                <a:lnTo>
                  <a:pt x="3758" y="3150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5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7"/>
                </a:lnTo>
                <a:lnTo>
                  <a:pt x="3743" y="3158"/>
                </a:lnTo>
                <a:lnTo>
                  <a:pt x="3741" y="3158"/>
                </a:lnTo>
                <a:lnTo>
                  <a:pt x="3740" y="3158"/>
                </a:lnTo>
                <a:lnTo>
                  <a:pt x="3740" y="3159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8" y="3160"/>
                </a:lnTo>
                <a:lnTo>
                  <a:pt x="3737" y="3161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6"/>
                </a:lnTo>
                <a:lnTo>
                  <a:pt x="3732" y="3168"/>
                </a:lnTo>
                <a:lnTo>
                  <a:pt x="3732" y="3169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8"/>
                </a:lnTo>
                <a:lnTo>
                  <a:pt x="3721" y="3169"/>
                </a:lnTo>
                <a:lnTo>
                  <a:pt x="3720" y="3169"/>
                </a:lnTo>
                <a:lnTo>
                  <a:pt x="3719" y="3169"/>
                </a:lnTo>
                <a:lnTo>
                  <a:pt x="3719" y="3170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7" y="3164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9" y="3153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3" y="3147"/>
                </a:lnTo>
                <a:lnTo>
                  <a:pt x="3723" y="3146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1" y="3145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6"/>
                </a:lnTo>
                <a:lnTo>
                  <a:pt x="3720" y="3147"/>
                </a:lnTo>
                <a:lnTo>
                  <a:pt x="3721" y="3147"/>
                </a:lnTo>
                <a:lnTo>
                  <a:pt x="3721" y="3148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4" y="3155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60"/>
                </a:lnTo>
                <a:lnTo>
                  <a:pt x="3697" y="3161"/>
                </a:lnTo>
                <a:lnTo>
                  <a:pt x="3697" y="3162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4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1" y="3168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1"/>
                </a:lnTo>
                <a:lnTo>
                  <a:pt x="3700" y="3171"/>
                </a:lnTo>
                <a:lnTo>
                  <a:pt x="3700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7" y="3177"/>
                </a:lnTo>
                <a:lnTo>
                  <a:pt x="3706" y="3178"/>
                </a:lnTo>
                <a:lnTo>
                  <a:pt x="3706" y="3179"/>
                </a:lnTo>
                <a:lnTo>
                  <a:pt x="3705" y="3179"/>
                </a:lnTo>
                <a:lnTo>
                  <a:pt x="3704" y="3179"/>
                </a:lnTo>
                <a:lnTo>
                  <a:pt x="3704" y="3180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9" y="3181"/>
                </a:lnTo>
                <a:lnTo>
                  <a:pt x="3698" y="3181"/>
                </a:lnTo>
                <a:lnTo>
                  <a:pt x="3698" y="3182"/>
                </a:lnTo>
                <a:lnTo>
                  <a:pt x="3698" y="3183"/>
                </a:lnTo>
                <a:lnTo>
                  <a:pt x="3697" y="3183"/>
                </a:lnTo>
                <a:lnTo>
                  <a:pt x="3697" y="3184"/>
                </a:lnTo>
                <a:lnTo>
                  <a:pt x="3696" y="3184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89" y="3168"/>
                </a:lnTo>
                <a:lnTo>
                  <a:pt x="3688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4" y="3168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9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5" y="3170"/>
                </a:lnTo>
                <a:lnTo>
                  <a:pt x="3672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9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3"/>
                </a:lnTo>
                <a:lnTo>
                  <a:pt x="3674" y="3184"/>
                </a:lnTo>
                <a:lnTo>
                  <a:pt x="3673" y="3184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70" y="3182"/>
                </a:lnTo>
                <a:lnTo>
                  <a:pt x="3669" y="3182"/>
                </a:lnTo>
                <a:lnTo>
                  <a:pt x="3669" y="3183"/>
                </a:lnTo>
                <a:lnTo>
                  <a:pt x="3668" y="3183"/>
                </a:lnTo>
                <a:lnTo>
                  <a:pt x="3668" y="3184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9" y="3181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1" y="3183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2" y="3183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2" y="3187"/>
                </a:lnTo>
                <a:lnTo>
                  <a:pt x="3683" y="3187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4"/>
                </a:lnTo>
                <a:lnTo>
                  <a:pt x="3683" y="3184"/>
                </a:lnTo>
                <a:lnTo>
                  <a:pt x="3683" y="3183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6"/>
                </a:lnTo>
                <a:lnTo>
                  <a:pt x="3686" y="3186"/>
                </a:lnTo>
                <a:lnTo>
                  <a:pt x="3687" y="3187"/>
                </a:lnTo>
                <a:lnTo>
                  <a:pt x="3687" y="3188"/>
                </a:lnTo>
                <a:lnTo>
                  <a:pt x="3686" y="3187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5" y="3193"/>
                </a:lnTo>
                <a:lnTo>
                  <a:pt x="3684" y="3193"/>
                </a:lnTo>
                <a:lnTo>
                  <a:pt x="3684" y="3194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3" y="3196"/>
                </a:lnTo>
                <a:lnTo>
                  <a:pt x="3682" y="3195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4"/>
                </a:lnTo>
                <a:lnTo>
                  <a:pt x="3674" y="3194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1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9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7" y="3193"/>
                </a:lnTo>
                <a:lnTo>
                  <a:pt x="3656" y="3193"/>
                </a:lnTo>
                <a:lnTo>
                  <a:pt x="3656" y="3192"/>
                </a:lnTo>
                <a:lnTo>
                  <a:pt x="3655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49" y="3192"/>
                </a:lnTo>
                <a:lnTo>
                  <a:pt x="3649" y="3191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2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4" y="3186"/>
                </a:lnTo>
                <a:lnTo>
                  <a:pt x="3644" y="3187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4" y="3181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3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80"/>
                </a:lnTo>
                <a:lnTo>
                  <a:pt x="3645" y="3180"/>
                </a:lnTo>
                <a:lnTo>
                  <a:pt x="3644" y="3181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3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7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6"/>
                </a:lnTo>
                <a:lnTo>
                  <a:pt x="3638" y="3176"/>
                </a:lnTo>
                <a:lnTo>
                  <a:pt x="3637" y="3173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5"/>
                </a:lnTo>
                <a:lnTo>
                  <a:pt x="3629" y="3154"/>
                </a:lnTo>
                <a:lnTo>
                  <a:pt x="3628" y="3154"/>
                </a:lnTo>
                <a:lnTo>
                  <a:pt x="3628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3"/>
                </a:lnTo>
                <a:lnTo>
                  <a:pt x="3625" y="3153"/>
                </a:lnTo>
                <a:lnTo>
                  <a:pt x="3624" y="3154"/>
                </a:lnTo>
                <a:lnTo>
                  <a:pt x="3622" y="3154"/>
                </a:lnTo>
                <a:lnTo>
                  <a:pt x="3620" y="3154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6" y="3153"/>
                </a:lnTo>
                <a:lnTo>
                  <a:pt x="3615" y="3154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4" y="3168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1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9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5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1"/>
                </a:lnTo>
                <a:lnTo>
                  <a:pt x="3616" y="3192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8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8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9" y="3209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4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6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30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9" y="3230"/>
                </a:lnTo>
                <a:lnTo>
                  <a:pt x="3588" y="3230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4" y="3222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4" y="3243"/>
                </a:lnTo>
                <a:lnTo>
                  <a:pt x="3584" y="3242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8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7"/>
                </a:lnTo>
                <a:lnTo>
                  <a:pt x="3579" y="3236"/>
                </a:lnTo>
                <a:lnTo>
                  <a:pt x="3579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5" y="3231"/>
                </a:lnTo>
                <a:lnTo>
                  <a:pt x="3575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3" y="3228"/>
                </a:lnTo>
                <a:lnTo>
                  <a:pt x="3572" y="3227"/>
                </a:lnTo>
                <a:lnTo>
                  <a:pt x="3572" y="3226"/>
                </a:lnTo>
                <a:lnTo>
                  <a:pt x="3571" y="3226"/>
                </a:lnTo>
                <a:lnTo>
                  <a:pt x="3570" y="3224"/>
                </a:lnTo>
                <a:lnTo>
                  <a:pt x="3570" y="3223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5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2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1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7"/>
                </a:lnTo>
                <a:lnTo>
                  <a:pt x="3566" y="3217"/>
                </a:lnTo>
                <a:lnTo>
                  <a:pt x="3566" y="3218"/>
                </a:lnTo>
                <a:lnTo>
                  <a:pt x="3563" y="3216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2" y="3222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3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2" y="3228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8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5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2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8"/>
                </a:lnTo>
                <a:lnTo>
                  <a:pt x="3547" y="3238"/>
                </a:lnTo>
                <a:lnTo>
                  <a:pt x="3547" y="3237"/>
                </a:lnTo>
                <a:lnTo>
                  <a:pt x="3548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6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7"/>
                </a:lnTo>
                <a:lnTo>
                  <a:pt x="3538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8" y="3240"/>
                </a:lnTo>
                <a:lnTo>
                  <a:pt x="3538" y="3241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2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2"/>
                </a:lnTo>
                <a:lnTo>
                  <a:pt x="3533" y="3244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1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5" y="3253"/>
                </a:lnTo>
                <a:lnTo>
                  <a:pt x="3525" y="3254"/>
                </a:lnTo>
                <a:lnTo>
                  <a:pt x="3524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7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2" y="3235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5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5" y="3227"/>
                </a:lnTo>
                <a:lnTo>
                  <a:pt x="3504" y="3227"/>
                </a:lnTo>
                <a:lnTo>
                  <a:pt x="3504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4" y="3234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5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2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8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8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6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1"/>
                </a:lnTo>
                <a:lnTo>
                  <a:pt x="3479" y="3251"/>
                </a:lnTo>
                <a:lnTo>
                  <a:pt x="3478" y="3252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3" y="3254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8" y="3257"/>
                </a:lnTo>
                <a:lnTo>
                  <a:pt x="3467" y="3257"/>
                </a:lnTo>
                <a:lnTo>
                  <a:pt x="3467" y="3258"/>
                </a:lnTo>
                <a:lnTo>
                  <a:pt x="3466" y="3258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9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2" y="3261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8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6" y="3259"/>
                </a:lnTo>
                <a:lnTo>
                  <a:pt x="3455" y="3259"/>
                </a:lnTo>
                <a:lnTo>
                  <a:pt x="3455" y="3260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60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6" y="3257"/>
                </a:lnTo>
                <a:lnTo>
                  <a:pt x="3455" y="3256"/>
                </a:lnTo>
                <a:lnTo>
                  <a:pt x="3454" y="3257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4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7" y="3259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1" y="3265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51" y="3269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1"/>
                </a:lnTo>
                <a:lnTo>
                  <a:pt x="3442" y="3272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7"/>
                </a:lnTo>
                <a:lnTo>
                  <a:pt x="3441" y="3278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4" y="3278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8" y="3278"/>
                </a:lnTo>
                <a:lnTo>
                  <a:pt x="3427" y="3278"/>
                </a:lnTo>
                <a:lnTo>
                  <a:pt x="3427" y="3279"/>
                </a:lnTo>
                <a:lnTo>
                  <a:pt x="3426" y="3279"/>
                </a:lnTo>
                <a:lnTo>
                  <a:pt x="3425" y="3280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81"/>
                </a:lnTo>
                <a:lnTo>
                  <a:pt x="3423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2" y="3278"/>
                </a:lnTo>
                <a:lnTo>
                  <a:pt x="3423" y="3279"/>
                </a:lnTo>
                <a:lnTo>
                  <a:pt x="3424" y="3279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6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80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5"/>
                </a:lnTo>
                <a:lnTo>
                  <a:pt x="3409" y="3285"/>
                </a:lnTo>
                <a:lnTo>
                  <a:pt x="3408" y="3286"/>
                </a:lnTo>
                <a:lnTo>
                  <a:pt x="3408" y="3287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4" y="3290"/>
                </a:lnTo>
                <a:lnTo>
                  <a:pt x="3403" y="3290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6" y="3288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398" y="3281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3" y="3285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80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80"/>
                </a:lnTo>
                <a:lnTo>
                  <a:pt x="3381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4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6"/>
                </a:lnTo>
                <a:lnTo>
                  <a:pt x="3382" y="3287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90"/>
                </a:lnTo>
                <a:lnTo>
                  <a:pt x="3375" y="3290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2" y="3291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70" y="3293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5" y="3293"/>
                </a:lnTo>
                <a:lnTo>
                  <a:pt x="3365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2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2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6"/>
                </a:lnTo>
                <a:lnTo>
                  <a:pt x="3349" y="3307"/>
                </a:lnTo>
                <a:lnTo>
                  <a:pt x="3348" y="3307"/>
                </a:lnTo>
                <a:lnTo>
                  <a:pt x="3348" y="3308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9" y="3311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4" y="3310"/>
                </a:lnTo>
                <a:lnTo>
                  <a:pt x="3333" y="3310"/>
                </a:lnTo>
                <a:lnTo>
                  <a:pt x="3333" y="3311"/>
                </a:lnTo>
                <a:lnTo>
                  <a:pt x="3333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1" y="3313"/>
                </a:lnTo>
                <a:lnTo>
                  <a:pt x="3329" y="3313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1" y="3308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5"/>
                </a:lnTo>
                <a:lnTo>
                  <a:pt x="3327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3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8"/>
                </a:lnTo>
                <a:lnTo>
                  <a:pt x="3325" y="3319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9" y="3321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3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9"/>
                </a:lnTo>
                <a:lnTo>
                  <a:pt x="3310" y="3328"/>
                </a:lnTo>
                <a:lnTo>
                  <a:pt x="3310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9" y="3326"/>
                </a:lnTo>
                <a:lnTo>
                  <a:pt x="3308" y="3326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7" y="3333"/>
                </a:lnTo>
                <a:lnTo>
                  <a:pt x="3306" y="3333"/>
                </a:lnTo>
                <a:lnTo>
                  <a:pt x="3306" y="3332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6" y="3349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8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9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1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4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7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9" y="3364"/>
                </a:lnTo>
                <a:lnTo>
                  <a:pt x="3318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5" y="3367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2" y="3375"/>
                </a:lnTo>
                <a:lnTo>
                  <a:pt x="3331" y="3375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1"/>
                </a:lnTo>
                <a:lnTo>
                  <a:pt x="3330" y="3370"/>
                </a:lnTo>
                <a:lnTo>
                  <a:pt x="3329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6" y="3371"/>
                </a:lnTo>
                <a:lnTo>
                  <a:pt x="3326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8" y="3375"/>
                </a:lnTo>
                <a:lnTo>
                  <a:pt x="3330" y="3376"/>
                </a:lnTo>
                <a:lnTo>
                  <a:pt x="3330" y="3377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7" y="3384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7" y="3391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2" y="3398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4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6" y="3410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8" y="3407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10"/>
                </a:lnTo>
                <a:lnTo>
                  <a:pt x="3304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4" y="3406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5" y="3410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2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90" y="3394"/>
                </a:lnTo>
                <a:lnTo>
                  <a:pt x="3291" y="3393"/>
                </a:lnTo>
                <a:lnTo>
                  <a:pt x="3291" y="3391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7" y="3387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90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4" y="3389"/>
                </a:lnTo>
                <a:lnTo>
                  <a:pt x="3283" y="3389"/>
                </a:lnTo>
                <a:lnTo>
                  <a:pt x="3283" y="3390"/>
                </a:lnTo>
                <a:lnTo>
                  <a:pt x="3283" y="3389"/>
                </a:lnTo>
                <a:lnTo>
                  <a:pt x="3283" y="3387"/>
                </a:lnTo>
                <a:lnTo>
                  <a:pt x="3282" y="3387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4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2"/>
                </a:lnTo>
                <a:lnTo>
                  <a:pt x="3267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2" y="3318"/>
                </a:lnTo>
                <a:lnTo>
                  <a:pt x="3262" y="3317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3"/>
                </a:lnTo>
                <a:lnTo>
                  <a:pt x="3268" y="3312"/>
                </a:lnTo>
                <a:lnTo>
                  <a:pt x="3269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6"/>
                </a:lnTo>
                <a:lnTo>
                  <a:pt x="3270" y="3305"/>
                </a:lnTo>
                <a:lnTo>
                  <a:pt x="3269" y="3305"/>
                </a:lnTo>
                <a:lnTo>
                  <a:pt x="3269" y="3304"/>
                </a:lnTo>
                <a:lnTo>
                  <a:pt x="3270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8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1" y="3297"/>
                </a:lnTo>
                <a:lnTo>
                  <a:pt x="3272" y="3297"/>
                </a:lnTo>
                <a:lnTo>
                  <a:pt x="3272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7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6"/>
                </a:lnTo>
                <a:lnTo>
                  <a:pt x="3278" y="3295"/>
                </a:lnTo>
                <a:lnTo>
                  <a:pt x="3283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9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70" y="3274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4"/>
                </a:lnTo>
                <a:lnTo>
                  <a:pt x="3269" y="3284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60" y="3278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2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5" y="3272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9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5" y="3267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7"/>
                </a:lnTo>
                <a:lnTo>
                  <a:pt x="3253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8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7" y="3260"/>
                </a:lnTo>
                <a:lnTo>
                  <a:pt x="3248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3" y="3272"/>
                </a:lnTo>
                <a:lnTo>
                  <a:pt x="3253" y="3273"/>
                </a:lnTo>
                <a:lnTo>
                  <a:pt x="3253" y="3274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6" y="3283"/>
                </a:lnTo>
                <a:lnTo>
                  <a:pt x="3245" y="3283"/>
                </a:lnTo>
                <a:lnTo>
                  <a:pt x="3244" y="3284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7" y="3286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2" y="3286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7"/>
                </a:lnTo>
                <a:lnTo>
                  <a:pt x="3226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4"/>
                </a:lnTo>
                <a:lnTo>
                  <a:pt x="3207" y="3282"/>
                </a:lnTo>
                <a:lnTo>
                  <a:pt x="3208" y="3283"/>
                </a:lnTo>
                <a:lnTo>
                  <a:pt x="3209" y="3283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3" y="3273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5"/>
                </a:lnTo>
                <a:lnTo>
                  <a:pt x="3211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7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8" y="3264"/>
                </a:lnTo>
                <a:lnTo>
                  <a:pt x="3207" y="3264"/>
                </a:lnTo>
                <a:lnTo>
                  <a:pt x="3207" y="3265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3" y="3269"/>
                </a:lnTo>
                <a:lnTo>
                  <a:pt x="3202" y="3269"/>
                </a:lnTo>
                <a:lnTo>
                  <a:pt x="3201" y="3270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7"/>
                </a:lnTo>
                <a:lnTo>
                  <a:pt x="3190" y="3257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6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1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7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9"/>
                </a:lnTo>
                <a:lnTo>
                  <a:pt x="3186" y="3260"/>
                </a:lnTo>
                <a:lnTo>
                  <a:pt x="3185" y="3260"/>
                </a:lnTo>
                <a:lnTo>
                  <a:pt x="3184" y="3260"/>
                </a:lnTo>
                <a:lnTo>
                  <a:pt x="3184" y="3259"/>
                </a:lnTo>
                <a:lnTo>
                  <a:pt x="3184" y="3260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9"/>
                </a:lnTo>
                <a:lnTo>
                  <a:pt x="3185" y="3269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9" y="3269"/>
                </a:lnTo>
                <a:lnTo>
                  <a:pt x="3178" y="3269"/>
                </a:lnTo>
                <a:lnTo>
                  <a:pt x="3177" y="3270"/>
                </a:lnTo>
                <a:lnTo>
                  <a:pt x="3176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5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1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0" y="3262"/>
                </a:lnTo>
                <a:lnTo>
                  <a:pt x="3171" y="3264"/>
                </a:lnTo>
                <a:lnTo>
                  <a:pt x="3169" y="3265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1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1"/>
                </a:lnTo>
                <a:lnTo>
                  <a:pt x="3171" y="3250"/>
                </a:lnTo>
                <a:lnTo>
                  <a:pt x="3170" y="3251"/>
                </a:lnTo>
                <a:lnTo>
                  <a:pt x="3170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5" y="3261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4" y="3248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4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2"/>
                </a:lnTo>
                <a:lnTo>
                  <a:pt x="3155" y="3242"/>
                </a:lnTo>
                <a:lnTo>
                  <a:pt x="3155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4" y="3244"/>
                </a:lnTo>
                <a:lnTo>
                  <a:pt x="3154" y="3245"/>
                </a:lnTo>
                <a:lnTo>
                  <a:pt x="3154" y="3246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60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58"/>
                </a:lnTo>
                <a:lnTo>
                  <a:pt x="3159" y="3258"/>
                </a:lnTo>
                <a:lnTo>
                  <a:pt x="3160" y="3258"/>
                </a:lnTo>
                <a:lnTo>
                  <a:pt x="3160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61"/>
                </a:lnTo>
                <a:lnTo>
                  <a:pt x="3158" y="3261"/>
                </a:lnTo>
                <a:lnTo>
                  <a:pt x="3158" y="3262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6" y="3272"/>
                </a:lnTo>
                <a:lnTo>
                  <a:pt x="3154" y="3272"/>
                </a:lnTo>
                <a:lnTo>
                  <a:pt x="3154" y="3273"/>
                </a:lnTo>
                <a:lnTo>
                  <a:pt x="3153" y="3273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50" y="3276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7"/>
                </a:lnTo>
                <a:lnTo>
                  <a:pt x="3149" y="3266"/>
                </a:lnTo>
                <a:lnTo>
                  <a:pt x="3150" y="3265"/>
                </a:lnTo>
                <a:lnTo>
                  <a:pt x="3151" y="3265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6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4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4"/>
                </a:lnTo>
                <a:lnTo>
                  <a:pt x="3138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9" y="3273"/>
                </a:lnTo>
                <a:lnTo>
                  <a:pt x="3138" y="3273"/>
                </a:lnTo>
                <a:lnTo>
                  <a:pt x="3138" y="3274"/>
                </a:lnTo>
                <a:lnTo>
                  <a:pt x="3137" y="3275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80"/>
                </a:lnTo>
                <a:lnTo>
                  <a:pt x="3130" y="3281"/>
                </a:lnTo>
                <a:lnTo>
                  <a:pt x="3129" y="3281"/>
                </a:lnTo>
                <a:lnTo>
                  <a:pt x="3129" y="3280"/>
                </a:lnTo>
                <a:lnTo>
                  <a:pt x="3130" y="3279"/>
                </a:lnTo>
                <a:lnTo>
                  <a:pt x="3130" y="3278"/>
                </a:lnTo>
                <a:lnTo>
                  <a:pt x="3131" y="3277"/>
                </a:lnTo>
                <a:lnTo>
                  <a:pt x="3132" y="3277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6" y="3273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4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7" y="3278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8" y="3277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6" y="3268"/>
                </a:lnTo>
                <a:lnTo>
                  <a:pt x="3085" y="3268"/>
                </a:lnTo>
                <a:lnTo>
                  <a:pt x="3084" y="3268"/>
                </a:lnTo>
                <a:lnTo>
                  <a:pt x="3084" y="3269"/>
                </a:lnTo>
                <a:lnTo>
                  <a:pt x="3083" y="3269"/>
                </a:lnTo>
                <a:lnTo>
                  <a:pt x="3082" y="3269"/>
                </a:lnTo>
                <a:lnTo>
                  <a:pt x="3082" y="3270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8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9" y="3272"/>
                </a:lnTo>
                <a:lnTo>
                  <a:pt x="3068" y="3272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5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6" y="3270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4" y="3258"/>
                </a:lnTo>
                <a:lnTo>
                  <a:pt x="3044" y="3257"/>
                </a:lnTo>
                <a:lnTo>
                  <a:pt x="3044" y="3258"/>
                </a:lnTo>
                <a:lnTo>
                  <a:pt x="3043" y="3258"/>
                </a:lnTo>
                <a:lnTo>
                  <a:pt x="3043" y="3259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8" y="3238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6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3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3" y="3215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1" y="3211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3" y="3209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6" y="3196"/>
                </a:lnTo>
                <a:lnTo>
                  <a:pt x="2985" y="3196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71"/>
                </a:lnTo>
                <a:lnTo>
                  <a:pt x="2994" y="3171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5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6" y="3164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8" y="3159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3000" y="3154"/>
                </a:lnTo>
                <a:lnTo>
                  <a:pt x="3000" y="3153"/>
                </a:lnTo>
                <a:lnTo>
                  <a:pt x="3001" y="3153"/>
                </a:lnTo>
                <a:lnTo>
                  <a:pt x="3001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2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4" y="3151"/>
                </a:lnTo>
                <a:lnTo>
                  <a:pt x="3004" y="3150"/>
                </a:lnTo>
                <a:lnTo>
                  <a:pt x="3004" y="3149"/>
                </a:lnTo>
                <a:lnTo>
                  <a:pt x="3005" y="3149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4" y="3141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1" y="3138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90" y="3140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5" y="3136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3" y="3135"/>
                </a:lnTo>
                <a:lnTo>
                  <a:pt x="2982" y="3135"/>
                </a:lnTo>
                <a:lnTo>
                  <a:pt x="2981" y="3135"/>
                </a:lnTo>
                <a:lnTo>
                  <a:pt x="2981" y="3136"/>
                </a:lnTo>
                <a:lnTo>
                  <a:pt x="2980" y="3136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5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2" y="3138"/>
                </a:lnTo>
                <a:lnTo>
                  <a:pt x="2972" y="3137"/>
                </a:lnTo>
                <a:lnTo>
                  <a:pt x="2972" y="3138"/>
                </a:lnTo>
                <a:lnTo>
                  <a:pt x="2971" y="3138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8"/>
                </a:lnTo>
                <a:lnTo>
                  <a:pt x="2970" y="3139"/>
                </a:lnTo>
                <a:lnTo>
                  <a:pt x="2969" y="3139"/>
                </a:lnTo>
                <a:lnTo>
                  <a:pt x="2969" y="3140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41"/>
                </a:lnTo>
                <a:lnTo>
                  <a:pt x="2962" y="3142"/>
                </a:lnTo>
                <a:lnTo>
                  <a:pt x="2961" y="3142"/>
                </a:lnTo>
                <a:lnTo>
                  <a:pt x="2960" y="3142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9" y="3141"/>
                </a:lnTo>
                <a:lnTo>
                  <a:pt x="2958" y="3141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3" y="3137"/>
                </a:lnTo>
                <a:lnTo>
                  <a:pt x="2954" y="3137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9"/>
                </a:lnTo>
                <a:lnTo>
                  <a:pt x="2941" y="3129"/>
                </a:lnTo>
                <a:lnTo>
                  <a:pt x="2940" y="3129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7" y="3128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4" y="3129"/>
                </a:lnTo>
                <a:lnTo>
                  <a:pt x="2933" y="3129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9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9" y="3134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6" y="3134"/>
                </a:lnTo>
                <a:lnTo>
                  <a:pt x="2925" y="3134"/>
                </a:lnTo>
                <a:lnTo>
                  <a:pt x="2924" y="3134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4"/>
                </a:lnTo>
                <a:lnTo>
                  <a:pt x="2921" y="3134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8" y="3135"/>
                </a:lnTo>
                <a:lnTo>
                  <a:pt x="2918" y="3134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9"/>
                </a:lnTo>
                <a:lnTo>
                  <a:pt x="2912" y="3129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8" y="3125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21"/>
                </a:lnTo>
                <a:lnTo>
                  <a:pt x="2904" y="3121"/>
                </a:lnTo>
                <a:lnTo>
                  <a:pt x="2903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900" y="3120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6" y="3119"/>
                </a:lnTo>
                <a:lnTo>
                  <a:pt x="2896" y="3120"/>
                </a:lnTo>
                <a:lnTo>
                  <a:pt x="2896" y="3121"/>
                </a:lnTo>
                <a:lnTo>
                  <a:pt x="2895" y="3121"/>
                </a:lnTo>
                <a:lnTo>
                  <a:pt x="2895" y="3120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1" y="3113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1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6" y="3107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5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7" y="3090"/>
                </a:lnTo>
                <a:lnTo>
                  <a:pt x="2866" y="3090"/>
                </a:lnTo>
                <a:lnTo>
                  <a:pt x="2866" y="3091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5" y="3093"/>
                </a:lnTo>
                <a:lnTo>
                  <a:pt x="2864" y="3093"/>
                </a:lnTo>
                <a:lnTo>
                  <a:pt x="2864" y="3092"/>
                </a:lnTo>
                <a:lnTo>
                  <a:pt x="2863" y="3092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3" y="3094"/>
                </a:lnTo>
                <a:lnTo>
                  <a:pt x="2863" y="3095"/>
                </a:lnTo>
                <a:lnTo>
                  <a:pt x="2863" y="3096"/>
                </a:lnTo>
                <a:lnTo>
                  <a:pt x="2862" y="3096"/>
                </a:lnTo>
                <a:lnTo>
                  <a:pt x="2862" y="3097"/>
                </a:lnTo>
                <a:lnTo>
                  <a:pt x="2862" y="3098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1" y="3101"/>
                </a:lnTo>
                <a:lnTo>
                  <a:pt x="2860" y="3101"/>
                </a:lnTo>
                <a:lnTo>
                  <a:pt x="2860" y="3100"/>
                </a:lnTo>
                <a:lnTo>
                  <a:pt x="2859" y="3100"/>
                </a:lnTo>
                <a:lnTo>
                  <a:pt x="2858" y="3100"/>
                </a:lnTo>
                <a:lnTo>
                  <a:pt x="2858" y="3099"/>
                </a:lnTo>
                <a:lnTo>
                  <a:pt x="2857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9"/>
                </a:lnTo>
                <a:lnTo>
                  <a:pt x="2855" y="3098"/>
                </a:lnTo>
                <a:lnTo>
                  <a:pt x="2855" y="3099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3" y="3101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2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5" y="3102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3" y="3104"/>
                </a:lnTo>
                <a:lnTo>
                  <a:pt x="2842" y="3104"/>
                </a:lnTo>
                <a:lnTo>
                  <a:pt x="2842" y="3105"/>
                </a:lnTo>
                <a:lnTo>
                  <a:pt x="2841" y="3105"/>
                </a:lnTo>
                <a:lnTo>
                  <a:pt x="2840" y="3105"/>
                </a:lnTo>
                <a:lnTo>
                  <a:pt x="2840" y="3106"/>
                </a:lnTo>
                <a:lnTo>
                  <a:pt x="2839" y="3106"/>
                </a:lnTo>
                <a:lnTo>
                  <a:pt x="2840" y="3106"/>
                </a:lnTo>
                <a:lnTo>
                  <a:pt x="2839" y="3106"/>
                </a:lnTo>
                <a:lnTo>
                  <a:pt x="2839" y="3107"/>
                </a:lnTo>
                <a:lnTo>
                  <a:pt x="2838" y="3107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5" y="3112"/>
                </a:lnTo>
                <a:lnTo>
                  <a:pt x="2834" y="3112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10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9" y="3115"/>
                </a:lnTo>
                <a:lnTo>
                  <a:pt x="2828" y="3115"/>
                </a:lnTo>
                <a:lnTo>
                  <a:pt x="2827" y="3115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6"/>
                </a:lnTo>
                <a:lnTo>
                  <a:pt x="2824" y="3116"/>
                </a:lnTo>
                <a:lnTo>
                  <a:pt x="2824" y="3117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3" y="3122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4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8" y="3132"/>
                </a:lnTo>
                <a:lnTo>
                  <a:pt x="2827" y="3132"/>
                </a:lnTo>
                <a:lnTo>
                  <a:pt x="2827" y="3133"/>
                </a:lnTo>
                <a:lnTo>
                  <a:pt x="2827" y="3134"/>
                </a:lnTo>
                <a:lnTo>
                  <a:pt x="2826" y="3134"/>
                </a:lnTo>
                <a:lnTo>
                  <a:pt x="2826" y="3135"/>
                </a:lnTo>
                <a:lnTo>
                  <a:pt x="2825" y="3135"/>
                </a:lnTo>
                <a:lnTo>
                  <a:pt x="2825" y="3136"/>
                </a:lnTo>
                <a:lnTo>
                  <a:pt x="2825" y="3135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6"/>
                </a:lnTo>
                <a:lnTo>
                  <a:pt x="2822" y="3136"/>
                </a:lnTo>
                <a:lnTo>
                  <a:pt x="2822" y="3137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9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8" y="3142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6" y="3144"/>
                </a:lnTo>
                <a:lnTo>
                  <a:pt x="2815" y="3144"/>
                </a:lnTo>
                <a:lnTo>
                  <a:pt x="2816" y="3144"/>
                </a:lnTo>
                <a:lnTo>
                  <a:pt x="2816" y="3145"/>
                </a:lnTo>
                <a:lnTo>
                  <a:pt x="2816" y="3146"/>
                </a:lnTo>
                <a:lnTo>
                  <a:pt x="2815" y="3146"/>
                </a:lnTo>
                <a:lnTo>
                  <a:pt x="2814" y="3146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6"/>
                </a:lnTo>
                <a:lnTo>
                  <a:pt x="2811" y="3146"/>
                </a:lnTo>
                <a:lnTo>
                  <a:pt x="2810" y="3146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5" y="3146"/>
                </a:lnTo>
                <a:lnTo>
                  <a:pt x="2806" y="3146"/>
                </a:lnTo>
                <a:lnTo>
                  <a:pt x="2805" y="3146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3" y="3146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3" y="3144"/>
                </a:lnTo>
                <a:lnTo>
                  <a:pt x="2804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4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1" y="3144"/>
                </a:lnTo>
                <a:lnTo>
                  <a:pt x="2800" y="3144"/>
                </a:lnTo>
                <a:lnTo>
                  <a:pt x="2799" y="3144"/>
                </a:lnTo>
                <a:lnTo>
                  <a:pt x="2799" y="3145"/>
                </a:lnTo>
                <a:lnTo>
                  <a:pt x="2798" y="3145"/>
                </a:lnTo>
                <a:lnTo>
                  <a:pt x="2798" y="3146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5" y="3150"/>
                </a:lnTo>
                <a:lnTo>
                  <a:pt x="2794" y="3150"/>
                </a:lnTo>
                <a:lnTo>
                  <a:pt x="2794" y="3151"/>
                </a:lnTo>
                <a:lnTo>
                  <a:pt x="2793" y="3151"/>
                </a:lnTo>
                <a:lnTo>
                  <a:pt x="2793" y="3152"/>
                </a:lnTo>
                <a:lnTo>
                  <a:pt x="2792" y="3152"/>
                </a:lnTo>
                <a:lnTo>
                  <a:pt x="2792" y="3153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5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7" y="3146"/>
                </a:lnTo>
                <a:lnTo>
                  <a:pt x="2767" y="3145"/>
                </a:lnTo>
                <a:lnTo>
                  <a:pt x="2767" y="3146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2" y="3148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9" y="3149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2" y="3168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1" y="3171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5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6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3" y="3155"/>
                </a:lnTo>
                <a:lnTo>
                  <a:pt x="2712" y="3155"/>
                </a:lnTo>
                <a:lnTo>
                  <a:pt x="2712" y="3156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9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7" y="3153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2" y="3162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80" y="3164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4" y="3175"/>
                </a:lnTo>
                <a:lnTo>
                  <a:pt x="2673" y="3175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7" y="3184"/>
                </a:lnTo>
                <a:lnTo>
                  <a:pt x="2666" y="3184"/>
                </a:lnTo>
                <a:lnTo>
                  <a:pt x="2667" y="3184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2" y="3185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8" y="3181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50" y="3173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6" y="3162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30" y="3159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6"/>
                </a:lnTo>
                <a:lnTo>
                  <a:pt x="2622" y="3156"/>
                </a:lnTo>
                <a:lnTo>
                  <a:pt x="2622" y="3157"/>
                </a:lnTo>
                <a:lnTo>
                  <a:pt x="2622" y="3158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7" y="3160"/>
                </a:lnTo>
                <a:lnTo>
                  <a:pt x="2606" y="3160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1" y="3170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600" y="3173"/>
                </a:lnTo>
                <a:lnTo>
                  <a:pt x="2599" y="3173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6" y="3178"/>
                </a:lnTo>
                <a:lnTo>
                  <a:pt x="2595" y="3178"/>
                </a:lnTo>
                <a:lnTo>
                  <a:pt x="2595" y="3179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6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9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70" y="3185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6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2" y="3187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1" y="3191"/>
                </a:lnTo>
                <a:lnTo>
                  <a:pt x="2560" y="3191"/>
                </a:lnTo>
                <a:lnTo>
                  <a:pt x="2559" y="3191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1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2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40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8" y="3188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40" y="3192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6" y="3202"/>
                </a:lnTo>
                <a:lnTo>
                  <a:pt x="2535" y="3202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4" y="3217"/>
                </a:lnTo>
                <a:lnTo>
                  <a:pt x="2533" y="3217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5" y="3228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7"/>
                </a:lnTo>
                <a:lnTo>
                  <a:pt x="2540" y="3237"/>
                </a:lnTo>
                <a:lnTo>
                  <a:pt x="2540" y="3236"/>
                </a:lnTo>
                <a:lnTo>
                  <a:pt x="2541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50" y="3248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3"/>
                </a:lnTo>
                <a:lnTo>
                  <a:pt x="2549" y="3264"/>
                </a:lnTo>
                <a:lnTo>
                  <a:pt x="2549" y="3265"/>
                </a:lnTo>
                <a:lnTo>
                  <a:pt x="2548" y="3265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4" y="3268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4" y="3271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7" y="3275"/>
                </a:lnTo>
                <a:lnTo>
                  <a:pt x="2548" y="3275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9" y="3280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7" y="3288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91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2"/>
                </a:lnTo>
                <a:lnTo>
                  <a:pt x="2545" y="3292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4" y="3310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2" y="3310"/>
                </a:lnTo>
                <a:lnTo>
                  <a:pt x="2552" y="3311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4" y="3318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9" y="3312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3"/>
                </a:lnTo>
                <a:lnTo>
                  <a:pt x="2535" y="3314"/>
                </a:lnTo>
                <a:lnTo>
                  <a:pt x="2534" y="3314"/>
                </a:lnTo>
                <a:lnTo>
                  <a:pt x="2533" y="3314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7"/>
                </a:lnTo>
                <a:lnTo>
                  <a:pt x="2526" y="3307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2" y="3308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2"/>
                </a:lnTo>
                <a:lnTo>
                  <a:pt x="2509" y="3312"/>
                </a:lnTo>
                <a:lnTo>
                  <a:pt x="2509" y="3313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6" y="3297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3" y="3290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90"/>
                </a:lnTo>
                <a:lnTo>
                  <a:pt x="2495" y="3289"/>
                </a:lnTo>
                <a:lnTo>
                  <a:pt x="2496" y="3289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8" y="3283"/>
                </a:lnTo>
                <a:lnTo>
                  <a:pt x="2498" y="3282"/>
                </a:lnTo>
                <a:lnTo>
                  <a:pt x="2499" y="3282"/>
                </a:lnTo>
                <a:lnTo>
                  <a:pt x="2499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2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4"/>
                </a:lnTo>
                <a:lnTo>
                  <a:pt x="2490" y="3254"/>
                </a:lnTo>
                <a:lnTo>
                  <a:pt x="2490" y="3253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7" y="3254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1" y="3259"/>
                </a:lnTo>
                <a:lnTo>
                  <a:pt x="2480" y="3259"/>
                </a:lnTo>
                <a:lnTo>
                  <a:pt x="2480" y="3260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7" y="3261"/>
                </a:lnTo>
                <a:lnTo>
                  <a:pt x="2477" y="3260"/>
                </a:lnTo>
                <a:lnTo>
                  <a:pt x="2477" y="3261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2"/>
                </a:lnTo>
                <a:lnTo>
                  <a:pt x="2472" y="3262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7" y="3265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1" y="3274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6" y="3278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4" y="3280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4"/>
                </a:lnTo>
                <a:lnTo>
                  <a:pt x="2445" y="3284"/>
                </a:lnTo>
                <a:lnTo>
                  <a:pt x="2444" y="3284"/>
                </a:lnTo>
                <a:lnTo>
                  <a:pt x="2444" y="3285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5" y="3285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1" y="3282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6" y="3278"/>
                </a:lnTo>
                <a:lnTo>
                  <a:pt x="2425" y="3278"/>
                </a:lnTo>
                <a:lnTo>
                  <a:pt x="2424" y="3278"/>
                </a:lnTo>
                <a:lnTo>
                  <a:pt x="2424" y="3279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399" y="3273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6"/>
                </a:lnTo>
                <a:lnTo>
                  <a:pt x="2405" y="3266"/>
                </a:lnTo>
                <a:lnTo>
                  <a:pt x="2405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61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4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7" y="3258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7" y="3239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3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7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20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4" y="3220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20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9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4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7" y="3213"/>
                </a:lnTo>
                <a:lnTo>
                  <a:pt x="2317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9"/>
                </a:lnTo>
                <a:lnTo>
                  <a:pt x="2317" y="3209"/>
                </a:lnTo>
                <a:lnTo>
                  <a:pt x="2317" y="3208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6"/>
                </a:lnTo>
                <a:lnTo>
                  <a:pt x="2319" y="3206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1" y="3182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3" y="3180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3" y="3170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1" y="3164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9" y="3153"/>
                </a:lnTo>
                <a:lnTo>
                  <a:pt x="2330" y="3153"/>
                </a:lnTo>
                <a:lnTo>
                  <a:pt x="2330" y="3152"/>
                </a:lnTo>
                <a:lnTo>
                  <a:pt x="2331" y="3152"/>
                </a:lnTo>
                <a:lnTo>
                  <a:pt x="2332" y="3152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2"/>
                </a:lnTo>
                <a:lnTo>
                  <a:pt x="2334" y="3152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5" y="3146"/>
                </a:lnTo>
                <a:lnTo>
                  <a:pt x="2335" y="3145"/>
                </a:lnTo>
                <a:lnTo>
                  <a:pt x="2336" y="3145"/>
                </a:lnTo>
                <a:lnTo>
                  <a:pt x="2337" y="3145"/>
                </a:lnTo>
                <a:lnTo>
                  <a:pt x="2337" y="3144"/>
                </a:lnTo>
                <a:lnTo>
                  <a:pt x="2338" y="3144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41" y="3143"/>
                </a:lnTo>
                <a:lnTo>
                  <a:pt x="2340" y="3143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8" y="3137"/>
                </a:lnTo>
                <a:lnTo>
                  <a:pt x="2338" y="3136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9" y="3134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1" y="3134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7"/>
                </a:lnTo>
                <a:lnTo>
                  <a:pt x="2347" y="3138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7"/>
                </a:lnTo>
                <a:lnTo>
                  <a:pt x="2349" y="3136"/>
                </a:lnTo>
                <a:lnTo>
                  <a:pt x="2350" y="3136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5" y="3125"/>
                </a:lnTo>
                <a:lnTo>
                  <a:pt x="2346" y="3125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30" y="3114"/>
                </a:lnTo>
                <a:lnTo>
                  <a:pt x="2329" y="3114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7" y="3117"/>
                </a:lnTo>
                <a:lnTo>
                  <a:pt x="2326" y="3117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4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3" y="3118"/>
                </a:lnTo>
                <a:lnTo>
                  <a:pt x="2323" y="3119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7"/>
                </a:lnTo>
                <a:lnTo>
                  <a:pt x="2314" y="3117"/>
                </a:lnTo>
                <a:lnTo>
                  <a:pt x="2314" y="3116"/>
                </a:lnTo>
                <a:lnTo>
                  <a:pt x="2314" y="3117"/>
                </a:lnTo>
                <a:lnTo>
                  <a:pt x="2313" y="3117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9" y="3118"/>
                </a:lnTo>
                <a:lnTo>
                  <a:pt x="2308" y="3118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4" y="3114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5" y="3110"/>
                </a:lnTo>
                <a:lnTo>
                  <a:pt x="2304" y="3110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9" y="3109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2" y="3101"/>
                </a:lnTo>
                <a:lnTo>
                  <a:pt x="2292" y="3100"/>
                </a:lnTo>
                <a:lnTo>
                  <a:pt x="2293" y="3100"/>
                </a:lnTo>
                <a:lnTo>
                  <a:pt x="2293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8"/>
                </a:lnTo>
                <a:lnTo>
                  <a:pt x="2293" y="3097"/>
                </a:lnTo>
                <a:lnTo>
                  <a:pt x="2293" y="3096"/>
                </a:lnTo>
                <a:lnTo>
                  <a:pt x="2294" y="3096"/>
                </a:lnTo>
                <a:lnTo>
                  <a:pt x="2294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4"/>
                </a:lnTo>
                <a:lnTo>
                  <a:pt x="2288" y="3094"/>
                </a:lnTo>
                <a:lnTo>
                  <a:pt x="2288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90" y="3092"/>
                </a:lnTo>
                <a:lnTo>
                  <a:pt x="2290" y="3091"/>
                </a:lnTo>
                <a:lnTo>
                  <a:pt x="2291" y="3091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1" y="3088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5"/>
                </a:lnTo>
                <a:lnTo>
                  <a:pt x="2292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5" y="3079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1" y="3072"/>
                </a:lnTo>
                <a:lnTo>
                  <a:pt x="2282" y="3072"/>
                </a:lnTo>
                <a:lnTo>
                  <a:pt x="2282" y="3071"/>
                </a:lnTo>
                <a:lnTo>
                  <a:pt x="2283" y="3071"/>
                </a:lnTo>
                <a:lnTo>
                  <a:pt x="2283" y="3070"/>
                </a:lnTo>
                <a:lnTo>
                  <a:pt x="2284" y="3070"/>
                </a:lnTo>
                <a:lnTo>
                  <a:pt x="2284" y="3069"/>
                </a:lnTo>
                <a:lnTo>
                  <a:pt x="2285" y="3069"/>
                </a:lnTo>
                <a:lnTo>
                  <a:pt x="2285" y="3068"/>
                </a:lnTo>
                <a:lnTo>
                  <a:pt x="2286" y="3068"/>
                </a:lnTo>
                <a:lnTo>
                  <a:pt x="2287" y="3068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8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4" y="3059"/>
                </a:lnTo>
                <a:lnTo>
                  <a:pt x="2284" y="3057"/>
                </a:lnTo>
                <a:lnTo>
                  <a:pt x="2284" y="3056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4" y="3053"/>
                </a:lnTo>
                <a:lnTo>
                  <a:pt x="2283" y="3052"/>
                </a:lnTo>
                <a:lnTo>
                  <a:pt x="2283" y="3051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8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6" y="3047"/>
                </a:lnTo>
                <a:lnTo>
                  <a:pt x="2275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4" y="3047"/>
                </a:lnTo>
                <a:lnTo>
                  <a:pt x="2274" y="3046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69" y="3045"/>
                </a:lnTo>
                <a:lnTo>
                  <a:pt x="2270" y="3044"/>
                </a:lnTo>
                <a:lnTo>
                  <a:pt x="2271" y="3044"/>
                </a:lnTo>
                <a:lnTo>
                  <a:pt x="2272" y="3044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2" y="3040"/>
                </a:lnTo>
                <a:lnTo>
                  <a:pt x="2272" y="3039"/>
                </a:lnTo>
                <a:lnTo>
                  <a:pt x="2272" y="3038"/>
                </a:lnTo>
                <a:lnTo>
                  <a:pt x="2271" y="3038"/>
                </a:lnTo>
                <a:lnTo>
                  <a:pt x="2271" y="3037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0" y="3028"/>
                </a:lnTo>
                <a:lnTo>
                  <a:pt x="2271" y="3028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6" y="3028"/>
                </a:lnTo>
                <a:lnTo>
                  <a:pt x="2276" y="3027"/>
                </a:lnTo>
                <a:lnTo>
                  <a:pt x="2277" y="3027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9" y="3023"/>
                </a:lnTo>
                <a:lnTo>
                  <a:pt x="2278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2" y="3022"/>
                </a:lnTo>
                <a:lnTo>
                  <a:pt x="2281" y="3022"/>
                </a:lnTo>
                <a:lnTo>
                  <a:pt x="2282" y="3022"/>
                </a:lnTo>
                <a:lnTo>
                  <a:pt x="2282" y="3021"/>
                </a:lnTo>
                <a:lnTo>
                  <a:pt x="2283" y="3021"/>
                </a:lnTo>
                <a:lnTo>
                  <a:pt x="2283" y="3020"/>
                </a:lnTo>
                <a:lnTo>
                  <a:pt x="2284" y="3020"/>
                </a:lnTo>
                <a:lnTo>
                  <a:pt x="2285" y="3020"/>
                </a:lnTo>
                <a:lnTo>
                  <a:pt x="2285" y="3019"/>
                </a:lnTo>
                <a:lnTo>
                  <a:pt x="2286" y="3019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8" y="3016"/>
                </a:lnTo>
                <a:lnTo>
                  <a:pt x="2289" y="3016"/>
                </a:lnTo>
                <a:lnTo>
                  <a:pt x="2289" y="3015"/>
                </a:lnTo>
                <a:lnTo>
                  <a:pt x="2290" y="3015"/>
                </a:lnTo>
                <a:lnTo>
                  <a:pt x="2290" y="3014"/>
                </a:lnTo>
                <a:lnTo>
                  <a:pt x="2290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8" y="3010"/>
                </a:lnTo>
                <a:lnTo>
                  <a:pt x="2288" y="3009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11"/>
                </a:lnTo>
                <a:lnTo>
                  <a:pt x="2286" y="3011"/>
                </a:lnTo>
                <a:lnTo>
                  <a:pt x="2286" y="3012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2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3" y="3013"/>
                </a:lnTo>
                <a:lnTo>
                  <a:pt x="2272" y="3013"/>
                </a:lnTo>
                <a:lnTo>
                  <a:pt x="2272" y="3014"/>
                </a:lnTo>
                <a:lnTo>
                  <a:pt x="2271" y="3014"/>
                </a:lnTo>
                <a:lnTo>
                  <a:pt x="2271" y="3015"/>
                </a:lnTo>
                <a:lnTo>
                  <a:pt x="2270" y="3015"/>
                </a:lnTo>
                <a:lnTo>
                  <a:pt x="2269" y="3015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6" y="3015"/>
                </a:lnTo>
                <a:lnTo>
                  <a:pt x="2265" y="3015"/>
                </a:lnTo>
                <a:lnTo>
                  <a:pt x="2265" y="3016"/>
                </a:lnTo>
                <a:lnTo>
                  <a:pt x="2264" y="3016"/>
                </a:lnTo>
                <a:lnTo>
                  <a:pt x="2263" y="3016"/>
                </a:lnTo>
                <a:lnTo>
                  <a:pt x="2263" y="3017"/>
                </a:lnTo>
                <a:lnTo>
                  <a:pt x="2262" y="3017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4" y="3012"/>
                </a:lnTo>
                <a:lnTo>
                  <a:pt x="2253" y="3012"/>
                </a:lnTo>
                <a:lnTo>
                  <a:pt x="2253" y="3013"/>
                </a:lnTo>
                <a:lnTo>
                  <a:pt x="2252" y="3013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8" y="3013"/>
                </a:lnTo>
                <a:lnTo>
                  <a:pt x="2248" y="3012"/>
                </a:lnTo>
                <a:lnTo>
                  <a:pt x="2248" y="3013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2" y="3014"/>
                </a:lnTo>
                <a:lnTo>
                  <a:pt x="2241" y="3014"/>
                </a:lnTo>
                <a:lnTo>
                  <a:pt x="2241" y="3015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4"/>
                </a:lnTo>
                <a:lnTo>
                  <a:pt x="2227" y="3014"/>
                </a:lnTo>
                <a:lnTo>
                  <a:pt x="2227" y="3015"/>
                </a:lnTo>
                <a:lnTo>
                  <a:pt x="2226" y="3015"/>
                </a:lnTo>
                <a:lnTo>
                  <a:pt x="2225" y="3015"/>
                </a:lnTo>
                <a:lnTo>
                  <a:pt x="2225" y="3014"/>
                </a:lnTo>
                <a:lnTo>
                  <a:pt x="2224" y="3014"/>
                </a:lnTo>
                <a:lnTo>
                  <a:pt x="2224" y="3015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1" y="3016"/>
                </a:lnTo>
                <a:lnTo>
                  <a:pt x="2220" y="3016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7" y="3016"/>
                </a:lnTo>
                <a:lnTo>
                  <a:pt x="2217" y="3017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4" y="3018"/>
                </a:lnTo>
                <a:lnTo>
                  <a:pt x="2213" y="3018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1" y="3018"/>
                </a:lnTo>
                <a:lnTo>
                  <a:pt x="2211" y="3019"/>
                </a:lnTo>
                <a:lnTo>
                  <a:pt x="2210" y="3019"/>
                </a:lnTo>
                <a:lnTo>
                  <a:pt x="2210" y="3020"/>
                </a:lnTo>
                <a:lnTo>
                  <a:pt x="2209" y="3020"/>
                </a:lnTo>
                <a:lnTo>
                  <a:pt x="2208" y="3020"/>
                </a:lnTo>
                <a:lnTo>
                  <a:pt x="2208" y="3021"/>
                </a:lnTo>
                <a:lnTo>
                  <a:pt x="2207" y="3021"/>
                </a:lnTo>
                <a:lnTo>
                  <a:pt x="2208" y="3021"/>
                </a:lnTo>
                <a:lnTo>
                  <a:pt x="2208" y="3022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5" y="3023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200" y="3024"/>
                </a:lnTo>
                <a:lnTo>
                  <a:pt x="2199" y="3024"/>
                </a:lnTo>
                <a:lnTo>
                  <a:pt x="2199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200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3" y="3029"/>
                </a:lnTo>
                <a:lnTo>
                  <a:pt x="2193" y="3030"/>
                </a:lnTo>
                <a:lnTo>
                  <a:pt x="2192" y="3030"/>
                </a:lnTo>
                <a:lnTo>
                  <a:pt x="2192" y="3031"/>
                </a:lnTo>
                <a:lnTo>
                  <a:pt x="2192" y="3030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31"/>
                </a:lnTo>
                <a:lnTo>
                  <a:pt x="2189" y="3031"/>
                </a:lnTo>
                <a:lnTo>
                  <a:pt x="2189" y="3032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7" y="3034"/>
                </a:lnTo>
                <a:lnTo>
                  <a:pt x="2188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6" y="3035"/>
                </a:lnTo>
                <a:lnTo>
                  <a:pt x="2185" y="3035"/>
                </a:lnTo>
                <a:lnTo>
                  <a:pt x="2185" y="3036"/>
                </a:lnTo>
                <a:lnTo>
                  <a:pt x="2184" y="3036"/>
                </a:lnTo>
                <a:lnTo>
                  <a:pt x="2184" y="3037"/>
                </a:lnTo>
                <a:lnTo>
                  <a:pt x="2183" y="3037"/>
                </a:lnTo>
                <a:lnTo>
                  <a:pt x="2184" y="3037"/>
                </a:lnTo>
                <a:lnTo>
                  <a:pt x="2183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3" y="3038"/>
                </a:lnTo>
                <a:lnTo>
                  <a:pt x="2183" y="3039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79" y="3039"/>
                </a:lnTo>
                <a:lnTo>
                  <a:pt x="2179" y="3040"/>
                </a:lnTo>
                <a:lnTo>
                  <a:pt x="2178" y="3040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41"/>
                </a:lnTo>
                <a:lnTo>
                  <a:pt x="2177" y="3040"/>
                </a:lnTo>
                <a:lnTo>
                  <a:pt x="2176" y="3040"/>
                </a:lnTo>
                <a:lnTo>
                  <a:pt x="2177" y="3040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7" y="3031"/>
                </a:lnTo>
                <a:lnTo>
                  <a:pt x="2167" y="3030"/>
                </a:lnTo>
                <a:lnTo>
                  <a:pt x="2168" y="3030"/>
                </a:lnTo>
                <a:lnTo>
                  <a:pt x="2168" y="3029"/>
                </a:lnTo>
                <a:lnTo>
                  <a:pt x="2169" y="3029"/>
                </a:lnTo>
                <a:lnTo>
                  <a:pt x="2170" y="3029"/>
                </a:lnTo>
                <a:lnTo>
                  <a:pt x="2170" y="3028"/>
                </a:lnTo>
                <a:lnTo>
                  <a:pt x="2170" y="3027"/>
                </a:lnTo>
                <a:lnTo>
                  <a:pt x="2171" y="3027"/>
                </a:lnTo>
                <a:lnTo>
                  <a:pt x="2171" y="3026"/>
                </a:lnTo>
                <a:lnTo>
                  <a:pt x="2172" y="3026"/>
                </a:lnTo>
                <a:lnTo>
                  <a:pt x="2173" y="3026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5" y="3023"/>
                </a:lnTo>
                <a:lnTo>
                  <a:pt x="2176" y="3023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8" y="3019"/>
                </a:lnTo>
                <a:lnTo>
                  <a:pt x="2177" y="3019"/>
                </a:lnTo>
                <a:lnTo>
                  <a:pt x="2178" y="3019"/>
                </a:lnTo>
                <a:lnTo>
                  <a:pt x="2178" y="3018"/>
                </a:lnTo>
                <a:lnTo>
                  <a:pt x="2179" y="3018"/>
                </a:lnTo>
                <a:lnTo>
                  <a:pt x="2180" y="3018"/>
                </a:lnTo>
                <a:lnTo>
                  <a:pt x="2180" y="3017"/>
                </a:lnTo>
                <a:lnTo>
                  <a:pt x="2181" y="3016"/>
                </a:lnTo>
                <a:lnTo>
                  <a:pt x="2181" y="3015"/>
                </a:lnTo>
                <a:lnTo>
                  <a:pt x="2182" y="3015"/>
                </a:lnTo>
                <a:lnTo>
                  <a:pt x="2183" y="3015"/>
                </a:lnTo>
                <a:lnTo>
                  <a:pt x="2183" y="3014"/>
                </a:lnTo>
                <a:lnTo>
                  <a:pt x="2184" y="3014"/>
                </a:lnTo>
                <a:lnTo>
                  <a:pt x="2184" y="3013"/>
                </a:lnTo>
                <a:lnTo>
                  <a:pt x="2185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6" y="3010"/>
                </a:lnTo>
                <a:lnTo>
                  <a:pt x="2186" y="3009"/>
                </a:lnTo>
                <a:lnTo>
                  <a:pt x="2185" y="3009"/>
                </a:lnTo>
                <a:lnTo>
                  <a:pt x="2186" y="3009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5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9"/>
                </a:lnTo>
                <a:lnTo>
                  <a:pt x="2188" y="2998"/>
                </a:lnTo>
                <a:lnTo>
                  <a:pt x="2187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90"/>
                </a:lnTo>
                <a:lnTo>
                  <a:pt x="2181" y="2990"/>
                </a:lnTo>
                <a:lnTo>
                  <a:pt x="2182" y="2990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6" y="2980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7" y="2981"/>
                </a:lnTo>
                <a:lnTo>
                  <a:pt x="2166" y="2981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9" y="2975"/>
                </a:lnTo>
                <a:lnTo>
                  <a:pt x="2168" y="2975"/>
                </a:lnTo>
                <a:lnTo>
                  <a:pt x="2169" y="2975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70" y="2968"/>
                </a:lnTo>
                <a:lnTo>
                  <a:pt x="2170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70" y="2966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0"/>
                </a:lnTo>
                <a:lnTo>
                  <a:pt x="2170" y="2959"/>
                </a:lnTo>
                <a:lnTo>
                  <a:pt x="2170" y="2958"/>
                </a:lnTo>
                <a:lnTo>
                  <a:pt x="2171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9" y="2949"/>
                </a:lnTo>
                <a:lnTo>
                  <a:pt x="2169" y="2948"/>
                </a:lnTo>
                <a:lnTo>
                  <a:pt x="2170" y="2948"/>
                </a:lnTo>
                <a:lnTo>
                  <a:pt x="2170" y="2947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6" y="2945"/>
                </a:lnTo>
                <a:lnTo>
                  <a:pt x="2176" y="2944"/>
                </a:lnTo>
                <a:lnTo>
                  <a:pt x="2177" y="2944"/>
                </a:lnTo>
                <a:lnTo>
                  <a:pt x="2178" y="2944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80" y="2941"/>
                </a:lnTo>
                <a:lnTo>
                  <a:pt x="2180" y="2940"/>
                </a:lnTo>
                <a:lnTo>
                  <a:pt x="2181" y="2940"/>
                </a:lnTo>
                <a:lnTo>
                  <a:pt x="2182" y="2940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7" y="2941"/>
                </a:lnTo>
                <a:lnTo>
                  <a:pt x="2188" y="2941"/>
                </a:lnTo>
                <a:lnTo>
                  <a:pt x="2188" y="2940"/>
                </a:lnTo>
                <a:lnTo>
                  <a:pt x="2189" y="2940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1" y="2938"/>
                </a:lnTo>
                <a:lnTo>
                  <a:pt x="2191" y="2937"/>
                </a:lnTo>
                <a:lnTo>
                  <a:pt x="2190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30"/>
                </a:lnTo>
                <a:lnTo>
                  <a:pt x="2185" y="2930"/>
                </a:lnTo>
                <a:lnTo>
                  <a:pt x="2185" y="2929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3"/>
                </a:lnTo>
                <a:lnTo>
                  <a:pt x="2184" y="2923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5"/>
                </a:lnTo>
                <a:lnTo>
                  <a:pt x="2186" y="2915"/>
                </a:lnTo>
                <a:lnTo>
                  <a:pt x="2186" y="2914"/>
                </a:lnTo>
                <a:lnTo>
                  <a:pt x="2186" y="2913"/>
                </a:lnTo>
                <a:lnTo>
                  <a:pt x="2187" y="2913"/>
                </a:lnTo>
                <a:lnTo>
                  <a:pt x="2187" y="2912"/>
                </a:lnTo>
                <a:lnTo>
                  <a:pt x="2188" y="2912"/>
                </a:lnTo>
                <a:lnTo>
                  <a:pt x="2188" y="2911"/>
                </a:lnTo>
                <a:lnTo>
                  <a:pt x="2189" y="2911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90" y="2908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2" y="2903"/>
                </a:lnTo>
                <a:lnTo>
                  <a:pt x="2192" y="2902"/>
                </a:lnTo>
                <a:lnTo>
                  <a:pt x="2191" y="2902"/>
                </a:lnTo>
                <a:lnTo>
                  <a:pt x="2192" y="2902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4" y="2897"/>
                </a:lnTo>
                <a:lnTo>
                  <a:pt x="2194" y="2896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8" y="2896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4" y="2901"/>
                </a:lnTo>
                <a:lnTo>
                  <a:pt x="2204" y="2900"/>
                </a:lnTo>
                <a:lnTo>
                  <a:pt x="2205" y="2900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9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8" y="2897"/>
                </a:lnTo>
                <a:lnTo>
                  <a:pt x="2208" y="2896"/>
                </a:lnTo>
                <a:lnTo>
                  <a:pt x="2208" y="2895"/>
                </a:lnTo>
                <a:lnTo>
                  <a:pt x="2209" y="2895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10" y="2892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4" y="2892"/>
                </a:lnTo>
                <a:lnTo>
                  <a:pt x="2214" y="2891"/>
                </a:lnTo>
                <a:lnTo>
                  <a:pt x="2214" y="2892"/>
                </a:lnTo>
                <a:lnTo>
                  <a:pt x="2214" y="2891"/>
                </a:lnTo>
                <a:lnTo>
                  <a:pt x="2215" y="2891"/>
                </a:lnTo>
                <a:lnTo>
                  <a:pt x="2215" y="2890"/>
                </a:lnTo>
                <a:lnTo>
                  <a:pt x="2215" y="2889"/>
                </a:lnTo>
                <a:lnTo>
                  <a:pt x="2216" y="2889"/>
                </a:lnTo>
                <a:lnTo>
                  <a:pt x="2216" y="2888"/>
                </a:lnTo>
                <a:lnTo>
                  <a:pt x="2216" y="2889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8" y="2887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2" y="2883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80"/>
                </a:lnTo>
                <a:lnTo>
                  <a:pt x="2223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2" y="2878"/>
                </a:lnTo>
                <a:lnTo>
                  <a:pt x="2223" y="2878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1" y="2871"/>
                </a:lnTo>
                <a:lnTo>
                  <a:pt x="2220" y="2871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2" y="2870"/>
                </a:lnTo>
                <a:lnTo>
                  <a:pt x="2222" y="2869"/>
                </a:lnTo>
                <a:lnTo>
                  <a:pt x="2223" y="2869"/>
                </a:lnTo>
                <a:lnTo>
                  <a:pt x="2223" y="2868"/>
                </a:lnTo>
                <a:lnTo>
                  <a:pt x="2223" y="2867"/>
                </a:lnTo>
                <a:lnTo>
                  <a:pt x="2224" y="2867"/>
                </a:lnTo>
                <a:lnTo>
                  <a:pt x="2225" y="2867"/>
                </a:lnTo>
                <a:lnTo>
                  <a:pt x="2225" y="2866"/>
                </a:lnTo>
                <a:lnTo>
                  <a:pt x="2225" y="2865"/>
                </a:lnTo>
                <a:lnTo>
                  <a:pt x="2226" y="2865"/>
                </a:lnTo>
                <a:lnTo>
                  <a:pt x="2226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4" y="2860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8" y="2866"/>
                </a:lnTo>
                <a:lnTo>
                  <a:pt x="2238" y="2865"/>
                </a:lnTo>
                <a:lnTo>
                  <a:pt x="2239" y="2865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3" y="2863"/>
                </a:lnTo>
                <a:lnTo>
                  <a:pt x="2243" y="2862"/>
                </a:lnTo>
                <a:lnTo>
                  <a:pt x="2244" y="2862"/>
                </a:lnTo>
                <a:lnTo>
                  <a:pt x="2245" y="2862"/>
                </a:lnTo>
                <a:lnTo>
                  <a:pt x="2245" y="2861"/>
                </a:lnTo>
                <a:lnTo>
                  <a:pt x="2246" y="2861"/>
                </a:lnTo>
                <a:lnTo>
                  <a:pt x="2246" y="2860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6" y="2857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6" y="2854"/>
                </a:lnTo>
                <a:lnTo>
                  <a:pt x="2247" y="2854"/>
                </a:lnTo>
                <a:lnTo>
                  <a:pt x="2248" y="2854"/>
                </a:lnTo>
                <a:lnTo>
                  <a:pt x="2248" y="2853"/>
                </a:lnTo>
                <a:lnTo>
                  <a:pt x="2249" y="2853"/>
                </a:lnTo>
                <a:lnTo>
                  <a:pt x="2250" y="2853"/>
                </a:lnTo>
                <a:lnTo>
                  <a:pt x="2250" y="2852"/>
                </a:lnTo>
                <a:lnTo>
                  <a:pt x="2251" y="2852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1" y="2850"/>
                </a:lnTo>
                <a:lnTo>
                  <a:pt x="2251" y="2849"/>
                </a:lnTo>
                <a:lnTo>
                  <a:pt x="2250" y="2849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7"/>
                </a:lnTo>
                <a:lnTo>
                  <a:pt x="2251" y="2846"/>
                </a:lnTo>
                <a:lnTo>
                  <a:pt x="2252" y="2846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3" y="2842"/>
                </a:lnTo>
                <a:lnTo>
                  <a:pt x="2253" y="2841"/>
                </a:lnTo>
                <a:lnTo>
                  <a:pt x="2253" y="2840"/>
                </a:lnTo>
                <a:lnTo>
                  <a:pt x="2254" y="2840"/>
                </a:lnTo>
                <a:lnTo>
                  <a:pt x="2255" y="2840"/>
                </a:lnTo>
                <a:lnTo>
                  <a:pt x="2255" y="2839"/>
                </a:lnTo>
                <a:lnTo>
                  <a:pt x="2256" y="2839"/>
                </a:lnTo>
                <a:lnTo>
                  <a:pt x="2256" y="2838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7" y="2841"/>
                </a:lnTo>
                <a:lnTo>
                  <a:pt x="2267" y="2840"/>
                </a:lnTo>
                <a:lnTo>
                  <a:pt x="2267" y="2841"/>
                </a:lnTo>
                <a:lnTo>
                  <a:pt x="2267" y="2840"/>
                </a:lnTo>
                <a:lnTo>
                  <a:pt x="2268" y="2840"/>
                </a:lnTo>
                <a:lnTo>
                  <a:pt x="2268" y="2839"/>
                </a:lnTo>
                <a:lnTo>
                  <a:pt x="2269" y="2839"/>
                </a:lnTo>
                <a:lnTo>
                  <a:pt x="2270" y="2839"/>
                </a:lnTo>
                <a:lnTo>
                  <a:pt x="2270" y="2838"/>
                </a:lnTo>
                <a:lnTo>
                  <a:pt x="2270" y="2837"/>
                </a:lnTo>
                <a:lnTo>
                  <a:pt x="2271" y="2837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3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3" y="2833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7"/>
                </a:lnTo>
                <a:lnTo>
                  <a:pt x="2264" y="2807"/>
                </a:lnTo>
                <a:lnTo>
                  <a:pt x="2264" y="2806"/>
                </a:lnTo>
                <a:lnTo>
                  <a:pt x="2265" y="2806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8"/>
                </a:lnTo>
                <a:lnTo>
                  <a:pt x="2269" y="2809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1" y="2810"/>
                </a:lnTo>
                <a:lnTo>
                  <a:pt x="2271" y="2809"/>
                </a:lnTo>
                <a:lnTo>
                  <a:pt x="2272" y="2809"/>
                </a:lnTo>
                <a:lnTo>
                  <a:pt x="2272" y="2808"/>
                </a:lnTo>
                <a:lnTo>
                  <a:pt x="2273" y="2808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4" y="2804"/>
                </a:lnTo>
                <a:lnTo>
                  <a:pt x="2275" y="2804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3" y="2798"/>
                </a:lnTo>
                <a:lnTo>
                  <a:pt x="2273" y="2797"/>
                </a:lnTo>
                <a:lnTo>
                  <a:pt x="2273" y="2796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1" y="2791"/>
                </a:lnTo>
                <a:lnTo>
                  <a:pt x="2271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2" y="2788"/>
                </a:lnTo>
                <a:lnTo>
                  <a:pt x="2272" y="2787"/>
                </a:lnTo>
                <a:lnTo>
                  <a:pt x="2273" y="2787"/>
                </a:lnTo>
                <a:lnTo>
                  <a:pt x="2273" y="2786"/>
                </a:lnTo>
                <a:lnTo>
                  <a:pt x="2274" y="2786"/>
                </a:lnTo>
                <a:lnTo>
                  <a:pt x="2274" y="2785"/>
                </a:lnTo>
                <a:lnTo>
                  <a:pt x="2275" y="2785"/>
                </a:lnTo>
                <a:lnTo>
                  <a:pt x="2275" y="2784"/>
                </a:lnTo>
                <a:lnTo>
                  <a:pt x="2275" y="2783"/>
                </a:lnTo>
                <a:lnTo>
                  <a:pt x="2274" y="2783"/>
                </a:lnTo>
                <a:lnTo>
                  <a:pt x="2275" y="2782"/>
                </a:lnTo>
                <a:lnTo>
                  <a:pt x="2275" y="2781"/>
                </a:lnTo>
                <a:lnTo>
                  <a:pt x="2276" y="2781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7" y="2771"/>
                </a:lnTo>
                <a:lnTo>
                  <a:pt x="2277" y="2770"/>
                </a:lnTo>
                <a:lnTo>
                  <a:pt x="2277" y="2769"/>
                </a:lnTo>
                <a:lnTo>
                  <a:pt x="2276" y="2769"/>
                </a:lnTo>
                <a:lnTo>
                  <a:pt x="2276" y="2768"/>
                </a:lnTo>
                <a:lnTo>
                  <a:pt x="2277" y="2768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8" y="2762"/>
                </a:lnTo>
                <a:lnTo>
                  <a:pt x="2278" y="2761"/>
                </a:lnTo>
                <a:lnTo>
                  <a:pt x="2279" y="2761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7" y="2753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7" y="2746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8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8"/>
                </a:lnTo>
                <a:lnTo>
                  <a:pt x="2277" y="2727"/>
                </a:lnTo>
                <a:lnTo>
                  <a:pt x="2276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6" y="2721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8"/>
                </a:lnTo>
                <a:lnTo>
                  <a:pt x="2275" y="2717"/>
                </a:lnTo>
                <a:lnTo>
                  <a:pt x="2276" y="2717"/>
                </a:lnTo>
                <a:lnTo>
                  <a:pt x="2277" y="2717"/>
                </a:lnTo>
                <a:lnTo>
                  <a:pt x="2277" y="2716"/>
                </a:lnTo>
                <a:lnTo>
                  <a:pt x="2278" y="2716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3" y="2696"/>
                </a:lnTo>
                <a:lnTo>
                  <a:pt x="2274" y="2696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5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6" y="2686"/>
                </a:lnTo>
                <a:lnTo>
                  <a:pt x="2276" y="2685"/>
                </a:lnTo>
                <a:lnTo>
                  <a:pt x="2275" y="2685"/>
                </a:lnTo>
                <a:lnTo>
                  <a:pt x="2276" y="2685"/>
                </a:lnTo>
                <a:lnTo>
                  <a:pt x="2276" y="2684"/>
                </a:lnTo>
                <a:lnTo>
                  <a:pt x="2275" y="2684"/>
                </a:lnTo>
                <a:lnTo>
                  <a:pt x="2275" y="2683"/>
                </a:lnTo>
                <a:lnTo>
                  <a:pt x="2275" y="2682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2" y="2672"/>
                </a:lnTo>
                <a:lnTo>
                  <a:pt x="2272" y="2671"/>
                </a:lnTo>
                <a:lnTo>
                  <a:pt x="2272" y="2670"/>
                </a:lnTo>
                <a:lnTo>
                  <a:pt x="2271" y="2670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3" y="2661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70" y="2658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9"/>
                </a:lnTo>
                <a:lnTo>
                  <a:pt x="2268" y="2660"/>
                </a:lnTo>
                <a:lnTo>
                  <a:pt x="2267" y="2660"/>
                </a:lnTo>
                <a:lnTo>
                  <a:pt x="2266" y="2660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3" y="2660"/>
                </a:lnTo>
                <a:lnTo>
                  <a:pt x="2262" y="2660"/>
                </a:lnTo>
                <a:lnTo>
                  <a:pt x="2261" y="2660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2" y="2658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0" y="2655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3"/>
                </a:lnTo>
                <a:lnTo>
                  <a:pt x="2257" y="2653"/>
                </a:lnTo>
                <a:lnTo>
                  <a:pt x="2257" y="2654"/>
                </a:lnTo>
                <a:lnTo>
                  <a:pt x="2257" y="2655"/>
                </a:lnTo>
                <a:lnTo>
                  <a:pt x="2256" y="2655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8" y="2662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5" y="2664"/>
                </a:lnTo>
                <a:lnTo>
                  <a:pt x="2244" y="2664"/>
                </a:lnTo>
                <a:lnTo>
                  <a:pt x="2245" y="2664"/>
                </a:lnTo>
                <a:lnTo>
                  <a:pt x="2245" y="2665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6" y="2661"/>
                </a:lnTo>
                <a:lnTo>
                  <a:pt x="2237" y="2661"/>
                </a:lnTo>
                <a:lnTo>
                  <a:pt x="2237" y="2660"/>
                </a:lnTo>
                <a:lnTo>
                  <a:pt x="2237" y="2659"/>
                </a:lnTo>
                <a:lnTo>
                  <a:pt x="2237" y="2658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30" y="2644"/>
                </a:lnTo>
                <a:lnTo>
                  <a:pt x="2230" y="2643"/>
                </a:lnTo>
                <a:lnTo>
                  <a:pt x="2231" y="2643"/>
                </a:lnTo>
                <a:lnTo>
                  <a:pt x="2231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8" y="2635"/>
                </a:lnTo>
                <a:lnTo>
                  <a:pt x="2227" y="2635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5" y="2631"/>
                </a:lnTo>
                <a:lnTo>
                  <a:pt x="2225" y="2630"/>
                </a:lnTo>
                <a:lnTo>
                  <a:pt x="2225" y="2629"/>
                </a:lnTo>
                <a:lnTo>
                  <a:pt x="2226" y="2629"/>
                </a:lnTo>
                <a:lnTo>
                  <a:pt x="2227" y="2629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1" y="2616"/>
                </a:lnTo>
                <a:lnTo>
                  <a:pt x="2222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1" y="2612"/>
                </a:lnTo>
                <a:lnTo>
                  <a:pt x="2222" y="2611"/>
                </a:lnTo>
                <a:lnTo>
                  <a:pt x="2222" y="2610"/>
                </a:lnTo>
                <a:lnTo>
                  <a:pt x="2223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2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7" y="2597"/>
                </a:lnTo>
                <a:lnTo>
                  <a:pt x="2217" y="2596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4" y="2596"/>
                </a:lnTo>
                <a:lnTo>
                  <a:pt x="2213" y="2597"/>
                </a:lnTo>
                <a:lnTo>
                  <a:pt x="2212" y="2597"/>
                </a:lnTo>
                <a:lnTo>
                  <a:pt x="2211" y="2596"/>
                </a:lnTo>
                <a:lnTo>
                  <a:pt x="2210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1" y="2591"/>
                </a:lnTo>
                <a:lnTo>
                  <a:pt x="2211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5"/>
                </a:lnTo>
                <a:lnTo>
                  <a:pt x="2205" y="2584"/>
                </a:lnTo>
                <a:lnTo>
                  <a:pt x="2206" y="2584"/>
                </a:lnTo>
                <a:lnTo>
                  <a:pt x="2205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80"/>
                </a:lnTo>
                <a:lnTo>
                  <a:pt x="2195" y="2580"/>
                </a:lnTo>
                <a:lnTo>
                  <a:pt x="2195" y="2581"/>
                </a:lnTo>
                <a:lnTo>
                  <a:pt x="2195" y="2582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7"/>
                </a:lnTo>
                <a:lnTo>
                  <a:pt x="2186" y="2576"/>
                </a:lnTo>
                <a:lnTo>
                  <a:pt x="2185" y="2575"/>
                </a:lnTo>
                <a:lnTo>
                  <a:pt x="2186" y="2575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8"/>
                </a:lnTo>
                <a:lnTo>
                  <a:pt x="2184" y="2567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79" y="2563"/>
                </a:lnTo>
                <a:lnTo>
                  <a:pt x="2179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6" y="2562"/>
                </a:lnTo>
                <a:lnTo>
                  <a:pt x="2175" y="2563"/>
                </a:lnTo>
                <a:lnTo>
                  <a:pt x="2174" y="2563"/>
                </a:lnTo>
                <a:lnTo>
                  <a:pt x="2173" y="2563"/>
                </a:lnTo>
                <a:lnTo>
                  <a:pt x="2173" y="2562"/>
                </a:lnTo>
                <a:lnTo>
                  <a:pt x="2172" y="2561"/>
                </a:lnTo>
                <a:lnTo>
                  <a:pt x="2171" y="2560"/>
                </a:lnTo>
                <a:lnTo>
                  <a:pt x="2170" y="2561"/>
                </a:lnTo>
                <a:lnTo>
                  <a:pt x="2169" y="2562"/>
                </a:lnTo>
                <a:lnTo>
                  <a:pt x="2168" y="2562"/>
                </a:lnTo>
                <a:lnTo>
                  <a:pt x="2168" y="2563"/>
                </a:lnTo>
                <a:lnTo>
                  <a:pt x="2167" y="2563"/>
                </a:lnTo>
                <a:lnTo>
                  <a:pt x="2167" y="2564"/>
                </a:lnTo>
                <a:lnTo>
                  <a:pt x="2166" y="2564"/>
                </a:lnTo>
                <a:lnTo>
                  <a:pt x="2166" y="2565"/>
                </a:lnTo>
                <a:lnTo>
                  <a:pt x="2165" y="2565"/>
                </a:lnTo>
                <a:lnTo>
                  <a:pt x="2164" y="2566"/>
                </a:lnTo>
                <a:lnTo>
                  <a:pt x="2164" y="2567"/>
                </a:lnTo>
                <a:lnTo>
                  <a:pt x="2165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6" y="2570"/>
                </a:lnTo>
                <a:lnTo>
                  <a:pt x="2166" y="2571"/>
                </a:lnTo>
                <a:lnTo>
                  <a:pt x="2165" y="2571"/>
                </a:lnTo>
                <a:lnTo>
                  <a:pt x="2165" y="2572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6" y="2582"/>
                </a:lnTo>
                <a:lnTo>
                  <a:pt x="2166" y="2583"/>
                </a:lnTo>
                <a:lnTo>
                  <a:pt x="2165" y="2583"/>
                </a:lnTo>
                <a:lnTo>
                  <a:pt x="2165" y="2584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2" y="2587"/>
                </a:lnTo>
                <a:lnTo>
                  <a:pt x="2161" y="2588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6" y="2589"/>
                </a:lnTo>
                <a:lnTo>
                  <a:pt x="2156" y="2590"/>
                </a:lnTo>
                <a:lnTo>
                  <a:pt x="2156" y="2591"/>
                </a:lnTo>
                <a:lnTo>
                  <a:pt x="2155" y="2591"/>
                </a:lnTo>
                <a:lnTo>
                  <a:pt x="2154" y="2591"/>
                </a:lnTo>
                <a:lnTo>
                  <a:pt x="2153" y="2592"/>
                </a:lnTo>
                <a:lnTo>
                  <a:pt x="2152" y="2592"/>
                </a:lnTo>
                <a:lnTo>
                  <a:pt x="2151" y="2591"/>
                </a:lnTo>
                <a:lnTo>
                  <a:pt x="2151" y="2592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1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50" y="2605"/>
                </a:lnTo>
                <a:lnTo>
                  <a:pt x="2149" y="2605"/>
                </a:lnTo>
                <a:lnTo>
                  <a:pt x="2148" y="2605"/>
                </a:lnTo>
                <a:lnTo>
                  <a:pt x="2147" y="2606"/>
                </a:lnTo>
                <a:lnTo>
                  <a:pt x="2147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10"/>
                </a:lnTo>
                <a:lnTo>
                  <a:pt x="2152" y="2609"/>
                </a:lnTo>
                <a:lnTo>
                  <a:pt x="2153" y="2609"/>
                </a:lnTo>
                <a:lnTo>
                  <a:pt x="2153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3" y="2613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6" y="2614"/>
                </a:lnTo>
                <a:lnTo>
                  <a:pt x="2156" y="2615"/>
                </a:lnTo>
                <a:lnTo>
                  <a:pt x="2155" y="2615"/>
                </a:lnTo>
                <a:lnTo>
                  <a:pt x="2155" y="2616"/>
                </a:lnTo>
                <a:lnTo>
                  <a:pt x="2154" y="2616"/>
                </a:lnTo>
                <a:lnTo>
                  <a:pt x="2154" y="2617"/>
                </a:lnTo>
                <a:lnTo>
                  <a:pt x="2154" y="2618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4" y="2624"/>
                </a:lnTo>
                <a:lnTo>
                  <a:pt x="2153" y="2625"/>
                </a:lnTo>
                <a:lnTo>
                  <a:pt x="2152" y="2625"/>
                </a:lnTo>
                <a:lnTo>
                  <a:pt x="2152" y="2626"/>
                </a:lnTo>
                <a:lnTo>
                  <a:pt x="2153" y="2626"/>
                </a:lnTo>
                <a:lnTo>
                  <a:pt x="2153" y="2627"/>
                </a:lnTo>
                <a:lnTo>
                  <a:pt x="2154" y="2628"/>
                </a:lnTo>
                <a:lnTo>
                  <a:pt x="2153" y="2628"/>
                </a:lnTo>
                <a:lnTo>
                  <a:pt x="2152" y="2629"/>
                </a:lnTo>
                <a:lnTo>
                  <a:pt x="2151" y="2629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8" y="2627"/>
                </a:lnTo>
                <a:lnTo>
                  <a:pt x="2148" y="2626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4" y="2626"/>
                </a:lnTo>
                <a:lnTo>
                  <a:pt x="2143" y="2626"/>
                </a:lnTo>
                <a:lnTo>
                  <a:pt x="2142" y="2627"/>
                </a:lnTo>
                <a:lnTo>
                  <a:pt x="2141" y="2627"/>
                </a:lnTo>
                <a:lnTo>
                  <a:pt x="2141" y="2628"/>
                </a:lnTo>
                <a:lnTo>
                  <a:pt x="2140" y="2628"/>
                </a:lnTo>
                <a:lnTo>
                  <a:pt x="2140" y="2629"/>
                </a:lnTo>
                <a:lnTo>
                  <a:pt x="2139" y="2630"/>
                </a:lnTo>
                <a:lnTo>
                  <a:pt x="2138" y="2630"/>
                </a:lnTo>
                <a:lnTo>
                  <a:pt x="2137" y="2631"/>
                </a:lnTo>
                <a:lnTo>
                  <a:pt x="2137" y="2632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5" y="2634"/>
                </a:lnTo>
                <a:lnTo>
                  <a:pt x="2134" y="2634"/>
                </a:lnTo>
                <a:lnTo>
                  <a:pt x="2134" y="2635"/>
                </a:lnTo>
                <a:lnTo>
                  <a:pt x="2133" y="2635"/>
                </a:lnTo>
                <a:lnTo>
                  <a:pt x="2133" y="2636"/>
                </a:lnTo>
                <a:lnTo>
                  <a:pt x="2132" y="2636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8"/>
                </a:lnTo>
                <a:lnTo>
                  <a:pt x="2129" y="2638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8" y="2642"/>
                </a:lnTo>
                <a:lnTo>
                  <a:pt x="2127" y="2642"/>
                </a:lnTo>
                <a:lnTo>
                  <a:pt x="2127" y="2643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5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9" y="2636"/>
                </a:lnTo>
                <a:lnTo>
                  <a:pt x="2118" y="2635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7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21"/>
                </a:lnTo>
                <a:lnTo>
                  <a:pt x="2091" y="2621"/>
                </a:lnTo>
                <a:lnTo>
                  <a:pt x="2090" y="2621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6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3" y="2611"/>
                </a:lnTo>
                <a:lnTo>
                  <a:pt x="2082" y="2611"/>
                </a:lnTo>
                <a:lnTo>
                  <a:pt x="2081" y="2611"/>
                </a:lnTo>
                <a:lnTo>
                  <a:pt x="2081" y="2610"/>
                </a:lnTo>
                <a:lnTo>
                  <a:pt x="2080" y="2609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4" y="2609"/>
                </a:lnTo>
                <a:lnTo>
                  <a:pt x="2073" y="2608"/>
                </a:lnTo>
                <a:lnTo>
                  <a:pt x="2073" y="2606"/>
                </a:lnTo>
                <a:lnTo>
                  <a:pt x="2072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2"/>
                </a:lnTo>
                <a:lnTo>
                  <a:pt x="2070" y="2600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6" y="2600"/>
                </a:lnTo>
                <a:lnTo>
                  <a:pt x="2065" y="2600"/>
                </a:lnTo>
                <a:lnTo>
                  <a:pt x="2064" y="2600"/>
                </a:lnTo>
                <a:lnTo>
                  <a:pt x="2064" y="2601"/>
                </a:lnTo>
                <a:lnTo>
                  <a:pt x="2065" y="2602"/>
                </a:lnTo>
                <a:lnTo>
                  <a:pt x="2065" y="2603"/>
                </a:lnTo>
                <a:lnTo>
                  <a:pt x="2064" y="2603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4" y="2594"/>
                </a:lnTo>
                <a:lnTo>
                  <a:pt x="2054" y="2593"/>
                </a:lnTo>
                <a:lnTo>
                  <a:pt x="2053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3"/>
                </a:lnTo>
                <a:lnTo>
                  <a:pt x="2047" y="2593"/>
                </a:lnTo>
                <a:lnTo>
                  <a:pt x="2046" y="2594"/>
                </a:lnTo>
                <a:lnTo>
                  <a:pt x="2044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6"/>
                </a:lnTo>
                <a:lnTo>
                  <a:pt x="2034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9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2" y="2591"/>
                </a:lnTo>
                <a:lnTo>
                  <a:pt x="2020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7"/>
                </a:lnTo>
                <a:lnTo>
                  <a:pt x="2019" y="2587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5"/>
                </a:lnTo>
                <a:lnTo>
                  <a:pt x="2016" y="2586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2" y="2587"/>
                </a:lnTo>
                <a:lnTo>
                  <a:pt x="2011" y="2587"/>
                </a:lnTo>
                <a:lnTo>
                  <a:pt x="2010" y="2587"/>
                </a:lnTo>
                <a:lnTo>
                  <a:pt x="2010" y="2588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7"/>
                </a:lnTo>
                <a:lnTo>
                  <a:pt x="2007" y="2588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9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7" y="2591"/>
                </a:lnTo>
                <a:lnTo>
                  <a:pt x="1996" y="2592"/>
                </a:lnTo>
                <a:lnTo>
                  <a:pt x="1995" y="2592"/>
                </a:lnTo>
                <a:lnTo>
                  <a:pt x="1995" y="2593"/>
                </a:lnTo>
                <a:lnTo>
                  <a:pt x="1994" y="2593"/>
                </a:lnTo>
                <a:lnTo>
                  <a:pt x="1993" y="2594"/>
                </a:lnTo>
                <a:lnTo>
                  <a:pt x="1992" y="2594"/>
                </a:lnTo>
                <a:lnTo>
                  <a:pt x="1991" y="2595"/>
                </a:lnTo>
                <a:lnTo>
                  <a:pt x="1990" y="2595"/>
                </a:lnTo>
                <a:lnTo>
                  <a:pt x="1989" y="2596"/>
                </a:lnTo>
                <a:lnTo>
                  <a:pt x="1988" y="2596"/>
                </a:lnTo>
                <a:lnTo>
                  <a:pt x="1988" y="2597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5" y="2598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9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7" y="2600"/>
                </a:lnTo>
                <a:lnTo>
                  <a:pt x="1976" y="2600"/>
                </a:lnTo>
                <a:lnTo>
                  <a:pt x="1975" y="2601"/>
                </a:lnTo>
                <a:lnTo>
                  <a:pt x="1974" y="2601"/>
                </a:lnTo>
                <a:lnTo>
                  <a:pt x="1974" y="2602"/>
                </a:lnTo>
                <a:lnTo>
                  <a:pt x="1973" y="2602"/>
                </a:lnTo>
                <a:lnTo>
                  <a:pt x="1973" y="2603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2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1" y="2609"/>
                </a:lnTo>
                <a:lnTo>
                  <a:pt x="1970" y="2609"/>
                </a:lnTo>
                <a:lnTo>
                  <a:pt x="1970" y="2610"/>
                </a:lnTo>
                <a:lnTo>
                  <a:pt x="1971" y="2610"/>
                </a:lnTo>
                <a:lnTo>
                  <a:pt x="1970" y="2611"/>
                </a:lnTo>
                <a:lnTo>
                  <a:pt x="1970" y="2612"/>
                </a:lnTo>
                <a:lnTo>
                  <a:pt x="1969" y="2613"/>
                </a:lnTo>
                <a:lnTo>
                  <a:pt x="1968" y="2614"/>
                </a:lnTo>
                <a:lnTo>
                  <a:pt x="1967" y="2614"/>
                </a:lnTo>
                <a:lnTo>
                  <a:pt x="1966" y="2615"/>
                </a:lnTo>
                <a:lnTo>
                  <a:pt x="1966" y="2616"/>
                </a:lnTo>
                <a:lnTo>
                  <a:pt x="1965" y="2616"/>
                </a:lnTo>
                <a:lnTo>
                  <a:pt x="1965" y="2617"/>
                </a:lnTo>
                <a:lnTo>
                  <a:pt x="1965" y="2618"/>
                </a:lnTo>
                <a:lnTo>
                  <a:pt x="1964" y="2618"/>
                </a:lnTo>
                <a:lnTo>
                  <a:pt x="1964" y="2619"/>
                </a:lnTo>
                <a:lnTo>
                  <a:pt x="1963" y="2620"/>
                </a:lnTo>
                <a:lnTo>
                  <a:pt x="1963" y="2621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3"/>
                </a:lnTo>
                <a:lnTo>
                  <a:pt x="1960" y="2624"/>
                </a:lnTo>
                <a:lnTo>
                  <a:pt x="1959" y="2625"/>
                </a:lnTo>
                <a:lnTo>
                  <a:pt x="1958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5" y="2627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1" y="2629"/>
                </a:lnTo>
                <a:lnTo>
                  <a:pt x="1950" y="2629"/>
                </a:lnTo>
                <a:lnTo>
                  <a:pt x="1949" y="2630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2"/>
                </a:lnTo>
                <a:lnTo>
                  <a:pt x="1945" y="2632"/>
                </a:lnTo>
                <a:lnTo>
                  <a:pt x="1944" y="2632"/>
                </a:lnTo>
                <a:lnTo>
                  <a:pt x="1944" y="2633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40" y="2634"/>
                </a:lnTo>
                <a:lnTo>
                  <a:pt x="1939" y="2634"/>
                </a:lnTo>
                <a:lnTo>
                  <a:pt x="1938" y="2634"/>
                </a:lnTo>
                <a:lnTo>
                  <a:pt x="1938" y="2635"/>
                </a:lnTo>
                <a:lnTo>
                  <a:pt x="1937" y="2635"/>
                </a:lnTo>
                <a:lnTo>
                  <a:pt x="1936" y="2636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7"/>
                </a:lnTo>
                <a:lnTo>
                  <a:pt x="1931" y="2638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2" y="2638"/>
                </a:lnTo>
                <a:lnTo>
                  <a:pt x="1921" y="2639"/>
                </a:lnTo>
                <a:lnTo>
                  <a:pt x="1921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7"/>
                </a:lnTo>
                <a:lnTo>
                  <a:pt x="1911" y="2637"/>
                </a:lnTo>
                <a:lnTo>
                  <a:pt x="1910" y="2638"/>
                </a:lnTo>
                <a:lnTo>
                  <a:pt x="1911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40"/>
                </a:lnTo>
                <a:lnTo>
                  <a:pt x="1906" y="2640"/>
                </a:lnTo>
                <a:lnTo>
                  <a:pt x="1905" y="2640"/>
                </a:lnTo>
                <a:lnTo>
                  <a:pt x="1904" y="2641"/>
                </a:lnTo>
                <a:lnTo>
                  <a:pt x="1903" y="2641"/>
                </a:lnTo>
                <a:lnTo>
                  <a:pt x="1903" y="2642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3"/>
                </a:lnTo>
                <a:lnTo>
                  <a:pt x="1899" y="2644"/>
                </a:lnTo>
                <a:lnTo>
                  <a:pt x="1898" y="2644"/>
                </a:lnTo>
                <a:lnTo>
                  <a:pt x="1897" y="2645"/>
                </a:lnTo>
                <a:lnTo>
                  <a:pt x="1896" y="2645"/>
                </a:lnTo>
                <a:lnTo>
                  <a:pt x="1895" y="2645"/>
                </a:lnTo>
                <a:lnTo>
                  <a:pt x="1895" y="2646"/>
                </a:lnTo>
                <a:lnTo>
                  <a:pt x="1893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1" y="2649"/>
                </a:lnTo>
                <a:lnTo>
                  <a:pt x="1890" y="2650"/>
                </a:lnTo>
                <a:lnTo>
                  <a:pt x="1889" y="2650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2"/>
                </a:lnTo>
                <a:lnTo>
                  <a:pt x="1887" y="2653"/>
                </a:lnTo>
                <a:lnTo>
                  <a:pt x="1886" y="2653"/>
                </a:lnTo>
                <a:lnTo>
                  <a:pt x="1886" y="2654"/>
                </a:lnTo>
                <a:lnTo>
                  <a:pt x="1885" y="2654"/>
                </a:lnTo>
                <a:lnTo>
                  <a:pt x="1885" y="2655"/>
                </a:lnTo>
                <a:lnTo>
                  <a:pt x="1884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7"/>
                </a:lnTo>
                <a:lnTo>
                  <a:pt x="1879" y="2657"/>
                </a:lnTo>
                <a:lnTo>
                  <a:pt x="1878" y="2657"/>
                </a:lnTo>
                <a:lnTo>
                  <a:pt x="1878" y="2658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9"/>
                </a:lnTo>
                <a:lnTo>
                  <a:pt x="1874" y="2659"/>
                </a:lnTo>
                <a:lnTo>
                  <a:pt x="1873" y="2660"/>
                </a:lnTo>
                <a:lnTo>
                  <a:pt x="1873" y="2661"/>
                </a:lnTo>
                <a:lnTo>
                  <a:pt x="1872" y="2661"/>
                </a:lnTo>
                <a:lnTo>
                  <a:pt x="1872" y="2662"/>
                </a:lnTo>
                <a:lnTo>
                  <a:pt x="1871" y="2662"/>
                </a:lnTo>
                <a:lnTo>
                  <a:pt x="1871" y="2663"/>
                </a:lnTo>
                <a:lnTo>
                  <a:pt x="1870" y="2663"/>
                </a:lnTo>
                <a:lnTo>
                  <a:pt x="1869" y="2664"/>
                </a:lnTo>
                <a:lnTo>
                  <a:pt x="1868" y="2664"/>
                </a:lnTo>
                <a:lnTo>
                  <a:pt x="1866" y="2666"/>
                </a:lnTo>
                <a:lnTo>
                  <a:pt x="1864" y="2668"/>
                </a:lnTo>
                <a:lnTo>
                  <a:pt x="1863" y="2669"/>
                </a:lnTo>
                <a:lnTo>
                  <a:pt x="1863" y="2670"/>
                </a:lnTo>
                <a:lnTo>
                  <a:pt x="1862" y="2670"/>
                </a:lnTo>
                <a:lnTo>
                  <a:pt x="1861" y="2672"/>
                </a:lnTo>
                <a:lnTo>
                  <a:pt x="1860" y="2672"/>
                </a:lnTo>
                <a:lnTo>
                  <a:pt x="1859" y="2672"/>
                </a:lnTo>
                <a:lnTo>
                  <a:pt x="1859" y="2673"/>
                </a:lnTo>
                <a:lnTo>
                  <a:pt x="1857" y="2675"/>
                </a:lnTo>
                <a:lnTo>
                  <a:pt x="1856" y="2675"/>
                </a:lnTo>
                <a:lnTo>
                  <a:pt x="1856" y="2676"/>
                </a:lnTo>
                <a:lnTo>
                  <a:pt x="1855" y="2676"/>
                </a:lnTo>
                <a:lnTo>
                  <a:pt x="1854" y="2677"/>
                </a:lnTo>
                <a:lnTo>
                  <a:pt x="1854" y="2678"/>
                </a:lnTo>
                <a:lnTo>
                  <a:pt x="1853" y="2679"/>
                </a:lnTo>
                <a:lnTo>
                  <a:pt x="1852" y="2680"/>
                </a:lnTo>
                <a:lnTo>
                  <a:pt x="1851" y="2681"/>
                </a:lnTo>
                <a:lnTo>
                  <a:pt x="1849" y="2683"/>
                </a:lnTo>
                <a:lnTo>
                  <a:pt x="1849" y="2684"/>
                </a:lnTo>
                <a:lnTo>
                  <a:pt x="1848" y="2684"/>
                </a:lnTo>
                <a:lnTo>
                  <a:pt x="1848" y="2685"/>
                </a:lnTo>
                <a:lnTo>
                  <a:pt x="1847" y="2686"/>
                </a:lnTo>
                <a:lnTo>
                  <a:pt x="1847" y="2687"/>
                </a:lnTo>
                <a:lnTo>
                  <a:pt x="1846" y="2687"/>
                </a:lnTo>
                <a:lnTo>
                  <a:pt x="1846" y="2688"/>
                </a:lnTo>
                <a:lnTo>
                  <a:pt x="1845" y="2688"/>
                </a:lnTo>
                <a:lnTo>
                  <a:pt x="1845" y="2689"/>
                </a:lnTo>
                <a:lnTo>
                  <a:pt x="1844" y="2690"/>
                </a:lnTo>
                <a:lnTo>
                  <a:pt x="1843" y="2690"/>
                </a:lnTo>
                <a:lnTo>
                  <a:pt x="1842" y="2692"/>
                </a:lnTo>
                <a:lnTo>
                  <a:pt x="1841" y="2693"/>
                </a:lnTo>
                <a:lnTo>
                  <a:pt x="1840" y="2694"/>
                </a:lnTo>
                <a:lnTo>
                  <a:pt x="1840" y="2695"/>
                </a:lnTo>
                <a:lnTo>
                  <a:pt x="1839" y="2696"/>
                </a:lnTo>
                <a:lnTo>
                  <a:pt x="1838" y="2697"/>
                </a:lnTo>
                <a:lnTo>
                  <a:pt x="1837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1"/>
                </a:lnTo>
                <a:lnTo>
                  <a:pt x="1835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5" y="2705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5" y="2710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3"/>
                </a:lnTo>
                <a:lnTo>
                  <a:pt x="1834" y="2714"/>
                </a:lnTo>
                <a:lnTo>
                  <a:pt x="1833" y="2715"/>
                </a:lnTo>
                <a:lnTo>
                  <a:pt x="1833" y="2716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7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8"/>
                </a:lnTo>
                <a:lnTo>
                  <a:pt x="1823" y="2718"/>
                </a:lnTo>
                <a:lnTo>
                  <a:pt x="1822" y="2718"/>
                </a:lnTo>
                <a:lnTo>
                  <a:pt x="1822" y="2719"/>
                </a:lnTo>
                <a:lnTo>
                  <a:pt x="1821" y="2719"/>
                </a:lnTo>
                <a:lnTo>
                  <a:pt x="1821" y="2720"/>
                </a:lnTo>
                <a:lnTo>
                  <a:pt x="1820" y="2720"/>
                </a:lnTo>
                <a:lnTo>
                  <a:pt x="1819" y="2720"/>
                </a:lnTo>
                <a:lnTo>
                  <a:pt x="1819" y="2721"/>
                </a:lnTo>
                <a:lnTo>
                  <a:pt x="1818" y="2721"/>
                </a:lnTo>
                <a:lnTo>
                  <a:pt x="1817" y="2721"/>
                </a:lnTo>
                <a:lnTo>
                  <a:pt x="1817" y="2722"/>
                </a:lnTo>
                <a:lnTo>
                  <a:pt x="1816" y="2722"/>
                </a:lnTo>
                <a:lnTo>
                  <a:pt x="1815" y="2723"/>
                </a:lnTo>
                <a:lnTo>
                  <a:pt x="1814" y="2723"/>
                </a:lnTo>
                <a:lnTo>
                  <a:pt x="1813" y="2723"/>
                </a:lnTo>
                <a:lnTo>
                  <a:pt x="1813" y="2724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8" y="2725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1" y="2725"/>
                </a:lnTo>
                <a:lnTo>
                  <a:pt x="1801" y="2726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0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8" y="2728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2" y="2729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6" y="2730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7"/>
                </a:lnTo>
                <a:lnTo>
                  <a:pt x="1755" y="2727"/>
                </a:lnTo>
                <a:lnTo>
                  <a:pt x="1753" y="2727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7" y="2726"/>
                </a:lnTo>
                <a:lnTo>
                  <a:pt x="1746" y="2726"/>
                </a:lnTo>
                <a:lnTo>
                  <a:pt x="1746" y="2727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8"/>
                </a:lnTo>
                <a:lnTo>
                  <a:pt x="1742" y="2728"/>
                </a:lnTo>
                <a:lnTo>
                  <a:pt x="1741" y="2728"/>
                </a:lnTo>
                <a:lnTo>
                  <a:pt x="1741" y="2729"/>
                </a:lnTo>
                <a:lnTo>
                  <a:pt x="1740" y="2729"/>
                </a:lnTo>
                <a:lnTo>
                  <a:pt x="1739" y="2729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20" y="2724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4" y="2726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1" y="2727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2" y="2729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30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3" y="2731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9" y="2732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6" y="2733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77" y="2733"/>
                </a:lnTo>
                <a:lnTo>
                  <a:pt x="1676" y="2733"/>
                </a:lnTo>
                <a:lnTo>
                  <a:pt x="1676" y="2732"/>
                </a:lnTo>
                <a:lnTo>
                  <a:pt x="1677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7"/>
                </a:lnTo>
                <a:lnTo>
                  <a:pt x="1679" y="2726"/>
                </a:lnTo>
                <a:lnTo>
                  <a:pt x="1679" y="2724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7" y="2717"/>
                </a:lnTo>
                <a:lnTo>
                  <a:pt x="1676" y="2717"/>
                </a:lnTo>
                <a:lnTo>
                  <a:pt x="1675" y="2716"/>
                </a:lnTo>
                <a:lnTo>
                  <a:pt x="1675" y="2715"/>
                </a:lnTo>
                <a:lnTo>
                  <a:pt x="1676" y="2715"/>
                </a:lnTo>
                <a:lnTo>
                  <a:pt x="1676" y="2714"/>
                </a:lnTo>
                <a:lnTo>
                  <a:pt x="1675" y="2714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2" y="2713"/>
                </a:lnTo>
                <a:lnTo>
                  <a:pt x="1672" y="2712"/>
                </a:lnTo>
                <a:lnTo>
                  <a:pt x="1672" y="2711"/>
                </a:lnTo>
                <a:lnTo>
                  <a:pt x="1671" y="2711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0" y="2707"/>
                </a:lnTo>
                <a:lnTo>
                  <a:pt x="1671" y="2706"/>
                </a:lnTo>
                <a:lnTo>
                  <a:pt x="1671" y="2705"/>
                </a:lnTo>
                <a:lnTo>
                  <a:pt x="1672" y="2705"/>
                </a:lnTo>
                <a:lnTo>
                  <a:pt x="1672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2" y="2700"/>
                </a:lnTo>
                <a:lnTo>
                  <a:pt x="1673" y="2699"/>
                </a:lnTo>
                <a:lnTo>
                  <a:pt x="1674" y="2699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3" y="2691"/>
                </a:lnTo>
                <a:lnTo>
                  <a:pt x="1674" y="2691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9" y="2691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1"/>
                </a:lnTo>
                <a:lnTo>
                  <a:pt x="1675" y="2681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69" y="2669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71"/>
                </a:lnTo>
                <a:lnTo>
                  <a:pt x="1667" y="2671"/>
                </a:lnTo>
                <a:lnTo>
                  <a:pt x="1666" y="2672"/>
                </a:lnTo>
                <a:lnTo>
                  <a:pt x="1665" y="2673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2"/>
                </a:lnTo>
                <a:lnTo>
                  <a:pt x="1659" y="2672"/>
                </a:lnTo>
                <a:lnTo>
                  <a:pt x="1659" y="2673"/>
                </a:lnTo>
                <a:lnTo>
                  <a:pt x="1658" y="2673"/>
                </a:lnTo>
                <a:lnTo>
                  <a:pt x="1657" y="2674"/>
                </a:lnTo>
                <a:lnTo>
                  <a:pt x="1656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5"/>
                </a:lnTo>
                <a:lnTo>
                  <a:pt x="1652" y="2676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7" y="2675"/>
                </a:lnTo>
                <a:lnTo>
                  <a:pt x="1648" y="2675"/>
                </a:lnTo>
                <a:lnTo>
                  <a:pt x="1650" y="2674"/>
                </a:lnTo>
                <a:lnTo>
                  <a:pt x="1649" y="2673"/>
                </a:lnTo>
                <a:lnTo>
                  <a:pt x="1647" y="2672"/>
                </a:lnTo>
                <a:lnTo>
                  <a:pt x="1646" y="2671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70"/>
                </a:lnTo>
                <a:lnTo>
                  <a:pt x="1641" y="2670"/>
                </a:lnTo>
                <a:lnTo>
                  <a:pt x="1640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6"/>
                </a:lnTo>
                <a:lnTo>
                  <a:pt x="1635" y="2666"/>
                </a:lnTo>
                <a:lnTo>
                  <a:pt x="1634" y="2666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3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30" y="2658"/>
                </a:lnTo>
                <a:lnTo>
                  <a:pt x="1630" y="2657"/>
                </a:lnTo>
                <a:lnTo>
                  <a:pt x="1631" y="2657"/>
                </a:lnTo>
                <a:lnTo>
                  <a:pt x="1631" y="2656"/>
                </a:lnTo>
                <a:lnTo>
                  <a:pt x="1630" y="2656"/>
                </a:lnTo>
                <a:lnTo>
                  <a:pt x="1630" y="2655"/>
                </a:lnTo>
                <a:lnTo>
                  <a:pt x="1629" y="2655"/>
                </a:lnTo>
                <a:lnTo>
                  <a:pt x="1629" y="2654"/>
                </a:lnTo>
                <a:lnTo>
                  <a:pt x="1629" y="2653"/>
                </a:lnTo>
                <a:lnTo>
                  <a:pt x="1630" y="2652"/>
                </a:lnTo>
                <a:lnTo>
                  <a:pt x="1630" y="2651"/>
                </a:lnTo>
                <a:lnTo>
                  <a:pt x="1631" y="2651"/>
                </a:lnTo>
                <a:lnTo>
                  <a:pt x="1631" y="2650"/>
                </a:lnTo>
                <a:lnTo>
                  <a:pt x="1632" y="2650"/>
                </a:lnTo>
                <a:lnTo>
                  <a:pt x="1632" y="2649"/>
                </a:lnTo>
                <a:lnTo>
                  <a:pt x="1633" y="2649"/>
                </a:lnTo>
                <a:lnTo>
                  <a:pt x="1633" y="2648"/>
                </a:lnTo>
                <a:lnTo>
                  <a:pt x="1634" y="2648"/>
                </a:lnTo>
                <a:lnTo>
                  <a:pt x="1634" y="2647"/>
                </a:lnTo>
                <a:lnTo>
                  <a:pt x="1635" y="2647"/>
                </a:lnTo>
                <a:lnTo>
                  <a:pt x="1635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5" y="2645"/>
                </a:lnTo>
                <a:lnTo>
                  <a:pt x="1635" y="2644"/>
                </a:lnTo>
                <a:lnTo>
                  <a:pt x="1636" y="2643"/>
                </a:lnTo>
                <a:lnTo>
                  <a:pt x="1635" y="2642"/>
                </a:lnTo>
                <a:lnTo>
                  <a:pt x="1636" y="2642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5" y="2638"/>
                </a:lnTo>
                <a:lnTo>
                  <a:pt x="1636" y="2638"/>
                </a:lnTo>
                <a:lnTo>
                  <a:pt x="1635" y="2638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5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8" y="2632"/>
                </a:lnTo>
                <a:lnTo>
                  <a:pt x="1628" y="2631"/>
                </a:lnTo>
                <a:lnTo>
                  <a:pt x="1629" y="2631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31"/>
                </a:lnTo>
                <a:lnTo>
                  <a:pt x="1632" y="2631"/>
                </a:lnTo>
                <a:lnTo>
                  <a:pt x="1632" y="2630"/>
                </a:lnTo>
                <a:lnTo>
                  <a:pt x="1633" y="2630"/>
                </a:lnTo>
                <a:lnTo>
                  <a:pt x="1634" y="2630"/>
                </a:lnTo>
                <a:lnTo>
                  <a:pt x="1634" y="2629"/>
                </a:lnTo>
                <a:lnTo>
                  <a:pt x="1634" y="2628"/>
                </a:lnTo>
                <a:lnTo>
                  <a:pt x="1633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20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6"/>
                </a:lnTo>
                <a:lnTo>
                  <a:pt x="1617" y="2616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09" y="2611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8" y="2610"/>
                </a:lnTo>
                <a:lnTo>
                  <a:pt x="1607" y="2610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6" y="2613"/>
                </a:lnTo>
                <a:lnTo>
                  <a:pt x="1605" y="2613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3" y="2617"/>
                </a:lnTo>
                <a:lnTo>
                  <a:pt x="1602" y="2617"/>
                </a:lnTo>
                <a:lnTo>
                  <a:pt x="1602" y="2618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9"/>
                </a:lnTo>
                <a:lnTo>
                  <a:pt x="1600" y="2619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8"/>
                </a:lnTo>
                <a:lnTo>
                  <a:pt x="1596" y="2618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9"/>
                </a:lnTo>
                <a:lnTo>
                  <a:pt x="1592" y="2619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3" y="2622"/>
                </a:lnTo>
                <a:lnTo>
                  <a:pt x="1592" y="2623"/>
                </a:lnTo>
                <a:lnTo>
                  <a:pt x="1591" y="2623"/>
                </a:lnTo>
                <a:lnTo>
                  <a:pt x="1590" y="2624"/>
                </a:lnTo>
                <a:lnTo>
                  <a:pt x="1590" y="2625"/>
                </a:lnTo>
                <a:lnTo>
                  <a:pt x="1589" y="2625"/>
                </a:lnTo>
                <a:lnTo>
                  <a:pt x="1589" y="2626"/>
                </a:lnTo>
                <a:lnTo>
                  <a:pt x="1588" y="2626"/>
                </a:lnTo>
                <a:lnTo>
                  <a:pt x="1587" y="2626"/>
                </a:lnTo>
                <a:lnTo>
                  <a:pt x="1587" y="2627"/>
                </a:lnTo>
                <a:lnTo>
                  <a:pt x="1586" y="2627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5" y="2630"/>
                </a:lnTo>
                <a:lnTo>
                  <a:pt x="1584" y="2630"/>
                </a:lnTo>
                <a:lnTo>
                  <a:pt x="1584" y="2631"/>
                </a:lnTo>
                <a:lnTo>
                  <a:pt x="1583" y="2631"/>
                </a:lnTo>
                <a:lnTo>
                  <a:pt x="1582" y="2631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8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1" y="2616"/>
                </a:lnTo>
                <a:lnTo>
                  <a:pt x="1561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2"/>
                </a:lnTo>
                <a:lnTo>
                  <a:pt x="1558" y="2612"/>
                </a:lnTo>
                <a:lnTo>
                  <a:pt x="1558" y="2611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1" y="2609"/>
                </a:lnTo>
                <a:lnTo>
                  <a:pt x="1551" y="2608"/>
                </a:lnTo>
                <a:lnTo>
                  <a:pt x="1550" y="2608"/>
                </a:lnTo>
                <a:lnTo>
                  <a:pt x="1549" y="2608"/>
                </a:lnTo>
                <a:lnTo>
                  <a:pt x="1550" y="2608"/>
                </a:lnTo>
                <a:lnTo>
                  <a:pt x="1550" y="2609"/>
                </a:lnTo>
                <a:lnTo>
                  <a:pt x="1549" y="2609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7" y="2611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3"/>
                </a:lnTo>
                <a:lnTo>
                  <a:pt x="1541" y="2613"/>
                </a:lnTo>
                <a:lnTo>
                  <a:pt x="1541" y="2614"/>
                </a:lnTo>
                <a:lnTo>
                  <a:pt x="1540" y="2614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10"/>
                </a:lnTo>
                <a:lnTo>
                  <a:pt x="1532" y="2610"/>
                </a:lnTo>
                <a:lnTo>
                  <a:pt x="1532" y="2611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4" y="2600"/>
                </a:lnTo>
                <a:lnTo>
                  <a:pt x="1513" y="2600"/>
                </a:lnTo>
                <a:lnTo>
                  <a:pt x="1513" y="2601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9" y="2599"/>
                </a:lnTo>
                <a:lnTo>
                  <a:pt x="1498" y="2599"/>
                </a:lnTo>
                <a:lnTo>
                  <a:pt x="1498" y="2600"/>
                </a:lnTo>
                <a:lnTo>
                  <a:pt x="1498" y="2601"/>
                </a:lnTo>
                <a:lnTo>
                  <a:pt x="1497" y="2601"/>
                </a:lnTo>
                <a:lnTo>
                  <a:pt x="1497" y="2602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3" y="2601"/>
                </a:lnTo>
                <a:lnTo>
                  <a:pt x="1492" y="2601"/>
                </a:lnTo>
                <a:lnTo>
                  <a:pt x="1492" y="2602"/>
                </a:lnTo>
                <a:lnTo>
                  <a:pt x="1491" y="2602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7"/>
                </a:lnTo>
                <a:lnTo>
                  <a:pt x="1484" y="2597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7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80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5" y="2593"/>
                </a:lnTo>
                <a:lnTo>
                  <a:pt x="1474" y="2593"/>
                </a:lnTo>
                <a:lnTo>
                  <a:pt x="1473" y="2593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2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2"/>
                </a:lnTo>
                <a:lnTo>
                  <a:pt x="1469" y="2593"/>
                </a:lnTo>
                <a:lnTo>
                  <a:pt x="1468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9" y="2595"/>
                </a:lnTo>
                <a:lnTo>
                  <a:pt x="1468" y="2595"/>
                </a:lnTo>
                <a:lnTo>
                  <a:pt x="1468" y="2596"/>
                </a:lnTo>
                <a:lnTo>
                  <a:pt x="1467" y="2596"/>
                </a:lnTo>
                <a:lnTo>
                  <a:pt x="1467" y="2597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4" y="2598"/>
                </a:lnTo>
                <a:lnTo>
                  <a:pt x="1463" y="2598"/>
                </a:lnTo>
                <a:lnTo>
                  <a:pt x="1463" y="2599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8" y="2598"/>
                </a:lnTo>
                <a:lnTo>
                  <a:pt x="1458" y="2599"/>
                </a:lnTo>
                <a:lnTo>
                  <a:pt x="1457" y="2599"/>
                </a:lnTo>
                <a:lnTo>
                  <a:pt x="1457" y="2598"/>
                </a:lnTo>
                <a:lnTo>
                  <a:pt x="1457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2" y="2600"/>
                </a:lnTo>
                <a:lnTo>
                  <a:pt x="1452" y="2601"/>
                </a:lnTo>
                <a:lnTo>
                  <a:pt x="1451" y="2601"/>
                </a:lnTo>
                <a:lnTo>
                  <a:pt x="1451" y="2602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4" y="2606"/>
                </a:lnTo>
                <a:lnTo>
                  <a:pt x="1444" y="2607"/>
                </a:lnTo>
                <a:lnTo>
                  <a:pt x="1443" y="2607"/>
                </a:lnTo>
                <a:lnTo>
                  <a:pt x="1444" y="2607"/>
                </a:lnTo>
                <a:lnTo>
                  <a:pt x="1444" y="2608"/>
                </a:lnTo>
                <a:lnTo>
                  <a:pt x="1443" y="2608"/>
                </a:lnTo>
                <a:lnTo>
                  <a:pt x="1443" y="2609"/>
                </a:lnTo>
                <a:lnTo>
                  <a:pt x="1442" y="2609"/>
                </a:lnTo>
                <a:lnTo>
                  <a:pt x="1442" y="2610"/>
                </a:lnTo>
                <a:lnTo>
                  <a:pt x="1441" y="2610"/>
                </a:lnTo>
                <a:lnTo>
                  <a:pt x="1442" y="2610"/>
                </a:lnTo>
                <a:lnTo>
                  <a:pt x="1441" y="2610"/>
                </a:lnTo>
                <a:lnTo>
                  <a:pt x="1441" y="2611"/>
                </a:lnTo>
                <a:lnTo>
                  <a:pt x="1441" y="2612"/>
                </a:lnTo>
                <a:lnTo>
                  <a:pt x="1441" y="2611"/>
                </a:lnTo>
                <a:lnTo>
                  <a:pt x="1441" y="2612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40" y="2614"/>
                </a:lnTo>
                <a:lnTo>
                  <a:pt x="1440" y="2615"/>
                </a:lnTo>
                <a:lnTo>
                  <a:pt x="1439" y="2615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9" y="2618"/>
                </a:lnTo>
                <a:lnTo>
                  <a:pt x="1439" y="2619"/>
                </a:lnTo>
                <a:lnTo>
                  <a:pt x="1438" y="2619"/>
                </a:lnTo>
                <a:lnTo>
                  <a:pt x="1438" y="2620"/>
                </a:lnTo>
                <a:lnTo>
                  <a:pt x="1438" y="2621"/>
                </a:lnTo>
                <a:lnTo>
                  <a:pt x="1437" y="2621"/>
                </a:lnTo>
                <a:lnTo>
                  <a:pt x="1437" y="2622"/>
                </a:lnTo>
                <a:lnTo>
                  <a:pt x="1436" y="2622"/>
                </a:lnTo>
                <a:lnTo>
                  <a:pt x="1435" y="2622"/>
                </a:lnTo>
                <a:lnTo>
                  <a:pt x="1435" y="2623"/>
                </a:lnTo>
                <a:lnTo>
                  <a:pt x="1435" y="2624"/>
                </a:lnTo>
                <a:lnTo>
                  <a:pt x="1434" y="2624"/>
                </a:lnTo>
                <a:lnTo>
                  <a:pt x="1434" y="2625"/>
                </a:lnTo>
                <a:lnTo>
                  <a:pt x="1434" y="2626"/>
                </a:lnTo>
                <a:lnTo>
                  <a:pt x="1433" y="2626"/>
                </a:lnTo>
                <a:lnTo>
                  <a:pt x="1433" y="2627"/>
                </a:lnTo>
                <a:lnTo>
                  <a:pt x="1432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30" y="2630"/>
                </a:lnTo>
                <a:lnTo>
                  <a:pt x="1429" y="2630"/>
                </a:lnTo>
                <a:lnTo>
                  <a:pt x="1428" y="2630"/>
                </a:lnTo>
                <a:lnTo>
                  <a:pt x="1428" y="2631"/>
                </a:lnTo>
                <a:lnTo>
                  <a:pt x="1427" y="2631"/>
                </a:lnTo>
                <a:lnTo>
                  <a:pt x="1425" y="2631"/>
                </a:lnTo>
                <a:lnTo>
                  <a:pt x="1424" y="2632"/>
                </a:lnTo>
                <a:lnTo>
                  <a:pt x="1424" y="2633"/>
                </a:lnTo>
                <a:lnTo>
                  <a:pt x="1423" y="2633"/>
                </a:lnTo>
                <a:lnTo>
                  <a:pt x="1423" y="2634"/>
                </a:lnTo>
                <a:lnTo>
                  <a:pt x="1423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9" y="2639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8" y="2643"/>
                </a:lnTo>
                <a:lnTo>
                  <a:pt x="1419" y="2643"/>
                </a:lnTo>
                <a:lnTo>
                  <a:pt x="1419" y="2644"/>
                </a:lnTo>
                <a:lnTo>
                  <a:pt x="1418" y="2644"/>
                </a:lnTo>
                <a:lnTo>
                  <a:pt x="1417" y="2644"/>
                </a:lnTo>
                <a:lnTo>
                  <a:pt x="1417" y="2645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5" y="2648"/>
                </a:lnTo>
                <a:lnTo>
                  <a:pt x="1414" y="2648"/>
                </a:lnTo>
                <a:lnTo>
                  <a:pt x="1414" y="2649"/>
                </a:lnTo>
                <a:lnTo>
                  <a:pt x="1414" y="2650"/>
                </a:lnTo>
                <a:lnTo>
                  <a:pt x="1413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10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8"/>
                </a:lnTo>
                <a:lnTo>
                  <a:pt x="1412" y="2659"/>
                </a:lnTo>
                <a:lnTo>
                  <a:pt x="1413" y="2659"/>
                </a:lnTo>
                <a:lnTo>
                  <a:pt x="1413" y="2660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10" y="2663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8" y="2666"/>
                </a:lnTo>
                <a:lnTo>
                  <a:pt x="1407" y="2666"/>
                </a:lnTo>
                <a:lnTo>
                  <a:pt x="1408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8" y="2668"/>
                </a:lnTo>
                <a:lnTo>
                  <a:pt x="1408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1" y="2675"/>
                </a:lnTo>
                <a:lnTo>
                  <a:pt x="1411" y="2677"/>
                </a:lnTo>
                <a:lnTo>
                  <a:pt x="1411" y="2678"/>
                </a:lnTo>
                <a:lnTo>
                  <a:pt x="1410" y="2678"/>
                </a:lnTo>
                <a:lnTo>
                  <a:pt x="1410" y="2679"/>
                </a:lnTo>
                <a:lnTo>
                  <a:pt x="1410" y="2680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8" y="2685"/>
                </a:lnTo>
                <a:lnTo>
                  <a:pt x="1407" y="2685"/>
                </a:lnTo>
                <a:lnTo>
                  <a:pt x="1407" y="2686"/>
                </a:lnTo>
                <a:lnTo>
                  <a:pt x="1407" y="2687"/>
                </a:lnTo>
                <a:lnTo>
                  <a:pt x="1406" y="2687"/>
                </a:lnTo>
                <a:lnTo>
                  <a:pt x="1406" y="2688"/>
                </a:lnTo>
                <a:lnTo>
                  <a:pt x="1405" y="2688"/>
                </a:lnTo>
                <a:lnTo>
                  <a:pt x="1405" y="2689"/>
                </a:lnTo>
                <a:lnTo>
                  <a:pt x="1404" y="2689"/>
                </a:lnTo>
                <a:lnTo>
                  <a:pt x="1404" y="2690"/>
                </a:lnTo>
                <a:lnTo>
                  <a:pt x="1403" y="2690"/>
                </a:lnTo>
                <a:lnTo>
                  <a:pt x="1402" y="2690"/>
                </a:lnTo>
                <a:lnTo>
                  <a:pt x="1402" y="2691"/>
                </a:lnTo>
                <a:lnTo>
                  <a:pt x="1401" y="2691"/>
                </a:lnTo>
                <a:lnTo>
                  <a:pt x="1401" y="2692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0"/>
                </a:lnTo>
                <a:lnTo>
                  <a:pt x="1390" y="2689"/>
                </a:lnTo>
                <a:lnTo>
                  <a:pt x="1391" y="2689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80" y="2675"/>
                </a:lnTo>
                <a:lnTo>
                  <a:pt x="1381" y="2675"/>
                </a:lnTo>
                <a:lnTo>
                  <a:pt x="1380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9" y="2669"/>
                </a:lnTo>
                <a:lnTo>
                  <a:pt x="1379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7" y="2660"/>
                </a:lnTo>
                <a:lnTo>
                  <a:pt x="1378" y="2660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58"/>
                </a:lnTo>
                <a:lnTo>
                  <a:pt x="1380" y="2658"/>
                </a:lnTo>
                <a:lnTo>
                  <a:pt x="1380" y="2657"/>
                </a:lnTo>
                <a:lnTo>
                  <a:pt x="1381" y="2657"/>
                </a:lnTo>
                <a:lnTo>
                  <a:pt x="1381" y="2656"/>
                </a:lnTo>
                <a:lnTo>
                  <a:pt x="1380" y="2656"/>
                </a:lnTo>
                <a:lnTo>
                  <a:pt x="1381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0" y="2654"/>
                </a:lnTo>
                <a:lnTo>
                  <a:pt x="1381" y="2654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3"/>
                </a:lnTo>
                <a:lnTo>
                  <a:pt x="1382" y="2652"/>
                </a:lnTo>
                <a:lnTo>
                  <a:pt x="1383" y="2652"/>
                </a:lnTo>
                <a:lnTo>
                  <a:pt x="1383" y="2651"/>
                </a:lnTo>
                <a:lnTo>
                  <a:pt x="1384" y="2651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3" y="2646"/>
                </a:lnTo>
                <a:lnTo>
                  <a:pt x="1384" y="2646"/>
                </a:lnTo>
                <a:lnTo>
                  <a:pt x="1384" y="2645"/>
                </a:lnTo>
                <a:lnTo>
                  <a:pt x="1385" y="2645"/>
                </a:lnTo>
                <a:lnTo>
                  <a:pt x="1385" y="2644"/>
                </a:lnTo>
                <a:lnTo>
                  <a:pt x="1385" y="2643"/>
                </a:lnTo>
                <a:lnTo>
                  <a:pt x="1386" y="2643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6" y="2634"/>
                </a:lnTo>
                <a:lnTo>
                  <a:pt x="1387" y="2634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8" y="2631"/>
                </a:lnTo>
                <a:lnTo>
                  <a:pt x="1388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4" y="2622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4" y="2608"/>
                </a:lnTo>
                <a:lnTo>
                  <a:pt x="1374" y="2609"/>
                </a:lnTo>
                <a:lnTo>
                  <a:pt x="1372" y="2608"/>
                </a:lnTo>
                <a:lnTo>
                  <a:pt x="1369" y="2608"/>
                </a:lnTo>
                <a:lnTo>
                  <a:pt x="1369" y="2609"/>
                </a:lnTo>
                <a:lnTo>
                  <a:pt x="1368" y="2609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4"/>
                </a:lnTo>
                <a:lnTo>
                  <a:pt x="1364" y="2605"/>
                </a:lnTo>
                <a:lnTo>
                  <a:pt x="1364" y="2606"/>
                </a:lnTo>
                <a:lnTo>
                  <a:pt x="1363" y="2606"/>
                </a:lnTo>
                <a:lnTo>
                  <a:pt x="1362" y="2606"/>
                </a:lnTo>
                <a:lnTo>
                  <a:pt x="1362" y="2607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8" y="2612"/>
                </a:lnTo>
                <a:lnTo>
                  <a:pt x="1357" y="2612"/>
                </a:lnTo>
                <a:lnTo>
                  <a:pt x="1357" y="2613"/>
                </a:lnTo>
                <a:lnTo>
                  <a:pt x="1356" y="2613"/>
                </a:lnTo>
                <a:lnTo>
                  <a:pt x="1356" y="2612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1" y="2613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9" y="2615"/>
                </a:lnTo>
                <a:lnTo>
                  <a:pt x="1349" y="2614"/>
                </a:lnTo>
                <a:lnTo>
                  <a:pt x="1349" y="2615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6" y="2616"/>
                </a:lnTo>
                <a:lnTo>
                  <a:pt x="1345" y="2616"/>
                </a:lnTo>
                <a:lnTo>
                  <a:pt x="1345" y="2617"/>
                </a:lnTo>
                <a:lnTo>
                  <a:pt x="1345" y="2618"/>
                </a:lnTo>
                <a:lnTo>
                  <a:pt x="1344" y="2618"/>
                </a:lnTo>
                <a:lnTo>
                  <a:pt x="1344" y="2619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9" y="2618"/>
                </a:lnTo>
                <a:lnTo>
                  <a:pt x="1339" y="2617"/>
                </a:lnTo>
                <a:lnTo>
                  <a:pt x="1339" y="2618"/>
                </a:lnTo>
                <a:lnTo>
                  <a:pt x="1338" y="2618"/>
                </a:lnTo>
                <a:lnTo>
                  <a:pt x="1338" y="2619"/>
                </a:lnTo>
                <a:lnTo>
                  <a:pt x="1337" y="2619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5" y="2620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21"/>
                </a:lnTo>
                <a:lnTo>
                  <a:pt x="1332" y="2621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2"/>
                </a:lnTo>
                <a:lnTo>
                  <a:pt x="1330" y="2622"/>
                </a:lnTo>
                <a:lnTo>
                  <a:pt x="1330" y="2621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20"/>
                </a:lnTo>
                <a:lnTo>
                  <a:pt x="1328" y="2620"/>
                </a:lnTo>
                <a:lnTo>
                  <a:pt x="1327" y="2620"/>
                </a:lnTo>
                <a:lnTo>
                  <a:pt x="1327" y="2621"/>
                </a:lnTo>
                <a:lnTo>
                  <a:pt x="1326" y="2622"/>
                </a:lnTo>
                <a:lnTo>
                  <a:pt x="1325" y="2622"/>
                </a:lnTo>
                <a:lnTo>
                  <a:pt x="1324" y="2622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1"/>
                </a:lnTo>
                <a:lnTo>
                  <a:pt x="1319" y="2621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20" y="2628"/>
                </a:lnTo>
                <a:lnTo>
                  <a:pt x="1319" y="2628"/>
                </a:lnTo>
                <a:lnTo>
                  <a:pt x="1319" y="2629"/>
                </a:lnTo>
                <a:lnTo>
                  <a:pt x="1318" y="2629"/>
                </a:lnTo>
                <a:lnTo>
                  <a:pt x="1318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5" y="2627"/>
                </a:lnTo>
                <a:lnTo>
                  <a:pt x="1316" y="2627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8"/>
                </a:lnTo>
                <a:lnTo>
                  <a:pt x="1313" y="2628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7"/>
                </a:lnTo>
                <a:lnTo>
                  <a:pt x="1309" y="2627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8"/>
                </a:lnTo>
                <a:lnTo>
                  <a:pt x="1306" y="2628"/>
                </a:lnTo>
                <a:lnTo>
                  <a:pt x="1306" y="2627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1" y="2624"/>
                </a:lnTo>
                <a:lnTo>
                  <a:pt x="1291" y="2625"/>
                </a:lnTo>
                <a:lnTo>
                  <a:pt x="1290" y="2625"/>
                </a:lnTo>
                <a:lnTo>
                  <a:pt x="1290" y="2626"/>
                </a:lnTo>
                <a:lnTo>
                  <a:pt x="1289" y="2626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8" y="2630"/>
                </a:lnTo>
                <a:lnTo>
                  <a:pt x="1287" y="2630"/>
                </a:lnTo>
                <a:lnTo>
                  <a:pt x="1287" y="2631"/>
                </a:lnTo>
                <a:lnTo>
                  <a:pt x="1286" y="2631"/>
                </a:lnTo>
                <a:lnTo>
                  <a:pt x="1286" y="2632"/>
                </a:lnTo>
                <a:lnTo>
                  <a:pt x="1286" y="2633"/>
                </a:lnTo>
                <a:lnTo>
                  <a:pt x="1285" y="2633"/>
                </a:lnTo>
                <a:lnTo>
                  <a:pt x="1285" y="2634"/>
                </a:lnTo>
                <a:lnTo>
                  <a:pt x="1284" y="2634"/>
                </a:lnTo>
                <a:lnTo>
                  <a:pt x="1284" y="2635"/>
                </a:lnTo>
                <a:lnTo>
                  <a:pt x="1284" y="2636"/>
                </a:lnTo>
                <a:lnTo>
                  <a:pt x="1283" y="2636"/>
                </a:lnTo>
                <a:lnTo>
                  <a:pt x="1282" y="2636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6"/>
                </a:lnTo>
                <a:lnTo>
                  <a:pt x="1279" y="2635"/>
                </a:lnTo>
                <a:lnTo>
                  <a:pt x="1279" y="2636"/>
                </a:lnTo>
                <a:lnTo>
                  <a:pt x="1278" y="2636"/>
                </a:lnTo>
                <a:lnTo>
                  <a:pt x="1278" y="2635"/>
                </a:lnTo>
                <a:lnTo>
                  <a:pt x="1277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8" y="2633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5" y="2634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7" y="2631"/>
                </a:lnTo>
                <a:lnTo>
                  <a:pt x="1267" y="2632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1" y="2633"/>
                </a:lnTo>
                <a:lnTo>
                  <a:pt x="1260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6" y="2632"/>
                </a:lnTo>
                <a:lnTo>
                  <a:pt x="1257" y="2632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31"/>
                </a:lnTo>
                <a:lnTo>
                  <a:pt x="1254" y="2631"/>
                </a:lnTo>
                <a:lnTo>
                  <a:pt x="1253" y="2631"/>
                </a:lnTo>
                <a:lnTo>
                  <a:pt x="1253" y="2632"/>
                </a:lnTo>
                <a:lnTo>
                  <a:pt x="1253" y="2631"/>
                </a:lnTo>
                <a:lnTo>
                  <a:pt x="1253" y="2632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3"/>
                </a:lnTo>
                <a:lnTo>
                  <a:pt x="1250" y="2633"/>
                </a:lnTo>
                <a:lnTo>
                  <a:pt x="1250" y="2634"/>
                </a:lnTo>
                <a:lnTo>
                  <a:pt x="1249" y="2634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6" y="2634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2"/>
                </a:lnTo>
                <a:lnTo>
                  <a:pt x="1240" y="2632"/>
                </a:lnTo>
                <a:lnTo>
                  <a:pt x="1239" y="2632"/>
                </a:lnTo>
                <a:lnTo>
                  <a:pt x="1239" y="2633"/>
                </a:lnTo>
                <a:lnTo>
                  <a:pt x="1239" y="2634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9" y="2620"/>
                </a:lnTo>
                <a:lnTo>
                  <a:pt x="1219" y="2621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2" y="2618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3" y="2615"/>
                </a:lnTo>
                <a:lnTo>
                  <a:pt x="1202" y="2615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5" y="2609"/>
                </a:lnTo>
                <a:lnTo>
                  <a:pt x="1196" y="2609"/>
                </a:lnTo>
                <a:lnTo>
                  <a:pt x="1197" y="2609"/>
                </a:lnTo>
                <a:lnTo>
                  <a:pt x="1197" y="2608"/>
                </a:lnTo>
                <a:lnTo>
                  <a:pt x="1196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5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9" y="2606"/>
                </a:lnTo>
                <a:lnTo>
                  <a:pt x="1188" y="2606"/>
                </a:lnTo>
                <a:lnTo>
                  <a:pt x="1187" y="2606"/>
                </a:lnTo>
                <a:lnTo>
                  <a:pt x="1187" y="2607"/>
                </a:lnTo>
                <a:lnTo>
                  <a:pt x="1187" y="2608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9" y="2606"/>
                </a:lnTo>
                <a:lnTo>
                  <a:pt x="1179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8" y="2609"/>
                </a:lnTo>
                <a:lnTo>
                  <a:pt x="1179" y="2609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6" y="2612"/>
                </a:lnTo>
                <a:lnTo>
                  <a:pt x="1176" y="2613"/>
                </a:lnTo>
                <a:lnTo>
                  <a:pt x="1175" y="2613"/>
                </a:lnTo>
                <a:lnTo>
                  <a:pt x="1176" y="2613"/>
                </a:lnTo>
                <a:lnTo>
                  <a:pt x="1175" y="2613"/>
                </a:lnTo>
                <a:lnTo>
                  <a:pt x="1175" y="2614"/>
                </a:lnTo>
                <a:lnTo>
                  <a:pt x="1175" y="2615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2" y="2620"/>
                </a:lnTo>
                <a:lnTo>
                  <a:pt x="1172" y="2621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70" y="2624"/>
                </a:lnTo>
                <a:lnTo>
                  <a:pt x="1169" y="2624"/>
                </a:lnTo>
                <a:lnTo>
                  <a:pt x="1169" y="2625"/>
                </a:lnTo>
                <a:lnTo>
                  <a:pt x="1168" y="2625"/>
                </a:lnTo>
                <a:lnTo>
                  <a:pt x="1168" y="2626"/>
                </a:lnTo>
                <a:lnTo>
                  <a:pt x="1167" y="2626"/>
                </a:lnTo>
                <a:lnTo>
                  <a:pt x="1167" y="2625"/>
                </a:lnTo>
                <a:lnTo>
                  <a:pt x="1166" y="2625"/>
                </a:lnTo>
                <a:lnTo>
                  <a:pt x="1165" y="2625"/>
                </a:lnTo>
                <a:lnTo>
                  <a:pt x="1165" y="2626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9" y="2623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1"/>
                </a:lnTo>
                <a:lnTo>
                  <a:pt x="1158" y="2620"/>
                </a:lnTo>
                <a:lnTo>
                  <a:pt x="1157" y="2620"/>
                </a:lnTo>
                <a:lnTo>
                  <a:pt x="1157" y="2621"/>
                </a:lnTo>
                <a:lnTo>
                  <a:pt x="1156" y="2621"/>
                </a:lnTo>
                <a:lnTo>
                  <a:pt x="1155" y="2621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50" y="2619"/>
                </a:lnTo>
                <a:lnTo>
                  <a:pt x="1149" y="2619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8" y="2614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7" y="2606"/>
                </a:lnTo>
                <a:lnTo>
                  <a:pt x="1148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4" y="2602"/>
                </a:lnTo>
                <a:lnTo>
                  <a:pt x="1143" y="2602"/>
                </a:lnTo>
                <a:lnTo>
                  <a:pt x="1142" y="2602"/>
                </a:lnTo>
                <a:lnTo>
                  <a:pt x="1142" y="2603"/>
                </a:lnTo>
                <a:lnTo>
                  <a:pt x="1141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40" y="2605"/>
                </a:lnTo>
                <a:lnTo>
                  <a:pt x="1139" y="2605"/>
                </a:lnTo>
                <a:lnTo>
                  <a:pt x="1140" y="2605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6" y="2609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6" y="2612"/>
                </a:lnTo>
                <a:lnTo>
                  <a:pt x="1136" y="2613"/>
                </a:lnTo>
                <a:lnTo>
                  <a:pt x="1135" y="2613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9" y="2622"/>
                </a:lnTo>
                <a:lnTo>
                  <a:pt x="1139" y="2623"/>
                </a:lnTo>
                <a:lnTo>
                  <a:pt x="1139" y="2624"/>
                </a:lnTo>
                <a:lnTo>
                  <a:pt x="1138" y="2624"/>
                </a:lnTo>
                <a:lnTo>
                  <a:pt x="1138" y="2623"/>
                </a:lnTo>
                <a:lnTo>
                  <a:pt x="1138" y="2624"/>
                </a:lnTo>
                <a:lnTo>
                  <a:pt x="1137" y="2624"/>
                </a:lnTo>
                <a:lnTo>
                  <a:pt x="1136" y="2624"/>
                </a:lnTo>
                <a:lnTo>
                  <a:pt x="1136" y="2625"/>
                </a:lnTo>
                <a:lnTo>
                  <a:pt x="1135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4" y="2626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4" y="2621"/>
                </a:lnTo>
                <a:lnTo>
                  <a:pt x="1124" y="2620"/>
                </a:lnTo>
                <a:lnTo>
                  <a:pt x="1124" y="2619"/>
                </a:lnTo>
                <a:lnTo>
                  <a:pt x="1125" y="2619"/>
                </a:lnTo>
                <a:lnTo>
                  <a:pt x="1125" y="2618"/>
                </a:lnTo>
                <a:lnTo>
                  <a:pt x="1126" y="2618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09"/>
                </a:lnTo>
                <a:lnTo>
                  <a:pt x="1118" y="2608"/>
                </a:lnTo>
                <a:lnTo>
                  <a:pt x="1119" y="2608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7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1" y="2595"/>
                </a:lnTo>
                <a:lnTo>
                  <a:pt x="1111" y="2596"/>
                </a:lnTo>
                <a:lnTo>
                  <a:pt x="1110" y="2596"/>
                </a:lnTo>
                <a:lnTo>
                  <a:pt x="1109" y="2596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5" y="2590"/>
                </a:lnTo>
                <a:lnTo>
                  <a:pt x="1104" y="2590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4" y="2586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9" y="2581"/>
                </a:lnTo>
                <a:lnTo>
                  <a:pt x="1099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7" y="2584"/>
                </a:lnTo>
                <a:lnTo>
                  <a:pt x="1097" y="2585"/>
                </a:lnTo>
                <a:lnTo>
                  <a:pt x="1097" y="2586"/>
                </a:lnTo>
                <a:lnTo>
                  <a:pt x="1096" y="2586"/>
                </a:lnTo>
                <a:lnTo>
                  <a:pt x="1096" y="2587"/>
                </a:lnTo>
                <a:lnTo>
                  <a:pt x="1095" y="2587"/>
                </a:lnTo>
                <a:lnTo>
                  <a:pt x="1095" y="2588"/>
                </a:lnTo>
                <a:lnTo>
                  <a:pt x="1094" y="2588"/>
                </a:lnTo>
                <a:lnTo>
                  <a:pt x="1094" y="2589"/>
                </a:lnTo>
                <a:lnTo>
                  <a:pt x="1093" y="2589"/>
                </a:lnTo>
                <a:lnTo>
                  <a:pt x="1093" y="2590"/>
                </a:lnTo>
                <a:lnTo>
                  <a:pt x="1092" y="2590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2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5" y="2585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3" y="2587"/>
                </a:lnTo>
                <a:lnTo>
                  <a:pt x="1072" y="2587"/>
                </a:lnTo>
                <a:lnTo>
                  <a:pt x="1072" y="2588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6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4" y="2587"/>
                </a:lnTo>
                <a:lnTo>
                  <a:pt x="1062" y="2587"/>
                </a:lnTo>
                <a:lnTo>
                  <a:pt x="1062" y="2586"/>
                </a:lnTo>
                <a:lnTo>
                  <a:pt x="1061" y="2586"/>
                </a:lnTo>
                <a:lnTo>
                  <a:pt x="1060" y="2586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4" y="2583"/>
                </a:lnTo>
                <a:lnTo>
                  <a:pt x="1053" y="2583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8" y="2580"/>
                </a:lnTo>
                <a:lnTo>
                  <a:pt x="1048" y="2579"/>
                </a:lnTo>
                <a:lnTo>
                  <a:pt x="1048" y="2578"/>
                </a:lnTo>
                <a:lnTo>
                  <a:pt x="1049" y="2578"/>
                </a:lnTo>
                <a:lnTo>
                  <a:pt x="1049" y="2576"/>
                </a:lnTo>
                <a:lnTo>
                  <a:pt x="1049" y="2575"/>
                </a:lnTo>
                <a:lnTo>
                  <a:pt x="1048" y="2575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7" y="2571"/>
                </a:lnTo>
                <a:lnTo>
                  <a:pt x="1047" y="2570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7" y="2569"/>
                </a:lnTo>
                <a:lnTo>
                  <a:pt x="1047" y="2568"/>
                </a:lnTo>
                <a:lnTo>
                  <a:pt x="1048" y="2568"/>
                </a:lnTo>
                <a:lnTo>
                  <a:pt x="1048" y="2567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2" y="2565"/>
                </a:lnTo>
                <a:lnTo>
                  <a:pt x="1052" y="2564"/>
                </a:lnTo>
                <a:lnTo>
                  <a:pt x="1052" y="2563"/>
                </a:lnTo>
                <a:lnTo>
                  <a:pt x="1053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59"/>
                </a:lnTo>
                <a:lnTo>
                  <a:pt x="1054" y="2558"/>
                </a:lnTo>
                <a:lnTo>
                  <a:pt x="1055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4" y="2555"/>
                </a:lnTo>
                <a:lnTo>
                  <a:pt x="1054" y="2554"/>
                </a:lnTo>
                <a:lnTo>
                  <a:pt x="1055" y="2554"/>
                </a:lnTo>
                <a:lnTo>
                  <a:pt x="1055" y="2553"/>
                </a:lnTo>
                <a:lnTo>
                  <a:pt x="1055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6" y="2547"/>
                </a:lnTo>
                <a:lnTo>
                  <a:pt x="1045" y="2547"/>
                </a:lnTo>
                <a:lnTo>
                  <a:pt x="1044" y="2547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8"/>
                </a:lnTo>
                <a:lnTo>
                  <a:pt x="1041" y="2548"/>
                </a:lnTo>
                <a:lnTo>
                  <a:pt x="1041" y="2549"/>
                </a:lnTo>
                <a:lnTo>
                  <a:pt x="1040" y="2549"/>
                </a:lnTo>
                <a:lnTo>
                  <a:pt x="1040" y="2550"/>
                </a:lnTo>
                <a:lnTo>
                  <a:pt x="1039" y="2550"/>
                </a:lnTo>
                <a:lnTo>
                  <a:pt x="1039" y="2551"/>
                </a:lnTo>
                <a:lnTo>
                  <a:pt x="1038" y="2551"/>
                </a:lnTo>
                <a:lnTo>
                  <a:pt x="1038" y="2552"/>
                </a:lnTo>
                <a:lnTo>
                  <a:pt x="1037" y="2552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7" y="2554"/>
                </a:lnTo>
                <a:lnTo>
                  <a:pt x="1037" y="2555"/>
                </a:lnTo>
                <a:lnTo>
                  <a:pt x="1036" y="2555"/>
                </a:lnTo>
                <a:lnTo>
                  <a:pt x="1036" y="2556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3" y="2557"/>
                </a:lnTo>
                <a:lnTo>
                  <a:pt x="1033" y="2556"/>
                </a:lnTo>
                <a:lnTo>
                  <a:pt x="1033" y="2555"/>
                </a:lnTo>
                <a:lnTo>
                  <a:pt x="1032" y="2555"/>
                </a:lnTo>
                <a:lnTo>
                  <a:pt x="1030" y="2555"/>
                </a:lnTo>
                <a:lnTo>
                  <a:pt x="1030" y="2556"/>
                </a:lnTo>
                <a:lnTo>
                  <a:pt x="1029" y="2556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7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5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6"/>
                </a:lnTo>
                <a:lnTo>
                  <a:pt x="1022" y="2556"/>
                </a:lnTo>
                <a:lnTo>
                  <a:pt x="1021" y="2556"/>
                </a:lnTo>
                <a:lnTo>
                  <a:pt x="1021" y="2555"/>
                </a:lnTo>
                <a:lnTo>
                  <a:pt x="1020" y="2555"/>
                </a:lnTo>
                <a:lnTo>
                  <a:pt x="1019" y="2555"/>
                </a:lnTo>
                <a:lnTo>
                  <a:pt x="1019" y="2554"/>
                </a:lnTo>
                <a:lnTo>
                  <a:pt x="1018" y="2554"/>
                </a:lnTo>
                <a:lnTo>
                  <a:pt x="1017" y="2554"/>
                </a:lnTo>
                <a:lnTo>
                  <a:pt x="1016" y="2554"/>
                </a:lnTo>
                <a:lnTo>
                  <a:pt x="1016" y="2553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0" y="2551"/>
                </a:lnTo>
                <a:lnTo>
                  <a:pt x="1010" y="2550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1" y="2547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6" y="2542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40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4" y="2539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41"/>
                </a:lnTo>
                <a:lnTo>
                  <a:pt x="991" y="2541"/>
                </a:lnTo>
                <a:lnTo>
                  <a:pt x="991" y="2540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7" y="2536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6" y="2532"/>
                </a:lnTo>
                <a:lnTo>
                  <a:pt x="987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3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8"/>
                </a:lnTo>
                <a:lnTo>
                  <a:pt x="977" y="2528"/>
                </a:lnTo>
                <a:lnTo>
                  <a:pt x="976" y="2528"/>
                </a:lnTo>
                <a:lnTo>
                  <a:pt x="976" y="2527"/>
                </a:lnTo>
                <a:lnTo>
                  <a:pt x="975" y="2527"/>
                </a:lnTo>
                <a:lnTo>
                  <a:pt x="974" y="2527"/>
                </a:lnTo>
                <a:lnTo>
                  <a:pt x="974" y="2526"/>
                </a:lnTo>
                <a:lnTo>
                  <a:pt x="973" y="2526"/>
                </a:lnTo>
                <a:lnTo>
                  <a:pt x="972" y="2526"/>
                </a:lnTo>
                <a:lnTo>
                  <a:pt x="972" y="2525"/>
                </a:lnTo>
                <a:lnTo>
                  <a:pt x="971" y="2525"/>
                </a:lnTo>
                <a:lnTo>
                  <a:pt x="971" y="2524"/>
                </a:lnTo>
                <a:lnTo>
                  <a:pt x="971" y="2525"/>
                </a:lnTo>
                <a:lnTo>
                  <a:pt x="970" y="2525"/>
                </a:lnTo>
                <a:lnTo>
                  <a:pt x="969" y="2525"/>
                </a:lnTo>
                <a:lnTo>
                  <a:pt x="968" y="2525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8" y="2521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9" y="2518"/>
                </a:lnTo>
                <a:lnTo>
                  <a:pt x="969" y="2517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70" y="2513"/>
                </a:lnTo>
                <a:lnTo>
                  <a:pt x="970" y="2512"/>
                </a:lnTo>
                <a:lnTo>
                  <a:pt x="970" y="2511"/>
                </a:lnTo>
                <a:lnTo>
                  <a:pt x="970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8"/>
                </a:lnTo>
                <a:lnTo>
                  <a:pt x="966" y="2509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5" y="2505"/>
                </a:lnTo>
                <a:lnTo>
                  <a:pt x="965" y="2504"/>
                </a:lnTo>
                <a:lnTo>
                  <a:pt x="965" y="2503"/>
                </a:lnTo>
                <a:lnTo>
                  <a:pt x="966" y="2503"/>
                </a:lnTo>
                <a:lnTo>
                  <a:pt x="965" y="2503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3" y="2500"/>
                </a:lnTo>
                <a:lnTo>
                  <a:pt x="963" y="2499"/>
                </a:lnTo>
                <a:lnTo>
                  <a:pt x="963" y="2498"/>
                </a:lnTo>
                <a:lnTo>
                  <a:pt x="962" y="2498"/>
                </a:lnTo>
                <a:lnTo>
                  <a:pt x="962" y="2497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3" y="2493"/>
                </a:lnTo>
                <a:lnTo>
                  <a:pt x="964" y="2493"/>
                </a:lnTo>
                <a:lnTo>
                  <a:pt x="965" y="2493"/>
                </a:lnTo>
                <a:lnTo>
                  <a:pt x="965" y="2492"/>
                </a:lnTo>
                <a:lnTo>
                  <a:pt x="965" y="2491"/>
                </a:lnTo>
                <a:lnTo>
                  <a:pt x="965" y="2490"/>
                </a:lnTo>
                <a:lnTo>
                  <a:pt x="966" y="2490"/>
                </a:lnTo>
                <a:lnTo>
                  <a:pt x="966" y="2489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1" y="2489"/>
                </a:lnTo>
                <a:lnTo>
                  <a:pt x="960" y="2489"/>
                </a:lnTo>
                <a:lnTo>
                  <a:pt x="960" y="2490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8" y="2488"/>
                </a:lnTo>
                <a:lnTo>
                  <a:pt x="957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4" y="2485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4"/>
                </a:lnTo>
                <a:lnTo>
                  <a:pt x="950" y="2484"/>
                </a:lnTo>
                <a:lnTo>
                  <a:pt x="950" y="2485"/>
                </a:lnTo>
                <a:lnTo>
                  <a:pt x="950" y="2484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6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5" y="2480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2" y="2482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9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4" y="2483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0" y="2484"/>
                </a:lnTo>
                <a:lnTo>
                  <a:pt x="930" y="2485"/>
                </a:lnTo>
                <a:lnTo>
                  <a:pt x="929" y="2485"/>
                </a:lnTo>
                <a:lnTo>
                  <a:pt x="929" y="2486"/>
                </a:lnTo>
                <a:lnTo>
                  <a:pt x="929" y="2487"/>
                </a:lnTo>
                <a:lnTo>
                  <a:pt x="930" y="2487"/>
                </a:lnTo>
                <a:lnTo>
                  <a:pt x="930" y="2488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8" y="2489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1" y="2490"/>
                </a:lnTo>
                <a:lnTo>
                  <a:pt x="920" y="2490"/>
                </a:lnTo>
                <a:lnTo>
                  <a:pt x="920" y="2491"/>
                </a:lnTo>
                <a:lnTo>
                  <a:pt x="919" y="2491"/>
                </a:lnTo>
                <a:lnTo>
                  <a:pt x="919" y="2492"/>
                </a:lnTo>
                <a:lnTo>
                  <a:pt x="918" y="2492"/>
                </a:lnTo>
                <a:lnTo>
                  <a:pt x="918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7" y="2495"/>
                </a:lnTo>
                <a:lnTo>
                  <a:pt x="916" y="2495"/>
                </a:lnTo>
                <a:lnTo>
                  <a:pt x="917" y="2495"/>
                </a:lnTo>
                <a:lnTo>
                  <a:pt x="917" y="2496"/>
                </a:lnTo>
                <a:lnTo>
                  <a:pt x="916" y="2496"/>
                </a:lnTo>
                <a:lnTo>
                  <a:pt x="916" y="2497"/>
                </a:lnTo>
                <a:lnTo>
                  <a:pt x="915" y="2497"/>
                </a:lnTo>
                <a:lnTo>
                  <a:pt x="915" y="2498"/>
                </a:lnTo>
                <a:lnTo>
                  <a:pt x="914" y="2498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2" y="2496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9" y="2494"/>
                </a:lnTo>
                <a:lnTo>
                  <a:pt x="909" y="2493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6"/>
                </a:lnTo>
                <a:lnTo>
                  <a:pt x="899" y="2486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5" y="2473"/>
                </a:lnTo>
                <a:lnTo>
                  <a:pt x="896" y="2473"/>
                </a:lnTo>
                <a:lnTo>
                  <a:pt x="896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1" y="2470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9" y="2465"/>
                </a:lnTo>
                <a:lnTo>
                  <a:pt x="889" y="2464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5" y="2462"/>
                </a:lnTo>
                <a:lnTo>
                  <a:pt x="885" y="2463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3" y="2457"/>
                </a:lnTo>
                <a:lnTo>
                  <a:pt x="883" y="2456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8" y="2454"/>
                </a:lnTo>
                <a:lnTo>
                  <a:pt x="877" y="2454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3"/>
                </a:lnTo>
                <a:lnTo>
                  <a:pt x="873" y="2453"/>
                </a:lnTo>
                <a:lnTo>
                  <a:pt x="872" y="2453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9" y="2451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6" y="2452"/>
                </a:lnTo>
                <a:lnTo>
                  <a:pt x="865" y="2452"/>
                </a:lnTo>
                <a:lnTo>
                  <a:pt x="864" y="2452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1" y="2449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6"/>
                </a:lnTo>
                <a:lnTo>
                  <a:pt x="857" y="2446"/>
                </a:lnTo>
                <a:lnTo>
                  <a:pt x="856" y="2446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7" y="2443"/>
                </a:lnTo>
                <a:lnTo>
                  <a:pt x="846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4" y="2443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7" y="2439"/>
                </a:lnTo>
                <a:lnTo>
                  <a:pt x="836" y="2439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1" y="2436"/>
                </a:lnTo>
                <a:lnTo>
                  <a:pt x="830" y="2436"/>
                </a:lnTo>
                <a:lnTo>
                  <a:pt x="829" y="2436"/>
                </a:lnTo>
                <a:lnTo>
                  <a:pt x="829" y="2435"/>
                </a:lnTo>
                <a:lnTo>
                  <a:pt x="829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3" y="2432"/>
                </a:lnTo>
                <a:lnTo>
                  <a:pt x="833" y="2431"/>
                </a:lnTo>
                <a:lnTo>
                  <a:pt x="834" y="2431"/>
                </a:lnTo>
                <a:lnTo>
                  <a:pt x="834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3" y="2428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7"/>
                </a:lnTo>
                <a:lnTo>
                  <a:pt x="828" y="2427"/>
                </a:lnTo>
                <a:lnTo>
                  <a:pt x="828" y="2428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3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5" y="2426"/>
                </a:lnTo>
                <a:lnTo>
                  <a:pt x="825" y="2425"/>
                </a:lnTo>
                <a:lnTo>
                  <a:pt x="825" y="2424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2" y="2423"/>
                </a:lnTo>
                <a:lnTo>
                  <a:pt x="821" y="2423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8" y="2417"/>
                </a:lnTo>
                <a:lnTo>
                  <a:pt x="818" y="2416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5" y="2415"/>
                </a:lnTo>
                <a:lnTo>
                  <a:pt x="815" y="2414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6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2" y="2416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1" y="2409"/>
                </a:lnTo>
                <a:lnTo>
                  <a:pt x="801" y="2410"/>
                </a:lnTo>
                <a:lnTo>
                  <a:pt x="800" y="2410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6" y="2407"/>
                </a:lnTo>
                <a:lnTo>
                  <a:pt x="796" y="2406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90" y="2404"/>
                </a:lnTo>
                <a:lnTo>
                  <a:pt x="789" y="2404"/>
                </a:lnTo>
                <a:lnTo>
                  <a:pt x="788" y="2404"/>
                </a:lnTo>
                <a:lnTo>
                  <a:pt x="788" y="2405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5" y="2404"/>
                </a:lnTo>
                <a:lnTo>
                  <a:pt x="784" y="2404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3"/>
                </a:lnTo>
                <a:lnTo>
                  <a:pt x="783" y="2403"/>
                </a:lnTo>
                <a:lnTo>
                  <a:pt x="783" y="2402"/>
                </a:lnTo>
                <a:lnTo>
                  <a:pt x="784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4" y="2398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6"/>
                </a:lnTo>
                <a:lnTo>
                  <a:pt x="786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9" y="2389"/>
                </a:lnTo>
                <a:lnTo>
                  <a:pt x="779" y="2388"/>
                </a:lnTo>
                <a:lnTo>
                  <a:pt x="778" y="2388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7" y="2385"/>
                </a:lnTo>
                <a:lnTo>
                  <a:pt x="778" y="2385"/>
                </a:lnTo>
                <a:lnTo>
                  <a:pt x="778" y="2384"/>
                </a:lnTo>
                <a:lnTo>
                  <a:pt x="778" y="2383"/>
                </a:lnTo>
                <a:lnTo>
                  <a:pt x="777" y="2383"/>
                </a:lnTo>
                <a:lnTo>
                  <a:pt x="777" y="2382"/>
                </a:lnTo>
                <a:lnTo>
                  <a:pt x="778" y="2382"/>
                </a:lnTo>
                <a:lnTo>
                  <a:pt x="778" y="2381"/>
                </a:lnTo>
                <a:lnTo>
                  <a:pt x="779" y="2381"/>
                </a:lnTo>
                <a:lnTo>
                  <a:pt x="779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3" y="2376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8"/>
                </a:lnTo>
                <a:lnTo>
                  <a:pt x="767" y="2378"/>
                </a:lnTo>
                <a:lnTo>
                  <a:pt x="767" y="2379"/>
                </a:lnTo>
                <a:lnTo>
                  <a:pt x="766" y="2379"/>
                </a:lnTo>
                <a:lnTo>
                  <a:pt x="766" y="2378"/>
                </a:lnTo>
                <a:lnTo>
                  <a:pt x="765" y="2378"/>
                </a:lnTo>
                <a:lnTo>
                  <a:pt x="765" y="2377"/>
                </a:lnTo>
                <a:lnTo>
                  <a:pt x="764" y="2377"/>
                </a:lnTo>
                <a:lnTo>
                  <a:pt x="763" y="2377"/>
                </a:lnTo>
                <a:lnTo>
                  <a:pt x="763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6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9" y="2375"/>
                </a:lnTo>
                <a:lnTo>
                  <a:pt x="758" y="2375"/>
                </a:lnTo>
                <a:lnTo>
                  <a:pt x="757" y="2375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3" y="2369"/>
                </a:lnTo>
                <a:lnTo>
                  <a:pt x="741" y="2369"/>
                </a:lnTo>
                <a:lnTo>
                  <a:pt x="740" y="2369"/>
                </a:lnTo>
                <a:lnTo>
                  <a:pt x="740" y="2368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7" y="2367"/>
                </a:lnTo>
                <a:lnTo>
                  <a:pt x="736" y="2367"/>
                </a:lnTo>
                <a:lnTo>
                  <a:pt x="735" y="2367"/>
                </a:lnTo>
                <a:lnTo>
                  <a:pt x="735" y="2366"/>
                </a:lnTo>
                <a:lnTo>
                  <a:pt x="734" y="2366"/>
                </a:lnTo>
                <a:lnTo>
                  <a:pt x="733" y="2366"/>
                </a:lnTo>
                <a:lnTo>
                  <a:pt x="733" y="2367"/>
                </a:lnTo>
                <a:lnTo>
                  <a:pt x="733" y="2368"/>
                </a:lnTo>
                <a:lnTo>
                  <a:pt x="733" y="2369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30" y="2368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7" y="2373"/>
                </a:lnTo>
                <a:lnTo>
                  <a:pt x="727" y="2374"/>
                </a:lnTo>
                <a:lnTo>
                  <a:pt x="727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2" y="2372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0" y="2372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6" y="2369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5" y="2372"/>
                </a:lnTo>
                <a:lnTo>
                  <a:pt x="716" y="2372"/>
                </a:lnTo>
                <a:lnTo>
                  <a:pt x="716" y="2373"/>
                </a:lnTo>
                <a:lnTo>
                  <a:pt x="715" y="2373"/>
                </a:lnTo>
                <a:lnTo>
                  <a:pt x="715" y="2374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5" y="2380"/>
                </a:lnTo>
                <a:lnTo>
                  <a:pt x="715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4" y="2383"/>
                </a:lnTo>
                <a:lnTo>
                  <a:pt x="714" y="2382"/>
                </a:lnTo>
                <a:lnTo>
                  <a:pt x="714" y="2383"/>
                </a:lnTo>
                <a:lnTo>
                  <a:pt x="714" y="2382"/>
                </a:lnTo>
                <a:lnTo>
                  <a:pt x="715" y="2382"/>
                </a:lnTo>
                <a:lnTo>
                  <a:pt x="715" y="2383"/>
                </a:lnTo>
                <a:lnTo>
                  <a:pt x="714" y="2383"/>
                </a:lnTo>
                <a:lnTo>
                  <a:pt x="714" y="2384"/>
                </a:lnTo>
                <a:lnTo>
                  <a:pt x="714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3" y="2388"/>
                </a:lnTo>
                <a:lnTo>
                  <a:pt x="713" y="2389"/>
                </a:lnTo>
                <a:lnTo>
                  <a:pt x="713" y="2390"/>
                </a:lnTo>
                <a:lnTo>
                  <a:pt x="712" y="2390"/>
                </a:lnTo>
                <a:lnTo>
                  <a:pt x="712" y="2391"/>
                </a:lnTo>
                <a:lnTo>
                  <a:pt x="711" y="2391"/>
                </a:lnTo>
                <a:lnTo>
                  <a:pt x="711" y="2392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4"/>
                </a:lnTo>
                <a:lnTo>
                  <a:pt x="707" y="2395"/>
                </a:lnTo>
                <a:lnTo>
                  <a:pt x="707" y="2396"/>
                </a:lnTo>
                <a:lnTo>
                  <a:pt x="706" y="2396"/>
                </a:lnTo>
                <a:lnTo>
                  <a:pt x="705" y="2396"/>
                </a:lnTo>
                <a:lnTo>
                  <a:pt x="705" y="2395"/>
                </a:lnTo>
                <a:lnTo>
                  <a:pt x="704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3" y="2396"/>
                </a:lnTo>
                <a:lnTo>
                  <a:pt x="701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3" y="2404"/>
                </a:lnTo>
                <a:lnTo>
                  <a:pt x="703" y="2405"/>
                </a:lnTo>
                <a:lnTo>
                  <a:pt x="702" y="2405"/>
                </a:lnTo>
                <a:lnTo>
                  <a:pt x="702" y="2406"/>
                </a:lnTo>
                <a:lnTo>
                  <a:pt x="702" y="2407"/>
                </a:lnTo>
                <a:lnTo>
                  <a:pt x="701" y="2407"/>
                </a:lnTo>
                <a:lnTo>
                  <a:pt x="701" y="2408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9" y="2408"/>
                </a:lnTo>
                <a:lnTo>
                  <a:pt x="699" y="2409"/>
                </a:lnTo>
                <a:lnTo>
                  <a:pt x="700" y="2409"/>
                </a:lnTo>
                <a:lnTo>
                  <a:pt x="700" y="2410"/>
                </a:lnTo>
                <a:lnTo>
                  <a:pt x="699" y="2410"/>
                </a:lnTo>
                <a:lnTo>
                  <a:pt x="698" y="2410"/>
                </a:lnTo>
                <a:lnTo>
                  <a:pt x="698" y="2411"/>
                </a:lnTo>
                <a:lnTo>
                  <a:pt x="697" y="2411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4" y="2409"/>
                </a:lnTo>
                <a:lnTo>
                  <a:pt x="694" y="2410"/>
                </a:lnTo>
                <a:lnTo>
                  <a:pt x="693" y="2410"/>
                </a:lnTo>
                <a:lnTo>
                  <a:pt x="692" y="2410"/>
                </a:lnTo>
                <a:lnTo>
                  <a:pt x="692" y="2411"/>
                </a:lnTo>
                <a:lnTo>
                  <a:pt x="692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6" y="2404"/>
                </a:lnTo>
                <a:lnTo>
                  <a:pt x="687" y="2404"/>
                </a:lnTo>
                <a:lnTo>
                  <a:pt x="687" y="2403"/>
                </a:lnTo>
                <a:lnTo>
                  <a:pt x="687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4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5" y="2398"/>
                </a:lnTo>
                <a:lnTo>
                  <a:pt x="684" y="2397"/>
                </a:lnTo>
                <a:lnTo>
                  <a:pt x="685" y="2397"/>
                </a:lnTo>
                <a:lnTo>
                  <a:pt x="684" y="2397"/>
                </a:lnTo>
                <a:lnTo>
                  <a:pt x="685" y="2396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1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80" y="2386"/>
                </a:lnTo>
                <a:lnTo>
                  <a:pt x="679" y="2386"/>
                </a:lnTo>
                <a:lnTo>
                  <a:pt x="678" y="2386"/>
                </a:lnTo>
                <a:lnTo>
                  <a:pt x="678" y="2385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5"/>
                </a:lnTo>
                <a:lnTo>
                  <a:pt x="671" y="2384"/>
                </a:lnTo>
                <a:lnTo>
                  <a:pt x="670" y="2384"/>
                </a:lnTo>
                <a:lnTo>
                  <a:pt x="671" y="2384"/>
                </a:lnTo>
                <a:lnTo>
                  <a:pt x="671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81"/>
                </a:lnTo>
                <a:lnTo>
                  <a:pt x="667" y="2381"/>
                </a:lnTo>
                <a:lnTo>
                  <a:pt x="666" y="2381"/>
                </a:lnTo>
                <a:lnTo>
                  <a:pt x="666" y="2380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1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6" y="2366"/>
                </a:lnTo>
                <a:lnTo>
                  <a:pt x="645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3" y="2364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4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8" y="2365"/>
                </a:lnTo>
                <a:lnTo>
                  <a:pt x="637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30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7" y="2360"/>
                </a:lnTo>
                <a:lnTo>
                  <a:pt x="626" y="2360"/>
                </a:lnTo>
                <a:lnTo>
                  <a:pt x="626" y="2359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7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2"/>
                </a:lnTo>
                <a:lnTo>
                  <a:pt x="486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0"/>
                </a:lnTo>
                <a:lnTo>
                  <a:pt x="478" y="2250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5" y="2206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1" y="2176"/>
                </a:lnTo>
                <a:lnTo>
                  <a:pt x="452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6" y="2123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1" y="2106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1" y="2067"/>
                </a:lnTo>
                <a:lnTo>
                  <a:pt x="492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4" y="2051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2" y="2044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1" y="2010"/>
                </a:lnTo>
                <a:lnTo>
                  <a:pt x="472" y="2010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2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6" y="1945"/>
                </a:lnTo>
                <a:lnTo>
                  <a:pt x="456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0" y="1932"/>
                </a:lnTo>
                <a:lnTo>
                  <a:pt x="431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7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9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7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6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3" y="1840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5" y="1812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39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1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2" y="1774"/>
                </a:lnTo>
                <a:lnTo>
                  <a:pt x="231" y="1773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7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7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8"/>
                </a:lnTo>
                <a:lnTo>
                  <a:pt x="173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3" y="1697"/>
                </a:lnTo>
                <a:lnTo>
                  <a:pt x="151" y="1697"/>
                </a:lnTo>
                <a:lnTo>
                  <a:pt x="150" y="1696"/>
                </a:lnTo>
                <a:lnTo>
                  <a:pt x="151" y="1694"/>
                </a:lnTo>
                <a:lnTo>
                  <a:pt x="150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90" y="1685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90" y="1678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7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5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7"/>
                </a:lnTo>
                <a:lnTo>
                  <a:pt x="117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4" y="1525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8" y="1525"/>
                </a:lnTo>
                <a:lnTo>
                  <a:pt x="57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2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5" y="1534"/>
                </a:lnTo>
                <a:lnTo>
                  <a:pt x="34" y="1534"/>
                </a:lnTo>
                <a:lnTo>
                  <a:pt x="33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7" y="1531"/>
                </a:lnTo>
                <a:lnTo>
                  <a:pt x="27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8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19" y="1483"/>
                </a:lnTo>
                <a:lnTo>
                  <a:pt x="19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4"/>
                </a:lnTo>
                <a:lnTo>
                  <a:pt x="6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9"/>
                </a:lnTo>
                <a:lnTo>
                  <a:pt x="38" y="1418"/>
                </a:lnTo>
                <a:lnTo>
                  <a:pt x="38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7" y="1402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9" y="1394"/>
                </a:lnTo>
                <a:lnTo>
                  <a:pt x="39" y="1393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0" y="1387"/>
                </a:lnTo>
                <a:lnTo>
                  <a:pt x="40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9" y="1379"/>
                </a:lnTo>
                <a:lnTo>
                  <a:pt x="50" y="1379"/>
                </a:lnTo>
                <a:lnTo>
                  <a:pt x="51" y="1380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58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3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4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4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0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59" y="1339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89" y="1322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5" y="1352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5" y="1349"/>
                </a:lnTo>
                <a:lnTo>
                  <a:pt x="255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4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1"/>
                </a:lnTo>
                <a:lnTo>
                  <a:pt x="284" y="1311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1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8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6" y="1280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1" y="1287"/>
                </a:lnTo>
                <a:lnTo>
                  <a:pt x="361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8" y="1286"/>
                </a:lnTo>
                <a:lnTo>
                  <a:pt x="370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6" y="1283"/>
                </a:lnTo>
                <a:lnTo>
                  <a:pt x="386" y="1282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8"/>
                </a:lnTo>
                <a:lnTo>
                  <a:pt x="397" y="1267"/>
                </a:lnTo>
                <a:lnTo>
                  <a:pt x="398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2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4"/>
                </a:lnTo>
                <a:lnTo>
                  <a:pt x="568" y="1192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5"/>
                </a:lnTo>
                <a:lnTo>
                  <a:pt x="572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4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1" y="1161"/>
                </a:lnTo>
                <a:lnTo>
                  <a:pt x="611" y="1160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4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9" y="1096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5"/>
                </a:lnTo>
                <a:lnTo>
                  <a:pt x="632" y="1094"/>
                </a:lnTo>
                <a:lnTo>
                  <a:pt x="633" y="1095"/>
                </a:lnTo>
                <a:lnTo>
                  <a:pt x="634" y="1095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8" y="1094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1" y="1093"/>
                </a:lnTo>
                <a:lnTo>
                  <a:pt x="641" y="1092"/>
                </a:lnTo>
                <a:lnTo>
                  <a:pt x="640" y="1091"/>
                </a:lnTo>
                <a:lnTo>
                  <a:pt x="639" y="1090"/>
                </a:lnTo>
                <a:lnTo>
                  <a:pt x="639" y="1089"/>
                </a:lnTo>
                <a:lnTo>
                  <a:pt x="637" y="1089"/>
                </a:lnTo>
                <a:lnTo>
                  <a:pt x="636" y="1088"/>
                </a:lnTo>
                <a:lnTo>
                  <a:pt x="635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7"/>
                </a:lnTo>
                <a:lnTo>
                  <a:pt x="629" y="1087"/>
                </a:lnTo>
                <a:lnTo>
                  <a:pt x="628" y="1086"/>
                </a:lnTo>
                <a:lnTo>
                  <a:pt x="627" y="1086"/>
                </a:lnTo>
                <a:lnTo>
                  <a:pt x="627" y="1085"/>
                </a:lnTo>
                <a:lnTo>
                  <a:pt x="626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6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0" y="1075"/>
                </a:lnTo>
                <a:lnTo>
                  <a:pt x="633" y="1073"/>
                </a:lnTo>
                <a:lnTo>
                  <a:pt x="634" y="1072"/>
                </a:lnTo>
                <a:lnTo>
                  <a:pt x="635" y="1072"/>
                </a:lnTo>
                <a:lnTo>
                  <a:pt x="637" y="1071"/>
                </a:lnTo>
                <a:lnTo>
                  <a:pt x="638" y="1070"/>
                </a:lnTo>
                <a:lnTo>
                  <a:pt x="639" y="1069"/>
                </a:lnTo>
                <a:lnTo>
                  <a:pt x="640" y="1069"/>
                </a:lnTo>
                <a:lnTo>
                  <a:pt x="640" y="1068"/>
                </a:lnTo>
                <a:lnTo>
                  <a:pt x="641" y="1068"/>
                </a:lnTo>
                <a:lnTo>
                  <a:pt x="643" y="1068"/>
                </a:lnTo>
                <a:lnTo>
                  <a:pt x="644" y="1067"/>
                </a:lnTo>
                <a:lnTo>
                  <a:pt x="645" y="1067"/>
                </a:lnTo>
                <a:lnTo>
                  <a:pt x="647" y="1067"/>
                </a:lnTo>
                <a:lnTo>
                  <a:pt x="648" y="1067"/>
                </a:lnTo>
                <a:lnTo>
                  <a:pt x="650" y="1067"/>
                </a:lnTo>
                <a:lnTo>
                  <a:pt x="651" y="1068"/>
                </a:lnTo>
                <a:lnTo>
                  <a:pt x="652" y="1069"/>
                </a:lnTo>
                <a:lnTo>
                  <a:pt x="653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7"/>
                </a:lnTo>
                <a:lnTo>
                  <a:pt x="656" y="1068"/>
                </a:lnTo>
                <a:lnTo>
                  <a:pt x="657" y="1068"/>
                </a:lnTo>
                <a:lnTo>
                  <a:pt x="658" y="1068"/>
                </a:lnTo>
                <a:lnTo>
                  <a:pt x="658" y="1066"/>
                </a:lnTo>
                <a:lnTo>
                  <a:pt x="659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8" y="1062"/>
                </a:lnTo>
                <a:lnTo>
                  <a:pt x="658" y="1060"/>
                </a:lnTo>
                <a:lnTo>
                  <a:pt x="658" y="1057"/>
                </a:lnTo>
                <a:lnTo>
                  <a:pt x="657" y="1057"/>
                </a:lnTo>
                <a:lnTo>
                  <a:pt x="656" y="1056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7" y="1052"/>
                </a:lnTo>
                <a:lnTo>
                  <a:pt x="657" y="1051"/>
                </a:lnTo>
                <a:lnTo>
                  <a:pt x="657" y="1050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49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50" y="1046"/>
                </a:lnTo>
                <a:lnTo>
                  <a:pt x="651" y="1045"/>
                </a:lnTo>
                <a:lnTo>
                  <a:pt x="652" y="1043"/>
                </a:lnTo>
                <a:lnTo>
                  <a:pt x="653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4" y="1038"/>
                </a:lnTo>
                <a:lnTo>
                  <a:pt x="654" y="1037"/>
                </a:lnTo>
                <a:lnTo>
                  <a:pt x="655" y="1036"/>
                </a:lnTo>
                <a:lnTo>
                  <a:pt x="655" y="1032"/>
                </a:lnTo>
                <a:lnTo>
                  <a:pt x="649" y="1023"/>
                </a:lnTo>
                <a:lnTo>
                  <a:pt x="642" y="1012"/>
                </a:lnTo>
                <a:lnTo>
                  <a:pt x="634" y="998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3" y="994"/>
                </a:lnTo>
                <a:lnTo>
                  <a:pt x="634" y="994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3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7"/>
                </a:lnTo>
                <a:lnTo>
                  <a:pt x="630" y="986"/>
                </a:lnTo>
                <a:lnTo>
                  <a:pt x="630" y="985"/>
                </a:lnTo>
                <a:lnTo>
                  <a:pt x="631" y="985"/>
                </a:lnTo>
                <a:lnTo>
                  <a:pt x="631" y="984"/>
                </a:lnTo>
                <a:lnTo>
                  <a:pt x="630" y="984"/>
                </a:lnTo>
                <a:lnTo>
                  <a:pt x="629" y="983"/>
                </a:lnTo>
                <a:lnTo>
                  <a:pt x="628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7" y="973"/>
                </a:lnTo>
                <a:lnTo>
                  <a:pt x="627" y="972"/>
                </a:lnTo>
                <a:lnTo>
                  <a:pt x="627" y="971"/>
                </a:lnTo>
                <a:lnTo>
                  <a:pt x="626" y="970"/>
                </a:lnTo>
                <a:lnTo>
                  <a:pt x="624" y="970"/>
                </a:lnTo>
                <a:lnTo>
                  <a:pt x="622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0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29"/>
                </a:lnTo>
                <a:lnTo>
                  <a:pt x="619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5" y="908"/>
                </a:lnTo>
                <a:lnTo>
                  <a:pt x="614" y="907"/>
                </a:lnTo>
                <a:lnTo>
                  <a:pt x="612" y="906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5" y="897"/>
                </a:lnTo>
                <a:lnTo>
                  <a:pt x="586" y="896"/>
                </a:lnTo>
                <a:lnTo>
                  <a:pt x="586" y="895"/>
                </a:lnTo>
                <a:lnTo>
                  <a:pt x="585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2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2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1" y="872"/>
                </a:lnTo>
                <a:lnTo>
                  <a:pt x="623" y="871"/>
                </a:lnTo>
                <a:lnTo>
                  <a:pt x="624" y="870"/>
                </a:lnTo>
                <a:lnTo>
                  <a:pt x="626" y="869"/>
                </a:lnTo>
                <a:lnTo>
                  <a:pt x="627" y="869"/>
                </a:lnTo>
                <a:lnTo>
                  <a:pt x="627" y="867"/>
                </a:lnTo>
                <a:lnTo>
                  <a:pt x="629" y="866"/>
                </a:lnTo>
                <a:lnTo>
                  <a:pt x="631" y="864"/>
                </a:lnTo>
                <a:lnTo>
                  <a:pt x="632" y="864"/>
                </a:lnTo>
                <a:lnTo>
                  <a:pt x="632" y="865"/>
                </a:lnTo>
                <a:lnTo>
                  <a:pt x="633" y="865"/>
                </a:lnTo>
                <a:lnTo>
                  <a:pt x="633" y="866"/>
                </a:lnTo>
                <a:lnTo>
                  <a:pt x="634" y="866"/>
                </a:lnTo>
                <a:lnTo>
                  <a:pt x="636" y="866"/>
                </a:lnTo>
                <a:lnTo>
                  <a:pt x="637" y="866"/>
                </a:lnTo>
                <a:lnTo>
                  <a:pt x="638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6"/>
                </a:lnTo>
                <a:lnTo>
                  <a:pt x="643" y="865"/>
                </a:lnTo>
                <a:lnTo>
                  <a:pt x="645" y="865"/>
                </a:lnTo>
                <a:lnTo>
                  <a:pt x="649" y="864"/>
                </a:lnTo>
                <a:lnTo>
                  <a:pt x="650" y="863"/>
                </a:lnTo>
                <a:lnTo>
                  <a:pt x="651" y="863"/>
                </a:lnTo>
                <a:lnTo>
                  <a:pt x="652" y="862"/>
                </a:lnTo>
                <a:lnTo>
                  <a:pt x="652" y="861"/>
                </a:lnTo>
                <a:lnTo>
                  <a:pt x="652" y="860"/>
                </a:lnTo>
                <a:lnTo>
                  <a:pt x="651" y="860"/>
                </a:lnTo>
                <a:lnTo>
                  <a:pt x="651" y="859"/>
                </a:lnTo>
                <a:lnTo>
                  <a:pt x="652" y="859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1"/>
                </a:lnTo>
                <a:lnTo>
                  <a:pt x="656" y="861"/>
                </a:lnTo>
                <a:lnTo>
                  <a:pt x="659" y="861"/>
                </a:lnTo>
                <a:lnTo>
                  <a:pt x="660" y="862"/>
                </a:lnTo>
                <a:lnTo>
                  <a:pt x="662" y="862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4"/>
                </a:lnTo>
                <a:lnTo>
                  <a:pt x="669" y="863"/>
                </a:lnTo>
                <a:lnTo>
                  <a:pt x="670" y="862"/>
                </a:lnTo>
                <a:lnTo>
                  <a:pt x="671" y="861"/>
                </a:lnTo>
                <a:lnTo>
                  <a:pt x="672" y="860"/>
                </a:lnTo>
                <a:lnTo>
                  <a:pt x="673" y="860"/>
                </a:lnTo>
                <a:lnTo>
                  <a:pt x="674" y="860"/>
                </a:lnTo>
                <a:lnTo>
                  <a:pt x="675" y="861"/>
                </a:lnTo>
                <a:lnTo>
                  <a:pt x="677" y="861"/>
                </a:lnTo>
                <a:lnTo>
                  <a:pt x="679" y="860"/>
                </a:lnTo>
                <a:lnTo>
                  <a:pt x="681" y="859"/>
                </a:lnTo>
                <a:lnTo>
                  <a:pt x="682" y="859"/>
                </a:lnTo>
                <a:lnTo>
                  <a:pt x="684" y="858"/>
                </a:lnTo>
                <a:lnTo>
                  <a:pt x="685" y="857"/>
                </a:lnTo>
                <a:lnTo>
                  <a:pt x="686" y="856"/>
                </a:lnTo>
                <a:lnTo>
                  <a:pt x="687" y="856"/>
                </a:lnTo>
                <a:lnTo>
                  <a:pt x="687" y="855"/>
                </a:lnTo>
                <a:lnTo>
                  <a:pt x="687" y="854"/>
                </a:lnTo>
                <a:lnTo>
                  <a:pt x="688" y="854"/>
                </a:lnTo>
                <a:lnTo>
                  <a:pt x="689" y="855"/>
                </a:lnTo>
                <a:lnTo>
                  <a:pt x="690" y="855"/>
                </a:lnTo>
                <a:lnTo>
                  <a:pt x="691" y="856"/>
                </a:lnTo>
                <a:lnTo>
                  <a:pt x="692" y="856"/>
                </a:lnTo>
                <a:lnTo>
                  <a:pt x="692" y="855"/>
                </a:lnTo>
                <a:lnTo>
                  <a:pt x="692" y="854"/>
                </a:lnTo>
                <a:lnTo>
                  <a:pt x="693" y="854"/>
                </a:lnTo>
                <a:lnTo>
                  <a:pt x="694" y="853"/>
                </a:lnTo>
                <a:lnTo>
                  <a:pt x="696" y="853"/>
                </a:lnTo>
                <a:lnTo>
                  <a:pt x="697" y="853"/>
                </a:lnTo>
                <a:lnTo>
                  <a:pt x="697" y="852"/>
                </a:lnTo>
                <a:lnTo>
                  <a:pt x="698" y="852"/>
                </a:lnTo>
                <a:lnTo>
                  <a:pt x="699" y="852"/>
                </a:lnTo>
                <a:lnTo>
                  <a:pt x="700" y="853"/>
                </a:lnTo>
                <a:lnTo>
                  <a:pt x="702" y="853"/>
                </a:lnTo>
                <a:lnTo>
                  <a:pt x="703" y="852"/>
                </a:lnTo>
                <a:lnTo>
                  <a:pt x="705" y="851"/>
                </a:lnTo>
                <a:lnTo>
                  <a:pt x="706" y="851"/>
                </a:lnTo>
                <a:lnTo>
                  <a:pt x="708" y="850"/>
                </a:lnTo>
                <a:lnTo>
                  <a:pt x="709" y="850"/>
                </a:lnTo>
                <a:lnTo>
                  <a:pt x="710" y="851"/>
                </a:lnTo>
                <a:lnTo>
                  <a:pt x="711" y="851"/>
                </a:lnTo>
                <a:lnTo>
                  <a:pt x="711" y="850"/>
                </a:lnTo>
                <a:lnTo>
                  <a:pt x="712" y="850"/>
                </a:lnTo>
                <a:lnTo>
                  <a:pt x="713" y="849"/>
                </a:lnTo>
                <a:lnTo>
                  <a:pt x="714" y="849"/>
                </a:lnTo>
                <a:lnTo>
                  <a:pt x="715" y="848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0" y="850"/>
                </a:lnTo>
                <a:lnTo>
                  <a:pt x="722" y="849"/>
                </a:lnTo>
                <a:lnTo>
                  <a:pt x="722" y="848"/>
                </a:lnTo>
                <a:lnTo>
                  <a:pt x="724" y="848"/>
                </a:lnTo>
                <a:lnTo>
                  <a:pt x="725" y="847"/>
                </a:lnTo>
                <a:lnTo>
                  <a:pt x="725" y="846"/>
                </a:lnTo>
                <a:lnTo>
                  <a:pt x="726" y="846"/>
                </a:lnTo>
                <a:lnTo>
                  <a:pt x="729" y="845"/>
                </a:lnTo>
                <a:lnTo>
                  <a:pt x="729" y="844"/>
                </a:lnTo>
                <a:lnTo>
                  <a:pt x="729" y="843"/>
                </a:lnTo>
                <a:lnTo>
                  <a:pt x="731" y="842"/>
                </a:lnTo>
                <a:lnTo>
                  <a:pt x="733" y="841"/>
                </a:lnTo>
                <a:lnTo>
                  <a:pt x="734" y="840"/>
                </a:lnTo>
                <a:lnTo>
                  <a:pt x="736" y="840"/>
                </a:lnTo>
                <a:lnTo>
                  <a:pt x="737" y="841"/>
                </a:lnTo>
                <a:lnTo>
                  <a:pt x="739" y="840"/>
                </a:lnTo>
                <a:lnTo>
                  <a:pt x="740" y="839"/>
                </a:lnTo>
                <a:lnTo>
                  <a:pt x="741" y="840"/>
                </a:lnTo>
                <a:lnTo>
                  <a:pt x="743" y="840"/>
                </a:lnTo>
                <a:lnTo>
                  <a:pt x="743" y="839"/>
                </a:lnTo>
                <a:lnTo>
                  <a:pt x="744" y="839"/>
                </a:lnTo>
                <a:lnTo>
                  <a:pt x="745" y="838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0" y="841"/>
                </a:lnTo>
                <a:lnTo>
                  <a:pt x="752" y="843"/>
                </a:lnTo>
                <a:lnTo>
                  <a:pt x="752" y="844"/>
                </a:lnTo>
                <a:lnTo>
                  <a:pt x="754" y="846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9" y="852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4" y="853"/>
                </a:lnTo>
                <a:lnTo>
                  <a:pt x="766" y="853"/>
                </a:lnTo>
                <a:lnTo>
                  <a:pt x="768" y="852"/>
                </a:lnTo>
                <a:lnTo>
                  <a:pt x="769" y="852"/>
                </a:lnTo>
                <a:lnTo>
                  <a:pt x="770" y="852"/>
                </a:lnTo>
                <a:lnTo>
                  <a:pt x="771" y="851"/>
                </a:lnTo>
                <a:lnTo>
                  <a:pt x="772" y="851"/>
                </a:lnTo>
                <a:lnTo>
                  <a:pt x="773" y="851"/>
                </a:lnTo>
                <a:lnTo>
                  <a:pt x="774" y="851"/>
                </a:lnTo>
                <a:lnTo>
                  <a:pt x="775" y="852"/>
                </a:lnTo>
                <a:lnTo>
                  <a:pt x="775" y="853"/>
                </a:lnTo>
                <a:lnTo>
                  <a:pt x="775" y="854"/>
                </a:lnTo>
                <a:lnTo>
                  <a:pt x="776" y="855"/>
                </a:lnTo>
                <a:lnTo>
                  <a:pt x="777" y="856"/>
                </a:lnTo>
                <a:lnTo>
                  <a:pt x="778" y="856"/>
                </a:lnTo>
                <a:lnTo>
                  <a:pt x="779" y="855"/>
                </a:lnTo>
                <a:lnTo>
                  <a:pt x="780" y="855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6" y="853"/>
                </a:lnTo>
                <a:lnTo>
                  <a:pt x="788" y="853"/>
                </a:lnTo>
                <a:lnTo>
                  <a:pt x="790" y="853"/>
                </a:lnTo>
                <a:lnTo>
                  <a:pt x="791" y="852"/>
                </a:lnTo>
                <a:lnTo>
                  <a:pt x="792" y="852"/>
                </a:lnTo>
                <a:lnTo>
                  <a:pt x="793" y="852"/>
                </a:lnTo>
                <a:lnTo>
                  <a:pt x="799" y="855"/>
                </a:lnTo>
                <a:lnTo>
                  <a:pt x="803" y="857"/>
                </a:lnTo>
                <a:lnTo>
                  <a:pt x="810" y="859"/>
                </a:lnTo>
                <a:lnTo>
                  <a:pt x="817" y="857"/>
                </a:lnTo>
                <a:lnTo>
                  <a:pt x="820" y="854"/>
                </a:lnTo>
                <a:lnTo>
                  <a:pt x="821" y="842"/>
                </a:lnTo>
                <a:lnTo>
                  <a:pt x="818" y="837"/>
                </a:lnTo>
                <a:lnTo>
                  <a:pt x="816" y="834"/>
                </a:lnTo>
                <a:lnTo>
                  <a:pt x="807" y="830"/>
                </a:lnTo>
                <a:lnTo>
                  <a:pt x="792" y="822"/>
                </a:lnTo>
                <a:lnTo>
                  <a:pt x="792" y="821"/>
                </a:lnTo>
                <a:lnTo>
                  <a:pt x="791" y="814"/>
                </a:lnTo>
                <a:lnTo>
                  <a:pt x="793" y="811"/>
                </a:lnTo>
                <a:lnTo>
                  <a:pt x="793" y="810"/>
                </a:lnTo>
                <a:lnTo>
                  <a:pt x="793" y="806"/>
                </a:lnTo>
                <a:lnTo>
                  <a:pt x="793" y="804"/>
                </a:lnTo>
                <a:lnTo>
                  <a:pt x="793" y="803"/>
                </a:lnTo>
                <a:lnTo>
                  <a:pt x="796" y="800"/>
                </a:lnTo>
                <a:lnTo>
                  <a:pt x="796" y="799"/>
                </a:lnTo>
                <a:lnTo>
                  <a:pt x="797" y="799"/>
                </a:lnTo>
                <a:lnTo>
                  <a:pt x="798" y="797"/>
                </a:lnTo>
                <a:lnTo>
                  <a:pt x="798" y="794"/>
                </a:lnTo>
                <a:lnTo>
                  <a:pt x="798" y="793"/>
                </a:lnTo>
                <a:lnTo>
                  <a:pt x="798" y="791"/>
                </a:lnTo>
                <a:lnTo>
                  <a:pt x="798" y="790"/>
                </a:lnTo>
                <a:lnTo>
                  <a:pt x="797" y="789"/>
                </a:lnTo>
                <a:lnTo>
                  <a:pt x="797" y="788"/>
                </a:lnTo>
                <a:lnTo>
                  <a:pt x="797" y="787"/>
                </a:lnTo>
                <a:lnTo>
                  <a:pt x="798" y="786"/>
                </a:lnTo>
                <a:lnTo>
                  <a:pt x="798" y="785"/>
                </a:lnTo>
                <a:lnTo>
                  <a:pt x="798" y="781"/>
                </a:lnTo>
                <a:lnTo>
                  <a:pt x="801" y="779"/>
                </a:lnTo>
                <a:lnTo>
                  <a:pt x="803" y="778"/>
                </a:lnTo>
                <a:lnTo>
                  <a:pt x="804" y="778"/>
                </a:lnTo>
                <a:lnTo>
                  <a:pt x="806" y="778"/>
                </a:lnTo>
                <a:lnTo>
                  <a:pt x="808" y="777"/>
                </a:lnTo>
                <a:lnTo>
                  <a:pt x="814" y="758"/>
                </a:lnTo>
                <a:lnTo>
                  <a:pt x="822" y="745"/>
                </a:lnTo>
                <a:lnTo>
                  <a:pt x="832" y="724"/>
                </a:lnTo>
                <a:lnTo>
                  <a:pt x="837" y="714"/>
                </a:lnTo>
                <a:lnTo>
                  <a:pt x="838" y="706"/>
                </a:lnTo>
                <a:lnTo>
                  <a:pt x="841" y="696"/>
                </a:lnTo>
                <a:lnTo>
                  <a:pt x="846" y="693"/>
                </a:lnTo>
                <a:lnTo>
                  <a:pt x="846" y="691"/>
                </a:lnTo>
                <a:lnTo>
                  <a:pt x="850" y="678"/>
                </a:lnTo>
                <a:lnTo>
                  <a:pt x="851" y="676"/>
                </a:lnTo>
                <a:lnTo>
                  <a:pt x="851" y="673"/>
                </a:lnTo>
                <a:lnTo>
                  <a:pt x="851" y="672"/>
                </a:lnTo>
                <a:lnTo>
                  <a:pt x="852" y="671"/>
                </a:lnTo>
                <a:lnTo>
                  <a:pt x="853" y="669"/>
                </a:lnTo>
                <a:lnTo>
                  <a:pt x="855" y="668"/>
                </a:lnTo>
                <a:lnTo>
                  <a:pt x="856" y="666"/>
                </a:lnTo>
                <a:lnTo>
                  <a:pt x="857" y="665"/>
                </a:lnTo>
                <a:lnTo>
                  <a:pt x="857" y="663"/>
                </a:lnTo>
                <a:lnTo>
                  <a:pt x="858" y="661"/>
                </a:lnTo>
                <a:lnTo>
                  <a:pt x="858" y="660"/>
                </a:lnTo>
                <a:lnTo>
                  <a:pt x="859" y="659"/>
                </a:lnTo>
                <a:lnTo>
                  <a:pt x="859" y="658"/>
                </a:lnTo>
                <a:lnTo>
                  <a:pt x="859" y="657"/>
                </a:lnTo>
                <a:lnTo>
                  <a:pt x="860" y="655"/>
                </a:lnTo>
                <a:lnTo>
                  <a:pt x="860" y="654"/>
                </a:lnTo>
                <a:lnTo>
                  <a:pt x="859" y="652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50"/>
                </a:lnTo>
                <a:lnTo>
                  <a:pt x="864" y="649"/>
                </a:lnTo>
                <a:lnTo>
                  <a:pt x="865" y="649"/>
                </a:lnTo>
                <a:lnTo>
                  <a:pt x="866" y="650"/>
                </a:lnTo>
                <a:lnTo>
                  <a:pt x="868" y="649"/>
                </a:lnTo>
                <a:lnTo>
                  <a:pt x="869" y="649"/>
                </a:lnTo>
                <a:lnTo>
                  <a:pt x="870" y="648"/>
                </a:lnTo>
                <a:lnTo>
                  <a:pt x="871" y="649"/>
                </a:lnTo>
                <a:lnTo>
                  <a:pt x="872" y="650"/>
                </a:lnTo>
                <a:lnTo>
                  <a:pt x="874" y="650"/>
                </a:lnTo>
                <a:lnTo>
                  <a:pt x="875" y="651"/>
                </a:lnTo>
                <a:lnTo>
                  <a:pt x="876" y="651"/>
                </a:lnTo>
                <a:lnTo>
                  <a:pt x="876" y="652"/>
                </a:lnTo>
                <a:lnTo>
                  <a:pt x="877" y="653"/>
                </a:lnTo>
                <a:lnTo>
                  <a:pt x="878" y="653"/>
                </a:lnTo>
                <a:lnTo>
                  <a:pt x="879" y="654"/>
                </a:lnTo>
                <a:lnTo>
                  <a:pt x="880" y="655"/>
                </a:lnTo>
                <a:lnTo>
                  <a:pt x="883" y="655"/>
                </a:lnTo>
                <a:lnTo>
                  <a:pt x="884" y="654"/>
                </a:lnTo>
                <a:lnTo>
                  <a:pt x="885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90" y="654"/>
                </a:lnTo>
                <a:lnTo>
                  <a:pt x="890" y="655"/>
                </a:lnTo>
                <a:lnTo>
                  <a:pt x="890" y="656"/>
                </a:lnTo>
                <a:lnTo>
                  <a:pt x="891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60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1"/>
                </a:lnTo>
                <a:lnTo>
                  <a:pt x="901" y="662"/>
                </a:lnTo>
                <a:lnTo>
                  <a:pt x="902" y="661"/>
                </a:lnTo>
                <a:lnTo>
                  <a:pt x="903" y="661"/>
                </a:lnTo>
                <a:lnTo>
                  <a:pt x="903" y="662"/>
                </a:lnTo>
                <a:lnTo>
                  <a:pt x="904" y="662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9" y="664"/>
                </a:lnTo>
                <a:lnTo>
                  <a:pt x="909" y="665"/>
                </a:lnTo>
                <a:lnTo>
                  <a:pt x="908" y="666"/>
                </a:lnTo>
                <a:lnTo>
                  <a:pt x="909" y="666"/>
                </a:lnTo>
                <a:lnTo>
                  <a:pt x="910" y="666"/>
                </a:lnTo>
                <a:lnTo>
                  <a:pt x="911" y="667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7" y="668"/>
                </a:lnTo>
                <a:lnTo>
                  <a:pt x="919" y="669"/>
                </a:lnTo>
                <a:lnTo>
                  <a:pt x="920" y="669"/>
                </a:lnTo>
                <a:lnTo>
                  <a:pt x="920" y="671"/>
                </a:lnTo>
                <a:lnTo>
                  <a:pt x="921" y="671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0"/>
                </a:lnTo>
                <a:lnTo>
                  <a:pt x="928" y="671"/>
                </a:lnTo>
                <a:lnTo>
                  <a:pt x="929" y="671"/>
                </a:lnTo>
                <a:lnTo>
                  <a:pt x="930" y="671"/>
                </a:lnTo>
                <a:lnTo>
                  <a:pt x="932" y="672"/>
                </a:lnTo>
                <a:lnTo>
                  <a:pt x="933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9" y="674"/>
                </a:lnTo>
                <a:lnTo>
                  <a:pt x="939" y="675"/>
                </a:lnTo>
                <a:lnTo>
                  <a:pt x="940" y="676"/>
                </a:lnTo>
                <a:lnTo>
                  <a:pt x="941" y="676"/>
                </a:lnTo>
                <a:lnTo>
                  <a:pt x="941" y="675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4"/>
                </a:lnTo>
                <a:lnTo>
                  <a:pt x="947" y="673"/>
                </a:lnTo>
                <a:lnTo>
                  <a:pt x="947" y="674"/>
                </a:lnTo>
                <a:lnTo>
                  <a:pt x="948" y="674"/>
                </a:lnTo>
                <a:lnTo>
                  <a:pt x="950" y="675"/>
                </a:lnTo>
                <a:lnTo>
                  <a:pt x="953" y="676"/>
                </a:lnTo>
                <a:lnTo>
                  <a:pt x="956" y="676"/>
                </a:lnTo>
                <a:lnTo>
                  <a:pt x="959" y="675"/>
                </a:lnTo>
                <a:lnTo>
                  <a:pt x="961" y="675"/>
                </a:lnTo>
                <a:lnTo>
                  <a:pt x="963" y="674"/>
                </a:lnTo>
                <a:lnTo>
                  <a:pt x="965" y="672"/>
                </a:lnTo>
                <a:lnTo>
                  <a:pt x="966" y="672"/>
                </a:lnTo>
                <a:lnTo>
                  <a:pt x="967" y="672"/>
                </a:lnTo>
                <a:lnTo>
                  <a:pt x="969" y="672"/>
                </a:lnTo>
                <a:lnTo>
                  <a:pt x="969" y="673"/>
                </a:lnTo>
                <a:lnTo>
                  <a:pt x="970" y="673"/>
                </a:lnTo>
                <a:lnTo>
                  <a:pt x="971" y="672"/>
                </a:lnTo>
                <a:lnTo>
                  <a:pt x="972" y="672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3"/>
                </a:lnTo>
                <a:lnTo>
                  <a:pt x="977" y="672"/>
                </a:lnTo>
                <a:lnTo>
                  <a:pt x="978" y="672"/>
                </a:lnTo>
                <a:lnTo>
                  <a:pt x="978" y="673"/>
                </a:lnTo>
                <a:lnTo>
                  <a:pt x="979" y="673"/>
                </a:lnTo>
                <a:lnTo>
                  <a:pt x="981" y="673"/>
                </a:lnTo>
                <a:lnTo>
                  <a:pt x="983" y="673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2"/>
                </a:lnTo>
                <a:lnTo>
                  <a:pt x="989" y="673"/>
                </a:lnTo>
                <a:lnTo>
                  <a:pt x="990" y="674"/>
                </a:lnTo>
                <a:lnTo>
                  <a:pt x="991" y="674"/>
                </a:lnTo>
                <a:lnTo>
                  <a:pt x="992" y="675"/>
                </a:lnTo>
                <a:lnTo>
                  <a:pt x="993" y="675"/>
                </a:lnTo>
                <a:lnTo>
                  <a:pt x="995" y="675"/>
                </a:lnTo>
                <a:lnTo>
                  <a:pt x="997" y="674"/>
                </a:lnTo>
                <a:lnTo>
                  <a:pt x="998" y="673"/>
                </a:lnTo>
                <a:lnTo>
                  <a:pt x="1000" y="673"/>
                </a:lnTo>
                <a:lnTo>
                  <a:pt x="1002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3"/>
                </a:lnTo>
                <a:lnTo>
                  <a:pt x="1006" y="672"/>
                </a:lnTo>
                <a:lnTo>
                  <a:pt x="1007" y="673"/>
                </a:lnTo>
                <a:lnTo>
                  <a:pt x="1008" y="672"/>
                </a:lnTo>
                <a:lnTo>
                  <a:pt x="1009" y="672"/>
                </a:lnTo>
                <a:lnTo>
                  <a:pt x="1012" y="672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5"/>
                </a:lnTo>
                <a:lnTo>
                  <a:pt x="1019" y="675"/>
                </a:lnTo>
                <a:lnTo>
                  <a:pt x="1021" y="676"/>
                </a:lnTo>
                <a:lnTo>
                  <a:pt x="1023" y="677"/>
                </a:lnTo>
                <a:lnTo>
                  <a:pt x="1024" y="677"/>
                </a:lnTo>
                <a:lnTo>
                  <a:pt x="1024" y="678"/>
                </a:lnTo>
                <a:lnTo>
                  <a:pt x="1024" y="679"/>
                </a:lnTo>
                <a:lnTo>
                  <a:pt x="1025" y="680"/>
                </a:lnTo>
                <a:lnTo>
                  <a:pt x="1029" y="683"/>
                </a:lnTo>
                <a:lnTo>
                  <a:pt x="1029" y="684"/>
                </a:lnTo>
                <a:lnTo>
                  <a:pt x="1030" y="686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7"/>
                </a:lnTo>
                <a:lnTo>
                  <a:pt x="1034" y="686"/>
                </a:lnTo>
                <a:lnTo>
                  <a:pt x="1035" y="685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6" y="681"/>
                </a:lnTo>
                <a:lnTo>
                  <a:pt x="1037" y="681"/>
                </a:lnTo>
                <a:lnTo>
                  <a:pt x="1038" y="680"/>
                </a:lnTo>
                <a:lnTo>
                  <a:pt x="1040" y="680"/>
                </a:lnTo>
                <a:lnTo>
                  <a:pt x="1041" y="680"/>
                </a:lnTo>
                <a:lnTo>
                  <a:pt x="1043" y="680"/>
                </a:lnTo>
                <a:lnTo>
                  <a:pt x="1044" y="679"/>
                </a:lnTo>
                <a:lnTo>
                  <a:pt x="1045" y="679"/>
                </a:lnTo>
                <a:lnTo>
                  <a:pt x="1045" y="678"/>
                </a:lnTo>
                <a:lnTo>
                  <a:pt x="1045" y="677"/>
                </a:lnTo>
                <a:lnTo>
                  <a:pt x="1047" y="675"/>
                </a:lnTo>
                <a:lnTo>
                  <a:pt x="1049" y="674"/>
                </a:lnTo>
                <a:lnTo>
                  <a:pt x="1050" y="674"/>
                </a:lnTo>
                <a:lnTo>
                  <a:pt x="1051" y="673"/>
                </a:lnTo>
                <a:lnTo>
                  <a:pt x="1053" y="673"/>
                </a:lnTo>
                <a:lnTo>
                  <a:pt x="1053" y="672"/>
                </a:lnTo>
                <a:lnTo>
                  <a:pt x="1055" y="670"/>
                </a:lnTo>
                <a:lnTo>
                  <a:pt x="1056" y="668"/>
                </a:lnTo>
                <a:lnTo>
                  <a:pt x="1057" y="667"/>
                </a:lnTo>
                <a:lnTo>
                  <a:pt x="1059" y="667"/>
                </a:lnTo>
                <a:lnTo>
                  <a:pt x="1061" y="667"/>
                </a:lnTo>
                <a:lnTo>
                  <a:pt x="1062" y="667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7"/>
                </a:lnTo>
                <a:lnTo>
                  <a:pt x="1072" y="668"/>
                </a:lnTo>
                <a:lnTo>
                  <a:pt x="1074" y="667"/>
                </a:lnTo>
                <a:lnTo>
                  <a:pt x="1076" y="666"/>
                </a:lnTo>
                <a:lnTo>
                  <a:pt x="1077" y="666"/>
                </a:lnTo>
                <a:lnTo>
                  <a:pt x="1079" y="666"/>
                </a:lnTo>
                <a:lnTo>
                  <a:pt x="1081" y="667"/>
                </a:lnTo>
                <a:lnTo>
                  <a:pt x="1082" y="667"/>
                </a:lnTo>
                <a:lnTo>
                  <a:pt x="1084" y="667"/>
                </a:lnTo>
                <a:lnTo>
                  <a:pt x="1086" y="667"/>
                </a:lnTo>
                <a:lnTo>
                  <a:pt x="1086" y="666"/>
                </a:lnTo>
                <a:lnTo>
                  <a:pt x="1086" y="664"/>
                </a:lnTo>
                <a:lnTo>
                  <a:pt x="1086" y="663"/>
                </a:lnTo>
                <a:lnTo>
                  <a:pt x="1087" y="661"/>
                </a:lnTo>
                <a:lnTo>
                  <a:pt x="1088" y="659"/>
                </a:lnTo>
                <a:lnTo>
                  <a:pt x="1089" y="659"/>
                </a:lnTo>
                <a:lnTo>
                  <a:pt x="1090" y="658"/>
                </a:lnTo>
                <a:lnTo>
                  <a:pt x="1095" y="652"/>
                </a:lnTo>
                <a:lnTo>
                  <a:pt x="1097" y="651"/>
                </a:lnTo>
                <a:lnTo>
                  <a:pt x="1097" y="650"/>
                </a:lnTo>
                <a:lnTo>
                  <a:pt x="1099" y="649"/>
                </a:lnTo>
                <a:lnTo>
                  <a:pt x="1100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098" y="640"/>
                </a:lnTo>
                <a:lnTo>
                  <a:pt x="1098" y="639"/>
                </a:lnTo>
                <a:lnTo>
                  <a:pt x="1099" y="637"/>
                </a:lnTo>
                <a:lnTo>
                  <a:pt x="1099" y="636"/>
                </a:lnTo>
                <a:lnTo>
                  <a:pt x="1100" y="635"/>
                </a:lnTo>
                <a:lnTo>
                  <a:pt x="1100" y="634"/>
                </a:lnTo>
                <a:lnTo>
                  <a:pt x="1101" y="633"/>
                </a:lnTo>
                <a:lnTo>
                  <a:pt x="1100" y="632"/>
                </a:lnTo>
                <a:lnTo>
                  <a:pt x="1100" y="630"/>
                </a:lnTo>
                <a:lnTo>
                  <a:pt x="1100" y="629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7"/>
                </a:lnTo>
                <a:lnTo>
                  <a:pt x="1096" y="625"/>
                </a:lnTo>
                <a:lnTo>
                  <a:pt x="1095" y="625"/>
                </a:lnTo>
                <a:lnTo>
                  <a:pt x="1095" y="624"/>
                </a:lnTo>
                <a:lnTo>
                  <a:pt x="1094" y="622"/>
                </a:lnTo>
                <a:lnTo>
                  <a:pt x="1093" y="621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2" y="612"/>
                </a:lnTo>
                <a:lnTo>
                  <a:pt x="1092" y="610"/>
                </a:lnTo>
                <a:lnTo>
                  <a:pt x="1092" y="608"/>
                </a:lnTo>
                <a:lnTo>
                  <a:pt x="1089" y="588"/>
                </a:lnTo>
                <a:lnTo>
                  <a:pt x="1088" y="576"/>
                </a:lnTo>
                <a:lnTo>
                  <a:pt x="1087" y="575"/>
                </a:lnTo>
                <a:lnTo>
                  <a:pt x="1087" y="574"/>
                </a:lnTo>
                <a:lnTo>
                  <a:pt x="1087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6" y="566"/>
                </a:lnTo>
                <a:lnTo>
                  <a:pt x="1086" y="565"/>
                </a:lnTo>
                <a:lnTo>
                  <a:pt x="1087" y="564"/>
                </a:lnTo>
                <a:lnTo>
                  <a:pt x="1086" y="564"/>
                </a:lnTo>
                <a:lnTo>
                  <a:pt x="1086" y="562"/>
                </a:lnTo>
                <a:lnTo>
                  <a:pt x="1087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1"/>
                </a:lnTo>
                <a:lnTo>
                  <a:pt x="1087" y="560"/>
                </a:lnTo>
                <a:lnTo>
                  <a:pt x="1087" y="559"/>
                </a:lnTo>
                <a:lnTo>
                  <a:pt x="1088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8" y="556"/>
                </a:lnTo>
                <a:lnTo>
                  <a:pt x="1088" y="555"/>
                </a:lnTo>
                <a:lnTo>
                  <a:pt x="1089" y="554"/>
                </a:lnTo>
                <a:lnTo>
                  <a:pt x="1090" y="554"/>
                </a:lnTo>
                <a:lnTo>
                  <a:pt x="1090" y="553"/>
                </a:lnTo>
                <a:lnTo>
                  <a:pt x="1090" y="552"/>
                </a:lnTo>
                <a:lnTo>
                  <a:pt x="1091" y="551"/>
                </a:lnTo>
                <a:lnTo>
                  <a:pt x="1091" y="550"/>
                </a:lnTo>
                <a:lnTo>
                  <a:pt x="1092" y="550"/>
                </a:lnTo>
                <a:lnTo>
                  <a:pt x="1093" y="549"/>
                </a:lnTo>
                <a:lnTo>
                  <a:pt x="1094" y="549"/>
                </a:lnTo>
                <a:lnTo>
                  <a:pt x="1094" y="548"/>
                </a:lnTo>
                <a:lnTo>
                  <a:pt x="1094" y="547"/>
                </a:lnTo>
                <a:lnTo>
                  <a:pt x="1095" y="547"/>
                </a:lnTo>
                <a:lnTo>
                  <a:pt x="1095" y="546"/>
                </a:lnTo>
                <a:lnTo>
                  <a:pt x="1096" y="546"/>
                </a:lnTo>
                <a:lnTo>
                  <a:pt x="1097" y="545"/>
                </a:lnTo>
                <a:lnTo>
                  <a:pt x="1098" y="545"/>
                </a:lnTo>
                <a:lnTo>
                  <a:pt x="1098" y="544"/>
                </a:lnTo>
                <a:lnTo>
                  <a:pt x="1098" y="543"/>
                </a:lnTo>
                <a:lnTo>
                  <a:pt x="1099" y="543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100" y="540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1" y="535"/>
                </a:lnTo>
                <a:lnTo>
                  <a:pt x="1102" y="534"/>
                </a:lnTo>
                <a:lnTo>
                  <a:pt x="1102" y="533"/>
                </a:lnTo>
                <a:lnTo>
                  <a:pt x="1103" y="532"/>
                </a:lnTo>
                <a:lnTo>
                  <a:pt x="1105" y="530"/>
                </a:lnTo>
                <a:lnTo>
                  <a:pt x="1106" y="530"/>
                </a:lnTo>
                <a:lnTo>
                  <a:pt x="1106" y="529"/>
                </a:lnTo>
                <a:lnTo>
                  <a:pt x="1107" y="529"/>
                </a:lnTo>
                <a:lnTo>
                  <a:pt x="1108" y="528"/>
                </a:lnTo>
                <a:lnTo>
                  <a:pt x="1109" y="528"/>
                </a:lnTo>
                <a:lnTo>
                  <a:pt x="1109" y="527"/>
                </a:lnTo>
                <a:lnTo>
                  <a:pt x="1109" y="528"/>
                </a:lnTo>
                <a:lnTo>
                  <a:pt x="1110" y="528"/>
                </a:lnTo>
                <a:lnTo>
                  <a:pt x="1111" y="527"/>
                </a:lnTo>
                <a:lnTo>
                  <a:pt x="1112" y="527"/>
                </a:lnTo>
                <a:lnTo>
                  <a:pt x="1113" y="527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20" y="526"/>
                </a:lnTo>
                <a:lnTo>
                  <a:pt x="1133" y="525"/>
                </a:lnTo>
                <a:lnTo>
                  <a:pt x="1148" y="526"/>
                </a:lnTo>
                <a:lnTo>
                  <a:pt x="1149" y="526"/>
                </a:lnTo>
                <a:lnTo>
                  <a:pt x="1149" y="525"/>
                </a:lnTo>
                <a:lnTo>
                  <a:pt x="1150" y="525"/>
                </a:lnTo>
                <a:lnTo>
                  <a:pt x="1151" y="524"/>
                </a:lnTo>
                <a:lnTo>
                  <a:pt x="1152" y="523"/>
                </a:lnTo>
                <a:lnTo>
                  <a:pt x="1153" y="523"/>
                </a:lnTo>
                <a:lnTo>
                  <a:pt x="1153" y="522"/>
                </a:lnTo>
                <a:lnTo>
                  <a:pt x="1154" y="522"/>
                </a:lnTo>
                <a:lnTo>
                  <a:pt x="1155" y="521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20"/>
                </a:lnTo>
                <a:lnTo>
                  <a:pt x="1161" y="519"/>
                </a:lnTo>
                <a:lnTo>
                  <a:pt x="1162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63" y="521"/>
                </a:lnTo>
                <a:lnTo>
                  <a:pt x="1164" y="521"/>
                </a:lnTo>
                <a:lnTo>
                  <a:pt x="1180" y="515"/>
                </a:lnTo>
                <a:lnTo>
                  <a:pt x="1181" y="515"/>
                </a:lnTo>
                <a:lnTo>
                  <a:pt x="1182" y="514"/>
                </a:lnTo>
                <a:lnTo>
                  <a:pt x="1182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3" y="510"/>
                </a:lnTo>
                <a:lnTo>
                  <a:pt x="1183" y="509"/>
                </a:lnTo>
                <a:lnTo>
                  <a:pt x="1184" y="509"/>
                </a:lnTo>
                <a:lnTo>
                  <a:pt x="1185" y="508"/>
                </a:lnTo>
                <a:lnTo>
                  <a:pt x="1185" y="507"/>
                </a:lnTo>
                <a:lnTo>
                  <a:pt x="1186" y="506"/>
                </a:lnTo>
                <a:lnTo>
                  <a:pt x="1188" y="505"/>
                </a:lnTo>
                <a:lnTo>
                  <a:pt x="1189" y="505"/>
                </a:lnTo>
                <a:lnTo>
                  <a:pt x="1190" y="504"/>
                </a:lnTo>
                <a:lnTo>
                  <a:pt x="1191" y="503"/>
                </a:lnTo>
                <a:lnTo>
                  <a:pt x="1191" y="502"/>
                </a:lnTo>
                <a:lnTo>
                  <a:pt x="1192" y="501"/>
                </a:lnTo>
                <a:lnTo>
                  <a:pt x="1194" y="500"/>
                </a:lnTo>
                <a:lnTo>
                  <a:pt x="1196" y="499"/>
                </a:lnTo>
                <a:lnTo>
                  <a:pt x="1197" y="497"/>
                </a:lnTo>
                <a:lnTo>
                  <a:pt x="1197" y="496"/>
                </a:lnTo>
                <a:lnTo>
                  <a:pt x="1198" y="496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6" y="489"/>
                </a:lnTo>
                <a:lnTo>
                  <a:pt x="1196" y="488"/>
                </a:lnTo>
                <a:lnTo>
                  <a:pt x="1197" y="488"/>
                </a:lnTo>
                <a:lnTo>
                  <a:pt x="1197" y="487"/>
                </a:lnTo>
                <a:lnTo>
                  <a:pt x="1200" y="486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8" y="480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4" y="477"/>
                </a:lnTo>
                <a:lnTo>
                  <a:pt x="1194" y="476"/>
                </a:lnTo>
                <a:lnTo>
                  <a:pt x="1194" y="475"/>
                </a:lnTo>
                <a:lnTo>
                  <a:pt x="1194" y="473"/>
                </a:lnTo>
                <a:lnTo>
                  <a:pt x="1193" y="472"/>
                </a:lnTo>
                <a:lnTo>
                  <a:pt x="1194" y="471"/>
                </a:lnTo>
                <a:lnTo>
                  <a:pt x="1193" y="470"/>
                </a:lnTo>
                <a:lnTo>
                  <a:pt x="1194" y="470"/>
                </a:lnTo>
                <a:lnTo>
                  <a:pt x="1194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5" y="467"/>
                </a:lnTo>
                <a:lnTo>
                  <a:pt x="1195" y="466"/>
                </a:lnTo>
                <a:lnTo>
                  <a:pt x="1196" y="466"/>
                </a:lnTo>
                <a:lnTo>
                  <a:pt x="1197" y="465"/>
                </a:lnTo>
                <a:lnTo>
                  <a:pt x="1198" y="465"/>
                </a:lnTo>
                <a:lnTo>
                  <a:pt x="1199" y="465"/>
                </a:lnTo>
                <a:lnTo>
                  <a:pt x="1199" y="464"/>
                </a:lnTo>
                <a:lnTo>
                  <a:pt x="1200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3" y="463"/>
                </a:lnTo>
                <a:lnTo>
                  <a:pt x="1203" y="462"/>
                </a:lnTo>
                <a:lnTo>
                  <a:pt x="1204" y="462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5" y="457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1" y="454"/>
                </a:lnTo>
                <a:lnTo>
                  <a:pt x="1211" y="455"/>
                </a:lnTo>
                <a:lnTo>
                  <a:pt x="1213" y="455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4"/>
                </a:lnTo>
                <a:lnTo>
                  <a:pt x="1217" y="453"/>
                </a:lnTo>
                <a:lnTo>
                  <a:pt x="1218" y="453"/>
                </a:lnTo>
                <a:lnTo>
                  <a:pt x="1219" y="454"/>
                </a:lnTo>
                <a:lnTo>
                  <a:pt x="1221" y="454"/>
                </a:lnTo>
                <a:lnTo>
                  <a:pt x="1222" y="455"/>
                </a:lnTo>
                <a:lnTo>
                  <a:pt x="1222" y="454"/>
                </a:lnTo>
                <a:lnTo>
                  <a:pt x="1223" y="454"/>
                </a:lnTo>
                <a:lnTo>
                  <a:pt x="1225" y="454"/>
                </a:lnTo>
                <a:lnTo>
                  <a:pt x="1226" y="454"/>
                </a:lnTo>
                <a:lnTo>
                  <a:pt x="1227" y="453"/>
                </a:lnTo>
                <a:lnTo>
                  <a:pt x="1227" y="452"/>
                </a:lnTo>
                <a:lnTo>
                  <a:pt x="1228" y="452"/>
                </a:lnTo>
                <a:lnTo>
                  <a:pt x="1230" y="452"/>
                </a:lnTo>
                <a:lnTo>
                  <a:pt x="1232" y="453"/>
                </a:lnTo>
                <a:lnTo>
                  <a:pt x="1236" y="454"/>
                </a:lnTo>
                <a:lnTo>
                  <a:pt x="1239" y="456"/>
                </a:lnTo>
                <a:lnTo>
                  <a:pt x="1243" y="456"/>
                </a:lnTo>
                <a:lnTo>
                  <a:pt x="1244" y="456"/>
                </a:lnTo>
                <a:lnTo>
                  <a:pt x="1245" y="457"/>
                </a:lnTo>
                <a:lnTo>
                  <a:pt x="1246" y="457"/>
                </a:lnTo>
                <a:lnTo>
                  <a:pt x="1247" y="457"/>
                </a:lnTo>
                <a:lnTo>
                  <a:pt x="1251" y="458"/>
                </a:lnTo>
                <a:lnTo>
                  <a:pt x="1252" y="458"/>
                </a:lnTo>
                <a:lnTo>
                  <a:pt x="1253" y="459"/>
                </a:lnTo>
                <a:lnTo>
                  <a:pt x="1254" y="459"/>
                </a:lnTo>
                <a:lnTo>
                  <a:pt x="1255" y="460"/>
                </a:lnTo>
                <a:lnTo>
                  <a:pt x="1257" y="460"/>
                </a:lnTo>
                <a:lnTo>
                  <a:pt x="1258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1" y="459"/>
                </a:lnTo>
                <a:lnTo>
                  <a:pt x="1263" y="458"/>
                </a:lnTo>
                <a:lnTo>
                  <a:pt x="1264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2" y="453"/>
                </a:lnTo>
                <a:lnTo>
                  <a:pt x="1263" y="453"/>
                </a:lnTo>
                <a:lnTo>
                  <a:pt x="1266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1" y="453"/>
                </a:lnTo>
                <a:lnTo>
                  <a:pt x="1272" y="452"/>
                </a:lnTo>
                <a:lnTo>
                  <a:pt x="1273" y="452"/>
                </a:lnTo>
                <a:lnTo>
                  <a:pt x="1274" y="453"/>
                </a:lnTo>
                <a:lnTo>
                  <a:pt x="1275" y="453"/>
                </a:lnTo>
                <a:lnTo>
                  <a:pt x="1276" y="452"/>
                </a:lnTo>
                <a:lnTo>
                  <a:pt x="1278" y="452"/>
                </a:lnTo>
                <a:lnTo>
                  <a:pt x="1279" y="452"/>
                </a:lnTo>
                <a:lnTo>
                  <a:pt x="1280" y="450"/>
                </a:lnTo>
                <a:lnTo>
                  <a:pt x="1281" y="450"/>
                </a:lnTo>
                <a:lnTo>
                  <a:pt x="1282" y="449"/>
                </a:lnTo>
                <a:lnTo>
                  <a:pt x="1284" y="449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8" y="450"/>
                </a:lnTo>
                <a:lnTo>
                  <a:pt x="1288" y="449"/>
                </a:lnTo>
                <a:lnTo>
                  <a:pt x="1289" y="449"/>
                </a:lnTo>
                <a:lnTo>
                  <a:pt x="1290" y="449"/>
                </a:lnTo>
                <a:lnTo>
                  <a:pt x="1291" y="450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6" y="456"/>
                </a:lnTo>
                <a:lnTo>
                  <a:pt x="1296" y="457"/>
                </a:lnTo>
                <a:lnTo>
                  <a:pt x="1295" y="458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4" y="461"/>
                </a:lnTo>
                <a:lnTo>
                  <a:pt x="1294" y="462"/>
                </a:lnTo>
                <a:lnTo>
                  <a:pt x="1293" y="462"/>
                </a:lnTo>
                <a:lnTo>
                  <a:pt x="1293" y="463"/>
                </a:lnTo>
                <a:lnTo>
                  <a:pt x="1293" y="464"/>
                </a:lnTo>
                <a:lnTo>
                  <a:pt x="1294" y="464"/>
                </a:lnTo>
                <a:lnTo>
                  <a:pt x="1295" y="465"/>
                </a:lnTo>
                <a:lnTo>
                  <a:pt x="1296" y="465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7" y="468"/>
                </a:lnTo>
                <a:lnTo>
                  <a:pt x="1298" y="469"/>
                </a:lnTo>
                <a:lnTo>
                  <a:pt x="1299" y="469"/>
                </a:lnTo>
                <a:lnTo>
                  <a:pt x="1299" y="470"/>
                </a:lnTo>
                <a:lnTo>
                  <a:pt x="1298" y="471"/>
                </a:lnTo>
                <a:lnTo>
                  <a:pt x="1297" y="471"/>
                </a:lnTo>
                <a:lnTo>
                  <a:pt x="1296" y="472"/>
                </a:lnTo>
                <a:lnTo>
                  <a:pt x="1296" y="473"/>
                </a:lnTo>
                <a:lnTo>
                  <a:pt x="1296" y="474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3"/>
                </a:lnTo>
                <a:lnTo>
                  <a:pt x="1291" y="473"/>
                </a:lnTo>
                <a:lnTo>
                  <a:pt x="1291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8" y="476"/>
                </a:lnTo>
                <a:lnTo>
                  <a:pt x="1286" y="475"/>
                </a:lnTo>
                <a:lnTo>
                  <a:pt x="1286" y="476"/>
                </a:lnTo>
                <a:lnTo>
                  <a:pt x="1286" y="477"/>
                </a:lnTo>
                <a:lnTo>
                  <a:pt x="1286" y="478"/>
                </a:lnTo>
                <a:lnTo>
                  <a:pt x="1285" y="479"/>
                </a:lnTo>
                <a:lnTo>
                  <a:pt x="1284" y="480"/>
                </a:lnTo>
                <a:lnTo>
                  <a:pt x="1284" y="481"/>
                </a:lnTo>
                <a:lnTo>
                  <a:pt x="1285" y="481"/>
                </a:lnTo>
                <a:lnTo>
                  <a:pt x="1286" y="481"/>
                </a:lnTo>
                <a:lnTo>
                  <a:pt x="1288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89" y="484"/>
                </a:lnTo>
                <a:lnTo>
                  <a:pt x="1291" y="484"/>
                </a:lnTo>
                <a:lnTo>
                  <a:pt x="1292" y="485"/>
                </a:lnTo>
                <a:lnTo>
                  <a:pt x="1292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8"/>
                </a:lnTo>
                <a:lnTo>
                  <a:pt x="1292" y="489"/>
                </a:lnTo>
                <a:lnTo>
                  <a:pt x="1294" y="488"/>
                </a:lnTo>
                <a:lnTo>
                  <a:pt x="1295" y="488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3"/>
                </a:lnTo>
                <a:lnTo>
                  <a:pt x="1303" y="492"/>
                </a:lnTo>
                <a:lnTo>
                  <a:pt x="1304" y="491"/>
                </a:lnTo>
                <a:lnTo>
                  <a:pt x="1305" y="491"/>
                </a:lnTo>
                <a:lnTo>
                  <a:pt x="1306" y="492"/>
                </a:lnTo>
                <a:lnTo>
                  <a:pt x="1308" y="493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5"/>
                </a:lnTo>
                <a:lnTo>
                  <a:pt x="1313" y="496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7" y="497"/>
                </a:lnTo>
                <a:lnTo>
                  <a:pt x="1316" y="499"/>
                </a:lnTo>
                <a:lnTo>
                  <a:pt x="1315" y="500"/>
                </a:lnTo>
                <a:lnTo>
                  <a:pt x="1313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10" y="506"/>
                </a:lnTo>
                <a:lnTo>
                  <a:pt x="1309" y="507"/>
                </a:lnTo>
                <a:lnTo>
                  <a:pt x="1308" y="507"/>
                </a:lnTo>
                <a:lnTo>
                  <a:pt x="1306" y="508"/>
                </a:lnTo>
                <a:lnTo>
                  <a:pt x="1305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1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2"/>
                </a:lnTo>
                <a:lnTo>
                  <a:pt x="1309" y="513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4"/>
                </a:lnTo>
                <a:lnTo>
                  <a:pt x="1313" y="515"/>
                </a:lnTo>
                <a:lnTo>
                  <a:pt x="1314" y="515"/>
                </a:lnTo>
                <a:lnTo>
                  <a:pt x="1314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7" y="514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6"/>
                </a:lnTo>
                <a:lnTo>
                  <a:pt x="1319" y="517"/>
                </a:lnTo>
                <a:lnTo>
                  <a:pt x="1320" y="517"/>
                </a:lnTo>
                <a:lnTo>
                  <a:pt x="1320" y="516"/>
                </a:lnTo>
                <a:lnTo>
                  <a:pt x="1321" y="516"/>
                </a:lnTo>
                <a:lnTo>
                  <a:pt x="1321" y="517"/>
                </a:lnTo>
                <a:lnTo>
                  <a:pt x="1324" y="519"/>
                </a:lnTo>
                <a:lnTo>
                  <a:pt x="1326" y="520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19"/>
                </a:lnTo>
                <a:lnTo>
                  <a:pt x="1332" y="520"/>
                </a:lnTo>
                <a:lnTo>
                  <a:pt x="1335" y="521"/>
                </a:lnTo>
                <a:lnTo>
                  <a:pt x="1336" y="521"/>
                </a:lnTo>
                <a:lnTo>
                  <a:pt x="1338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0" y="526"/>
                </a:lnTo>
                <a:lnTo>
                  <a:pt x="1341" y="526"/>
                </a:lnTo>
                <a:lnTo>
                  <a:pt x="1344" y="528"/>
                </a:lnTo>
                <a:lnTo>
                  <a:pt x="1345" y="529"/>
                </a:lnTo>
                <a:lnTo>
                  <a:pt x="1346" y="529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30"/>
                </a:lnTo>
                <a:lnTo>
                  <a:pt x="1351" y="529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1"/>
                </a:lnTo>
                <a:lnTo>
                  <a:pt x="1355" y="532"/>
                </a:lnTo>
                <a:lnTo>
                  <a:pt x="1356" y="533"/>
                </a:lnTo>
                <a:lnTo>
                  <a:pt x="1357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59" y="535"/>
                </a:lnTo>
                <a:lnTo>
                  <a:pt x="1360" y="535"/>
                </a:lnTo>
                <a:lnTo>
                  <a:pt x="1362" y="535"/>
                </a:lnTo>
                <a:lnTo>
                  <a:pt x="1362" y="536"/>
                </a:lnTo>
                <a:lnTo>
                  <a:pt x="1362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60" y="541"/>
                </a:lnTo>
                <a:lnTo>
                  <a:pt x="1359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2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5" y="552"/>
                </a:lnTo>
                <a:lnTo>
                  <a:pt x="1366" y="552"/>
                </a:lnTo>
                <a:lnTo>
                  <a:pt x="1367" y="553"/>
                </a:lnTo>
                <a:lnTo>
                  <a:pt x="1369" y="553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2"/>
                </a:lnTo>
                <a:lnTo>
                  <a:pt x="1372" y="553"/>
                </a:lnTo>
                <a:lnTo>
                  <a:pt x="1373" y="554"/>
                </a:lnTo>
                <a:lnTo>
                  <a:pt x="1375" y="555"/>
                </a:lnTo>
                <a:lnTo>
                  <a:pt x="1376" y="555"/>
                </a:lnTo>
                <a:lnTo>
                  <a:pt x="1376" y="556"/>
                </a:lnTo>
                <a:lnTo>
                  <a:pt x="1378" y="556"/>
                </a:lnTo>
                <a:lnTo>
                  <a:pt x="1379" y="557"/>
                </a:lnTo>
                <a:lnTo>
                  <a:pt x="1380" y="557"/>
                </a:lnTo>
                <a:lnTo>
                  <a:pt x="1380" y="558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1"/>
                </a:lnTo>
                <a:lnTo>
                  <a:pt x="1394" y="561"/>
                </a:lnTo>
                <a:lnTo>
                  <a:pt x="1397" y="563"/>
                </a:lnTo>
                <a:lnTo>
                  <a:pt x="1399" y="564"/>
                </a:lnTo>
                <a:lnTo>
                  <a:pt x="1401" y="566"/>
                </a:lnTo>
                <a:lnTo>
                  <a:pt x="1401" y="567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3" y="571"/>
                </a:lnTo>
                <a:lnTo>
                  <a:pt x="1404" y="571"/>
                </a:lnTo>
                <a:lnTo>
                  <a:pt x="1404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2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1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20" y="572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1"/>
                </a:lnTo>
                <a:lnTo>
                  <a:pt x="1424" y="570"/>
                </a:lnTo>
                <a:lnTo>
                  <a:pt x="1424" y="569"/>
                </a:lnTo>
                <a:lnTo>
                  <a:pt x="1425" y="568"/>
                </a:lnTo>
                <a:lnTo>
                  <a:pt x="1427" y="568"/>
                </a:lnTo>
                <a:lnTo>
                  <a:pt x="1429" y="568"/>
                </a:lnTo>
                <a:lnTo>
                  <a:pt x="1430" y="567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6"/>
                </a:lnTo>
                <a:lnTo>
                  <a:pt x="1434" y="567"/>
                </a:lnTo>
                <a:lnTo>
                  <a:pt x="1438" y="567"/>
                </a:lnTo>
                <a:lnTo>
                  <a:pt x="1440" y="567"/>
                </a:lnTo>
                <a:lnTo>
                  <a:pt x="1441" y="568"/>
                </a:lnTo>
                <a:lnTo>
                  <a:pt x="1442" y="568"/>
                </a:lnTo>
                <a:lnTo>
                  <a:pt x="1445" y="567"/>
                </a:lnTo>
                <a:lnTo>
                  <a:pt x="1447" y="566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0"/>
                </a:lnTo>
                <a:lnTo>
                  <a:pt x="1451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3" y="575"/>
                </a:lnTo>
                <a:lnTo>
                  <a:pt x="1454" y="575"/>
                </a:lnTo>
                <a:lnTo>
                  <a:pt x="1455" y="576"/>
                </a:lnTo>
                <a:lnTo>
                  <a:pt x="1456" y="576"/>
                </a:lnTo>
                <a:lnTo>
                  <a:pt x="1456" y="578"/>
                </a:lnTo>
                <a:lnTo>
                  <a:pt x="1456" y="579"/>
                </a:lnTo>
                <a:lnTo>
                  <a:pt x="1457" y="579"/>
                </a:lnTo>
                <a:lnTo>
                  <a:pt x="1459" y="580"/>
                </a:lnTo>
                <a:lnTo>
                  <a:pt x="1460" y="580"/>
                </a:lnTo>
                <a:lnTo>
                  <a:pt x="1462" y="580"/>
                </a:lnTo>
                <a:lnTo>
                  <a:pt x="1463" y="581"/>
                </a:lnTo>
                <a:lnTo>
                  <a:pt x="1464" y="581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6" y="587"/>
                </a:lnTo>
                <a:lnTo>
                  <a:pt x="1467" y="588"/>
                </a:lnTo>
                <a:lnTo>
                  <a:pt x="1468" y="588"/>
                </a:lnTo>
                <a:lnTo>
                  <a:pt x="1470" y="587"/>
                </a:lnTo>
                <a:lnTo>
                  <a:pt x="1471" y="587"/>
                </a:lnTo>
                <a:lnTo>
                  <a:pt x="1472" y="587"/>
                </a:lnTo>
                <a:lnTo>
                  <a:pt x="1474" y="588"/>
                </a:lnTo>
                <a:lnTo>
                  <a:pt x="1475" y="588"/>
                </a:lnTo>
                <a:lnTo>
                  <a:pt x="1476" y="588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0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4" y="587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2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2" y="583"/>
                </a:lnTo>
                <a:lnTo>
                  <a:pt x="1494" y="582"/>
                </a:lnTo>
                <a:lnTo>
                  <a:pt x="1495" y="583"/>
                </a:lnTo>
                <a:lnTo>
                  <a:pt x="1495" y="584"/>
                </a:lnTo>
                <a:lnTo>
                  <a:pt x="1496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5" y="589"/>
                </a:lnTo>
                <a:lnTo>
                  <a:pt x="1494" y="590"/>
                </a:lnTo>
                <a:lnTo>
                  <a:pt x="1495" y="592"/>
                </a:lnTo>
                <a:lnTo>
                  <a:pt x="1495" y="593"/>
                </a:lnTo>
                <a:lnTo>
                  <a:pt x="1495" y="594"/>
                </a:lnTo>
                <a:lnTo>
                  <a:pt x="1496" y="594"/>
                </a:lnTo>
                <a:lnTo>
                  <a:pt x="1497" y="596"/>
                </a:lnTo>
                <a:lnTo>
                  <a:pt x="1498" y="596"/>
                </a:lnTo>
                <a:lnTo>
                  <a:pt x="1500" y="598"/>
                </a:lnTo>
                <a:lnTo>
                  <a:pt x="1501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1"/>
                </a:lnTo>
                <a:lnTo>
                  <a:pt x="1509" y="601"/>
                </a:lnTo>
                <a:lnTo>
                  <a:pt x="1510" y="600"/>
                </a:lnTo>
                <a:lnTo>
                  <a:pt x="1511" y="601"/>
                </a:lnTo>
                <a:lnTo>
                  <a:pt x="1512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4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6"/>
                </a:lnTo>
                <a:lnTo>
                  <a:pt x="1523" y="607"/>
                </a:lnTo>
                <a:lnTo>
                  <a:pt x="1521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0" y="609"/>
                </a:lnTo>
                <a:lnTo>
                  <a:pt x="1522" y="611"/>
                </a:lnTo>
                <a:lnTo>
                  <a:pt x="1523" y="613"/>
                </a:lnTo>
                <a:lnTo>
                  <a:pt x="1524" y="615"/>
                </a:lnTo>
                <a:lnTo>
                  <a:pt x="1524" y="616"/>
                </a:lnTo>
                <a:lnTo>
                  <a:pt x="1524" y="617"/>
                </a:lnTo>
                <a:lnTo>
                  <a:pt x="1525" y="618"/>
                </a:lnTo>
                <a:lnTo>
                  <a:pt x="1527" y="619"/>
                </a:lnTo>
                <a:lnTo>
                  <a:pt x="1529" y="621"/>
                </a:lnTo>
                <a:lnTo>
                  <a:pt x="1530" y="622"/>
                </a:lnTo>
                <a:lnTo>
                  <a:pt x="1530" y="623"/>
                </a:lnTo>
                <a:lnTo>
                  <a:pt x="1531" y="625"/>
                </a:lnTo>
                <a:lnTo>
                  <a:pt x="1531" y="626"/>
                </a:lnTo>
                <a:lnTo>
                  <a:pt x="1530" y="627"/>
                </a:lnTo>
                <a:lnTo>
                  <a:pt x="1529" y="628"/>
                </a:lnTo>
                <a:lnTo>
                  <a:pt x="1530" y="629"/>
                </a:lnTo>
                <a:lnTo>
                  <a:pt x="1530" y="630"/>
                </a:lnTo>
                <a:lnTo>
                  <a:pt x="1529" y="630"/>
                </a:lnTo>
                <a:lnTo>
                  <a:pt x="1530" y="631"/>
                </a:lnTo>
                <a:lnTo>
                  <a:pt x="1531" y="631"/>
                </a:lnTo>
                <a:lnTo>
                  <a:pt x="1533" y="632"/>
                </a:lnTo>
                <a:lnTo>
                  <a:pt x="1534" y="632"/>
                </a:lnTo>
                <a:lnTo>
                  <a:pt x="1535" y="633"/>
                </a:lnTo>
                <a:lnTo>
                  <a:pt x="1535" y="634"/>
                </a:lnTo>
                <a:lnTo>
                  <a:pt x="1535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4" y="638"/>
                </a:lnTo>
                <a:lnTo>
                  <a:pt x="1533" y="639"/>
                </a:lnTo>
                <a:lnTo>
                  <a:pt x="1532" y="640"/>
                </a:lnTo>
                <a:lnTo>
                  <a:pt x="1532" y="641"/>
                </a:lnTo>
                <a:lnTo>
                  <a:pt x="1534" y="642"/>
                </a:lnTo>
                <a:lnTo>
                  <a:pt x="1536" y="645"/>
                </a:lnTo>
                <a:lnTo>
                  <a:pt x="1537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39" y="651"/>
                </a:lnTo>
                <a:lnTo>
                  <a:pt x="1541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6"/>
                </a:lnTo>
                <a:lnTo>
                  <a:pt x="1544" y="657"/>
                </a:lnTo>
                <a:lnTo>
                  <a:pt x="1545" y="659"/>
                </a:lnTo>
                <a:lnTo>
                  <a:pt x="1546" y="659"/>
                </a:lnTo>
                <a:lnTo>
                  <a:pt x="1547" y="659"/>
                </a:lnTo>
                <a:lnTo>
                  <a:pt x="1547" y="660"/>
                </a:lnTo>
                <a:lnTo>
                  <a:pt x="1547" y="661"/>
                </a:lnTo>
                <a:lnTo>
                  <a:pt x="1547" y="662"/>
                </a:lnTo>
                <a:lnTo>
                  <a:pt x="1548" y="663"/>
                </a:lnTo>
                <a:lnTo>
                  <a:pt x="1550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70"/>
                </a:lnTo>
                <a:lnTo>
                  <a:pt x="1555" y="671"/>
                </a:lnTo>
                <a:lnTo>
                  <a:pt x="1556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7" y="673"/>
                </a:lnTo>
                <a:lnTo>
                  <a:pt x="1557" y="674"/>
                </a:lnTo>
                <a:lnTo>
                  <a:pt x="1558" y="673"/>
                </a:lnTo>
                <a:lnTo>
                  <a:pt x="1560" y="673"/>
                </a:lnTo>
                <a:lnTo>
                  <a:pt x="1562" y="673"/>
                </a:lnTo>
                <a:lnTo>
                  <a:pt x="1564" y="674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6"/>
                </a:lnTo>
                <a:lnTo>
                  <a:pt x="1568" y="676"/>
                </a:lnTo>
                <a:lnTo>
                  <a:pt x="1569" y="677"/>
                </a:lnTo>
                <a:lnTo>
                  <a:pt x="1570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2" y="684"/>
                </a:lnTo>
                <a:lnTo>
                  <a:pt x="1574" y="685"/>
                </a:lnTo>
                <a:lnTo>
                  <a:pt x="1574" y="688"/>
                </a:lnTo>
                <a:lnTo>
                  <a:pt x="1573" y="689"/>
                </a:lnTo>
                <a:lnTo>
                  <a:pt x="1573" y="690"/>
                </a:lnTo>
                <a:lnTo>
                  <a:pt x="1573" y="691"/>
                </a:lnTo>
                <a:lnTo>
                  <a:pt x="1575" y="693"/>
                </a:lnTo>
                <a:lnTo>
                  <a:pt x="1577" y="694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0" y="697"/>
                </a:lnTo>
                <a:lnTo>
                  <a:pt x="1580" y="698"/>
                </a:lnTo>
                <a:lnTo>
                  <a:pt x="1582" y="701"/>
                </a:lnTo>
                <a:lnTo>
                  <a:pt x="1583" y="702"/>
                </a:lnTo>
                <a:lnTo>
                  <a:pt x="1581" y="706"/>
                </a:lnTo>
                <a:lnTo>
                  <a:pt x="1580" y="712"/>
                </a:lnTo>
                <a:lnTo>
                  <a:pt x="1579" y="715"/>
                </a:lnTo>
                <a:lnTo>
                  <a:pt x="1580" y="715"/>
                </a:lnTo>
                <a:lnTo>
                  <a:pt x="1580" y="716"/>
                </a:lnTo>
                <a:lnTo>
                  <a:pt x="1584" y="716"/>
                </a:lnTo>
                <a:lnTo>
                  <a:pt x="1584" y="717"/>
                </a:lnTo>
                <a:lnTo>
                  <a:pt x="1585" y="717"/>
                </a:lnTo>
                <a:lnTo>
                  <a:pt x="1585" y="718"/>
                </a:lnTo>
                <a:lnTo>
                  <a:pt x="1585" y="719"/>
                </a:lnTo>
                <a:lnTo>
                  <a:pt x="1584" y="719"/>
                </a:lnTo>
                <a:lnTo>
                  <a:pt x="1584" y="720"/>
                </a:lnTo>
                <a:lnTo>
                  <a:pt x="1583" y="720"/>
                </a:lnTo>
                <a:lnTo>
                  <a:pt x="1583" y="721"/>
                </a:lnTo>
                <a:lnTo>
                  <a:pt x="1583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1" y="726"/>
                </a:lnTo>
                <a:lnTo>
                  <a:pt x="1580" y="727"/>
                </a:lnTo>
                <a:lnTo>
                  <a:pt x="1580" y="728"/>
                </a:lnTo>
                <a:lnTo>
                  <a:pt x="1580" y="730"/>
                </a:lnTo>
                <a:lnTo>
                  <a:pt x="1578" y="731"/>
                </a:lnTo>
                <a:lnTo>
                  <a:pt x="1578" y="732"/>
                </a:lnTo>
                <a:lnTo>
                  <a:pt x="1577" y="733"/>
                </a:lnTo>
                <a:lnTo>
                  <a:pt x="1577" y="734"/>
                </a:lnTo>
                <a:lnTo>
                  <a:pt x="1577" y="736"/>
                </a:lnTo>
                <a:lnTo>
                  <a:pt x="1576" y="737"/>
                </a:lnTo>
                <a:lnTo>
                  <a:pt x="1575" y="738"/>
                </a:lnTo>
                <a:lnTo>
                  <a:pt x="1573" y="739"/>
                </a:lnTo>
                <a:lnTo>
                  <a:pt x="1572" y="741"/>
                </a:lnTo>
                <a:lnTo>
                  <a:pt x="1571" y="741"/>
                </a:lnTo>
                <a:lnTo>
                  <a:pt x="1571" y="742"/>
                </a:lnTo>
                <a:lnTo>
                  <a:pt x="1570" y="742"/>
                </a:lnTo>
                <a:lnTo>
                  <a:pt x="1570" y="743"/>
                </a:lnTo>
                <a:lnTo>
                  <a:pt x="1569" y="743"/>
                </a:lnTo>
                <a:lnTo>
                  <a:pt x="1569" y="744"/>
                </a:lnTo>
                <a:lnTo>
                  <a:pt x="1570" y="746"/>
                </a:lnTo>
                <a:lnTo>
                  <a:pt x="1571" y="747"/>
                </a:lnTo>
                <a:lnTo>
                  <a:pt x="1571" y="748"/>
                </a:lnTo>
                <a:lnTo>
                  <a:pt x="1574" y="751"/>
                </a:lnTo>
                <a:lnTo>
                  <a:pt x="1573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9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80" y="772"/>
                </a:lnTo>
                <a:lnTo>
                  <a:pt x="1579" y="773"/>
                </a:lnTo>
                <a:lnTo>
                  <a:pt x="1578" y="775"/>
                </a:lnTo>
                <a:lnTo>
                  <a:pt x="1577" y="775"/>
                </a:lnTo>
                <a:lnTo>
                  <a:pt x="1572" y="779"/>
                </a:lnTo>
                <a:lnTo>
                  <a:pt x="1570" y="782"/>
                </a:lnTo>
                <a:lnTo>
                  <a:pt x="1568" y="783"/>
                </a:lnTo>
                <a:lnTo>
                  <a:pt x="1564" y="786"/>
                </a:lnTo>
                <a:lnTo>
                  <a:pt x="1558" y="795"/>
                </a:lnTo>
                <a:lnTo>
                  <a:pt x="1552" y="803"/>
                </a:lnTo>
                <a:lnTo>
                  <a:pt x="1549" y="816"/>
                </a:lnTo>
                <a:lnTo>
                  <a:pt x="1548" y="822"/>
                </a:lnTo>
                <a:lnTo>
                  <a:pt x="1548" y="825"/>
                </a:lnTo>
                <a:lnTo>
                  <a:pt x="1548" y="827"/>
                </a:lnTo>
                <a:lnTo>
                  <a:pt x="1550" y="829"/>
                </a:lnTo>
                <a:lnTo>
                  <a:pt x="1551" y="830"/>
                </a:lnTo>
                <a:lnTo>
                  <a:pt x="1553" y="830"/>
                </a:lnTo>
                <a:lnTo>
                  <a:pt x="1555" y="832"/>
                </a:lnTo>
                <a:lnTo>
                  <a:pt x="1556" y="833"/>
                </a:lnTo>
                <a:lnTo>
                  <a:pt x="1557" y="833"/>
                </a:lnTo>
                <a:lnTo>
                  <a:pt x="1558" y="836"/>
                </a:lnTo>
                <a:lnTo>
                  <a:pt x="1558" y="837"/>
                </a:lnTo>
                <a:lnTo>
                  <a:pt x="1559" y="840"/>
                </a:lnTo>
                <a:lnTo>
                  <a:pt x="1561" y="844"/>
                </a:lnTo>
                <a:lnTo>
                  <a:pt x="1561" y="846"/>
                </a:lnTo>
                <a:lnTo>
                  <a:pt x="1560" y="847"/>
                </a:lnTo>
                <a:lnTo>
                  <a:pt x="1563" y="847"/>
                </a:lnTo>
                <a:lnTo>
                  <a:pt x="1567" y="849"/>
                </a:lnTo>
                <a:lnTo>
                  <a:pt x="1569" y="852"/>
                </a:lnTo>
                <a:lnTo>
                  <a:pt x="1566" y="856"/>
                </a:lnTo>
                <a:lnTo>
                  <a:pt x="1568" y="857"/>
                </a:lnTo>
                <a:lnTo>
                  <a:pt x="1567" y="858"/>
                </a:lnTo>
                <a:lnTo>
                  <a:pt x="1575" y="857"/>
                </a:lnTo>
                <a:lnTo>
                  <a:pt x="1578" y="855"/>
                </a:lnTo>
                <a:lnTo>
                  <a:pt x="1580" y="855"/>
                </a:lnTo>
                <a:lnTo>
                  <a:pt x="1583" y="856"/>
                </a:lnTo>
                <a:lnTo>
                  <a:pt x="1585" y="855"/>
                </a:lnTo>
                <a:lnTo>
                  <a:pt x="1587" y="855"/>
                </a:lnTo>
                <a:lnTo>
                  <a:pt x="1588" y="856"/>
                </a:lnTo>
                <a:lnTo>
                  <a:pt x="1589" y="855"/>
                </a:lnTo>
                <a:lnTo>
                  <a:pt x="1591" y="856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1"/>
                </a:lnTo>
                <a:lnTo>
                  <a:pt x="1599" y="862"/>
                </a:lnTo>
                <a:lnTo>
                  <a:pt x="1599" y="863"/>
                </a:lnTo>
                <a:lnTo>
                  <a:pt x="1600" y="863"/>
                </a:lnTo>
                <a:lnTo>
                  <a:pt x="1601" y="864"/>
                </a:lnTo>
                <a:lnTo>
                  <a:pt x="1603" y="864"/>
                </a:lnTo>
                <a:lnTo>
                  <a:pt x="1605" y="864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6"/>
                </a:lnTo>
                <a:lnTo>
                  <a:pt x="1613" y="866"/>
                </a:lnTo>
                <a:lnTo>
                  <a:pt x="1613" y="864"/>
                </a:lnTo>
                <a:lnTo>
                  <a:pt x="1617" y="862"/>
                </a:lnTo>
                <a:lnTo>
                  <a:pt x="1617" y="861"/>
                </a:lnTo>
                <a:lnTo>
                  <a:pt x="1618" y="861"/>
                </a:lnTo>
                <a:lnTo>
                  <a:pt x="1619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3" y="867"/>
                </a:lnTo>
                <a:lnTo>
                  <a:pt x="1626" y="868"/>
                </a:lnTo>
                <a:lnTo>
                  <a:pt x="1629" y="870"/>
                </a:lnTo>
                <a:lnTo>
                  <a:pt x="1630" y="869"/>
                </a:lnTo>
                <a:lnTo>
                  <a:pt x="1634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2" y="870"/>
                </a:lnTo>
                <a:lnTo>
                  <a:pt x="1650" y="869"/>
                </a:lnTo>
                <a:lnTo>
                  <a:pt x="1658" y="869"/>
                </a:lnTo>
                <a:lnTo>
                  <a:pt x="1663" y="869"/>
                </a:lnTo>
                <a:lnTo>
                  <a:pt x="1667" y="869"/>
                </a:lnTo>
                <a:lnTo>
                  <a:pt x="1668" y="869"/>
                </a:lnTo>
                <a:lnTo>
                  <a:pt x="1673" y="869"/>
                </a:lnTo>
                <a:lnTo>
                  <a:pt x="1677" y="869"/>
                </a:lnTo>
                <a:lnTo>
                  <a:pt x="1681" y="871"/>
                </a:lnTo>
                <a:lnTo>
                  <a:pt x="1686" y="874"/>
                </a:lnTo>
                <a:lnTo>
                  <a:pt x="1690" y="876"/>
                </a:lnTo>
                <a:lnTo>
                  <a:pt x="1691" y="875"/>
                </a:lnTo>
                <a:lnTo>
                  <a:pt x="1692" y="875"/>
                </a:lnTo>
                <a:lnTo>
                  <a:pt x="1697" y="874"/>
                </a:lnTo>
                <a:lnTo>
                  <a:pt x="1699" y="876"/>
                </a:lnTo>
                <a:lnTo>
                  <a:pt x="1705" y="875"/>
                </a:lnTo>
                <a:lnTo>
                  <a:pt x="1712" y="877"/>
                </a:lnTo>
                <a:lnTo>
                  <a:pt x="1715" y="877"/>
                </a:lnTo>
                <a:lnTo>
                  <a:pt x="1717" y="875"/>
                </a:lnTo>
                <a:lnTo>
                  <a:pt x="1719" y="875"/>
                </a:lnTo>
                <a:lnTo>
                  <a:pt x="1722" y="875"/>
                </a:lnTo>
                <a:lnTo>
                  <a:pt x="1727" y="875"/>
                </a:lnTo>
                <a:lnTo>
                  <a:pt x="1730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4" y="873"/>
                </a:lnTo>
                <a:lnTo>
                  <a:pt x="1736" y="873"/>
                </a:lnTo>
                <a:lnTo>
                  <a:pt x="1738" y="873"/>
                </a:lnTo>
                <a:lnTo>
                  <a:pt x="1744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3"/>
                </a:lnTo>
                <a:lnTo>
                  <a:pt x="1751" y="874"/>
                </a:lnTo>
                <a:lnTo>
                  <a:pt x="1752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3" y="876"/>
                </a:lnTo>
                <a:lnTo>
                  <a:pt x="1764" y="876"/>
                </a:lnTo>
                <a:lnTo>
                  <a:pt x="1766" y="876"/>
                </a:lnTo>
                <a:lnTo>
                  <a:pt x="1767" y="877"/>
                </a:lnTo>
                <a:lnTo>
                  <a:pt x="1771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80" y="878"/>
                </a:lnTo>
                <a:lnTo>
                  <a:pt x="1781" y="878"/>
                </a:lnTo>
                <a:lnTo>
                  <a:pt x="1782" y="878"/>
                </a:lnTo>
                <a:lnTo>
                  <a:pt x="1784" y="879"/>
                </a:lnTo>
                <a:lnTo>
                  <a:pt x="1786" y="879"/>
                </a:lnTo>
                <a:lnTo>
                  <a:pt x="1787" y="878"/>
                </a:lnTo>
                <a:lnTo>
                  <a:pt x="1788" y="878"/>
                </a:lnTo>
                <a:lnTo>
                  <a:pt x="1789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79"/>
                </a:lnTo>
                <a:lnTo>
                  <a:pt x="1794" y="880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0" y="882"/>
                </a:lnTo>
                <a:lnTo>
                  <a:pt x="1801" y="881"/>
                </a:lnTo>
                <a:lnTo>
                  <a:pt x="1802" y="881"/>
                </a:lnTo>
                <a:lnTo>
                  <a:pt x="1803" y="882"/>
                </a:lnTo>
                <a:lnTo>
                  <a:pt x="1804" y="882"/>
                </a:lnTo>
                <a:lnTo>
                  <a:pt x="1804" y="881"/>
                </a:lnTo>
                <a:lnTo>
                  <a:pt x="1804" y="880"/>
                </a:lnTo>
                <a:lnTo>
                  <a:pt x="1805" y="881"/>
                </a:lnTo>
                <a:lnTo>
                  <a:pt x="1808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4" y="885"/>
                </a:lnTo>
                <a:lnTo>
                  <a:pt x="1816" y="886"/>
                </a:lnTo>
                <a:lnTo>
                  <a:pt x="1817" y="886"/>
                </a:lnTo>
                <a:lnTo>
                  <a:pt x="1819" y="887"/>
                </a:lnTo>
                <a:lnTo>
                  <a:pt x="1820" y="888"/>
                </a:lnTo>
                <a:lnTo>
                  <a:pt x="1823" y="888"/>
                </a:lnTo>
                <a:lnTo>
                  <a:pt x="1823" y="889"/>
                </a:lnTo>
                <a:lnTo>
                  <a:pt x="1823" y="890"/>
                </a:lnTo>
                <a:lnTo>
                  <a:pt x="1824" y="891"/>
                </a:lnTo>
                <a:lnTo>
                  <a:pt x="1824" y="892"/>
                </a:lnTo>
                <a:lnTo>
                  <a:pt x="1827" y="893"/>
                </a:lnTo>
                <a:lnTo>
                  <a:pt x="1831" y="894"/>
                </a:lnTo>
                <a:lnTo>
                  <a:pt x="1833" y="895"/>
                </a:lnTo>
                <a:lnTo>
                  <a:pt x="1839" y="898"/>
                </a:lnTo>
                <a:lnTo>
                  <a:pt x="1844" y="900"/>
                </a:lnTo>
                <a:lnTo>
                  <a:pt x="1847" y="901"/>
                </a:lnTo>
                <a:lnTo>
                  <a:pt x="1851" y="903"/>
                </a:lnTo>
                <a:lnTo>
                  <a:pt x="1854" y="904"/>
                </a:lnTo>
                <a:lnTo>
                  <a:pt x="1862" y="909"/>
                </a:lnTo>
                <a:lnTo>
                  <a:pt x="1862" y="910"/>
                </a:lnTo>
                <a:lnTo>
                  <a:pt x="1865" y="910"/>
                </a:lnTo>
                <a:lnTo>
                  <a:pt x="1868" y="911"/>
                </a:lnTo>
                <a:lnTo>
                  <a:pt x="1869" y="912"/>
                </a:lnTo>
                <a:lnTo>
                  <a:pt x="1869" y="913"/>
                </a:lnTo>
                <a:lnTo>
                  <a:pt x="1872" y="916"/>
                </a:lnTo>
                <a:lnTo>
                  <a:pt x="1874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80" y="924"/>
                </a:lnTo>
                <a:lnTo>
                  <a:pt x="1880" y="925"/>
                </a:lnTo>
                <a:lnTo>
                  <a:pt x="1880" y="926"/>
                </a:lnTo>
                <a:lnTo>
                  <a:pt x="1881" y="927"/>
                </a:lnTo>
                <a:lnTo>
                  <a:pt x="1883" y="926"/>
                </a:lnTo>
                <a:lnTo>
                  <a:pt x="1885" y="926"/>
                </a:lnTo>
                <a:lnTo>
                  <a:pt x="1888" y="927"/>
                </a:lnTo>
                <a:lnTo>
                  <a:pt x="1892" y="928"/>
                </a:lnTo>
                <a:lnTo>
                  <a:pt x="1897" y="931"/>
                </a:lnTo>
                <a:lnTo>
                  <a:pt x="1903" y="933"/>
                </a:lnTo>
                <a:lnTo>
                  <a:pt x="1909" y="939"/>
                </a:lnTo>
                <a:lnTo>
                  <a:pt x="1910" y="940"/>
                </a:lnTo>
                <a:lnTo>
                  <a:pt x="1913" y="944"/>
                </a:lnTo>
                <a:lnTo>
                  <a:pt x="1914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5"/>
                </a:lnTo>
                <a:lnTo>
                  <a:pt x="1921" y="946"/>
                </a:lnTo>
                <a:lnTo>
                  <a:pt x="1922" y="946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7"/>
                </a:lnTo>
                <a:lnTo>
                  <a:pt x="1928" y="948"/>
                </a:lnTo>
                <a:lnTo>
                  <a:pt x="1929" y="948"/>
                </a:lnTo>
                <a:lnTo>
                  <a:pt x="1930" y="948"/>
                </a:lnTo>
                <a:lnTo>
                  <a:pt x="1930" y="949"/>
                </a:lnTo>
                <a:lnTo>
                  <a:pt x="1930" y="948"/>
                </a:lnTo>
                <a:lnTo>
                  <a:pt x="1931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4" y="950"/>
                </a:lnTo>
                <a:lnTo>
                  <a:pt x="1934" y="951"/>
                </a:lnTo>
                <a:lnTo>
                  <a:pt x="1935" y="951"/>
                </a:lnTo>
                <a:lnTo>
                  <a:pt x="1936" y="952"/>
                </a:lnTo>
                <a:lnTo>
                  <a:pt x="1938" y="954"/>
                </a:lnTo>
                <a:lnTo>
                  <a:pt x="1941" y="953"/>
                </a:lnTo>
                <a:lnTo>
                  <a:pt x="1950" y="952"/>
                </a:lnTo>
                <a:lnTo>
                  <a:pt x="1956" y="952"/>
                </a:lnTo>
                <a:lnTo>
                  <a:pt x="1967" y="950"/>
                </a:lnTo>
                <a:lnTo>
                  <a:pt x="1976" y="949"/>
                </a:lnTo>
                <a:lnTo>
                  <a:pt x="1977" y="951"/>
                </a:lnTo>
                <a:lnTo>
                  <a:pt x="1977" y="952"/>
                </a:lnTo>
                <a:lnTo>
                  <a:pt x="1975" y="955"/>
                </a:lnTo>
                <a:lnTo>
                  <a:pt x="1972" y="956"/>
                </a:lnTo>
                <a:lnTo>
                  <a:pt x="1970" y="962"/>
                </a:lnTo>
                <a:lnTo>
                  <a:pt x="1970" y="971"/>
                </a:lnTo>
                <a:lnTo>
                  <a:pt x="1968" y="977"/>
                </a:lnTo>
                <a:lnTo>
                  <a:pt x="1972" y="977"/>
                </a:lnTo>
                <a:lnTo>
                  <a:pt x="1977" y="979"/>
                </a:lnTo>
                <a:lnTo>
                  <a:pt x="1981" y="979"/>
                </a:lnTo>
                <a:lnTo>
                  <a:pt x="1986" y="979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3" y="991"/>
                </a:lnTo>
                <a:lnTo>
                  <a:pt x="1995" y="995"/>
                </a:lnTo>
                <a:lnTo>
                  <a:pt x="1997" y="1002"/>
                </a:lnTo>
                <a:lnTo>
                  <a:pt x="1999" y="1008"/>
                </a:lnTo>
                <a:lnTo>
                  <a:pt x="2002" y="1014"/>
                </a:lnTo>
                <a:lnTo>
                  <a:pt x="2003" y="1015"/>
                </a:lnTo>
                <a:lnTo>
                  <a:pt x="2004" y="1019"/>
                </a:lnTo>
                <a:lnTo>
                  <a:pt x="2005" y="1021"/>
                </a:lnTo>
                <a:lnTo>
                  <a:pt x="2012" y="1033"/>
                </a:lnTo>
                <a:lnTo>
                  <a:pt x="2016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3" y="1060"/>
                </a:lnTo>
                <a:lnTo>
                  <a:pt x="2029" y="1064"/>
                </a:lnTo>
                <a:lnTo>
                  <a:pt x="2029" y="1065"/>
                </a:lnTo>
                <a:lnTo>
                  <a:pt x="2039" y="1073"/>
                </a:lnTo>
                <a:lnTo>
                  <a:pt x="2061" y="1092"/>
                </a:lnTo>
                <a:lnTo>
                  <a:pt x="2063" y="1110"/>
                </a:lnTo>
                <a:lnTo>
                  <a:pt x="2067" y="1110"/>
                </a:lnTo>
                <a:lnTo>
                  <a:pt x="2070" y="1109"/>
                </a:lnTo>
                <a:lnTo>
                  <a:pt x="2071" y="1109"/>
                </a:lnTo>
                <a:lnTo>
                  <a:pt x="2074" y="1109"/>
                </a:lnTo>
                <a:lnTo>
                  <a:pt x="2077" y="1109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4" y="1108"/>
                </a:lnTo>
                <a:lnTo>
                  <a:pt x="2086" y="1108"/>
                </a:lnTo>
                <a:lnTo>
                  <a:pt x="2096" y="1107"/>
                </a:lnTo>
                <a:lnTo>
                  <a:pt x="2102" y="1107"/>
                </a:lnTo>
                <a:lnTo>
                  <a:pt x="2117" y="1107"/>
                </a:lnTo>
                <a:lnTo>
                  <a:pt x="2119" y="1106"/>
                </a:lnTo>
                <a:lnTo>
                  <a:pt x="2121" y="1106"/>
                </a:lnTo>
                <a:lnTo>
                  <a:pt x="2123" y="1105"/>
                </a:lnTo>
                <a:lnTo>
                  <a:pt x="2124" y="1105"/>
                </a:lnTo>
                <a:lnTo>
                  <a:pt x="2125" y="1105"/>
                </a:lnTo>
                <a:lnTo>
                  <a:pt x="2128" y="1104"/>
                </a:lnTo>
                <a:lnTo>
                  <a:pt x="2130" y="1104"/>
                </a:lnTo>
                <a:lnTo>
                  <a:pt x="2133" y="1103"/>
                </a:lnTo>
                <a:lnTo>
                  <a:pt x="2134" y="1103"/>
                </a:lnTo>
                <a:lnTo>
                  <a:pt x="2181" y="1110"/>
                </a:lnTo>
                <a:lnTo>
                  <a:pt x="2199" y="1113"/>
                </a:lnTo>
                <a:lnTo>
                  <a:pt x="2226" y="1117"/>
                </a:lnTo>
                <a:lnTo>
                  <a:pt x="2258" y="1119"/>
                </a:lnTo>
                <a:lnTo>
                  <a:pt x="2268" y="1120"/>
                </a:lnTo>
                <a:lnTo>
                  <a:pt x="2288" y="1122"/>
                </a:lnTo>
                <a:lnTo>
                  <a:pt x="2294" y="1122"/>
                </a:lnTo>
                <a:lnTo>
                  <a:pt x="2299" y="1122"/>
                </a:lnTo>
                <a:lnTo>
                  <a:pt x="2345" y="1126"/>
                </a:lnTo>
                <a:lnTo>
                  <a:pt x="2386" y="1118"/>
                </a:lnTo>
                <a:lnTo>
                  <a:pt x="2413" y="1119"/>
                </a:lnTo>
                <a:lnTo>
                  <a:pt x="2413" y="1118"/>
                </a:lnTo>
                <a:lnTo>
                  <a:pt x="2418" y="1114"/>
                </a:lnTo>
                <a:lnTo>
                  <a:pt x="2466" y="1115"/>
                </a:lnTo>
                <a:lnTo>
                  <a:pt x="2517" y="1127"/>
                </a:lnTo>
                <a:lnTo>
                  <a:pt x="2530" y="1130"/>
                </a:lnTo>
                <a:lnTo>
                  <a:pt x="2551" y="1132"/>
                </a:lnTo>
                <a:lnTo>
                  <a:pt x="2569" y="1153"/>
                </a:lnTo>
                <a:lnTo>
                  <a:pt x="2576" y="1161"/>
                </a:lnTo>
                <a:lnTo>
                  <a:pt x="2610" y="1169"/>
                </a:lnTo>
                <a:lnTo>
                  <a:pt x="2618" y="1167"/>
                </a:lnTo>
                <a:lnTo>
                  <a:pt x="2627" y="1168"/>
                </a:lnTo>
                <a:lnTo>
                  <a:pt x="2633" y="1168"/>
                </a:lnTo>
                <a:lnTo>
                  <a:pt x="2653" y="1177"/>
                </a:lnTo>
                <a:lnTo>
                  <a:pt x="2659" y="1180"/>
                </a:lnTo>
                <a:lnTo>
                  <a:pt x="2697" y="1196"/>
                </a:lnTo>
                <a:lnTo>
                  <a:pt x="2706" y="1198"/>
                </a:lnTo>
                <a:lnTo>
                  <a:pt x="2727" y="1202"/>
                </a:lnTo>
                <a:lnTo>
                  <a:pt x="2737" y="1204"/>
                </a:lnTo>
                <a:lnTo>
                  <a:pt x="2756" y="1204"/>
                </a:lnTo>
                <a:lnTo>
                  <a:pt x="2777" y="1200"/>
                </a:lnTo>
                <a:lnTo>
                  <a:pt x="2797" y="1197"/>
                </a:lnTo>
                <a:lnTo>
                  <a:pt x="2796" y="1219"/>
                </a:lnTo>
                <a:lnTo>
                  <a:pt x="2811" y="1220"/>
                </a:lnTo>
                <a:lnTo>
                  <a:pt x="2832" y="1220"/>
                </a:lnTo>
                <a:lnTo>
                  <a:pt x="2840" y="1227"/>
                </a:lnTo>
                <a:lnTo>
                  <a:pt x="2860" y="1210"/>
                </a:lnTo>
                <a:lnTo>
                  <a:pt x="2865" y="1210"/>
                </a:lnTo>
                <a:lnTo>
                  <a:pt x="2872" y="1207"/>
                </a:lnTo>
                <a:lnTo>
                  <a:pt x="2874" y="1205"/>
                </a:lnTo>
                <a:lnTo>
                  <a:pt x="2883" y="1201"/>
                </a:lnTo>
                <a:lnTo>
                  <a:pt x="2892" y="1196"/>
                </a:lnTo>
                <a:lnTo>
                  <a:pt x="2904" y="1190"/>
                </a:lnTo>
                <a:lnTo>
                  <a:pt x="2919" y="1185"/>
                </a:lnTo>
                <a:lnTo>
                  <a:pt x="2937" y="1179"/>
                </a:lnTo>
                <a:lnTo>
                  <a:pt x="2963" y="1168"/>
                </a:lnTo>
                <a:lnTo>
                  <a:pt x="2984" y="1159"/>
                </a:lnTo>
                <a:lnTo>
                  <a:pt x="3000" y="1154"/>
                </a:lnTo>
                <a:lnTo>
                  <a:pt x="3024" y="1151"/>
                </a:lnTo>
                <a:lnTo>
                  <a:pt x="3044" y="1147"/>
                </a:lnTo>
                <a:lnTo>
                  <a:pt x="3046" y="1142"/>
                </a:lnTo>
                <a:lnTo>
                  <a:pt x="3061" y="1137"/>
                </a:lnTo>
                <a:lnTo>
                  <a:pt x="3064" y="1137"/>
                </a:lnTo>
                <a:lnTo>
                  <a:pt x="3071" y="1142"/>
                </a:lnTo>
                <a:lnTo>
                  <a:pt x="3085" y="1141"/>
                </a:lnTo>
                <a:lnTo>
                  <a:pt x="3104" y="1142"/>
                </a:lnTo>
                <a:lnTo>
                  <a:pt x="3106" y="1141"/>
                </a:lnTo>
                <a:lnTo>
                  <a:pt x="3108" y="1142"/>
                </a:lnTo>
                <a:lnTo>
                  <a:pt x="3110" y="1141"/>
                </a:lnTo>
                <a:lnTo>
                  <a:pt x="3112" y="1140"/>
                </a:lnTo>
                <a:lnTo>
                  <a:pt x="3117" y="1139"/>
                </a:lnTo>
                <a:lnTo>
                  <a:pt x="3132" y="1137"/>
                </a:lnTo>
                <a:lnTo>
                  <a:pt x="3136" y="1139"/>
                </a:lnTo>
                <a:lnTo>
                  <a:pt x="3153" y="1139"/>
                </a:lnTo>
                <a:lnTo>
                  <a:pt x="3157" y="1139"/>
                </a:lnTo>
                <a:lnTo>
                  <a:pt x="3173" y="1142"/>
                </a:lnTo>
                <a:lnTo>
                  <a:pt x="3181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6" y="1139"/>
                </a:lnTo>
                <a:lnTo>
                  <a:pt x="3199" y="1138"/>
                </a:lnTo>
                <a:lnTo>
                  <a:pt x="3200" y="1138"/>
                </a:lnTo>
                <a:lnTo>
                  <a:pt x="3202" y="1137"/>
                </a:lnTo>
                <a:lnTo>
                  <a:pt x="3226" y="1140"/>
                </a:lnTo>
                <a:lnTo>
                  <a:pt x="3227" y="1139"/>
                </a:lnTo>
                <a:lnTo>
                  <a:pt x="3233" y="1138"/>
                </a:lnTo>
                <a:lnTo>
                  <a:pt x="3234" y="1138"/>
                </a:lnTo>
                <a:lnTo>
                  <a:pt x="3236" y="1138"/>
                </a:lnTo>
                <a:lnTo>
                  <a:pt x="3237" y="1138"/>
                </a:lnTo>
                <a:lnTo>
                  <a:pt x="3240" y="1138"/>
                </a:lnTo>
                <a:lnTo>
                  <a:pt x="3243" y="1137"/>
                </a:lnTo>
                <a:lnTo>
                  <a:pt x="3245" y="1136"/>
                </a:lnTo>
                <a:lnTo>
                  <a:pt x="3248" y="1136"/>
                </a:lnTo>
                <a:lnTo>
                  <a:pt x="3261" y="1127"/>
                </a:lnTo>
                <a:lnTo>
                  <a:pt x="3265" y="1126"/>
                </a:lnTo>
                <a:lnTo>
                  <a:pt x="3281" y="1119"/>
                </a:lnTo>
                <a:lnTo>
                  <a:pt x="3288" y="1119"/>
                </a:lnTo>
                <a:lnTo>
                  <a:pt x="3299" y="1119"/>
                </a:lnTo>
                <a:lnTo>
                  <a:pt x="3302" y="1115"/>
                </a:lnTo>
                <a:lnTo>
                  <a:pt x="3305" y="1114"/>
                </a:lnTo>
                <a:lnTo>
                  <a:pt x="3315" y="1111"/>
                </a:lnTo>
                <a:lnTo>
                  <a:pt x="3318" y="1110"/>
                </a:lnTo>
                <a:lnTo>
                  <a:pt x="3320" y="1109"/>
                </a:lnTo>
                <a:lnTo>
                  <a:pt x="3329" y="1104"/>
                </a:lnTo>
                <a:lnTo>
                  <a:pt x="3332" y="1098"/>
                </a:lnTo>
                <a:lnTo>
                  <a:pt x="3343" y="1091"/>
                </a:lnTo>
                <a:lnTo>
                  <a:pt x="3346" y="1088"/>
                </a:lnTo>
                <a:lnTo>
                  <a:pt x="3352" y="1080"/>
                </a:lnTo>
                <a:lnTo>
                  <a:pt x="3352" y="1078"/>
                </a:lnTo>
                <a:lnTo>
                  <a:pt x="3356" y="1073"/>
                </a:lnTo>
                <a:lnTo>
                  <a:pt x="3359" y="1072"/>
                </a:lnTo>
                <a:lnTo>
                  <a:pt x="3369" y="1061"/>
                </a:lnTo>
                <a:lnTo>
                  <a:pt x="3381" y="1048"/>
                </a:lnTo>
                <a:lnTo>
                  <a:pt x="3385" y="1046"/>
                </a:lnTo>
                <a:lnTo>
                  <a:pt x="3386" y="1045"/>
                </a:lnTo>
                <a:lnTo>
                  <a:pt x="3388" y="1045"/>
                </a:lnTo>
                <a:lnTo>
                  <a:pt x="3393" y="1043"/>
                </a:lnTo>
                <a:lnTo>
                  <a:pt x="3396" y="1041"/>
                </a:lnTo>
                <a:lnTo>
                  <a:pt x="3404" y="1039"/>
                </a:lnTo>
                <a:lnTo>
                  <a:pt x="3408" y="1038"/>
                </a:lnTo>
                <a:lnTo>
                  <a:pt x="3410" y="1038"/>
                </a:lnTo>
                <a:lnTo>
                  <a:pt x="3412" y="1037"/>
                </a:lnTo>
                <a:lnTo>
                  <a:pt x="3415" y="1034"/>
                </a:lnTo>
                <a:lnTo>
                  <a:pt x="3421" y="1031"/>
                </a:lnTo>
                <a:lnTo>
                  <a:pt x="3426" y="1032"/>
                </a:lnTo>
                <a:lnTo>
                  <a:pt x="3431" y="1032"/>
                </a:lnTo>
                <a:lnTo>
                  <a:pt x="3434" y="1029"/>
                </a:lnTo>
                <a:lnTo>
                  <a:pt x="3445" y="1019"/>
                </a:lnTo>
                <a:lnTo>
                  <a:pt x="3451" y="1013"/>
                </a:lnTo>
                <a:lnTo>
                  <a:pt x="3460" y="1013"/>
                </a:lnTo>
                <a:lnTo>
                  <a:pt x="3463" y="1011"/>
                </a:lnTo>
                <a:lnTo>
                  <a:pt x="3465" y="1011"/>
                </a:lnTo>
                <a:lnTo>
                  <a:pt x="3467" y="1005"/>
                </a:lnTo>
                <a:lnTo>
                  <a:pt x="3467" y="1000"/>
                </a:lnTo>
                <a:lnTo>
                  <a:pt x="3466" y="998"/>
                </a:lnTo>
                <a:lnTo>
                  <a:pt x="3458" y="986"/>
                </a:lnTo>
                <a:lnTo>
                  <a:pt x="3451" y="979"/>
                </a:lnTo>
                <a:lnTo>
                  <a:pt x="3450" y="979"/>
                </a:lnTo>
                <a:lnTo>
                  <a:pt x="3447" y="978"/>
                </a:lnTo>
                <a:lnTo>
                  <a:pt x="3444" y="977"/>
                </a:lnTo>
                <a:lnTo>
                  <a:pt x="3441" y="975"/>
                </a:lnTo>
                <a:lnTo>
                  <a:pt x="3439" y="973"/>
                </a:lnTo>
                <a:lnTo>
                  <a:pt x="3438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3"/>
                </a:lnTo>
                <a:lnTo>
                  <a:pt x="3429" y="961"/>
                </a:lnTo>
                <a:lnTo>
                  <a:pt x="3428" y="958"/>
                </a:lnTo>
                <a:lnTo>
                  <a:pt x="3428" y="955"/>
                </a:lnTo>
                <a:lnTo>
                  <a:pt x="3428" y="952"/>
                </a:lnTo>
                <a:lnTo>
                  <a:pt x="3426" y="951"/>
                </a:lnTo>
                <a:lnTo>
                  <a:pt x="3424" y="949"/>
                </a:lnTo>
                <a:lnTo>
                  <a:pt x="3418" y="947"/>
                </a:lnTo>
                <a:lnTo>
                  <a:pt x="3417" y="943"/>
                </a:lnTo>
                <a:lnTo>
                  <a:pt x="3418" y="939"/>
                </a:lnTo>
                <a:lnTo>
                  <a:pt x="3422" y="930"/>
                </a:lnTo>
                <a:lnTo>
                  <a:pt x="3426" y="928"/>
                </a:lnTo>
                <a:lnTo>
                  <a:pt x="3428" y="923"/>
                </a:lnTo>
                <a:lnTo>
                  <a:pt x="3430" y="922"/>
                </a:lnTo>
                <a:lnTo>
                  <a:pt x="3431" y="921"/>
                </a:lnTo>
                <a:lnTo>
                  <a:pt x="3430" y="913"/>
                </a:lnTo>
                <a:lnTo>
                  <a:pt x="3432" y="907"/>
                </a:lnTo>
                <a:lnTo>
                  <a:pt x="3434" y="903"/>
                </a:lnTo>
                <a:lnTo>
                  <a:pt x="3436" y="900"/>
                </a:lnTo>
                <a:lnTo>
                  <a:pt x="3440" y="894"/>
                </a:lnTo>
                <a:lnTo>
                  <a:pt x="3443" y="891"/>
                </a:lnTo>
                <a:lnTo>
                  <a:pt x="3447" y="883"/>
                </a:lnTo>
                <a:lnTo>
                  <a:pt x="3449" y="880"/>
                </a:lnTo>
                <a:lnTo>
                  <a:pt x="3460" y="872"/>
                </a:lnTo>
                <a:lnTo>
                  <a:pt x="3465" y="870"/>
                </a:lnTo>
                <a:lnTo>
                  <a:pt x="3470" y="868"/>
                </a:lnTo>
                <a:lnTo>
                  <a:pt x="3476" y="868"/>
                </a:lnTo>
                <a:lnTo>
                  <a:pt x="3480" y="870"/>
                </a:lnTo>
                <a:lnTo>
                  <a:pt x="3506" y="871"/>
                </a:lnTo>
                <a:lnTo>
                  <a:pt x="3509" y="870"/>
                </a:lnTo>
                <a:lnTo>
                  <a:pt x="3519" y="877"/>
                </a:lnTo>
                <a:lnTo>
                  <a:pt x="3524" y="884"/>
                </a:lnTo>
                <a:lnTo>
                  <a:pt x="3534" y="890"/>
                </a:lnTo>
                <a:lnTo>
                  <a:pt x="3547" y="893"/>
                </a:lnTo>
                <a:lnTo>
                  <a:pt x="3554" y="893"/>
                </a:lnTo>
                <a:lnTo>
                  <a:pt x="3560" y="895"/>
                </a:lnTo>
                <a:lnTo>
                  <a:pt x="3562" y="895"/>
                </a:lnTo>
                <a:lnTo>
                  <a:pt x="3571" y="898"/>
                </a:lnTo>
                <a:lnTo>
                  <a:pt x="3585" y="899"/>
                </a:lnTo>
                <a:lnTo>
                  <a:pt x="3605" y="900"/>
                </a:lnTo>
                <a:lnTo>
                  <a:pt x="3609" y="902"/>
                </a:lnTo>
                <a:lnTo>
                  <a:pt x="3616" y="903"/>
                </a:lnTo>
                <a:lnTo>
                  <a:pt x="3624" y="899"/>
                </a:lnTo>
                <a:lnTo>
                  <a:pt x="3628" y="896"/>
                </a:lnTo>
                <a:lnTo>
                  <a:pt x="3632" y="893"/>
                </a:lnTo>
                <a:lnTo>
                  <a:pt x="3637" y="891"/>
                </a:lnTo>
                <a:lnTo>
                  <a:pt x="3638" y="891"/>
                </a:lnTo>
                <a:lnTo>
                  <a:pt x="3638" y="890"/>
                </a:lnTo>
                <a:lnTo>
                  <a:pt x="3639" y="890"/>
                </a:lnTo>
                <a:lnTo>
                  <a:pt x="3640" y="890"/>
                </a:lnTo>
                <a:lnTo>
                  <a:pt x="3640" y="889"/>
                </a:lnTo>
                <a:lnTo>
                  <a:pt x="3640" y="888"/>
                </a:lnTo>
                <a:lnTo>
                  <a:pt x="3641" y="888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6" y="886"/>
                </a:lnTo>
                <a:lnTo>
                  <a:pt x="3647" y="885"/>
                </a:lnTo>
                <a:lnTo>
                  <a:pt x="3651" y="885"/>
                </a:lnTo>
                <a:lnTo>
                  <a:pt x="3656" y="884"/>
                </a:lnTo>
                <a:lnTo>
                  <a:pt x="3660" y="882"/>
                </a:lnTo>
                <a:lnTo>
                  <a:pt x="3664" y="878"/>
                </a:lnTo>
                <a:lnTo>
                  <a:pt x="3664" y="877"/>
                </a:lnTo>
                <a:lnTo>
                  <a:pt x="3666" y="873"/>
                </a:lnTo>
                <a:lnTo>
                  <a:pt x="3667" y="873"/>
                </a:lnTo>
                <a:lnTo>
                  <a:pt x="3673" y="870"/>
                </a:lnTo>
                <a:lnTo>
                  <a:pt x="3680" y="866"/>
                </a:lnTo>
                <a:lnTo>
                  <a:pt x="3681" y="865"/>
                </a:lnTo>
                <a:lnTo>
                  <a:pt x="3687" y="859"/>
                </a:lnTo>
                <a:lnTo>
                  <a:pt x="3691" y="856"/>
                </a:lnTo>
                <a:lnTo>
                  <a:pt x="3692" y="854"/>
                </a:lnTo>
                <a:lnTo>
                  <a:pt x="3697" y="848"/>
                </a:lnTo>
                <a:lnTo>
                  <a:pt x="3699" y="844"/>
                </a:lnTo>
                <a:lnTo>
                  <a:pt x="3700" y="838"/>
                </a:lnTo>
                <a:lnTo>
                  <a:pt x="3717" y="832"/>
                </a:lnTo>
                <a:lnTo>
                  <a:pt x="3718" y="833"/>
                </a:lnTo>
                <a:lnTo>
                  <a:pt x="3733" y="838"/>
                </a:lnTo>
                <a:lnTo>
                  <a:pt x="3738" y="839"/>
                </a:lnTo>
                <a:lnTo>
                  <a:pt x="3741" y="838"/>
                </a:lnTo>
                <a:lnTo>
                  <a:pt x="3742" y="838"/>
                </a:lnTo>
                <a:lnTo>
                  <a:pt x="3744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6" y="837"/>
                </a:lnTo>
                <a:lnTo>
                  <a:pt x="3773" y="837"/>
                </a:lnTo>
                <a:lnTo>
                  <a:pt x="3774" y="837"/>
                </a:lnTo>
                <a:lnTo>
                  <a:pt x="3790" y="833"/>
                </a:lnTo>
                <a:lnTo>
                  <a:pt x="3803" y="830"/>
                </a:lnTo>
                <a:lnTo>
                  <a:pt x="3806" y="828"/>
                </a:lnTo>
                <a:lnTo>
                  <a:pt x="3819" y="818"/>
                </a:lnTo>
                <a:lnTo>
                  <a:pt x="3825" y="812"/>
                </a:lnTo>
                <a:lnTo>
                  <a:pt x="3831" y="810"/>
                </a:lnTo>
                <a:lnTo>
                  <a:pt x="3833" y="810"/>
                </a:lnTo>
                <a:lnTo>
                  <a:pt x="3833" y="807"/>
                </a:lnTo>
                <a:lnTo>
                  <a:pt x="3835" y="807"/>
                </a:lnTo>
                <a:lnTo>
                  <a:pt x="3838" y="807"/>
                </a:lnTo>
                <a:lnTo>
                  <a:pt x="3841" y="808"/>
                </a:lnTo>
                <a:lnTo>
                  <a:pt x="3843" y="807"/>
                </a:lnTo>
                <a:lnTo>
                  <a:pt x="3846" y="807"/>
                </a:lnTo>
                <a:lnTo>
                  <a:pt x="3849" y="804"/>
                </a:lnTo>
                <a:lnTo>
                  <a:pt x="3850" y="803"/>
                </a:lnTo>
                <a:lnTo>
                  <a:pt x="3850" y="801"/>
                </a:lnTo>
                <a:lnTo>
                  <a:pt x="3852" y="800"/>
                </a:lnTo>
                <a:lnTo>
                  <a:pt x="3854" y="798"/>
                </a:lnTo>
                <a:lnTo>
                  <a:pt x="3856" y="798"/>
                </a:lnTo>
                <a:lnTo>
                  <a:pt x="3855" y="792"/>
                </a:lnTo>
                <a:lnTo>
                  <a:pt x="3856" y="792"/>
                </a:lnTo>
                <a:lnTo>
                  <a:pt x="3854" y="789"/>
                </a:lnTo>
                <a:lnTo>
                  <a:pt x="3852" y="788"/>
                </a:lnTo>
                <a:lnTo>
                  <a:pt x="3854" y="778"/>
                </a:lnTo>
                <a:lnTo>
                  <a:pt x="3857" y="775"/>
                </a:lnTo>
                <a:lnTo>
                  <a:pt x="3867" y="762"/>
                </a:lnTo>
                <a:lnTo>
                  <a:pt x="3869" y="761"/>
                </a:lnTo>
                <a:lnTo>
                  <a:pt x="3878" y="752"/>
                </a:lnTo>
                <a:lnTo>
                  <a:pt x="3881" y="749"/>
                </a:lnTo>
                <a:lnTo>
                  <a:pt x="3883" y="745"/>
                </a:lnTo>
                <a:lnTo>
                  <a:pt x="3885" y="744"/>
                </a:lnTo>
                <a:lnTo>
                  <a:pt x="3891" y="742"/>
                </a:lnTo>
                <a:lnTo>
                  <a:pt x="3898" y="741"/>
                </a:lnTo>
                <a:lnTo>
                  <a:pt x="3900" y="741"/>
                </a:lnTo>
                <a:lnTo>
                  <a:pt x="3900" y="740"/>
                </a:lnTo>
                <a:lnTo>
                  <a:pt x="3901" y="739"/>
                </a:lnTo>
                <a:lnTo>
                  <a:pt x="3903" y="739"/>
                </a:lnTo>
                <a:lnTo>
                  <a:pt x="3904" y="737"/>
                </a:lnTo>
                <a:lnTo>
                  <a:pt x="3904" y="736"/>
                </a:lnTo>
                <a:lnTo>
                  <a:pt x="3905" y="736"/>
                </a:lnTo>
                <a:lnTo>
                  <a:pt x="3912" y="737"/>
                </a:lnTo>
                <a:lnTo>
                  <a:pt x="3921" y="738"/>
                </a:lnTo>
                <a:lnTo>
                  <a:pt x="3923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3" y="738"/>
                </a:lnTo>
                <a:lnTo>
                  <a:pt x="3955" y="735"/>
                </a:lnTo>
                <a:lnTo>
                  <a:pt x="3954" y="732"/>
                </a:lnTo>
                <a:lnTo>
                  <a:pt x="3956" y="727"/>
                </a:lnTo>
                <a:lnTo>
                  <a:pt x="3960" y="721"/>
                </a:lnTo>
                <a:lnTo>
                  <a:pt x="3958" y="716"/>
                </a:lnTo>
                <a:lnTo>
                  <a:pt x="3961" y="715"/>
                </a:lnTo>
                <a:lnTo>
                  <a:pt x="3965" y="714"/>
                </a:lnTo>
                <a:lnTo>
                  <a:pt x="3967" y="714"/>
                </a:lnTo>
                <a:lnTo>
                  <a:pt x="3970" y="714"/>
                </a:lnTo>
                <a:lnTo>
                  <a:pt x="3972" y="714"/>
                </a:lnTo>
                <a:lnTo>
                  <a:pt x="3974" y="713"/>
                </a:lnTo>
                <a:lnTo>
                  <a:pt x="3976" y="714"/>
                </a:lnTo>
                <a:lnTo>
                  <a:pt x="3978" y="715"/>
                </a:lnTo>
                <a:lnTo>
                  <a:pt x="3978" y="716"/>
                </a:lnTo>
                <a:lnTo>
                  <a:pt x="3978" y="718"/>
                </a:lnTo>
                <a:lnTo>
                  <a:pt x="3979" y="719"/>
                </a:lnTo>
                <a:lnTo>
                  <a:pt x="3981" y="721"/>
                </a:lnTo>
                <a:lnTo>
                  <a:pt x="3983" y="722"/>
                </a:lnTo>
                <a:lnTo>
                  <a:pt x="3985" y="722"/>
                </a:lnTo>
                <a:lnTo>
                  <a:pt x="3988" y="722"/>
                </a:lnTo>
                <a:lnTo>
                  <a:pt x="3989" y="721"/>
                </a:lnTo>
                <a:lnTo>
                  <a:pt x="3990" y="720"/>
                </a:lnTo>
                <a:lnTo>
                  <a:pt x="3993" y="721"/>
                </a:lnTo>
                <a:lnTo>
                  <a:pt x="3995" y="721"/>
                </a:lnTo>
                <a:lnTo>
                  <a:pt x="3996" y="720"/>
                </a:lnTo>
                <a:lnTo>
                  <a:pt x="3998" y="720"/>
                </a:lnTo>
                <a:lnTo>
                  <a:pt x="3998" y="719"/>
                </a:lnTo>
                <a:lnTo>
                  <a:pt x="3998" y="717"/>
                </a:lnTo>
                <a:lnTo>
                  <a:pt x="3998" y="716"/>
                </a:lnTo>
                <a:lnTo>
                  <a:pt x="4000" y="716"/>
                </a:lnTo>
                <a:lnTo>
                  <a:pt x="4001" y="715"/>
                </a:lnTo>
                <a:lnTo>
                  <a:pt x="4001" y="714"/>
                </a:lnTo>
                <a:lnTo>
                  <a:pt x="4003" y="713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2"/>
                </a:lnTo>
                <a:lnTo>
                  <a:pt x="4010" y="710"/>
                </a:lnTo>
                <a:lnTo>
                  <a:pt x="4011" y="710"/>
                </a:lnTo>
                <a:lnTo>
                  <a:pt x="4013" y="711"/>
                </a:lnTo>
                <a:lnTo>
                  <a:pt x="4014" y="711"/>
                </a:lnTo>
                <a:lnTo>
                  <a:pt x="4015" y="710"/>
                </a:lnTo>
                <a:lnTo>
                  <a:pt x="4022" y="706"/>
                </a:lnTo>
                <a:lnTo>
                  <a:pt x="4024" y="705"/>
                </a:lnTo>
                <a:lnTo>
                  <a:pt x="4027" y="705"/>
                </a:lnTo>
                <a:lnTo>
                  <a:pt x="4028" y="705"/>
                </a:lnTo>
                <a:lnTo>
                  <a:pt x="4030" y="704"/>
                </a:lnTo>
                <a:lnTo>
                  <a:pt x="4031" y="703"/>
                </a:lnTo>
                <a:lnTo>
                  <a:pt x="4032" y="702"/>
                </a:lnTo>
                <a:lnTo>
                  <a:pt x="4035" y="702"/>
                </a:lnTo>
                <a:lnTo>
                  <a:pt x="4039" y="699"/>
                </a:lnTo>
                <a:lnTo>
                  <a:pt x="4047" y="701"/>
                </a:lnTo>
                <a:lnTo>
                  <a:pt x="4050" y="703"/>
                </a:lnTo>
                <a:lnTo>
                  <a:pt x="4063" y="704"/>
                </a:lnTo>
                <a:lnTo>
                  <a:pt x="4068" y="701"/>
                </a:lnTo>
                <a:lnTo>
                  <a:pt x="4069" y="701"/>
                </a:lnTo>
                <a:lnTo>
                  <a:pt x="4070" y="702"/>
                </a:lnTo>
                <a:lnTo>
                  <a:pt x="4071" y="704"/>
                </a:lnTo>
                <a:lnTo>
                  <a:pt x="4076" y="704"/>
                </a:lnTo>
                <a:lnTo>
                  <a:pt x="4081" y="705"/>
                </a:lnTo>
                <a:lnTo>
                  <a:pt x="4082" y="705"/>
                </a:lnTo>
                <a:lnTo>
                  <a:pt x="4082" y="704"/>
                </a:lnTo>
                <a:lnTo>
                  <a:pt x="4082" y="703"/>
                </a:lnTo>
                <a:lnTo>
                  <a:pt x="4081" y="702"/>
                </a:lnTo>
                <a:lnTo>
                  <a:pt x="4086" y="696"/>
                </a:lnTo>
                <a:lnTo>
                  <a:pt x="4089" y="696"/>
                </a:lnTo>
                <a:lnTo>
                  <a:pt x="4092" y="696"/>
                </a:lnTo>
                <a:lnTo>
                  <a:pt x="4093" y="696"/>
                </a:lnTo>
                <a:lnTo>
                  <a:pt x="4093" y="697"/>
                </a:lnTo>
                <a:lnTo>
                  <a:pt x="4093" y="699"/>
                </a:lnTo>
                <a:lnTo>
                  <a:pt x="4093" y="700"/>
                </a:lnTo>
                <a:lnTo>
                  <a:pt x="4094" y="701"/>
                </a:lnTo>
                <a:lnTo>
                  <a:pt x="4096" y="701"/>
                </a:lnTo>
                <a:lnTo>
                  <a:pt x="4098" y="700"/>
                </a:lnTo>
                <a:lnTo>
                  <a:pt x="4101" y="699"/>
                </a:lnTo>
                <a:lnTo>
                  <a:pt x="4103" y="701"/>
                </a:lnTo>
                <a:lnTo>
                  <a:pt x="4106" y="705"/>
                </a:lnTo>
                <a:lnTo>
                  <a:pt x="4110" y="709"/>
                </a:lnTo>
                <a:lnTo>
                  <a:pt x="4111" y="709"/>
                </a:lnTo>
                <a:lnTo>
                  <a:pt x="4112" y="709"/>
                </a:lnTo>
                <a:lnTo>
                  <a:pt x="4114" y="708"/>
                </a:lnTo>
                <a:lnTo>
                  <a:pt x="4115" y="708"/>
                </a:lnTo>
                <a:lnTo>
                  <a:pt x="4119" y="709"/>
                </a:lnTo>
                <a:lnTo>
                  <a:pt x="4122" y="709"/>
                </a:lnTo>
                <a:lnTo>
                  <a:pt x="4124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9" y="713"/>
                </a:lnTo>
                <a:lnTo>
                  <a:pt x="4130" y="713"/>
                </a:lnTo>
                <a:lnTo>
                  <a:pt x="4132" y="712"/>
                </a:lnTo>
                <a:lnTo>
                  <a:pt x="4133" y="712"/>
                </a:lnTo>
                <a:lnTo>
                  <a:pt x="4133" y="713"/>
                </a:lnTo>
                <a:lnTo>
                  <a:pt x="4134" y="714"/>
                </a:lnTo>
                <a:lnTo>
                  <a:pt x="4135" y="713"/>
                </a:lnTo>
                <a:lnTo>
                  <a:pt x="4136" y="712"/>
                </a:lnTo>
                <a:lnTo>
                  <a:pt x="4139" y="710"/>
                </a:lnTo>
                <a:lnTo>
                  <a:pt x="4144" y="711"/>
                </a:lnTo>
                <a:lnTo>
                  <a:pt x="4146" y="710"/>
                </a:lnTo>
                <a:lnTo>
                  <a:pt x="4147" y="710"/>
                </a:lnTo>
                <a:lnTo>
                  <a:pt x="4151" y="710"/>
                </a:lnTo>
                <a:lnTo>
                  <a:pt x="4153" y="712"/>
                </a:lnTo>
                <a:lnTo>
                  <a:pt x="4155" y="712"/>
                </a:lnTo>
                <a:lnTo>
                  <a:pt x="4158" y="711"/>
                </a:lnTo>
                <a:lnTo>
                  <a:pt x="4159" y="711"/>
                </a:lnTo>
                <a:lnTo>
                  <a:pt x="4160" y="712"/>
                </a:lnTo>
                <a:lnTo>
                  <a:pt x="4161" y="712"/>
                </a:lnTo>
                <a:lnTo>
                  <a:pt x="4162" y="713"/>
                </a:lnTo>
                <a:lnTo>
                  <a:pt x="4162" y="715"/>
                </a:lnTo>
                <a:lnTo>
                  <a:pt x="4165" y="714"/>
                </a:lnTo>
                <a:lnTo>
                  <a:pt x="4166" y="713"/>
                </a:lnTo>
                <a:lnTo>
                  <a:pt x="4167" y="712"/>
                </a:lnTo>
                <a:lnTo>
                  <a:pt x="4169" y="712"/>
                </a:lnTo>
                <a:lnTo>
                  <a:pt x="4170" y="712"/>
                </a:lnTo>
                <a:lnTo>
                  <a:pt x="4173" y="708"/>
                </a:lnTo>
                <a:lnTo>
                  <a:pt x="4173" y="706"/>
                </a:lnTo>
                <a:lnTo>
                  <a:pt x="4179" y="707"/>
                </a:lnTo>
                <a:lnTo>
                  <a:pt x="4180" y="707"/>
                </a:lnTo>
                <a:lnTo>
                  <a:pt x="4183" y="707"/>
                </a:lnTo>
                <a:lnTo>
                  <a:pt x="4183" y="705"/>
                </a:lnTo>
                <a:lnTo>
                  <a:pt x="4183" y="704"/>
                </a:lnTo>
                <a:lnTo>
                  <a:pt x="4184" y="703"/>
                </a:lnTo>
                <a:lnTo>
                  <a:pt x="4185" y="702"/>
                </a:lnTo>
                <a:lnTo>
                  <a:pt x="4183" y="700"/>
                </a:lnTo>
                <a:lnTo>
                  <a:pt x="4183" y="698"/>
                </a:lnTo>
                <a:lnTo>
                  <a:pt x="4182" y="697"/>
                </a:lnTo>
                <a:lnTo>
                  <a:pt x="4185" y="694"/>
                </a:lnTo>
                <a:lnTo>
                  <a:pt x="4185" y="693"/>
                </a:lnTo>
                <a:lnTo>
                  <a:pt x="4184" y="691"/>
                </a:lnTo>
                <a:lnTo>
                  <a:pt x="4184" y="689"/>
                </a:lnTo>
                <a:lnTo>
                  <a:pt x="4185" y="688"/>
                </a:lnTo>
                <a:lnTo>
                  <a:pt x="4183" y="688"/>
                </a:lnTo>
                <a:lnTo>
                  <a:pt x="4183" y="684"/>
                </a:lnTo>
                <a:lnTo>
                  <a:pt x="4184" y="682"/>
                </a:lnTo>
                <a:lnTo>
                  <a:pt x="4178" y="681"/>
                </a:lnTo>
                <a:lnTo>
                  <a:pt x="4177" y="679"/>
                </a:lnTo>
                <a:lnTo>
                  <a:pt x="4179" y="677"/>
                </a:lnTo>
                <a:lnTo>
                  <a:pt x="4178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3" y="667"/>
                </a:lnTo>
                <a:lnTo>
                  <a:pt x="4169" y="660"/>
                </a:lnTo>
                <a:lnTo>
                  <a:pt x="4169" y="659"/>
                </a:lnTo>
                <a:lnTo>
                  <a:pt x="4166" y="655"/>
                </a:lnTo>
                <a:lnTo>
                  <a:pt x="4166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49"/>
                </a:lnTo>
                <a:lnTo>
                  <a:pt x="4159" y="649"/>
                </a:lnTo>
                <a:lnTo>
                  <a:pt x="4159" y="648"/>
                </a:lnTo>
                <a:lnTo>
                  <a:pt x="4158" y="648"/>
                </a:lnTo>
                <a:lnTo>
                  <a:pt x="4157" y="647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1" y="646"/>
                </a:lnTo>
                <a:lnTo>
                  <a:pt x="4151" y="645"/>
                </a:lnTo>
                <a:lnTo>
                  <a:pt x="4152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2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2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6" y="632"/>
                </a:lnTo>
                <a:lnTo>
                  <a:pt x="4135" y="632"/>
                </a:lnTo>
                <a:lnTo>
                  <a:pt x="4134" y="632"/>
                </a:lnTo>
                <a:lnTo>
                  <a:pt x="4135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3" y="630"/>
                </a:lnTo>
                <a:lnTo>
                  <a:pt x="4134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1" y="628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2" y="625"/>
                </a:lnTo>
                <a:lnTo>
                  <a:pt x="4133" y="624"/>
                </a:lnTo>
                <a:lnTo>
                  <a:pt x="4131" y="623"/>
                </a:lnTo>
                <a:lnTo>
                  <a:pt x="4119" y="620"/>
                </a:lnTo>
                <a:lnTo>
                  <a:pt x="4119" y="619"/>
                </a:lnTo>
                <a:lnTo>
                  <a:pt x="4114" y="617"/>
                </a:lnTo>
                <a:lnTo>
                  <a:pt x="4114" y="615"/>
                </a:lnTo>
                <a:lnTo>
                  <a:pt x="4113" y="610"/>
                </a:lnTo>
                <a:lnTo>
                  <a:pt x="4113" y="609"/>
                </a:lnTo>
                <a:lnTo>
                  <a:pt x="4112" y="605"/>
                </a:lnTo>
                <a:lnTo>
                  <a:pt x="4106" y="603"/>
                </a:lnTo>
                <a:lnTo>
                  <a:pt x="4101" y="601"/>
                </a:lnTo>
                <a:lnTo>
                  <a:pt x="4095" y="599"/>
                </a:lnTo>
                <a:lnTo>
                  <a:pt x="4080" y="594"/>
                </a:lnTo>
                <a:lnTo>
                  <a:pt x="4079" y="593"/>
                </a:lnTo>
                <a:lnTo>
                  <a:pt x="4070" y="582"/>
                </a:lnTo>
                <a:lnTo>
                  <a:pt x="4062" y="572"/>
                </a:lnTo>
                <a:lnTo>
                  <a:pt x="4061" y="571"/>
                </a:lnTo>
                <a:lnTo>
                  <a:pt x="4059" y="571"/>
                </a:lnTo>
                <a:lnTo>
                  <a:pt x="4052" y="571"/>
                </a:lnTo>
                <a:lnTo>
                  <a:pt x="4051" y="571"/>
                </a:lnTo>
                <a:lnTo>
                  <a:pt x="4051" y="570"/>
                </a:lnTo>
                <a:lnTo>
                  <a:pt x="4051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3" y="570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70"/>
                </a:lnTo>
                <a:lnTo>
                  <a:pt x="4037" y="570"/>
                </a:lnTo>
                <a:lnTo>
                  <a:pt x="4036" y="570"/>
                </a:lnTo>
                <a:lnTo>
                  <a:pt x="4036" y="569"/>
                </a:lnTo>
                <a:lnTo>
                  <a:pt x="4035" y="569"/>
                </a:lnTo>
                <a:lnTo>
                  <a:pt x="4034" y="569"/>
                </a:lnTo>
                <a:lnTo>
                  <a:pt x="4034" y="568"/>
                </a:lnTo>
                <a:lnTo>
                  <a:pt x="4033" y="568"/>
                </a:lnTo>
                <a:lnTo>
                  <a:pt x="4032" y="568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6"/>
                </a:lnTo>
                <a:lnTo>
                  <a:pt x="4025" y="566"/>
                </a:lnTo>
                <a:lnTo>
                  <a:pt x="4024" y="567"/>
                </a:lnTo>
                <a:lnTo>
                  <a:pt x="4023" y="567"/>
                </a:lnTo>
                <a:lnTo>
                  <a:pt x="4022" y="567"/>
                </a:lnTo>
                <a:lnTo>
                  <a:pt x="4022" y="566"/>
                </a:lnTo>
                <a:lnTo>
                  <a:pt x="4021" y="566"/>
                </a:lnTo>
                <a:lnTo>
                  <a:pt x="4020" y="566"/>
                </a:lnTo>
                <a:lnTo>
                  <a:pt x="4020" y="567"/>
                </a:lnTo>
                <a:lnTo>
                  <a:pt x="4019" y="567"/>
                </a:lnTo>
                <a:lnTo>
                  <a:pt x="4019" y="568"/>
                </a:lnTo>
                <a:lnTo>
                  <a:pt x="4018" y="568"/>
                </a:lnTo>
                <a:lnTo>
                  <a:pt x="4018" y="567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5" y="569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4" y="569"/>
                </a:lnTo>
                <a:lnTo>
                  <a:pt x="3993" y="569"/>
                </a:lnTo>
                <a:lnTo>
                  <a:pt x="3992" y="570"/>
                </a:lnTo>
                <a:lnTo>
                  <a:pt x="3968" y="593"/>
                </a:lnTo>
                <a:lnTo>
                  <a:pt x="3968" y="594"/>
                </a:lnTo>
                <a:lnTo>
                  <a:pt x="3967" y="595"/>
                </a:lnTo>
                <a:lnTo>
                  <a:pt x="3965" y="595"/>
                </a:lnTo>
                <a:lnTo>
                  <a:pt x="3964" y="596"/>
                </a:lnTo>
                <a:lnTo>
                  <a:pt x="3955" y="607"/>
                </a:lnTo>
                <a:lnTo>
                  <a:pt x="3929" y="589"/>
                </a:lnTo>
                <a:lnTo>
                  <a:pt x="3921" y="586"/>
                </a:lnTo>
                <a:lnTo>
                  <a:pt x="3909" y="581"/>
                </a:lnTo>
                <a:lnTo>
                  <a:pt x="3901" y="581"/>
                </a:lnTo>
                <a:lnTo>
                  <a:pt x="3891" y="582"/>
                </a:lnTo>
                <a:lnTo>
                  <a:pt x="3870" y="587"/>
                </a:lnTo>
                <a:lnTo>
                  <a:pt x="3854" y="583"/>
                </a:lnTo>
                <a:lnTo>
                  <a:pt x="3840" y="589"/>
                </a:lnTo>
                <a:lnTo>
                  <a:pt x="3827" y="602"/>
                </a:lnTo>
                <a:lnTo>
                  <a:pt x="3825" y="603"/>
                </a:lnTo>
                <a:lnTo>
                  <a:pt x="3792" y="578"/>
                </a:lnTo>
                <a:lnTo>
                  <a:pt x="3792" y="574"/>
                </a:lnTo>
                <a:lnTo>
                  <a:pt x="3791" y="570"/>
                </a:lnTo>
                <a:lnTo>
                  <a:pt x="3790" y="565"/>
                </a:lnTo>
                <a:lnTo>
                  <a:pt x="3789" y="560"/>
                </a:lnTo>
                <a:lnTo>
                  <a:pt x="3788" y="560"/>
                </a:lnTo>
                <a:lnTo>
                  <a:pt x="3788" y="559"/>
                </a:lnTo>
                <a:lnTo>
                  <a:pt x="3789" y="558"/>
                </a:lnTo>
                <a:lnTo>
                  <a:pt x="3790" y="558"/>
                </a:lnTo>
                <a:lnTo>
                  <a:pt x="3790" y="557"/>
                </a:lnTo>
                <a:lnTo>
                  <a:pt x="3789" y="557"/>
                </a:lnTo>
                <a:lnTo>
                  <a:pt x="3789" y="556"/>
                </a:lnTo>
                <a:lnTo>
                  <a:pt x="3788" y="556"/>
                </a:lnTo>
                <a:lnTo>
                  <a:pt x="3788" y="555"/>
                </a:lnTo>
                <a:lnTo>
                  <a:pt x="3814" y="544"/>
                </a:lnTo>
                <a:lnTo>
                  <a:pt x="3812" y="517"/>
                </a:lnTo>
                <a:lnTo>
                  <a:pt x="3837" y="487"/>
                </a:lnTo>
                <a:lnTo>
                  <a:pt x="3837" y="486"/>
                </a:lnTo>
                <a:lnTo>
                  <a:pt x="3834" y="481"/>
                </a:lnTo>
                <a:lnTo>
                  <a:pt x="3895" y="381"/>
                </a:lnTo>
                <a:lnTo>
                  <a:pt x="3910" y="389"/>
                </a:lnTo>
                <a:lnTo>
                  <a:pt x="3926" y="397"/>
                </a:lnTo>
                <a:lnTo>
                  <a:pt x="3932" y="399"/>
                </a:lnTo>
                <a:lnTo>
                  <a:pt x="3945" y="403"/>
                </a:lnTo>
                <a:lnTo>
                  <a:pt x="3964" y="404"/>
                </a:lnTo>
                <a:lnTo>
                  <a:pt x="3977" y="410"/>
                </a:lnTo>
                <a:lnTo>
                  <a:pt x="3993" y="415"/>
                </a:lnTo>
                <a:lnTo>
                  <a:pt x="3994" y="415"/>
                </a:lnTo>
                <a:lnTo>
                  <a:pt x="3994" y="414"/>
                </a:lnTo>
                <a:lnTo>
                  <a:pt x="3994" y="413"/>
                </a:lnTo>
                <a:lnTo>
                  <a:pt x="3995" y="413"/>
                </a:lnTo>
                <a:lnTo>
                  <a:pt x="3996" y="413"/>
                </a:lnTo>
                <a:lnTo>
                  <a:pt x="3996" y="412"/>
                </a:lnTo>
                <a:lnTo>
                  <a:pt x="3997" y="412"/>
                </a:lnTo>
                <a:lnTo>
                  <a:pt x="3997" y="411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8" y="408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2" y="407"/>
                </a:lnTo>
                <a:lnTo>
                  <a:pt x="4002" y="408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6" y="407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6"/>
                </a:lnTo>
                <a:lnTo>
                  <a:pt x="4008" y="405"/>
                </a:lnTo>
                <a:lnTo>
                  <a:pt x="4009" y="405"/>
                </a:lnTo>
                <a:lnTo>
                  <a:pt x="4008" y="405"/>
                </a:lnTo>
                <a:lnTo>
                  <a:pt x="4009" y="405"/>
                </a:lnTo>
                <a:lnTo>
                  <a:pt x="4009" y="404"/>
                </a:lnTo>
                <a:lnTo>
                  <a:pt x="4010" y="404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5"/>
                </a:lnTo>
                <a:lnTo>
                  <a:pt x="4015" y="406"/>
                </a:lnTo>
                <a:lnTo>
                  <a:pt x="4016" y="406"/>
                </a:lnTo>
                <a:lnTo>
                  <a:pt x="4016" y="405"/>
                </a:lnTo>
                <a:lnTo>
                  <a:pt x="4018" y="405"/>
                </a:lnTo>
                <a:lnTo>
                  <a:pt x="4018" y="404"/>
                </a:lnTo>
                <a:lnTo>
                  <a:pt x="4019" y="403"/>
                </a:lnTo>
                <a:lnTo>
                  <a:pt x="4020" y="402"/>
                </a:lnTo>
                <a:lnTo>
                  <a:pt x="4020" y="401"/>
                </a:lnTo>
                <a:lnTo>
                  <a:pt x="4021" y="401"/>
                </a:lnTo>
                <a:lnTo>
                  <a:pt x="4021" y="399"/>
                </a:lnTo>
                <a:lnTo>
                  <a:pt x="4023" y="400"/>
                </a:lnTo>
                <a:lnTo>
                  <a:pt x="4024" y="401"/>
                </a:lnTo>
                <a:lnTo>
                  <a:pt x="4025" y="401"/>
                </a:lnTo>
                <a:lnTo>
                  <a:pt x="4026" y="401"/>
                </a:lnTo>
                <a:lnTo>
                  <a:pt x="4026" y="400"/>
                </a:lnTo>
                <a:lnTo>
                  <a:pt x="4025" y="400"/>
                </a:lnTo>
                <a:lnTo>
                  <a:pt x="4026" y="400"/>
                </a:lnTo>
                <a:lnTo>
                  <a:pt x="4026" y="399"/>
                </a:lnTo>
                <a:lnTo>
                  <a:pt x="4027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9"/>
                </a:lnTo>
                <a:lnTo>
                  <a:pt x="4028" y="399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30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1" y="395"/>
                </a:lnTo>
                <a:lnTo>
                  <a:pt x="4031" y="394"/>
                </a:lnTo>
                <a:lnTo>
                  <a:pt x="4032" y="394"/>
                </a:lnTo>
                <a:lnTo>
                  <a:pt x="4032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3" y="393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7" y="392"/>
                </a:lnTo>
                <a:lnTo>
                  <a:pt x="4037" y="391"/>
                </a:lnTo>
                <a:lnTo>
                  <a:pt x="4038" y="391"/>
                </a:lnTo>
                <a:lnTo>
                  <a:pt x="4038" y="390"/>
                </a:lnTo>
                <a:lnTo>
                  <a:pt x="4039" y="390"/>
                </a:lnTo>
                <a:lnTo>
                  <a:pt x="4038" y="389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90"/>
                </a:lnTo>
                <a:lnTo>
                  <a:pt x="4041" y="390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2" y="389"/>
                </a:lnTo>
                <a:lnTo>
                  <a:pt x="4043" y="389"/>
                </a:lnTo>
                <a:lnTo>
                  <a:pt x="4043" y="388"/>
                </a:lnTo>
                <a:lnTo>
                  <a:pt x="4044" y="388"/>
                </a:lnTo>
                <a:lnTo>
                  <a:pt x="4045" y="388"/>
                </a:lnTo>
                <a:lnTo>
                  <a:pt x="4045" y="387"/>
                </a:lnTo>
                <a:lnTo>
                  <a:pt x="4045" y="386"/>
                </a:lnTo>
                <a:lnTo>
                  <a:pt x="4046" y="386"/>
                </a:lnTo>
                <a:lnTo>
                  <a:pt x="4047" y="386"/>
                </a:lnTo>
                <a:lnTo>
                  <a:pt x="4046" y="385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6" y="383"/>
                </a:lnTo>
                <a:lnTo>
                  <a:pt x="4047" y="383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50" y="384"/>
                </a:lnTo>
                <a:lnTo>
                  <a:pt x="4050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2" y="383"/>
                </a:lnTo>
                <a:lnTo>
                  <a:pt x="4052" y="382"/>
                </a:lnTo>
                <a:lnTo>
                  <a:pt x="4052" y="383"/>
                </a:lnTo>
                <a:lnTo>
                  <a:pt x="4053" y="384"/>
                </a:lnTo>
                <a:lnTo>
                  <a:pt x="4053" y="383"/>
                </a:lnTo>
                <a:lnTo>
                  <a:pt x="4054" y="383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5" y="382"/>
                </a:lnTo>
                <a:lnTo>
                  <a:pt x="4054" y="381"/>
                </a:lnTo>
                <a:lnTo>
                  <a:pt x="4054" y="380"/>
                </a:lnTo>
                <a:lnTo>
                  <a:pt x="4054" y="379"/>
                </a:lnTo>
                <a:lnTo>
                  <a:pt x="4055" y="379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8" y="378"/>
                </a:lnTo>
                <a:lnTo>
                  <a:pt x="4058" y="377"/>
                </a:lnTo>
                <a:lnTo>
                  <a:pt x="4058" y="376"/>
                </a:lnTo>
                <a:lnTo>
                  <a:pt x="4059" y="376"/>
                </a:lnTo>
                <a:lnTo>
                  <a:pt x="4060" y="376"/>
                </a:lnTo>
                <a:lnTo>
                  <a:pt x="4060" y="375"/>
                </a:lnTo>
                <a:lnTo>
                  <a:pt x="4061" y="376"/>
                </a:lnTo>
                <a:lnTo>
                  <a:pt x="4061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2" y="375"/>
                </a:lnTo>
                <a:lnTo>
                  <a:pt x="4061" y="375"/>
                </a:lnTo>
                <a:lnTo>
                  <a:pt x="4061" y="374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6" y="373"/>
                </a:lnTo>
                <a:lnTo>
                  <a:pt x="4065" y="373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7" y="371"/>
                </a:lnTo>
                <a:lnTo>
                  <a:pt x="4067" y="372"/>
                </a:lnTo>
                <a:lnTo>
                  <a:pt x="4068" y="372"/>
                </a:lnTo>
                <a:lnTo>
                  <a:pt x="4069" y="372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1"/>
                </a:lnTo>
                <a:lnTo>
                  <a:pt x="4079" y="370"/>
                </a:lnTo>
                <a:lnTo>
                  <a:pt x="4080" y="370"/>
                </a:lnTo>
                <a:lnTo>
                  <a:pt x="4080" y="371"/>
                </a:lnTo>
                <a:lnTo>
                  <a:pt x="4081" y="371"/>
                </a:lnTo>
                <a:lnTo>
                  <a:pt x="4082" y="371"/>
                </a:lnTo>
                <a:lnTo>
                  <a:pt x="4082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3" y="370"/>
                </a:lnTo>
                <a:lnTo>
                  <a:pt x="4083" y="369"/>
                </a:lnTo>
                <a:lnTo>
                  <a:pt x="4084" y="369"/>
                </a:lnTo>
                <a:lnTo>
                  <a:pt x="4085" y="370"/>
                </a:lnTo>
                <a:lnTo>
                  <a:pt x="4086" y="370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9" y="369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3" y="368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9" y="367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099" y="368"/>
                </a:lnTo>
                <a:lnTo>
                  <a:pt x="4100" y="368"/>
                </a:lnTo>
                <a:lnTo>
                  <a:pt x="4101" y="368"/>
                </a:lnTo>
                <a:lnTo>
                  <a:pt x="4102" y="368"/>
                </a:lnTo>
                <a:lnTo>
                  <a:pt x="4103" y="368"/>
                </a:lnTo>
                <a:lnTo>
                  <a:pt x="4103" y="367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8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7"/>
                </a:lnTo>
                <a:lnTo>
                  <a:pt x="4110" y="367"/>
                </a:lnTo>
                <a:lnTo>
                  <a:pt x="4110" y="366"/>
                </a:lnTo>
                <a:lnTo>
                  <a:pt x="4111" y="366"/>
                </a:lnTo>
                <a:lnTo>
                  <a:pt x="4112" y="365"/>
                </a:lnTo>
                <a:lnTo>
                  <a:pt x="4112" y="364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5" y="363"/>
                </a:lnTo>
                <a:lnTo>
                  <a:pt x="4115" y="362"/>
                </a:lnTo>
                <a:lnTo>
                  <a:pt x="4116" y="362"/>
                </a:lnTo>
                <a:lnTo>
                  <a:pt x="4116" y="361"/>
                </a:lnTo>
                <a:lnTo>
                  <a:pt x="4117" y="360"/>
                </a:lnTo>
                <a:lnTo>
                  <a:pt x="4117" y="359"/>
                </a:lnTo>
                <a:lnTo>
                  <a:pt x="4118" y="359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9" y="357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2" y="358"/>
                </a:lnTo>
                <a:lnTo>
                  <a:pt x="4122" y="357"/>
                </a:lnTo>
                <a:lnTo>
                  <a:pt x="4123" y="357"/>
                </a:lnTo>
                <a:lnTo>
                  <a:pt x="4123" y="356"/>
                </a:lnTo>
                <a:lnTo>
                  <a:pt x="4124" y="356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7" y="355"/>
                </a:lnTo>
                <a:lnTo>
                  <a:pt x="4127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8" y="352"/>
                </a:lnTo>
                <a:lnTo>
                  <a:pt x="4129" y="351"/>
                </a:lnTo>
                <a:lnTo>
                  <a:pt x="4129" y="350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1" y="348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2" y="346"/>
                </a:lnTo>
                <a:lnTo>
                  <a:pt x="4133" y="346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4"/>
                </a:lnTo>
                <a:lnTo>
                  <a:pt x="4129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30" y="342"/>
                </a:lnTo>
                <a:lnTo>
                  <a:pt x="4130" y="341"/>
                </a:lnTo>
                <a:lnTo>
                  <a:pt x="4131" y="341"/>
                </a:lnTo>
                <a:lnTo>
                  <a:pt x="4131" y="340"/>
                </a:lnTo>
                <a:lnTo>
                  <a:pt x="4132" y="340"/>
                </a:lnTo>
                <a:lnTo>
                  <a:pt x="4132" y="339"/>
                </a:lnTo>
                <a:lnTo>
                  <a:pt x="4131" y="339"/>
                </a:lnTo>
                <a:lnTo>
                  <a:pt x="4130" y="339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8"/>
                </a:lnTo>
                <a:lnTo>
                  <a:pt x="4130" y="337"/>
                </a:lnTo>
                <a:lnTo>
                  <a:pt x="4132" y="337"/>
                </a:lnTo>
                <a:lnTo>
                  <a:pt x="4132" y="336"/>
                </a:lnTo>
                <a:lnTo>
                  <a:pt x="4132" y="335"/>
                </a:lnTo>
                <a:lnTo>
                  <a:pt x="4133" y="334"/>
                </a:lnTo>
                <a:lnTo>
                  <a:pt x="4134" y="334"/>
                </a:lnTo>
                <a:lnTo>
                  <a:pt x="4134" y="333"/>
                </a:lnTo>
                <a:lnTo>
                  <a:pt x="4135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8" y="331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5" y="328"/>
                </a:lnTo>
                <a:lnTo>
                  <a:pt x="4125" y="329"/>
                </a:lnTo>
                <a:lnTo>
                  <a:pt x="4125" y="330"/>
                </a:lnTo>
                <a:lnTo>
                  <a:pt x="4124" y="330"/>
                </a:lnTo>
                <a:lnTo>
                  <a:pt x="4123" y="330"/>
                </a:lnTo>
                <a:lnTo>
                  <a:pt x="4124" y="330"/>
                </a:lnTo>
                <a:lnTo>
                  <a:pt x="4124" y="331"/>
                </a:lnTo>
                <a:lnTo>
                  <a:pt x="4123" y="331"/>
                </a:lnTo>
                <a:lnTo>
                  <a:pt x="4122" y="330"/>
                </a:lnTo>
                <a:lnTo>
                  <a:pt x="4122" y="329"/>
                </a:lnTo>
                <a:lnTo>
                  <a:pt x="4122" y="328"/>
                </a:lnTo>
                <a:lnTo>
                  <a:pt x="4121" y="328"/>
                </a:lnTo>
                <a:lnTo>
                  <a:pt x="4120" y="329"/>
                </a:lnTo>
                <a:lnTo>
                  <a:pt x="4119" y="329"/>
                </a:lnTo>
                <a:lnTo>
                  <a:pt x="4118" y="330"/>
                </a:lnTo>
                <a:lnTo>
                  <a:pt x="4117" y="330"/>
                </a:lnTo>
                <a:lnTo>
                  <a:pt x="4116" y="330"/>
                </a:lnTo>
                <a:lnTo>
                  <a:pt x="4117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7"/>
                </a:lnTo>
                <a:lnTo>
                  <a:pt x="4112" y="327"/>
                </a:lnTo>
                <a:lnTo>
                  <a:pt x="4112" y="326"/>
                </a:lnTo>
                <a:lnTo>
                  <a:pt x="4112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5" y="324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3"/>
                </a:lnTo>
                <a:lnTo>
                  <a:pt x="4119" y="324"/>
                </a:lnTo>
                <a:lnTo>
                  <a:pt x="4120" y="324"/>
                </a:lnTo>
                <a:lnTo>
                  <a:pt x="4120" y="323"/>
                </a:lnTo>
                <a:lnTo>
                  <a:pt x="4119" y="323"/>
                </a:lnTo>
                <a:lnTo>
                  <a:pt x="4120" y="322"/>
                </a:lnTo>
                <a:lnTo>
                  <a:pt x="4121" y="322"/>
                </a:lnTo>
                <a:lnTo>
                  <a:pt x="4121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1"/>
                </a:lnTo>
                <a:lnTo>
                  <a:pt x="4122" y="320"/>
                </a:lnTo>
                <a:lnTo>
                  <a:pt x="4123" y="320"/>
                </a:lnTo>
                <a:lnTo>
                  <a:pt x="4123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3" y="318"/>
                </a:lnTo>
                <a:lnTo>
                  <a:pt x="4124" y="318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3" y="315"/>
                </a:lnTo>
                <a:lnTo>
                  <a:pt x="4122" y="315"/>
                </a:lnTo>
                <a:lnTo>
                  <a:pt x="4122" y="314"/>
                </a:lnTo>
                <a:lnTo>
                  <a:pt x="4123" y="314"/>
                </a:lnTo>
                <a:lnTo>
                  <a:pt x="4124" y="314"/>
                </a:lnTo>
                <a:lnTo>
                  <a:pt x="4124" y="313"/>
                </a:lnTo>
                <a:lnTo>
                  <a:pt x="4124" y="312"/>
                </a:lnTo>
                <a:lnTo>
                  <a:pt x="4125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5" y="310"/>
                </a:lnTo>
                <a:lnTo>
                  <a:pt x="4126" y="310"/>
                </a:lnTo>
                <a:lnTo>
                  <a:pt x="4126" y="309"/>
                </a:lnTo>
                <a:lnTo>
                  <a:pt x="4125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8"/>
                </a:lnTo>
                <a:lnTo>
                  <a:pt x="4126" y="307"/>
                </a:lnTo>
                <a:lnTo>
                  <a:pt x="4127" y="307"/>
                </a:lnTo>
                <a:lnTo>
                  <a:pt x="4127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3"/>
                </a:lnTo>
                <a:lnTo>
                  <a:pt x="4130" y="302"/>
                </a:lnTo>
                <a:lnTo>
                  <a:pt x="4131" y="302"/>
                </a:lnTo>
                <a:lnTo>
                  <a:pt x="4131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4" y="300"/>
                </a:lnTo>
                <a:lnTo>
                  <a:pt x="4134" y="299"/>
                </a:lnTo>
                <a:lnTo>
                  <a:pt x="4135" y="298"/>
                </a:lnTo>
                <a:lnTo>
                  <a:pt x="4136" y="298"/>
                </a:lnTo>
                <a:lnTo>
                  <a:pt x="4136" y="297"/>
                </a:lnTo>
                <a:lnTo>
                  <a:pt x="4135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6"/>
                </a:lnTo>
                <a:lnTo>
                  <a:pt x="4141" y="295"/>
                </a:lnTo>
                <a:lnTo>
                  <a:pt x="4141" y="294"/>
                </a:lnTo>
                <a:lnTo>
                  <a:pt x="4141" y="293"/>
                </a:lnTo>
                <a:lnTo>
                  <a:pt x="4142" y="293"/>
                </a:lnTo>
                <a:lnTo>
                  <a:pt x="4143" y="292"/>
                </a:lnTo>
                <a:lnTo>
                  <a:pt x="4143" y="291"/>
                </a:lnTo>
                <a:lnTo>
                  <a:pt x="4144" y="291"/>
                </a:lnTo>
                <a:lnTo>
                  <a:pt x="4144" y="290"/>
                </a:lnTo>
                <a:lnTo>
                  <a:pt x="4145" y="290"/>
                </a:lnTo>
                <a:lnTo>
                  <a:pt x="4145" y="289"/>
                </a:lnTo>
                <a:lnTo>
                  <a:pt x="4146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6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6" y="286"/>
                </a:lnTo>
                <a:lnTo>
                  <a:pt x="4146" y="285"/>
                </a:lnTo>
                <a:lnTo>
                  <a:pt x="4147" y="285"/>
                </a:lnTo>
                <a:lnTo>
                  <a:pt x="4148" y="285"/>
                </a:lnTo>
                <a:lnTo>
                  <a:pt x="4147" y="285"/>
                </a:lnTo>
                <a:lnTo>
                  <a:pt x="4147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5" y="279"/>
                </a:lnTo>
                <a:lnTo>
                  <a:pt x="4146" y="279"/>
                </a:lnTo>
                <a:lnTo>
                  <a:pt x="4146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6" y="276"/>
                </a:lnTo>
                <a:lnTo>
                  <a:pt x="4146" y="275"/>
                </a:lnTo>
                <a:lnTo>
                  <a:pt x="4147" y="275"/>
                </a:lnTo>
                <a:lnTo>
                  <a:pt x="4147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1" y="271"/>
                </a:lnTo>
                <a:lnTo>
                  <a:pt x="4151" y="270"/>
                </a:lnTo>
                <a:lnTo>
                  <a:pt x="4152" y="270"/>
                </a:lnTo>
                <a:lnTo>
                  <a:pt x="4152" y="269"/>
                </a:lnTo>
                <a:lnTo>
                  <a:pt x="4153" y="269"/>
                </a:lnTo>
                <a:lnTo>
                  <a:pt x="4153" y="268"/>
                </a:lnTo>
                <a:lnTo>
                  <a:pt x="4153" y="267"/>
                </a:lnTo>
                <a:lnTo>
                  <a:pt x="4154" y="267"/>
                </a:lnTo>
                <a:lnTo>
                  <a:pt x="4154" y="266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5"/>
                </a:lnTo>
                <a:lnTo>
                  <a:pt x="4156" y="264"/>
                </a:lnTo>
                <a:lnTo>
                  <a:pt x="4157" y="264"/>
                </a:lnTo>
                <a:lnTo>
                  <a:pt x="4157" y="263"/>
                </a:lnTo>
                <a:lnTo>
                  <a:pt x="4157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2"/>
                </a:lnTo>
                <a:lnTo>
                  <a:pt x="4162" y="261"/>
                </a:lnTo>
                <a:lnTo>
                  <a:pt x="4163" y="261"/>
                </a:lnTo>
                <a:lnTo>
                  <a:pt x="4163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4" y="260"/>
                </a:lnTo>
                <a:lnTo>
                  <a:pt x="4164" y="259"/>
                </a:lnTo>
                <a:lnTo>
                  <a:pt x="4165" y="259"/>
                </a:lnTo>
                <a:lnTo>
                  <a:pt x="4166" y="259"/>
                </a:lnTo>
                <a:lnTo>
                  <a:pt x="4166" y="258"/>
                </a:lnTo>
                <a:lnTo>
                  <a:pt x="4166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8" y="256"/>
                </a:lnTo>
                <a:lnTo>
                  <a:pt x="4168" y="255"/>
                </a:lnTo>
                <a:lnTo>
                  <a:pt x="4167" y="255"/>
                </a:lnTo>
                <a:lnTo>
                  <a:pt x="4168" y="255"/>
                </a:lnTo>
                <a:lnTo>
                  <a:pt x="4168" y="254"/>
                </a:lnTo>
                <a:lnTo>
                  <a:pt x="4169" y="254"/>
                </a:lnTo>
                <a:lnTo>
                  <a:pt x="4169" y="253"/>
                </a:lnTo>
                <a:lnTo>
                  <a:pt x="4168" y="252"/>
                </a:lnTo>
                <a:lnTo>
                  <a:pt x="4169" y="251"/>
                </a:lnTo>
                <a:lnTo>
                  <a:pt x="4170" y="251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1" y="248"/>
                </a:lnTo>
                <a:lnTo>
                  <a:pt x="4171" y="247"/>
                </a:lnTo>
                <a:lnTo>
                  <a:pt x="4170" y="247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1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1" y="240"/>
                </a:lnTo>
                <a:lnTo>
                  <a:pt x="4171" y="241"/>
                </a:lnTo>
                <a:lnTo>
                  <a:pt x="4172" y="241"/>
                </a:lnTo>
                <a:lnTo>
                  <a:pt x="4173" y="241"/>
                </a:lnTo>
                <a:lnTo>
                  <a:pt x="4173" y="242"/>
                </a:lnTo>
                <a:lnTo>
                  <a:pt x="4174" y="242"/>
                </a:lnTo>
                <a:lnTo>
                  <a:pt x="4175" y="241"/>
                </a:lnTo>
                <a:lnTo>
                  <a:pt x="4175" y="240"/>
                </a:lnTo>
                <a:lnTo>
                  <a:pt x="4174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4" y="237"/>
                </a:lnTo>
                <a:lnTo>
                  <a:pt x="4175" y="237"/>
                </a:lnTo>
                <a:lnTo>
                  <a:pt x="4175" y="236"/>
                </a:lnTo>
                <a:lnTo>
                  <a:pt x="4174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5" y="234"/>
                </a:lnTo>
                <a:lnTo>
                  <a:pt x="4176" y="233"/>
                </a:lnTo>
                <a:lnTo>
                  <a:pt x="4178" y="233"/>
                </a:lnTo>
                <a:lnTo>
                  <a:pt x="4178" y="234"/>
                </a:lnTo>
                <a:lnTo>
                  <a:pt x="4179" y="234"/>
                </a:lnTo>
                <a:lnTo>
                  <a:pt x="4179" y="233"/>
                </a:lnTo>
                <a:lnTo>
                  <a:pt x="4180" y="233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1" y="229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8"/>
                </a:lnTo>
                <a:lnTo>
                  <a:pt x="4185" y="227"/>
                </a:lnTo>
                <a:lnTo>
                  <a:pt x="4186" y="227"/>
                </a:lnTo>
                <a:lnTo>
                  <a:pt x="4186" y="226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5"/>
                </a:lnTo>
                <a:lnTo>
                  <a:pt x="4182" y="225"/>
                </a:lnTo>
                <a:lnTo>
                  <a:pt x="4182" y="224"/>
                </a:lnTo>
                <a:lnTo>
                  <a:pt x="4183" y="223"/>
                </a:lnTo>
                <a:lnTo>
                  <a:pt x="4184" y="223"/>
                </a:lnTo>
                <a:lnTo>
                  <a:pt x="4185" y="223"/>
                </a:lnTo>
                <a:lnTo>
                  <a:pt x="4187" y="223"/>
                </a:lnTo>
                <a:lnTo>
                  <a:pt x="4188" y="223"/>
                </a:lnTo>
                <a:lnTo>
                  <a:pt x="4188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9" y="219"/>
                </a:lnTo>
                <a:lnTo>
                  <a:pt x="4189" y="218"/>
                </a:lnTo>
                <a:lnTo>
                  <a:pt x="4190" y="218"/>
                </a:lnTo>
                <a:lnTo>
                  <a:pt x="4191" y="218"/>
                </a:lnTo>
                <a:lnTo>
                  <a:pt x="4191" y="217"/>
                </a:lnTo>
                <a:lnTo>
                  <a:pt x="4191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9" y="213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2" y="210"/>
                </a:lnTo>
                <a:lnTo>
                  <a:pt x="4193" y="210"/>
                </a:lnTo>
                <a:lnTo>
                  <a:pt x="4193" y="209"/>
                </a:lnTo>
                <a:lnTo>
                  <a:pt x="4193" y="208"/>
                </a:lnTo>
                <a:lnTo>
                  <a:pt x="4194" y="208"/>
                </a:lnTo>
                <a:lnTo>
                  <a:pt x="4195" y="208"/>
                </a:lnTo>
                <a:lnTo>
                  <a:pt x="4195" y="207"/>
                </a:lnTo>
                <a:lnTo>
                  <a:pt x="4195" y="206"/>
                </a:lnTo>
                <a:lnTo>
                  <a:pt x="4195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4" y="202"/>
                </a:lnTo>
                <a:lnTo>
                  <a:pt x="4195" y="202"/>
                </a:lnTo>
                <a:lnTo>
                  <a:pt x="4195" y="201"/>
                </a:lnTo>
                <a:lnTo>
                  <a:pt x="4195" y="200"/>
                </a:lnTo>
                <a:lnTo>
                  <a:pt x="4196" y="200"/>
                </a:lnTo>
                <a:lnTo>
                  <a:pt x="4196" y="199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8"/>
                </a:lnTo>
                <a:lnTo>
                  <a:pt x="4199" y="197"/>
                </a:lnTo>
                <a:lnTo>
                  <a:pt x="4200" y="197"/>
                </a:lnTo>
                <a:lnTo>
                  <a:pt x="4200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5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2" y="194"/>
                </a:lnTo>
                <a:lnTo>
                  <a:pt x="4202" y="195"/>
                </a:lnTo>
                <a:lnTo>
                  <a:pt x="4204" y="195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7" y="194"/>
                </a:lnTo>
                <a:lnTo>
                  <a:pt x="4207" y="193"/>
                </a:lnTo>
                <a:lnTo>
                  <a:pt x="4208" y="193"/>
                </a:lnTo>
                <a:lnTo>
                  <a:pt x="4208" y="192"/>
                </a:lnTo>
                <a:lnTo>
                  <a:pt x="4209" y="192"/>
                </a:lnTo>
                <a:lnTo>
                  <a:pt x="4209" y="191"/>
                </a:lnTo>
                <a:lnTo>
                  <a:pt x="4210" y="191"/>
                </a:lnTo>
                <a:lnTo>
                  <a:pt x="4211" y="191"/>
                </a:lnTo>
                <a:lnTo>
                  <a:pt x="4211" y="190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4" y="189"/>
                </a:lnTo>
                <a:lnTo>
                  <a:pt x="4214" y="188"/>
                </a:lnTo>
                <a:lnTo>
                  <a:pt x="4215" y="187"/>
                </a:lnTo>
                <a:lnTo>
                  <a:pt x="4216" y="187"/>
                </a:lnTo>
                <a:lnTo>
                  <a:pt x="4217" y="187"/>
                </a:lnTo>
                <a:lnTo>
                  <a:pt x="4217" y="186"/>
                </a:lnTo>
                <a:lnTo>
                  <a:pt x="4218" y="185"/>
                </a:lnTo>
                <a:lnTo>
                  <a:pt x="4218" y="184"/>
                </a:lnTo>
                <a:lnTo>
                  <a:pt x="4219" y="184"/>
                </a:lnTo>
                <a:lnTo>
                  <a:pt x="4219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4" y="182"/>
                </a:lnTo>
                <a:lnTo>
                  <a:pt x="4224" y="181"/>
                </a:lnTo>
                <a:lnTo>
                  <a:pt x="4226" y="181"/>
                </a:lnTo>
                <a:lnTo>
                  <a:pt x="4227" y="181"/>
                </a:lnTo>
                <a:lnTo>
                  <a:pt x="4227" y="180"/>
                </a:lnTo>
                <a:lnTo>
                  <a:pt x="4227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8"/>
                </a:lnTo>
                <a:lnTo>
                  <a:pt x="4231" y="177"/>
                </a:lnTo>
                <a:lnTo>
                  <a:pt x="4232" y="177"/>
                </a:lnTo>
                <a:lnTo>
                  <a:pt x="4233" y="177"/>
                </a:lnTo>
                <a:lnTo>
                  <a:pt x="4233" y="176"/>
                </a:lnTo>
                <a:lnTo>
                  <a:pt x="4234" y="176"/>
                </a:lnTo>
                <a:lnTo>
                  <a:pt x="4234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8" y="173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6" y="170"/>
                </a:lnTo>
                <a:lnTo>
                  <a:pt x="4246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50" y="169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1" y="165"/>
                </a:lnTo>
                <a:lnTo>
                  <a:pt x="4252" y="165"/>
                </a:lnTo>
                <a:lnTo>
                  <a:pt x="4252" y="164"/>
                </a:lnTo>
                <a:lnTo>
                  <a:pt x="4253" y="164"/>
                </a:lnTo>
                <a:lnTo>
                  <a:pt x="4253" y="163"/>
                </a:lnTo>
                <a:lnTo>
                  <a:pt x="4254" y="163"/>
                </a:lnTo>
                <a:lnTo>
                  <a:pt x="4254" y="162"/>
                </a:lnTo>
                <a:lnTo>
                  <a:pt x="4255" y="162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4" y="159"/>
                </a:lnTo>
                <a:lnTo>
                  <a:pt x="4253" y="159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3" y="156"/>
                </a:lnTo>
                <a:lnTo>
                  <a:pt x="4254" y="155"/>
                </a:lnTo>
                <a:lnTo>
                  <a:pt x="4255" y="155"/>
                </a:lnTo>
                <a:lnTo>
                  <a:pt x="4255" y="154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9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9" y="150"/>
                </a:lnTo>
                <a:lnTo>
                  <a:pt x="4260" y="150"/>
                </a:lnTo>
                <a:lnTo>
                  <a:pt x="4260" y="149"/>
                </a:lnTo>
                <a:lnTo>
                  <a:pt x="4260" y="148"/>
                </a:lnTo>
                <a:lnTo>
                  <a:pt x="4259" y="148"/>
                </a:lnTo>
                <a:lnTo>
                  <a:pt x="4259" y="147"/>
                </a:lnTo>
                <a:lnTo>
                  <a:pt x="4260" y="146"/>
                </a:lnTo>
                <a:lnTo>
                  <a:pt x="4261" y="146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3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9" y="137"/>
                </a:lnTo>
                <a:lnTo>
                  <a:pt x="4259" y="136"/>
                </a:lnTo>
                <a:lnTo>
                  <a:pt x="4259" y="135"/>
                </a:lnTo>
                <a:lnTo>
                  <a:pt x="4258" y="135"/>
                </a:lnTo>
                <a:lnTo>
                  <a:pt x="4257" y="135"/>
                </a:lnTo>
                <a:lnTo>
                  <a:pt x="4257" y="134"/>
                </a:lnTo>
                <a:lnTo>
                  <a:pt x="4257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50" y="130"/>
                </a:lnTo>
                <a:lnTo>
                  <a:pt x="4249" y="130"/>
                </a:lnTo>
                <a:lnTo>
                  <a:pt x="4248" y="129"/>
                </a:lnTo>
                <a:lnTo>
                  <a:pt x="4247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6" y="125"/>
                </a:lnTo>
                <a:lnTo>
                  <a:pt x="4247" y="125"/>
                </a:lnTo>
                <a:lnTo>
                  <a:pt x="4247" y="124"/>
                </a:lnTo>
                <a:lnTo>
                  <a:pt x="4249" y="124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50" y="121"/>
                </a:lnTo>
                <a:lnTo>
                  <a:pt x="4250" y="120"/>
                </a:lnTo>
                <a:lnTo>
                  <a:pt x="4251" y="120"/>
                </a:lnTo>
                <a:lnTo>
                  <a:pt x="4251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3" y="118"/>
                </a:lnTo>
                <a:lnTo>
                  <a:pt x="4253" y="117"/>
                </a:lnTo>
                <a:lnTo>
                  <a:pt x="4253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3" y="113"/>
                </a:lnTo>
                <a:lnTo>
                  <a:pt x="4253" y="112"/>
                </a:lnTo>
                <a:lnTo>
                  <a:pt x="4254" y="112"/>
                </a:lnTo>
                <a:lnTo>
                  <a:pt x="4254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3" y="109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8"/>
                </a:lnTo>
                <a:lnTo>
                  <a:pt x="4255" y="107"/>
                </a:lnTo>
                <a:lnTo>
                  <a:pt x="4256" y="107"/>
                </a:lnTo>
                <a:lnTo>
                  <a:pt x="4257" y="107"/>
                </a:lnTo>
                <a:lnTo>
                  <a:pt x="4257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2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40" y="99"/>
                </a:lnTo>
                <a:lnTo>
                  <a:pt x="4239" y="99"/>
                </a:lnTo>
                <a:lnTo>
                  <a:pt x="4237" y="98"/>
                </a:lnTo>
                <a:lnTo>
                  <a:pt x="4235" y="97"/>
                </a:lnTo>
                <a:lnTo>
                  <a:pt x="4234" y="97"/>
                </a:lnTo>
                <a:lnTo>
                  <a:pt x="4233" y="96"/>
                </a:lnTo>
                <a:lnTo>
                  <a:pt x="4233" y="95"/>
                </a:lnTo>
                <a:lnTo>
                  <a:pt x="4232" y="95"/>
                </a:lnTo>
                <a:lnTo>
                  <a:pt x="4231" y="95"/>
                </a:lnTo>
                <a:lnTo>
                  <a:pt x="4230" y="96"/>
                </a:lnTo>
                <a:lnTo>
                  <a:pt x="4229" y="96"/>
                </a:lnTo>
                <a:lnTo>
                  <a:pt x="4229" y="97"/>
                </a:lnTo>
                <a:lnTo>
                  <a:pt x="4228" y="97"/>
                </a:lnTo>
                <a:lnTo>
                  <a:pt x="4227" y="98"/>
                </a:lnTo>
                <a:lnTo>
                  <a:pt x="4224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19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5" y="99"/>
                </a:lnTo>
                <a:lnTo>
                  <a:pt x="4214" y="99"/>
                </a:lnTo>
                <a:lnTo>
                  <a:pt x="4213" y="99"/>
                </a:lnTo>
                <a:lnTo>
                  <a:pt x="4213" y="100"/>
                </a:lnTo>
                <a:lnTo>
                  <a:pt x="4212" y="100"/>
                </a:lnTo>
                <a:lnTo>
                  <a:pt x="4211" y="100"/>
                </a:lnTo>
                <a:lnTo>
                  <a:pt x="4211" y="101"/>
                </a:lnTo>
                <a:lnTo>
                  <a:pt x="4210" y="101"/>
                </a:lnTo>
                <a:lnTo>
                  <a:pt x="4209" y="101"/>
                </a:lnTo>
                <a:lnTo>
                  <a:pt x="4209" y="102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2" y="101"/>
                </a:lnTo>
                <a:lnTo>
                  <a:pt x="4201" y="101"/>
                </a:lnTo>
                <a:lnTo>
                  <a:pt x="4200" y="102"/>
                </a:lnTo>
                <a:lnTo>
                  <a:pt x="4200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0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5" y="93"/>
                </a:lnTo>
                <a:lnTo>
                  <a:pt x="4195" y="92"/>
                </a:lnTo>
                <a:lnTo>
                  <a:pt x="4195" y="91"/>
                </a:lnTo>
                <a:lnTo>
                  <a:pt x="4196" y="90"/>
                </a:lnTo>
                <a:lnTo>
                  <a:pt x="4197" y="90"/>
                </a:lnTo>
                <a:lnTo>
                  <a:pt x="4197" y="89"/>
                </a:lnTo>
                <a:lnTo>
                  <a:pt x="4196" y="88"/>
                </a:lnTo>
                <a:lnTo>
                  <a:pt x="4196" y="87"/>
                </a:lnTo>
                <a:lnTo>
                  <a:pt x="4196" y="86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4" y="82"/>
                </a:lnTo>
                <a:lnTo>
                  <a:pt x="4194" y="81"/>
                </a:lnTo>
                <a:lnTo>
                  <a:pt x="4195" y="81"/>
                </a:lnTo>
                <a:lnTo>
                  <a:pt x="4196" y="82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200" y="81"/>
                </a:lnTo>
                <a:lnTo>
                  <a:pt x="4200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9"/>
                </a:lnTo>
                <a:lnTo>
                  <a:pt x="4203" y="79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8"/>
                </a:lnTo>
                <a:lnTo>
                  <a:pt x="4207" y="79"/>
                </a:lnTo>
                <a:lnTo>
                  <a:pt x="4208" y="78"/>
                </a:lnTo>
                <a:lnTo>
                  <a:pt x="4208" y="77"/>
                </a:lnTo>
                <a:lnTo>
                  <a:pt x="4209" y="77"/>
                </a:lnTo>
                <a:lnTo>
                  <a:pt x="4209" y="76"/>
                </a:lnTo>
                <a:lnTo>
                  <a:pt x="4210" y="76"/>
                </a:lnTo>
                <a:lnTo>
                  <a:pt x="4210" y="75"/>
                </a:lnTo>
                <a:lnTo>
                  <a:pt x="4211" y="75"/>
                </a:lnTo>
                <a:lnTo>
                  <a:pt x="4212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5" y="74"/>
                </a:lnTo>
                <a:lnTo>
                  <a:pt x="4215" y="73"/>
                </a:lnTo>
                <a:lnTo>
                  <a:pt x="4216" y="73"/>
                </a:lnTo>
                <a:lnTo>
                  <a:pt x="4217" y="73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8" y="70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2" y="69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3" y="66"/>
                </a:lnTo>
                <a:lnTo>
                  <a:pt x="4223" y="65"/>
                </a:lnTo>
                <a:lnTo>
                  <a:pt x="4224" y="65"/>
                </a:lnTo>
                <a:lnTo>
                  <a:pt x="4225" y="65"/>
                </a:lnTo>
                <a:lnTo>
                  <a:pt x="4225" y="64"/>
                </a:lnTo>
                <a:lnTo>
                  <a:pt x="4226" y="64"/>
                </a:lnTo>
                <a:lnTo>
                  <a:pt x="4227" y="64"/>
                </a:lnTo>
                <a:lnTo>
                  <a:pt x="4227" y="63"/>
                </a:lnTo>
                <a:lnTo>
                  <a:pt x="4228" y="63"/>
                </a:lnTo>
                <a:lnTo>
                  <a:pt x="4228" y="62"/>
                </a:lnTo>
                <a:lnTo>
                  <a:pt x="4228" y="61"/>
                </a:lnTo>
                <a:lnTo>
                  <a:pt x="4229" y="61"/>
                </a:lnTo>
                <a:lnTo>
                  <a:pt x="4229" y="60"/>
                </a:lnTo>
                <a:lnTo>
                  <a:pt x="4230" y="59"/>
                </a:lnTo>
                <a:lnTo>
                  <a:pt x="4231" y="59"/>
                </a:lnTo>
                <a:lnTo>
                  <a:pt x="4231" y="58"/>
                </a:lnTo>
                <a:lnTo>
                  <a:pt x="4232" y="58"/>
                </a:lnTo>
                <a:lnTo>
                  <a:pt x="4233" y="57"/>
                </a:lnTo>
                <a:lnTo>
                  <a:pt x="4234" y="57"/>
                </a:lnTo>
                <a:lnTo>
                  <a:pt x="4235" y="56"/>
                </a:lnTo>
                <a:lnTo>
                  <a:pt x="4236" y="56"/>
                </a:lnTo>
                <a:lnTo>
                  <a:pt x="4236" y="55"/>
                </a:lnTo>
                <a:lnTo>
                  <a:pt x="4237" y="55"/>
                </a:lnTo>
                <a:lnTo>
                  <a:pt x="4238" y="55"/>
                </a:lnTo>
                <a:lnTo>
                  <a:pt x="4238" y="54"/>
                </a:lnTo>
                <a:lnTo>
                  <a:pt x="4238" y="53"/>
                </a:lnTo>
                <a:lnTo>
                  <a:pt x="4239" y="53"/>
                </a:lnTo>
                <a:lnTo>
                  <a:pt x="4239" y="52"/>
                </a:lnTo>
                <a:lnTo>
                  <a:pt x="4240" y="52"/>
                </a:lnTo>
                <a:lnTo>
                  <a:pt x="4241" y="51"/>
                </a:lnTo>
                <a:lnTo>
                  <a:pt x="4242" y="51"/>
                </a:lnTo>
                <a:lnTo>
                  <a:pt x="4242" y="50"/>
                </a:lnTo>
                <a:lnTo>
                  <a:pt x="4243" y="50"/>
                </a:lnTo>
                <a:lnTo>
                  <a:pt x="4244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9"/>
                </a:lnTo>
                <a:lnTo>
                  <a:pt x="4247" y="48"/>
                </a:lnTo>
                <a:lnTo>
                  <a:pt x="4248" y="48"/>
                </a:lnTo>
                <a:lnTo>
                  <a:pt x="4249" y="48"/>
                </a:lnTo>
                <a:lnTo>
                  <a:pt x="4249" y="47"/>
                </a:lnTo>
                <a:lnTo>
                  <a:pt x="4249" y="46"/>
                </a:lnTo>
                <a:lnTo>
                  <a:pt x="4250" y="46"/>
                </a:lnTo>
                <a:lnTo>
                  <a:pt x="4250" y="45"/>
                </a:lnTo>
                <a:lnTo>
                  <a:pt x="4251" y="45"/>
                </a:lnTo>
                <a:lnTo>
                  <a:pt x="4252" y="45"/>
                </a:lnTo>
                <a:lnTo>
                  <a:pt x="4252" y="44"/>
                </a:lnTo>
                <a:lnTo>
                  <a:pt x="4253" y="44"/>
                </a:lnTo>
                <a:lnTo>
                  <a:pt x="4253" y="43"/>
                </a:lnTo>
                <a:lnTo>
                  <a:pt x="4254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4" y="40"/>
                </a:lnTo>
                <a:lnTo>
                  <a:pt x="4255" y="40"/>
                </a:lnTo>
                <a:lnTo>
                  <a:pt x="4256" y="40"/>
                </a:lnTo>
                <a:lnTo>
                  <a:pt x="4256" y="39"/>
                </a:lnTo>
                <a:lnTo>
                  <a:pt x="4257" y="38"/>
                </a:lnTo>
                <a:lnTo>
                  <a:pt x="4258" y="38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1" y="37"/>
                </a:lnTo>
                <a:lnTo>
                  <a:pt x="4262" y="36"/>
                </a:lnTo>
                <a:lnTo>
                  <a:pt x="4263" y="36"/>
                </a:lnTo>
                <a:lnTo>
                  <a:pt x="4263" y="35"/>
                </a:lnTo>
                <a:lnTo>
                  <a:pt x="4264" y="35"/>
                </a:lnTo>
                <a:lnTo>
                  <a:pt x="4264" y="34"/>
                </a:lnTo>
                <a:lnTo>
                  <a:pt x="4265" y="34"/>
                </a:lnTo>
                <a:lnTo>
                  <a:pt x="4266" y="35"/>
                </a:lnTo>
                <a:lnTo>
                  <a:pt x="4266" y="34"/>
                </a:lnTo>
                <a:lnTo>
                  <a:pt x="4266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1"/>
                </a:lnTo>
                <a:lnTo>
                  <a:pt x="4269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6" y="28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6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5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36808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235908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234756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34036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233352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 flipV="1">
            <a:off x="236376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 flipV="1">
            <a:off x="232056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217764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17548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17764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17836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177640" y="4269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1754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17872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17584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17548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17692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26548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1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7"/>
                </a:lnTo>
                <a:lnTo>
                  <a:pt x="19" y="64"/>
                </a:lnTo>
                <a:lnTo>
                  <a:pt x="21" y="59"/>
                </a:lnTo>
                <a:lnTo>
                  <a:pt x="23" y="55"/>
                </a:lnTo>
                <a:lnTo>
                  <a:pt x="25" y="51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11212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109600" y="443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112120" y="4435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10996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107440" y="4435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107440" y="443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09880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09916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09376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09412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11644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115720" y="443952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089080" y="44427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089440" y="444384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211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11464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08620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086560" y="4446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084760" y="444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113200" y="44463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08512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11248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11140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11104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08440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08476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10924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10960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08404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08440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106360" y="4456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106720" y="445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07900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100600" y="445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10060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077920" y="445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09628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09592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080080" y="446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079720" y="446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082600" y="4461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082600" y="446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093040" y="44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2086920" y="446364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09304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08692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220860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193536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2" y="34"/>
                </a:lnTo>
                <a:lnTo>
                  <a:pt x="25" y="38"/>
                </a:lnTo>
                <a:lnTo>
                  <a:pt x="27" y="42"/>
                </a:lnTo>
                <a:lnTo>
                  <a:pt x="30" y="46"/>
                </a:lnTo>
                <a:lnTo>
                  <a:pt x="31" y="49"/>
                </a:lnTo>
                <a:lnTo>
                  <a:pt x="33" y="53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21220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21112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208240" y="447192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8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21040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20788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25180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0" y="64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09988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09916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209880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09844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098080" y="461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209700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196020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113200" y="4622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218088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18052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12076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209952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 flipV="1">
            <a:off x="209628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212040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12112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2095920" y="4624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 flipH="1">
            <a:off x="209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 flipH="1"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09520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09808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09700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209376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09160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223524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9"/>
                </a:lnTo>
                <a:lnTo>
                  <a:pt x="25" y="53"/>
                </a:lnTo>
                <a:lnTo>
                  <a:pt x="27" y="47"/>
                </a:lnTo>
                <a:lnTo>
                  <a:pt x="28" y="43"/>
                </a:lnTo>
                <a:lnTo>
                  <a:pt x="30" y="38"/>
                </a:lnTo>
                <a:lnTo>
                  <a:pt x="31" y="34"/>
                </a:lnTo>
                <a:lnTo>
                  <a:pt x="33" y="29"/>
                </a:lnTo>
                <a:lnTo>
                  <a:pt x="34" y="24"/>
                </a:lnTo>
                <a:lnTo>
                  <a:pt x="35" y="21"/>
                </a:lnTo>
                <a:lnTo>
                  <a:pt x="36" y="18"/>
                </a:lnTo>
                <a:lnTo>
                  <a:pt x="37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209160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 flipH="1">
            <a:off x="209124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09088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209196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11788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09124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209016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 flipV="1">
            <a:off x="211824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11752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11644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116440" y="463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17800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2147400" y="463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14704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14668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17836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2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10600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210760" y="46332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10600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>
            <a:off x="221004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 flipH="1">
            <a:off x="210600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10600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20988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 flipH="1">
            <a:off x="210456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21463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 flipV="1">
            <a:off x="2099160" y="4637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10456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145960" y="46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209808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 flipH="1">
            <a:off x="210240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10240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10132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10132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19132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157840" y="46393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18988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5" y="5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158920" y="463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4"/>
                </a:lnTo>
                <a:lnTo>
                  <a:pt x="3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14560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143440" y="4644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214272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14380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144880" y="4646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210600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 flipH="1">
            <a:off x="210096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10096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10312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09916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10312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099160" y="464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 flipV="1">
            <a:off x="2111040" y="4650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11032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110680" y="465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216756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 flipH="1">
            <a:off x="211068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11032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211032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16792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3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2075040" y="46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2132280" y="4654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 flipV="1">
            <a:off x="209520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09484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12976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09916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09952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13012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09916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13048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13048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130120" y="4657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09592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12976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15640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19672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19564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08872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08872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082600" y="4660200"/>
            <a:ext cx="2160" cy="5400"/>
          </a:xfrm>
          <a:custGeom>
            <a:avLst/>
            <a:gdLst/>
            <a:ahLst/>
            <a:rect l="0" t="0" r="r" b="b"/>
            <a:pathLst>
              <a:path fill="none" w="6" h="15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107800" y="46656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107080" y="466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1074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10852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10636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10564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10816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13660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137320" y="466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10420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13660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13768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13840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10312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13624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210564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 flipV="1">
            <a:off x="213660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09844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10204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10636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10528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098440" y="466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213840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09988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13876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213768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 flipH="1">
            <a:off x="213696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10456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097720" y="4668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13660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136240" y="466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097000" y="466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13768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13660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09628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10348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09592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10312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1020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1675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16612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10024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16972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16972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09880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17044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09556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17224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14776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17188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14812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096280" y="467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14776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05596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05452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0552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055960" y="4676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05308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053800" y="4677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053080" y="4677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053080" y="467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15784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205128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 flipH="1">
            <a:off x="205128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05164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05128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050560" y="468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18196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13408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13372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215064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215064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214992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 flipV="1">
            <a:off x="215028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 flipH="1">
            <a:off x="215100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 flipH="1">
            <a:off x="215028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149920" y="4688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16756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167200" y="4694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17548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175120" y="4699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07828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07612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03472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2050200" y="4704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16144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05092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16180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16144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03040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04948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16144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031120" y="4705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0307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107800" y="470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0289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08728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08476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04048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08656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029320" y="470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08692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10744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08728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043360" y="4707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04120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04156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04012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" y="2"/>
                </a:moveTo>
                <a:lnTo>
                  <a:pt x="1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>
            <a:off x="208764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 flipV="1">
            <a:off x="208800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08800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2094120" y="47091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01996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01132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01996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02068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201996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 flipH="1" flipV="1">
            <a:off x="212616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12688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212508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2" y="3"/>
                </a:lnTo>
                <a:lnTo>
                  <a:pt x="13" y="4"/>
                </a:lnTo>
                <a:lnTo>
                  <a:pt x="13" y="5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196236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206748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196236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06712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211032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10996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06640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206604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197280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10636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10492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10672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06532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06496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10384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10492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06388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7" y="12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8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3" y="16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10384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206352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112840" y="4731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06424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2091240" y="473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1972080" y="47322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206280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2062440" y="4733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08440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208512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197712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1977840" y="473508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5" y="5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208440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195552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01132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201132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195588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6" y="9"/>
                </a:lnTo>
                <a:lnTo>
                  <a:pt x="4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05200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205200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197208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197244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012400" y="47476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01276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079720" y="4750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208008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208008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07972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2085120" y="4750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194688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195192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200772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2008440" y="47527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3" y="0"/>
                </a:moveTo>
                <a:lnTo>
                  <a:pt x="4" y="0"/>
                </a:lnTo>
                <a:lnTo>
                  <a:pt x="4" y="3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194796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195228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194400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194508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08260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08224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08080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080800" y="476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13804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207468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07432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06316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206280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189972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0"/>
                </a:lnTo>
                <a:lnTo>
                  <a:pt x="3" y="75"/>
                </a:lnTo>
                <a:lnTo>
                  <a:pt x="4" y="80"/>
                </a:lnTo>
                <a:lnTo>
                  <a:pt x="5" y="86"/>
                </a:lnTo>
                <a:lnTo>
                  <a:pt x="6" y="90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03904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04012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03904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03940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03760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03616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033640" y="4825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04048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037240" y="482940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8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03760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043720" y="4834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203184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203184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202428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201636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5"/>
                </a:lnTo>
                <a:lnTo>
                  <a:pt x="45" y="24"/>
                </a:lnTo>
                <a:lnTo>
                  <a:pt x="51" y="20"/>
                </a:lnTo>
                <a:lnTo>
                  <a:pt x="58" y="19"/>
                </a:lnTo>
                <a:lnTo>
                  <a:pt x="64" y="16"/>
                </a:lnTo>
                <a:lnTo>
                  <a:pt x="68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 txBox="1"/>
          <p:nvPr/>
        </p:nvSpPr>
        <p:spPr>
          <a:xfrm>
            <a:off x="85536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48%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474440" y="137736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6" y="4"/>
                </a:lnTo>
                <a:lnTo>
                  <a:pt x="115" y="4"/>
                </a:lnTo>
                <a:lnTo>
                  <a:pt x="116" y="4"/>
                </a:lnTo>
                <a:lnTo>
                  <a:pt x="116" y="5"/>
                </a:lnTo>
                <a:lnTo>
                  <a:pt x="115" y="6"/>
                </a:lnTo>
                <a:lnTo>
                  <a:pt x="115" y="7"/>
                </a:lnTo>
                <a:lnTo>
                  <a:pt x="114" y="7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2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4" y="29"/>
                </a:lnTo>
                <a:lnTo>
                  <a:pt x="135" y="30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0" y="37"/>
                </a:lnTo>
                <a:lnTo>
                  <a:pt x="141" y="37"/>
                </a:lnTo>
                <a:lnTo>
                  <a:pt x="142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7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5" y="38"/>
                </a:lnTo>
                <a:lnTo>
                  <a:pt x="157" y="38"/>
                </a:lnTo>
                <a:lnTo>
                  <a:pt x="158" y="38"/>
                </a:lnTo>
                <a:lnTo>
                  <a:pt x="160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40"/>
                </a:lnTo>
                <a:lnTo>
                  <a:pt x="166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2"/>
                </a:lnTo>
                <a:lnTo>
                  <a:pt x="173" y="41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39"/>
                </a:lnTo>
                <a:lnTo>
                  <a:pt x="180" y="39"/>
                </a:lnTo>
                <a:lnTo>
                  <a:pt x="181" y="39"/>
                </a:lnTo>
                <a:lnTo>
                  <a:pt x="183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4" y="44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0" y="47"/>
                </a:lnTo>
                <a:lnTo>
                  <a:pt x="181" y="49"/>
                </a:lnTo>
                <a:lnTo>
                  <a:pt x="181" y="50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0"/>
                </a:lnTo>
                <a:lnTo>
                  <a:pt x="178" y="51"/>
                </a:lnTo>
                <a:lnTo>
                  <a:pt x="178" y="53"/>
                </a:lnTo>
                <a:lnTo>
                  <a:pt x="177" y="53"/>
                </a:lnTo>
                <a:lnTo>
                  <a:pt x="177" y="51"/>
                </a:lnTo>
                <a:lnTo>
                  <a:pt x="175" y="50"/>
                </a:lnTo>
                <a:lnTo>
                  <a:pt x="174" y="50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6" y="57"/>
                </a:lnTo>
                <a:lnTo>
                  <a:pt x="166" y="58"/>
                </a:lnTo>
                <a:lnTo>
                  <a:pt x="165" y="57"/>
                </a:lnTo>
                <a:lnTo>
                  <a:pt x="164" y="57"/>
                </a:lnTo>
                <a:lnTo>
                  <a:pt x="164" y="58"/>
                </a:lnTo>
                <a:lnTo>
                  <a:pt x="163" y="58"/>
                </a:lnTo>
                <a:lnTo>
                  <a:pt x="163" y="57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0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2" y="106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6" y="107"/>
                </a:lnTo>
                <a:lnTo>
                  <a:pt x="125" y="107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9"/>
                </a:lnTo>
                <a:lnTo>
                  <a:pt x="123" y="110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6" y="122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8" y="133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4" y="152"/>
                </a:lnTo>
                <a:lnTo>
                  <a:pt x="123" y="152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8" y="149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0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3" y="167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6"/>
                </a:lnTo>
                <a:lnTo>
                  <a:pt x="83" y="166"/>
                </a:lnTo>
                <a:lnTo>
                  <a:pt x="82" y="165"/>
                </a:lnTo>
                <a:lnTo>
                  <a:pt x="82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3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3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59" y="153"/>
                </a:lnTo>
                <a:lnTo>
                  <a:pt x="57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0" y="160"/>
                </a:lnTo>
                <a:lnTo>
                  <a:pt x="29" y="160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7"/>
                </a:lnTo>
                <a:lnTo>
                  <a:pt x="27" y="156"/>
                </a:lnTo>
                <a:lnTo>
                  <a:pt x="26" y="155"/>
                </a:lnTo>
                <a:lnTo>
                  <a:pt x="25" y="155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2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2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8"/>
                </a:lnTo>
                <a:lnTo>
                  <a:pt x="5" y="117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6" y="97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5"/>
                </a:lnTo>
                <a:lnTo>
                  <a:pt x="29" y="95"/>
                </a:lnTo>
                <a:lnTo>
                  <a:pt x="29" y="94"/>
                </a:lnTo>
                <a:lnTo>
                  <a:pt x="30" y="93"/>
                </a:lnTo>
                <a:lnTo>
                  <a:pt x="31" y="93"/>
                </a:lnTo>
                <a:lnTo>
                  <a:pt x="31" y="92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6" y="95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2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5"/>
                </a:lnTo>
                <a:lnTo>
                  <a:pt x="31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6" y="49"/>
                </a:lnTo>
                <a:lnTo>
                  <a:pt x="37" y="49"/>
                </a:lnTo>
                <a:lnTo>
                  <a:pt x="38" y="48"/>
                </a:lnTo>
                <a:lnTo>
                  <a:pt x="39" y="49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5" y="46"/>
                </a:lnTo>
                <a:lnTo>
                  <a:pt x="46" y="46"/>
                </a:lnTo>
                <a:lnTo>
                  <a:pt x="48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8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2" y="33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8" y="21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6" y="19"/>
                </a:lnTo>
                <a:lnTo>
                  <a:pt x="85" y="18"/>
                </a:lnTo>
                <a:lnTo>
                  <a:pt x="84" y="18"/>
                </a:lnTo>
                <a:lnTo>
                  <a:pt x="83" y="16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6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1620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6" y="0"/>
                </a:moveTo>
                <a:lnTo>
                  <a:pt x="68" y="1"/>
                </a:lnTo>
                <a:lnTo>
                  <a:pt x="69" y="1"/>
                </a:lnTo>
                <a:lnTo>
                  <a:pt x="69" y="2"/>
                </a:lnTo>
                <a:lnTo>
                  <a:pt x="70" y="2"/>
                </a:lnTo>
                <a:lnTo>
                  <a:pt x="71" y="2"/>
                </a:lnTo>
                <a:lnTo>
                  <a:pt x="72" y="3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5" y="3"/>
                </a:lnTo>
                <a:lnTo>
                  <a:pt x="76" y="3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8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10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5" y="17"/>
                </a:lnTo>
                <a:lnTo>
                  <a:pt x="86" y="17"/>
                </a:lnTo>
                <a:lnTo>
                  <a:pt x="86" y="16"/>
                </a:lnTo>
                <a:lnTo>
                  <a:pt x="87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3"/>
                </a:lnTo>
                <a:lnTo>
                  <a:pt x="94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9" y="28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5" y="29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1" y="35"/>
                </a:lnTo>
                <a:lnTo>
                  <a:pt x="72" y="35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79" y="53"/>
                </a:lnTo>
                <a:lnTo>
                  <a:pt x="80" y="53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6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4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2"/>
                </a:lnTo>
                <a:lnTo>
                  <a:pt x="109" y="73"/>
                </a:lnTo>
                <a:lnTo>
                  <a:pt x="108" y="74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7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2"/>
                </a:lnTo>
                <a:lnTo>
                  <a:pt x="105" y="82"/>
                </a:lnTo>
                <a:lnTo>
                  <a:pt x="105" y="85"/>
                </a:lnTo>
                <a:lnTo>
                  <a:pt x="105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5" y="88"/>
                </a:lnTo>
                <a:lnTo>
                  <a:pt x="104" y="89"/>
                </a:lnTo>
                <a:lnTo>
                  <a:pt x="105" y="89"/>
                </a:lnTo>
                <a:lnTo>
                  <a:pt x="105" y="90"/>
                </a:lnTo>
                <a:lnTo>
                  <a:pt x="104" y="90"/>
                </a:lnTo>
                <a:lnTo>
                  <a:pt x="104" y="89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1"/>
                </a:lnTo>
                <a:lnTo>
                  <a:pt x="103" y="91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4" y="91"/>
                </a:lnTo>
                <a:lnTo>
                  <a:pt x="104" y="92"/>
                </a:lnTo>
                <a:lnTo>
                  <a:pt x="104" y="93"/>
                </a:lnTo>
                <a:lnTo>
                  <a:pt x="103" y="93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4"/>
                </a:lnTo>
                <a:lnTo>
                  <a:pt x="105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19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0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2" y="106"/>
                </a:lnTo>
                <a:lnTo>
                  <a:pt x="112" y="107"/>
                </a:lnTo>
                <a:lnTo>
                  <a:pt x="113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1"/>
                </a:lnTo>
                <a:lnTo>
                  <a:pt x="105" y="109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5" y="111"/>
                </a:lnTo>
                <a:lnTo>
                  <a:pt x="104" y="111"/>
                </a:lnTo>
                <a:lnTo>
                  <a:pt x="104" y="110"/>
                </a:lnTo>
                <a:lnTo>
                  <a:pt x="103" y="110"/>
                </a:lnTo>
                <a:lnTo>
                  <a:pt x="102" y="110"/>
                </a:lnTo>
                <a:lnTo>
                  <a:pt x="102" y="111"/>
                </a:lnTo>
                <a:lnTo>
                  <a:pt x="103" y="111"/>
                </a:lnTo>
                <a:lnTo>
                  <a:pt x="101" y="111"/>
                </a:lnTo>
                <a:lnTo>
                  <a:pt x="101" y="112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8" y="114"/>
                </a:lnTo>
                <a:lnTo>
                  <a:pt x="100" y="115"/>
                </a:lnTo>
                <a:lnTo>
                  <a:pt x="103" y="118"/>
                </a:lnTo>
                <a:lnTo>
                  <a:pt x="101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4" y="120"/>
                </a:lnTo>
                <a:lnTo>
                  <a:pt x="95" y="120"/>
                </a:lnTo>
                <a:lnTo>
                  <a:pt x="97" y="121"/>
                </a:lnTo>
                <a:lnTo>
                  <a:pt x="98" y="121"/>
                </a:lnTo>
                <a:lnTo>
                  <a:pt x="100" y="122"/>
                </a:lnTo>
                <a:lnTo>
                  <a:pt x="101" y="126"/>
                </a:lnTo>
                <a:lnTo>
                  <a:pt x="101" y="127"/>
                </a:lnTo>
                <a:lnTo>
                  <a:pt x="102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9" y="130"/>
                </a:lnTo>
                <a:lnTo>
                  <a:pt x="99" y="129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6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8" y="129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2" y="130"/>
                </a:lnTo>
                <a:lnTo>
                  <a:pt x="93" y="130"/>
                </a:lnTo>
                <a:lnTo>
                  <a:pt x="94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3" y="133"/>
                </a:lnTo>
                <a:lnTo>
                  <a:pt x="104" y="133"/>
                </a:lnTo>
                <a:lnTo>
                  <a:pt x="103" y="133"/>
                </a:lnTo>
                <a:lnTo>
                  <a:pt x="107" y="134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6" y="135"/>
                </a:lnTo>
                <a:lnTo>
                  <a:pt x="98" y="136"/>
                </a:lnTo>
                <a:lnTo>
                  <a:pt x="98" y="134"/>
                </a:lnTo>
                <a:lnTo>
                  <a:pt x="101" y="135"/>
                </a:lnTo>
                <a:lnTo>
                  <a:pt x="101" y="137"/>
                </a:lnTo>
                <a:lnTo>
                  <a:pt x="102" y="137"/>
                </a:lnTo>
                <a:lnTo>
                  <a:pt x="102" y="136"/>
                </a:lnTo>
                <a:lnTo>
                  <a:pt x="105" y="136"/>
                </a:lnTo>
                <a:lnTo>
                  <a:pt x="103" y="139"/>
                </a:lnTo>
                <a:lnTo>
                  <a:pt x="102" y="140"/>
                </a:lnTo>
                <a:lnTo>
                  <a:pt x="104" y="141"/>
                </a:lnTo>
                <a:lnTo>
                  <a:pt x="103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89" y="138"/>
                </a:lnTo>
                <a:lnTo>
                  <a:pt x="89" y="139"/>
                </a:lnTo>
                <a:lnTo>
                  <a:pt x="90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5" y="143"/>
                </a:lnTo>
                <a:lnTo>
                  <a:pt x="93" y="142"/>
                </a:lnTo>
                <a:lnTo>
                  <a:pt x="90" y="141"/>
                </a:lnTo>
                <a:lnTo>
                  <a:pt x="89" y="143"/>
                </a:lnTo>
                <a:lnTo>
                  <a:pt x="94" y="144"/>
                </a:lnTo>
                <a:lnTo>
                  <a:pt x="93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2" y="144"/>
                </a:lnTo>
                <a:lnTo>
                  <a:pt x="81" y="146"/>
                </a:lnTo>
                <a:lnTo>
                  <a:pt x="81" y="147"/>
                </a:lnTo>
                <a:lnTo>
                  <a:pt x="80" y="147"/>
                </a:lnTo>
                <a:lnTo>
                  <a:pt x="80" y="148"/>
                </a:lnTo>
                <a:lnTo>
                  <a:pt x="80" y="149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0" y="152"/>
                </a:lnTo>
                <a:lnTo>
                  <a:pt x="79" y="152"/>
                </a:lnTo>
                <a:lnTo>
                  <a:pt x="79" y="153"/>
                </a:lnTo>
                <a:lnTo>
                  <a:pt x="80" y="153"/>
                </a:lnTo>
                <a:lnTo>
                  <a:pt x="81" y="153"/>
                </a:lnTo>
                <a:lnTo>
                  <a:pt x="81" y="158"/>
                </a:lnTo>
                <a:lnTo>
                  <a:pt x="84" y="158"/>
                </a:lnTo>
                <a:lnTo>
                  <a:pt x="84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2" y="172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5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7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5" y="172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4" y="160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6"/>
                </a:lnTo>
                <a:lnTo>
                  <a:pt x="14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4"/>
                </a:lnTo>
                <a:lnTo>
                  <a:pt x="5" y="155"/>
                </a:lnTo>
                <a:lnTo>
                  <a:pt x="5" y="154"/>
                </a:lnTo>
                <a:lnTo>
                  <a:pt x="4" y="153"/>
                </a:lnTo>
                <a:lnTo>
                  <a:pt x="3" y="153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3" y="151"/>
                </a:lnTo>
                <a:lnTo>
                  <a:pt x="4" y="151"/>
                </a:lnTo>
                <a:lnTo>
                  <a:pt x="3" y="150"/>
                </a:lnTo>
                <a:lnTo>
                  <a:pt x="2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8"/>
                </a:lnTo>
                <a:lnTo>
                  <a:pt x="2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2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3" y="123"/>
                </a:lnTo>
                <a:lnTo>
                  <a:pt x="14" y="123"/>
                </a:lnTo>
                <a:lnTo>
                  <a:pt x="14" y="122"/>
                </a:lnTo>
                <a:lnTo>
                  <a:pt x="14" y="121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7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3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4" y="99"/>
                </a:lnTo>
                <a:lnTo>
                  <a:pt x="14" y="98"/>
                </a:lnTo>
                <a:lnTo>
                  <a:pt x="14" y="97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4" y="93"/>
                </a:lnTo>
                <a:lnTo>
                  <a:pt x="14" y="92"/>
                </a:lnTo>
                <a:lnTo>
                  <a:pt x="15" y="92"/>
                </a:lnTo>
                <a:lnTo>
                  <a:pt x="14" y="92"/>
                </a:lnTo>
                <a:lnTo>
                  <a:pt x="13" y="92"/>
                </a:lnTo>
                <a:lnTo>
                  <a:pt x="12" y="93"/>
                </a:lnTo>
                <a:lnTo>
                  <a:pt x="10" y="93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1" y="90"/>
                </a:lnTo>
                <a:lnTo>
                  <a:pt x="12" y="89"/>
                </a:lnTo>
                <a:lnTo>
                  <a:pt x="11" y="88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4" y="84"/>
                </a:lnTo>
                <a:lnTo>
                  <a:pt x="13" y="84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7" y="83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1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4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0" y="45"/>
                </a:lnTo>
                <a:lnTo>
                  <a:pt x="40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0" y="39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4" y="0"/>
                </a:lnTo>
                <a:lnTo>
                  <a:pt x="64" y="1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441072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5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2" y="27"/>
                </a:lnTo>
                <a:lnTo>
                  <a:pt x="411" y="29"/>
                </a:lnTo>
                <a:lnTo>
                  <a:pt x="411" y="31"/>
                </a:lnTo>
                <a:lnTo>
                  <a:pt x="412" y="31"/>
                </a:lnTo>
                <a:lnTo>
                  <a:pt x="413" y="32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4"/>
                </a:lnTo>
                <a:lnTo>
                  <a:pt x="415" y="35"/>
                </a:lnTo>
                <a:lnTo>
                  <a:pt x="415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09" y="41"/>
                </a:lnTo>
                <a:lnTo>
                  <a:pt x="410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4" y="44"/>
                </a:lnTo>
                <a:lnTo>
                  <a:pt x="414" y="45"/>
                </a:lnTo>
                <a:lnTo>
                  <a:pt x="415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7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2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4" y="62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59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7"/>
                </a:lnTo>
                <a:lnTo>
                  <a:pt x="435" y="58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6" y="64"/>
                </a:lnTo>
                <a:lnTo>
                  <a:pt x="437" y="64"/>
                </a:lnTo>
                <a:lnTo>
                  <a:pt x="437" y="65"/>
                </a:lnTo>
                <a:lnTo>
                  <a:pt x="438" y="66"/>
                </a:lnTo>
                <a:lnTo>
                  <a:pt x="438" y="67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9"/>
                </a:lnTo>
                <a:lnTo>
                  <a:pt x="437" y="69"/>
                </a:lnTo>
                <a:lnTo>
                  <a:pt x="437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9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79"/>
                </a:lnTo>
                <a:lnTo>
                  <a:pt x="441" y="80"/>
                </a:lnTo>
                <a:lnTo>
                  <a:pt x="440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7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3" y="91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29" y="102"/>
                </a:lnTo>
                <a:lnTo>
                  <a:pt x="429" y="103"/>
                </a:lnTo>
                <a:lnTo>
                  <a:pt x="430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1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1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4" y="137"/>
                </a:lnTo>
                <a:lnTo>
                  <a:pt x="505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1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7"/>
                </a:lnTo>
                <a:lnTo>
                  <a:pt x="555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6" y="258"/>
                </a:lnTo>
                <a:lnTo>
                  <a:pt x="567" y="259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6" y="265"/>
                </a:lnTo>
                <a:lnTo>
                  <a:pt x="577" y="266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7" y="274"/>
                </a:lnTo>
                <a:lnTo>
                  <a:pt x="566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6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8" y="277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8" y="288"/>
                </a:lnTo>
                <a:lnTo>
                  <a:pt x="549" y="288"/>
                </a:lnTo>
                <a:lnTo>
                  <a:pt x="548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4"/>
                </a:lnTo>
                <a:lnTo>
                  <a:pt x="529" y="305"/>
                </a:lnTo>
                <a:lnTo>
                  <a:pt x="529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4" y="316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4" y="322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4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8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3" y="359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7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1" y="356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2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2" y="353"/>
                </a:lnTo>
                <a:lnTo>
                  <a:pt x="422" y="352"/>
                </a:lnTo>
                <a:lnTo>
                  <a:pt x="421" y="352"/>
                </a:lnTo>
                <a:lnTo>
                  <a:pt x="420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50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4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8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5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11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4" y="296"/>
                </a:lnTo>
                <a:lnTo>
                  <a:pt x="373" y="296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59"/>
                </a:lnTo>
                <a:lnTo>
                  <a:pt x="379" y="259"/>
                </a:lnTo>
                <a:lnTo>
                  <a:pt x="379" y="260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6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8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3" y="233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1" y="221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9" y="197"/>
                </a:lnTo>
                <a:lnTo>
                  <a:pt x="318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90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7"/>
                </a:lnTo>
                <a:lnTo>
                  <a:pt x="292" y="166"/>
                </a:lnTo>
                <a:lnTo>
                  <a:pt x="293" y="165"/>
                </a:lnTo>
                <a:lnTo>
                  <a:pt x="293" y="164"/>
                </a:lnTo>
                <a:lnTo>
                  <a:pt x="292" y="164"/>
                </a:lnTo>
                <a:lnTo>
                  <a:pt x="293" y="164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1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1" y="174"/>
                </a:lnTo>
                <a:lnTo>
                  <a:pt x="260" y="174"/>
                </a:lnTo>
                <a:lnTo>
                  <a:pt x="260" y="175"/>
                </a:lnTo>
                <a:lnTo>
                  <a:pt x="260" y="176"/>
                </a:lnTo>
                <a:lnTo>
                  <a:pt x="261" y="178"/>
                </a:lnTo>
                <a:lnTo>
                  <a:pt x="262" y="178"/>
                </a:lnTo>
                <a:lnTo>
                  <a:pt x="263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1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50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6" y="197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0" y="204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6"/>
                </a:lnTo>
                <a:lnTo>
                  <a:pt x="236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10"/>
                </a:lnTo>
                <a:lnTo>
                  <a:pt x="228" y="210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7" y="209"/>
                </a:lnTo>
                <a:lnTo>
                  <a:pt x="216" y="208"/>
                </a:lnTo>
                <a:lnTo>
                  <a:pt x="215" y="209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0" y="224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7" y="253"/>
                </a:lnTo>
                <a:lnTo>
                  <a:pt x="217" y="254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2"/>
                </a:lnTo>
                <a:lnTo>
                  <a:pt x="211" y="251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3"/>
                </a:lnTo>
                <a:lnTo>
                  <a:pt x="207" y="254"/>
                </a:lnTo>
                <a:lnTo>
                  <a:pt x="208" y="254"/>
                </a:lnTo>
                <a:lnTo>
                  <a:pt x="207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1" y="256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6" y="263"/>
                </a:lnTo>
                <a:lnTo>
                  <a:pt x="185" y="263"/>
                </a:lnTo>
                <a:lnTo>
                  <a:pt x="185" y="264"/>
                </a:lnTo>
                <a:lnTo>
                  <a:pt x="184" y="264"/>
                </a:lnTo>
                <a:lnTo>
                  <a:pt x="184" y="265"/>
                </a:lnTo>
                <a:lnTo>
                  <a:pt x="183" y="265"/>
                </a:lnTo>
                <a:lnTo>
                  <a:pt x="182" y="266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6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5" y="300"/>
                </a:lnTo>
                <a:lnTo>
                  <a:pt x="185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3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4"/>
                </a:lnTo>
                <a:lnTo>
                  <a:pt x="204" y="314"/>
                </a:lnTo>
                <a:lnTo>
                  <a:pt x="205" y="315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6"/>
                </a:lnTo>
                <a:lnTo>
                  <a:pt x="216" y="315"/>
                </a:lnTo>
                <a:lnTo>
                  <a:pt x="217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3"/>
                </a:lnTo>
                <a:lnTo>
                  <a:pt x="228" y="312"/>
                </a:lnTo>
                <a:lnTo>
                  <a:pt x="228" y="311"/>
                </a:lnTo>
                <a:lnTo>
                  <a:pt x="228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4" y="312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2"/>
                </a:lnTo>
                <a:lnTo>
                  <a:pt x="257" y="322"/>
                </a:lnTo>
                <a:lnTo>
                  <a:pt x="258" y="322"/>
                </a:lnTo>
                <a:lnTo>
                  <a:pt x="259" y="323"/>
                </a:lnTo>
                <a:lnTo>
                  <a:pt x="259" y="324"/>
                </a:lnTo>
                <a:lnTo>
                  <a:pt x="260" y="325"/>
                </a:lnTo>
                <a:lnTo>
                  <a:pt x="261" y="325"/>
                </a:lnTo>
                <a:lnTo>
                  <a:pt x="262" y="325"/>
                </a:lnTo>
                <a:lnTo>
                  <a:pt x="263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6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8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5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1" y="326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8" y="327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8" y="344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09" y="347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2"/>
                </a:lnTo>
                <a:lnTo>
                  <a:pt x="295" y="382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4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299" y="398"/>
                </a:lnTo>
                <a:lnTo>
                  <a:pt x="299" y="397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8" y="401"/>
                </a:lnTo>
                <a:lnTo>
                  <a:pt x="308" y="402"/>
                </a:lnTo>
                <a:lnTo>
                  <a:pt x="309" y="402"/>
                </a:lnTo>
                <a:lnTo>
                  <a:pt x="308" y="402"/>
                </a:lnTo>
                <a:lnTo>
                  <a:pt x="308" y="403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29" y="414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8"/>
                </a:lnTo>
                <a:lnTo>
                  <a:pt x="341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9" y="411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89" y="439"/>
                </a:lnTo>
                <a:lnTo>
                  <a:pt x="390" y="438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7"/>
                </a:lnTo>
                <a:lnTo>
                  <a:pt x="397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6" y="447"/>
                </a:lnTo>
                <a:lnTo>
                  <a:pt x="395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7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6" y="490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2" y="491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4" y="501"/>
                </a:lnTo>
                <a:lnTo>
                  <a:pt x="293" y="501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90" y="506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7" y="509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80" y="516"/>
                </a:lnTo>
                <a:lnTo>
                  <a:pt x="279" y="516"/>
                </a:lnTo>
                <a:lnTo>
                  <a:pt x="279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70" y="527"/>
                </a:lnTo>
                <a:lnTo>
                  <a:pt x="269" y="527"/>
                </a:lnTo>
                <a:lnTo>
                  <a:pt x="268" y="527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3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3" y="533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9" y="539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40"/>
                </a:lnTo>
                <a:lnTo>
                  <a:pt x="231" y="540"/>
                </a:lnTo>
                <a:lnTo>
                  <a:pt x="231" y="541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7" y="552"/>
                </a:lnTo>
                <a:lnTo>
                  <a:pt x="226" y="552"/>
                </a:lnTo>
                <a:lnTo>
                  <a:pt x="225" y="553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2" y="558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20" y="560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7" y="570"/>
                </a:lnTo>
                <a:lnTo>
                  <a:pt x="216" y="570"/>
                </a:lnTo>
                <a:lnTo>
                  <a:pt x="215" y="571"/>
                </a:lnTo>
                <a:lnTo>
                  <a:pt x="214" y="572"/>
                </a:lnTo>
                <a:lnTo>
                  <a:pt x="214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3" y="575"/>
                </a:lnTo>
                <a:lnTo>
                  <a:pt x="212" y="575"/>
                </a:lnTo>
                <a:lnTo>
                  <a:pt x="211" y="575"/>
                </a:lnTo>
                <a:lnTo>
                  <a:pt x="211" y="576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10" y="582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8" y="586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8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9" y="608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11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3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6"/>
                </a:lnTo>
                <a:lnTo>
                  <a:pt x="176" y="645"/>
                </a:lnTo>
                <a:lnTo>
                  <a:pt x="177" y="644"/>
                </a:lnTo>
                <a:lnTo>
                  <a:pt x="177" y="645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8" y="648"/>
                </a:lnTo>
                <a:lnTo>
                  <a:pt x="177" y="648"/>
                </a:lnTo>
                <a:lnTo>
                  <a:pt x="178" y="649"/>
                </a:lnTo>
                <a:lnTo>
                  <a:pt x="179" y="649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1"/>
                </a:lnTo>
                <a:lnTo>
                  <a:pt x="182" y="652"/>
                </a:lnTo>
                <a:lnTo>
                  <a:pt x="182" y="651"/>
                </a:lnTo>
                <a:lnTo>
                  <a:pt x="182" y="652"/>
                </a:lnTo>
                <a:lnTo>
                  <a:pt x="182" y="653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3" y="658"/>
                </a:lnTo>
                <a:lnTo>
                  <a:pt x="182" y="658"/>
                </a:lnTo>
                <a:lnTo>
                  <a:pt x="182" y="659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3"/>
                </a:lnTo>
                <a:lnTo>
                  <a:pt x="183" y="663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7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3" y="657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5" y="661"/>
                </a:lnTo>
                <a:lnTo>
                  <a:pt x="144" y="662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1" y="671"/>
                </a:lnTo>
                <a:lnTo>
                  <a:pt x="140" y="671"/>
                </a:lnTo>
                <a:lnTo>
                  <a:pt x="139" y="672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29" y="664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5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3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8" y="658"/>
                </a:lnTo>
                <a:lnTo>
                  <a:pt x="87" y="658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3" y="651"/>
                </a:lnTo>
                <a:lnTo>
                  <a:pt x="62" y="650"/>
                </a:lnTo>
                <a:lnTo>
                  <a:pt x="61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3" y="645"/>
                </a:lnTo>
                <a:lnTo>
                  <a:pt x="52" y="645"/>
                </a:lnTo>
                <a:lnTo>
                  <a:pt x="52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4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3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0" y="643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2"/>
                </a:lnTo>
                <a:lnTo>
                  <a:pt x="27" y="641"/>
                </a:lnTo>
                <a:lnTo>
                  <a:pt x="26" y="641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40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5"/>
                </a:lnTo>
                <a:lnTo>
                  <a:pt x="22" y="634"/>
                </a:lnTo>
                <a:lnTo>
                  <a:pt x="21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4"/>
                </a:lnTo>
                <a:lnTo>
                  <a:pt x="16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3"/>
                </a:lnTo>
                <a:lnTo>
                  <a:pt x="9" y="622"/>
                </a:lnTo>
                <a:lnTo>
                  <a:pt x="10" y="622"/>
                </a:lnTo>
                <a:lnTo>
                  <a:pt x="10" y="623"/>
                </a:lnTo>
                <a:lnTo>
                  <a:pt x="11" y="623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4" y="605"/>
                </a:lnTo>
                <a:lnTo>
                  <a:pt x="3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3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2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4" y="540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1" y="530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8" y="474"/>
                </a:lnTo>
                <a:lnTo>
                  <a:pt x="38" y="475"/>
                </a:lnTo>
                <a:lnTo>
                  <a:pt x="37" y="475"/>
                </a:lnTo>
                <a:lnTo>
                  <a:pt x="37" y="474"/>
                </a:lnTo>
                <a:lnTo>
                  <a:pt x="36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8"/>
                </a:lnTo>
                <a:lnTo>
                  <a:pt x="36" y="466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7" y="431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9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3" y="413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1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1" y="396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0" y="385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4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3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6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3" y="363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4" y="361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3"/>
                </a:lnTo>
                <a:lnTo>
                  <a:pt x="74" y="364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9" y="364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6" y="354"/>
                </a:lnTo>
                <a:lnTo>
                  <a:pt x="87" y="354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6" y="314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3" y="310"/>
                </a:lnTo>
                <a:lnTo>
                  <a:pt x="92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3" y="283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6" y="282"/>
                </a:lnTo>
                <a:lnTo>
                  <a:pt x="66" y="281"/>
                </a:lnTo>
                <a:lnTo>
                  <a:pt x="67" y="281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2" y="280"/>
                </a:lnTo>
                <a:lnTo>
                  <a:pt x="61" y="279"/>
                </a:lnTo>
                <a:lnTo>
                  <a:pt x="60" y="279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8"/>
                </a:lnTo>
                <a:lnTo>
                  <a:pt x="53" y="277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2" y="267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6" y="259"/>
                </a:lnTo>
                <a:lnTo>
                  <a:pt x="46" y="258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8" y="258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7" y="257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50"/>
                </a:lnTo>
                <a:lnTo>
                  <a:pt x="59" y="251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7" y="250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1" y="244"/>
                </a:lnTo>
                <a:lnTo>
                  <a:pt x="82" y="244"/>
                </a:lnTo>
                <a:lnTo>
                  <a:pt x="83" y="244"/>
                </a:lnTo>
                <a:lnTo>
                  <a:pt x="83" y="245"/>
                </a:lnTo>
                <a:lnTo>
                  <a:pt x="86" y="244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9"/>
                </a:lnTo>
                <a:lnTo>
                  <a:pt x="95" y="238"/>
                </a:lnTo>
                <a:lnTo>
                  <a:pt x="95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8" y="232"/>
                </a:lnTo>
                <a:lnTo>
                  <a:pt x="87" y="232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9"/>
                </a:lnTo>
                <a:lnTo>
                  <a:pt x="74" y="218"/>
                </a:lnTo>
                <a:lnTo>
                  <a:pt x="74" y="217"/>
                </a:lnTo>
                <a:lnTo>
                  <a:pt x="74" y="216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4" y="213"/>
                </a:lnTo>
                <a:lnTo>
                  <a:pt x="73" y="212"/>
                </a:lnTo>
                <a:lnTo>
                  <a:pt x="73" y="210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3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2" y="195"/>
                </a:lnTo>
                <a:lnTo>
                  <a:pt x="62" y="194"/>
                </a:lnTo>
                <a:lnTo>
                  <a:pt x="61" y="194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1"/>
                </a:lnTo>
                <a:lnTo>
                  <a:pt x="53" y="180"/>
                </a:lnTo>
                <a:lnTo>
                  <a:pt x="53" y="179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9"/>
                </a:lnTo>
                <a:lnTo>
                  <a:pt x="35" y="159"/>
                </a:lnTo>
                <a:lnTo>
                  <a:pt x="34" y="159"/>
                </a:lnTo>
                <a:lnTo>
                  <a:pt x="33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40"/>
                </a:lnTo>
                <a:lnTo>
                  <a:pt x="46" y="141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39" y="135"/>
                </a:lnTo>
                <a:lnTo>
                  <a:pt x="39" y="134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0" y="114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4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10"/>
                </a:lnTo>
                <a:lnTo>
                  <a:pt x="69" y="109"/>
                </a:lnTo>
                <a:lnTo>
                  <a:pt x="69" y="108"/>
                </a:lnTo>
                <a:lnTo>
                  <a:pt x="68" y="108"/>
                </a:lnTo>
                <a:lnTo>
                  <a:pt x="69" y="107"/>
                </a:lnTo>
                <a:lnTo>
                  <a:pt x="70" y="106"/>
                </a:lnTo>
                <a:lnTo>
                  <a:pt x="69" y="105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1" y="103"/>
                </a:lnTo>
                <a:lnTo>
                  <a:pt x="71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8" y="95"/>
                </a:lnTo>
                <a:lnTo>
                  <a:pt x="69" y="95"/>
                </a:lnTo>
                <a:lnTo>
                  <a:pt x="70" y="95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67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7" y="87"/>
                </a:lnTo>
                <a:lnTo>
                  <a:pt x="66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8" y="84"/>
                </a:lnTo>
                <a:lnTo>
                  <a:pt x="69" y="84"/>
                </a:lnTo>
                <a:lnTo>
                  <a:pt x="69" y="83"/>
                </a:lnTo>
                <a:lnTo>
                  <a:pt x="70" y="82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0" y="70"/>
                </a:lnTo>
                <a:lnTo>
                  <a:pt x="80" y="69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0" y="69"/>
                </a:lnTo>
                <a:lnTo>
                  <a:pt x="91" y="69"/>
                </a:lnTo>
                <a:lnTo>
                  <a:pt x="92" y="69"/>
                </a:lnTo>
                <a:lnTo>
                  <a:pt x="92" y="68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2" y="65"/>
                </a:lnTo>
                <a:lnTo>
                  <a:pt x="92" y="64"/>
                </a:lnTo>
                <a:lnTo>
                  <a:pt x="92" y="63"/>
                </a:lnTo>
                <a:lnTo>
                  <a:pt x="91" y="62"/>
                </a:lnTo>
                <a:lnTo>
                  <a:pt x="90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0" y="52"/>
                </a:lnTo>
                <a:lnTo>
                  <a:pt x="111" y="52"/>
                </a:lnTo>
                <a:lnTo>
                  <a:pt x="112" y="52"/>
                </a:lnTo>
                <a:lnTo>
                  <a:pt x="114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2"/>
                </a:lnTo>
                <a:lnTo>
                  <a:pt x="118" y="52"/>
                </a:lnTo>
                <a:lnTo>
                  <a:pt x="118" y="51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3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7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8" y="61"/>
                </a:lnTo>
                <a:lnTo>
                  <a:pt x="129" y="61"/>
                </a:lnTo>
                <a:lnTo>
                  <a:pt x="128" y="62"/>
                </a:lnTo>
                <a:lnTo>
                  <a:pt x="127" y="62"/>
                </a:lnTo>
                <a:lnTo>
                  <a:pt x="128" y="62"/>
                </a:lnTo>
                <a:lnTo>
                  <a:pt x="129" y="63"/>
                </a:lnTo>
                <a:lnTo>
                  <a:pt x="130" y="63"/>
                </a:lnTo>
                <a:lnTo>
                  <a:pt x="130" y="64"/>
                </a:lnTo>
                <a:lnTo>
                  <a:pt x="131" y="64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1" y="69"/>
                </a:lnTo>
                <a:lnTo>
                  <a:pt x="133" y="69"/>
                </a:lnTo>
                <a:lnTo>
                  <a:pt x="134" y="70"/>
                </a:lnTo>
                <a:lnTo>
                  <a:pt x="134" y="71"/>
                </a:lnTo>
                <a:lnTo>
                  <a:pt x="131" y="71"/>
                </a:lnTo>
                <a:lnTo>
                  <a:pt x="131" y="72"/>
                </a:lnTo>
                <a:lnTo>
                  <a:pt x="131" y="73"/>
                </a:lnTo>
                <a:lnTo>
                  <a:pt x="131" y="74"/>
                </a:lnTo>
                <a:lnTo>
                  <a:pt x="133" y="74"/>
                </a:lnTo>
                <a:lnTo>
                  <a:pt x="133" y="75"/>
                </a:lnTo>
                <a:lnTo>
                  <a:pt x="131" y="76"/>
                </a:lnTo>
                <a:lnTo>
                  <a:pt x="131" y="77"/>
                </a:lnTo>
                <a:lnTo>
                  <a:pt x="131" y="79"/>
                </a:lnTo>
                <a:lnTo>
                  <a:pt x="133" y="79"/>
                </a:lnTo>
                <a:lnTo>
                  <a:pt x="134" y="79"/>
                </a:lnTo>
                <a:lnTo>
                  <a:pt x="134" y="80"/>
                </a:lnTo>
                <a:lnTo>
                  <a:pt x="133" y="81"/>
                </a:lnTo>
                <a:lnTo>
                  <a:pt x="133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30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6" y="105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0" y="104"/>
                </a:lnTo>
                <a:lnTo>
                  <a:pt x="133" y="104"/>
                </a:lnTo>
                <a:lnTo>
                  <a:pt x="134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2" y="104"/>
                </a:lnTo>
                <a:lnTo>
                  <a:pt x="143" y="105"/>
                </a:lnTo>
                <a:lnTo>
                  <a:pt x="144" y="106"/>
                </a:lnTo>
                <a:lnTo>
                  <a:pt x="145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9" y="108"/>
                </a:lnTo>
                <a:lnTo>
                  <a:pt x="161" y="108"/>
                </a:lnTo>
                <a:lnTo>
                  <a:pt x="162" y="108"/>
                </a:lnTo>
                <a:lnTo>
                  <a:pt x="163" y="107"/>
                </a:lnTo>
                <a:lnTo>
                  <a:pt x="164" y="106"/>
                </a:lnTo>
                <a:lnTo>
                  <a:pt x="164" y="105"/>
                </a:lnTo>
                <a:lnTo>
                  <a:pt x="163" y="104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6"/>
                </a:lnTo>
                <a:lnTo>
                  <a:pt x="173" y="105"/>
                </a:lnTo>
                <a:lnTo>
                  <a:pt x="174" y="105"/>
                </a:lnTo>
                <a:lnTo>
                  <a:pt x="173" y="105"/>
                </a:lnTo>
                <a:lnTo>
                  <a:pt x="173" y="104"/>
                </a:lnTo>
                <a:lnTo>
                  <a:pt x="172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6" y="92"/>
                </a:lnTo>
                <a:lnTo>
                  <a:pt x="177" y="92"/>
                </a:lnTo>
                <a:lnTo>
                  <a:pt x="178" y="92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8" y="88"/>
                </a:lnTo>
                <a:lnTo>
                  <a:pt x="189" y="87"/>
                </a:lnTo>
                <a:lnTo>
                  <a:pt x="190" y="86"/>
                </a:lnTo>
                <a:lnTo>
                  <a:pt x="191" y="86"/>
                </a:lnTo>
                <a:lnTo>
                  <a:pt x="192" y="85"/>
                </a:lnTo>
                <a:lnTo>
                  <a:pt x="193" y="85"/>
                </a:lnTo>
                <a:lnTo>
                  <a:pt x="195" y="84"/>
                </a:lnTo>
                <a:lnTo>
                  <a:pt x="195" y="83"/>
                </a:lnTo>
                <a:lnTo>
                  <a:pt x="196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3" y="79"/>
                </a:lnTo>
                <a:lnTo>
                  <a:pt x="204" y="78"/>
                </a:lnTo>
                <a:lnTo>
                  <a:pt x="205" y="78"/>
                </a:lnTo>
                <a:lnTo>
                  <a:pt x="205" y="77"/>
                </a:lnTo>
                <a:lnTo>
                  <a:pt x="205" y="76"/>
                </a:lnTo>
                <a:lnTo>
                  <a:pt x="206" y="75"/>
                </a:lnTo>
                <a:lnTo>
                  <a:pt x="207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1" y="75"/>
                </a:lnTo>
                <a:lnTo>
                  <a:pt x="211" y="74"/>
                </a:lnTo>
                <a:lnTo>
                  <a:pt x="211" y="73"/>
                </a:lnTo>
                <a:lnTo>
                  <a:pt x="213" y="73"/>
                </a:lnTo>
                <a:lnTo>
                  <a:pt x="214" y="73"/>
                </a:lnTo>
                <a:lnTo>
                  <a:pt x="214" y="72"/>
                </a:lnTo>
                <a:lnTo>
                  <a:pt x="214" y="71"/>
                </a:lnTo>
                <a:lnTo>
                  <a:pt x="216" y="71"/>
                </a:lnTo>
                <a:lnTo>
                  <a:pt x="217" y="71"/>
                </a:lnTo>
                <a:lnTo>
                  <a:pt x="218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79"/>
                </a:lnTo>
                <a:lnTo>
                  <a:pt x="229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1" y="87"/>
                </a:lnTo>
                <a:lnTo>
                  <a:pt x="233" y="87"/>
                </a:lnTo>
                <a:lnTo>
                  <a:pt x="237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6"/>
                </a:lnTo>
                <a:lnTo>
                  <a:pt x="241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0"/>
                </a:lnTo>
                <a:lnTo>
                  <a:pt x="240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9"/>
                </a:lnTo>
                <a:lnTo>
                  <a:pt x="245" y="78"/>
                </a:lnTo>
                <a:lnTo>
                  <a:pt x="245" y="77"/>
                </a:lnTo>
                <a:lnTo>
                  <a:pt x="246" y="77"/>
                </a:lnTo>
                <a:lnTo>
                  <a:pt x="246" y="78"/>
                </a:lnTo>
                <a:lnTo>
                  <a:pt x="247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9" y="76"/>
                </a:lnTo>
                <a:lnTo>
                  <a:pt x="249" y="75"/>
                </a:lnTo>
                <a:lnTo>
                  <a:pt x="249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2" y="70"/>
                </a:lnTo>
                <a:lnTo>
                  <a:pt x="253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7"/>
                </a:lnTo>
                <a:lnTo>
                  <a:pt x="258" y="66"/>
                </a:lnTo>
                <a:lnTo>
                  <a:pt x="258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8" y="66"/>
                </a:lnTo>
                <a:lnTo>
                  <a:pt x="267" y="67"/>
                </a:lnTo>
                <a:lnTo>
                  <a:pt x="267" y="68"/>
                </a:lnTo>
                <a:lnTo>
                  <a:pt x="266" y="69"/>
                </a:lnTo>
                <a:lnTo>
                  <a:pt x="265" y="69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8" y="71"/>
                </a:lnTo>
                <a:lnTo>
                  <a:pt x="269" y="71"/>
                </a:lnTo>
                <a:lnTo>
                  <a:pt x="271" y="69"/>
                </a:lnTo>
                <a:lnTo>
                  <a:pt x="272" y="69"/>
                </a:lnTo>
                <a:lnTo>
                  <a:pt x="273" y="68"/>
                </a:lnTo>
                <a:lnTo>
                  <a:pt x="274" y="67"/>
                </a:lnTo>
                <a:lnTo>
                  <a:pt x="274" y="66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300" y="65"/>
                </a:lnTo>
                <a:lnTo>
                  <a:pt x="299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7" y="64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10" y="59"/>
                </a:lnTo>
                <a:lnTo>
                  <a:pt x="310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6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09" y="53"/>
                </a:lnTo>
                <a:lnTo>
                  <a:pt x="309" y="52"/>
                </a:lnTo>
                <a:lnTo>
                  <a:pt x="308" y="52"/>
                </a:lnTo>
                <a:lnTo>
                  <a:pt x="309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7" y="49"/>
                </a:lnTo>
                <a:lnTo>
                  <a:pt x="306" y="49"/>
                </a:lnTo>
                <a:lnTo>
                  <a:pt x="306" y="48"/>
                </a:lnTo>
                <a:lnTo>
                  <a:pt x="305" y="49"/>
                </a:lnTo>
                <a:lnTo>
                  <a:pt x="304" y="49"/>
                </a:lnTo>
                <a:lnTo>
                  <a:pt x="304" y="48"/>
                </a:lnTo>
                <a:lnTo>
                  <a:pt x="303" y="47"/>
                </a:lnTo>
                <a:lnTo>
                  <a:pt x="303" y="46"/>
                </a:lnTo>
                <a:lnTo>
                  <a:pt x="301" y="45"/>
                </a:lnTo>
                <a:lnTo>
                  <a:pt x="301" y="44"/>
                </a:lnTo>
                <a:lnTo>
                  <a:pt x="301" y="43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3" y="43"/>
                </a:lnTo>
                <a:lnTo>
                  <a:pt x="313" y="42"/>
                </a:lnTo>
                <a:lnTo>
                  <a:pt x="312" y="42"/>
                </a:lnTo>
                <a:lnTo>
                  <a:pt x="313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2" y="37"/>
                </a:lnTo>
                <a:lnTo>
                  <a:pt x="312" y="35"/>
                </a:lnTo>
                <a:lnTo>
                  <a:pt x="311" y="34"/>
                </a:lnTo>
                <a:lnTo>
                  <a:pt x="311" y="33"/>
                </a:lnTo>
                <a:lnTo>
                  <a:pt x="311" y="32"/>
                </a:lnTo>
                <a:lnTo>
                  <a:pt x="310" y="31"/>
                </a:lnTo>
                <a:lnTo>
                  <a:pt x="310" y="30"/>
                </a:lnTo>
                <a:lnTo>
                  <a:pt x="309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1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451764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7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7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3"/>
                </a:lnTo>
                <a:lnTo>
                  <a:pt x="37" y="44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30" y="47"/>
                </a:lnTo>
                <a:lnTo>
                  <a:pt x="27" y="45"/>
                </a:lnTo>
                <a:lnTo>
                  <a:pt x="26" y="45"/>
                </a:lnTo>
                <a:lnTo>
                  <a:pt x="25" y="45"/>
                </a:lnTo>
                <a:lnTo>
                  <a:pt x="24" y="44"/>
                </a:lnTo>
                <a:lnTo>
                  <a:pt x="23" y="44"/>
                </a:lnTo>
                <a:lnTo>
                  <a:pt x="22" y="45"/>
                </a:lnTo>
                <a:lnTo>
                  <a:pt x="21" y="47"/>
                </a:lnTo>
                <a:lnTo>
                  <a:pt x="20" y="47"/>
                </a:lnTo>
                <a:lnTo>
                  <a:pt x="20" y="45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8" y="42"/>
                </a:lnTo>
                <a:lnTo>
                  <a:pt x="17" y="42"/>
                </a:lnTo>
                <a:lnTo>
                  <a:pt x="17" y="41"/>
                </a:lnTo>
                <a:lnTo>
                  <a:pt x="17" y="40"/>
                </a:lnTo>
                <a:lnTo>
                  <a:pt x="18" y="40"/>
                </a:lnTo>
                <a:lnTo>
                  <a:pt x="18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2" y="38"/>
                </a:lnTo>
                <a:lnTo>
                  <a:pt x="11" y="38"/>
                </a:lnTo>
                <a:lnTo>
                  <a:pt x="12" y="37"/>
                </a:lnTo>
                <a:lnTo>
                  <a:pt x="13" y="37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1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4" y="26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40" y="1"/>
                </a:lnTo>
                <a:lnTo>
                  <a:pt x="39" y="1"/>
                </a:lnTo>
                <a:lnTo>
                  <a:pt x="40" y="0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4305960" y="1389240"/>
            <a:ext cx="141120" cy="227160"/>
          </a:xfrm>
          <a:custGeom>
            <a:avLst/>
            <a:gdLst/>
            <a:ahLst/>
            <a:rect l="0" t="0" r="r" b="b"/>
            <a:pathLst>
              <a:path w="392" h="631">
                <a:moveTo>
                  <a:pt x="354" y="1"/>
                </a:moveTo>
                <a:lnTo>
                  <a:pt x="354" y="2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7" y="7"/>
                </a:lnTo>
                <a:lnTo>
                  <a:pt x="358" y="8"/>
                </a:lnTo>
                <a:lnTo>
                  <a:pt x="359" y="10"/>
                </a:lnTo>
                <a:lnTo>
                  <a:pt x="360" y="10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9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6" y="25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9" y="39"/>
                </a:lnTo>
                <a:lnTo>
                  <a:pt x="371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3" y="40"/>
                </a:lnTo>
                <a:lnTo>
                  <a:pt x="384" y="41"/>
                </a:lnTo>
                <a:lnTo>
                  <a:pt x="385" y="40"/>
                </a:lnTo>
                <a:lnTo>
                  <a:pt x="386" y="40"/>
                </a:lnTo>
                <a:lnTo>
                  <a:pt x="387" y="39"/>
                </a:lnTo>
                <a:lnTo>
                  <a:pt x="387" y="40"/>
                </a:lnTo>
                <a:lnTo>
                  <a:pt x="388" y="40"/>
                </a:lnTo>
                <a:lnTo>
                  <a:pt x="389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0" y="50"/>
                </a:lnTo>
                <a:lnTo>
                  <a:pt x="378" y="51"/>
                </a:lnTo>
                <a:lnTo>
                  <a:pt x="375" y="52"/>
                </a:lnTo>
                <a:lnTo>
                  <a:pt x="375" y="51"/>
                </a:lnTo>
                <a:lnTo>
                  <a:pt x="374" y="51"/>
                </a:lnTo>
                <a:lnTo>
                  <a:pt x="373" y="51"/>
                </a:lnTo>
                <a:lnTo>
                  <a:pt x="373" y="50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8" y="52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5" y="52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9" y="56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2" y="57"/>
                </a:lnTo>
                <a:lnTo>
                  <a:pt x="350" y="56"/>
                </a:lnTo>
                <a:lnTo>
                  <a:pt x="349" y="56"/>
                </a:lnTo>
                <a:lnTo>
                  <a:pt x="349" y="57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7" y="57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8" y="60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9" y="64"/>
                </a:lnTo>
                <a:lnTo>
                  <a:pt x="350" y="65"/>
                </a:lnTo>
                <a:lnTo>
                  <a:pt x="350" y="66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6" y="70"/>
                </a:lnTo>
                <a:lnTo>
                  <a:pt x="345" y="70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9" y="64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9" y="67"/>
                </a:lnTo>
                <a:lnTo>
                  <a:pt x="339" y="68"/>
                </a:lnTo>
                <a:lnTo>
                  <a:pt x="339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5" y="73"/>
                </a:lnTo>
                <a:lnTo>
                  <a:pt x="334" y="73"/>
                </a:lnTo>
                <a:lnTo>
                  <a:pt x="334" y="74"/>
                </a:lnTo>
                <a:lnTo>
                  <a:pt x="333" y="74"/>
                </a:lnTo>
                <a:lnTo>
                  <a:pt x="332" y="75"/>
                </a:lnTo>
                <a:lnTo>
                  <a:pt x="333" y="75"/>
                </a:lnTo>
                <a:lnTo>
                  <a:pt x="333" y="76"/>
                </a:lnTo>
                <a:lnTo>
                  <a:pt x="334" y="76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40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80"/>
                </a:lnTo>
                <a:lnTo>
                  <a:pt x="343" y="81"/>
                </a:lnTo>
                <a:lnTo>
                  <a:pt x="344" y="81"/>
                </a:lnTo>
                <a:lnTo>
                  <a:pt x="344" y="82"/>
                </a:lnTo>
                <a:lnTo>
                  <a:pt x="344" y="83"/>
                </a:lnTo>
                <a:lnTo>
                  <a:pt x="345" y="84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5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8" y="86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0"/>
                </a:lnTo>
                <a:lnTo>
                  <a:pt x="361" y="90"/>
                </a:lnTo>
                <a:lnTo>
                  <a:pt x="361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7" y="90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7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6" y="96"/>
                </a:lnTo>
                <a:lnTo>
                  <a:pt x="377" y="97"/>
                </a:lnTo>
                <a:lnTo>
                  <a:pt x="377" y="98"/>
                </a:lnTo>
                <a:lnTo>
                  <a:pt x="378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8" y="101"/>
                </a:lnTo>
                <a:lnTo>
                  <a:pt x="378" y="102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8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4" y="116"/>
                </a:lnTo>
                <a:lnTo>
                  <a:pt x="385" y="117"/>
                </a:lnTo>
                <a:lnTo>
                  <a:pt x="385" y="116"/>
                </a:lnTo>
                <a:lnTo>
                  <a:pt x="386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20"/>
                </a:lnTo>
                <a:lnTo>
                  <a:pt x="389" y="119"/>
                </a:lnTo>
                <a:lnTo>
                  <a:pt x="391" y="119"/>
                </a:lnTo>
                <a:lnTo>
                  <a:pt x="392" y="119"/>
                </a:lnTo>
                <a:lnTo>
                  <a:pt x="392" y="120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4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3"/>
                </a:lnTo>
                <a:lnTo>
                  <a:pt x="385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79" y="147"/>
                </a:lnTo>
                <a:lnTo>
                  <a:pt x="380" y="147"/>
                </a:lnTo>
                <a:lnTo>
                  <a:pt x="380" y="148"/>
                </a:lnTo>
                <a:lnTo>
                  <a:pt x="379" y="148"/>
                </a:lnTo>
                <a:lnTo>
                  <a:pt x="379" y="149"/>
                </a:lnTo>
                <a:lnTo>
                  <a:pt x="379" y="150"/>
                </a:lnTo>
                <a:lnTo>
                  <a:pt x="380" y="151"/>
                </a:lnTo>
                <a:lnTo>
                  <a:pt x="380" y="152"/>
                </a:lnTo>
                <a:lnTo>
                  <a:pt x="379" y="153"/>
                </a:lnTo>
                <a:lnTo>
                  <a:pt x="378" y="153"/>
                </a:lnTo>
                <a:lnTo>
                  <a:pt x="379" y="154"/>
                </a:lnTo>
                <a:lnTo>
                  <a:pt x="380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9"/>
                </a:lnTo>
                <a:lnTo>
                  <a:pt x="381" y="158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5" y="163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1" y="171"/>
                </a:lnTo>
                <a:lnTo>
                  <a:pt x="360" y="172"/>
                </a:lnTo>
                <a:lnTo>
                  <a:pt x="360" y="173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2"/>
                </a:lnTo>
                <a:lnTo>
                  <a:pt x="350" y="171"/>
                </a:lnTo>
                <a:lnTo>
                  <a:pt x="351" y="171"/>
                </a:lnTo>
                <a:lnTo>
                  <a:pt x="350" y="171"/>
                </a:lnTo>
                <a:lnTo>
                  <a:pt x="350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6" y="169"/>
                </a:lnTo>
                <a:lnTo>
                  <a:pt x="335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1"/>
                </a:lnTo>
                <a:lnTo>
                  <a:pt x="331" y="171"/>
                </a:lnTo>
                <a:lnTo>
                  <a:pt x="330" y="171"/>
                </a:lnTo>
                <a:lnTo>
                  <a:pt x="330" y="173"/>
                </a:lnTo>
                <a:lnTo>
                  <a:pt x="329" y="174"/>
                </a:lnTo>
                <a:lnTo>
                  <a:pt x="327" y="175"/>
                </a:lnTo>
                <a:lnTo>
                  <a:pt x="326" y="176"/>
                </a:lnTo>
                <a:lnTo>
                  <a:pt x="325" y="177"/>
                </a:lnTo>
                <a:lnTo>
                  <a:pt x="323" y="177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79"/>
                </a:lnTo>
                <a:lnTo>
                  <a:pt x="319" y="181"/>
                </a:lnTo>
                <a:lnTo>
                  <a:pt x="318" y="182"/>
                </a:lnTo>
                <a:lnTo>
                  <a:pt x="319" y="184"/>
                </a:lnTo>
                <a:lnTo>
                  <a:pt x="319" y="185"/>
                </a:lnTo>
                <a:lnTo>
                  <a:pt x="319" y="188"/>
                </a:lnTo>
                <a:lnTo>
                  <a:pt x="319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3" y="194"/>
                </a:lnTo>
                <a:lnTo>
                  <a:pt x="325" y="194"/>
                </a:lnTo>
                <a:lnTo>
                  <a:pt x="326" y="194"/>
                </a:lnTo>
                <a:lnTo>
                  <a:pt x="327" y="195"/>
                </a:lnTo>
                <a:lnTo>
                  <a:pt x="328" y="197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2" y="202"/>
                </a:lnTo>
                <a:lnTo>
                  <a:pt x="321" y="202"/>
                </a:lnTo>
                <a:lnTo>
                  <a:pt x="321" y="203"/>
                </a:lnTo>
                <a:lnTo>
                  <a:pt x="319" y="206"/>
                </a:lnTo>
                <a:lnTo>
                  <a:pt x="319" y="208"/>
                </a:lnTo>
                <a:lnTo>
                  <a:pt x="318" y="208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4" y="212"/>
                </a:lnTo>
                <a:lnTo>
                  <a:pt x="313" y="213"/>
                </a:lnTo>
                <a:lnTo>
                  <a:pt x="313" y="214"/>
                </a:lnTo>
                <a:lnTo>
                  <a:pt x="311" y="214"/>
                </a:lnTo>
                <a:lnTo>
                  <a:pt x="310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3"/>
                </a:lnTo>
                <a:lnTo>
                  <a:pt x="305" y="214"/>
                </a:lnTo>
                <a:lnTo>
                  <a:pt x="304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9"/>
                </a:lnTo>
                <a:lnTo>
                  <a:pt x="304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299" y="223"/>
                </a:lnTo>
                <a:lnTo>
                  <a:pt x="299" y="224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1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8" y="239"/>
                </a:lnTo>
                <a:lnTo>
                  <a:pt x="297" y="243"/>
                </a:lnTo>
                <a:lnTo>
                  <a:pt x="297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300" y="248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4"/>
                </a:lnTo>
                <a:lnTo>
                  <a:pt x="330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6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4" y="338"/>
                </a:lnTo>
                <a:lnTo>
                  <a:pt x="343" y="338"/>
                </a:lnTo>
                <a:lnTo>
                  <a:pt x="343" y="339"/>
                </a:lnTo>
                <a:lnTo>
                  <a:pt x="342" y="341"/>
                </a:lnTo>
                <a:lnTo>
                  <a:pt x="341" y="341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8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6" y="364"/>
                </a:lnTo>
                <a:lnTo>
                  <a:pt x="326" y="365"/>
                </a:lnTo>
                <a:lnTo>
                  <a:pt x="326" y="366"/>
                </a:lnTo>
                <a:lnTo>
                  <a:pt x="325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1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4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1"/>
                </a:lnTo>
                <a:lnTo>
                  <a:pt x="301" y="431"/>
                </a:lnTo>
                <a:lnTo>
                  <a:pt x="301" y="430"/>
                </a:lnTo>
                <a:lnTo>
                  <a:pt x="300" y="430"/>
                </a:lnTo>
                <a:lnTo>
                  <a:pt x="299" y="431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1"/>
                </a:lnTo>
                <a:lnTo>
                  <a:pt x="308" y="442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2" y="442"/>
                </a:lnTo>
                <a:lnTo>
                  <a:pt x="313" y="442"/>
                </a:lnTo>
                <a:lnTo>
                  <a:pt x="313" y="443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8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6" y="450"/>
                </a:lnTo>
                <a:lnTo>
                  <a:pt x="315" y="451"/>
                </a:lnTo>
                <a:lnTo>
                  <a:pt x="316" y="453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2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2" y="468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2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5" y="521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1" y="524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5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8" y="528"/>
                </a:lnTo>
                <a:lnTo>
                  <a:pt x="297" y="528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6" y="537"/>
                </a:lnTo>
                <a:lnTo>
                  <a:pt x="286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40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6" y="541"/>
                </a:lnTo>
                <a:lnTo>
                  <a:pt x="277" y="541"/>
                </a:lnTo>
                <a:lnTo>
                  <a:pt x="277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3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6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4" y="547"/>
                </a:lnTo>
                <a:lnTo>
                  <a:pt x="265" y="547"/>
                </a:lnTo>
                <a:lnTo>
                  <a:pt x="265" y="548"/>
                </a:lnTo>
                <a:lnTo>
                  <a:pt x="264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1" y="552"/>
                </a:lnTo>
                <a:lnTo>
                  <a:pt x="251" y="551"/>
                </a:lnTo>
                <a:lnTo>
                  <a:pt x="250" y="551"/>
                </a:lnTo>
                <a:lnTo>
                  <a:pt x="250" y="552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8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29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6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1" y="566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4" y="565"/>
                </a:lnTo>
                <a:lnTo>
                  <a:pt x="192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6" y="563"/>
                </a:lnTo>
                <a:lnTo>
                  <a:pt x="186" y="562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1"/>
                </a:lnTo>
                <a:lnTo>
                  <a:pt x="169" y="560"/>
                </a:lnTo>
                <a:lnTo>
                  <a:pt x="168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3"/>
                </a:lnTo>
                <a:lnTo>
                  <a:pt x="164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3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7"/>
                </a:lnTo>
                <a:lnTo>
                  <a:pt x="138" y="586"/>
                </a:lnTo>
                <a:lnTo>
                  <a:pt x="137" y="586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4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2" y="602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8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5" y="604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1" y="606"/>
                </a:lnTo>
                <a:lnTo>
                  <a:pt x="111" y="605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8" y="606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4" y="607"/>
                </a:lnTo>
                <a:lnTo>
                  <a:pt x="93" y="607"/>
                </a:lnTo>
                <a:lnTo>
                  <a:pt x="93" y="606"/>
                </a:lnTo>
                <a:lnTo>
                  <a:pt x="92" y="606"/>
                </a:lnTo>
                <a:lnTo>
                  <a:pt x="92" y="607"/>
                </a:lnTo>
                <a:lnTo>
                  <a:pt x="92" y="608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7"/>
                </a:lnTo>
                <a:lnTo>
                  <a:pt x="83" y="608"/>
                </a:lnTo>
                <a:lnTo>
                  <a:pt x="82" y="609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6"/>
                </a:lnTo>
                <a:lnTo>
                  <a:pt x="55" y="627"/>
                </a:lnTo>
                <a:lnTo>
                  <a:pt x="54" y="627"/>
                </a:lnTo>
                <a:lnTo>
                  <a:pt x="53" y="627"/>
                </a:lnTo>
                <a:lnTo>
                  <a:pt x="52" y="626"/>
                </a:lnTo>
                <a:lnTo>
                  <a:pt x="52" y="625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4" y="628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29"/>
                </a:lnTo>
                <a:lnTo>
                  <a:pt x="36" y="629"/>
                </a:lnTo>
                <a:lnTo>
                  <a:pt x="36" y="628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7" y="630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4" y="628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5" y="629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7" y="628"/>
                </a:lnTo>
                <a:lnTo>
                  <a:pt x="6" y="628"/>
                </a:lnTo>
                <a:lnTo>
                  <a:pt x="5" y="628"/>
                </a:lnTo>
                <a:lnTo>
                  <a:pt x="5" y="627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2" y="625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2" y="607"/>
                </a:lnTo>
                <a:lnTo>
                  <a:pt x="2" y="606"/>
                </a:lnTo>
                <a:lnTo>
                  <a:pt x="2" y="605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1" y="599"/>
                </a:lnTo>
                <a:lnTo>
                  <a:pt x="0" y="599"/>
                </a:lnTo>
                <a:lnTo>
                  <a:pt x="0" y="596"/>
                </a:lnTo>
                <a:lnTo>
                  <a:pt x="1" y="596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4" y="592"/>
                </a:lnTo>
                <a:lnTo>
                  <a:pt x="4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5"/>
                </a:lnTo>
                <a:lnTo>
                  <a:pt x="13" y="574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6"/>
                </a:lnTo>
                <a:lnTo>
                  <a:pt x="13" y="564"/>
                </a:lnTo>
                <a:lnTo>
                  <a:pt x="13" y="562"/>
                </a:lnTo>
                <a:lnTo>
                  <a:pt x="13" y="561"/>
                </a:lnTo>
                <a:lnTo>
                  <a:pt x="14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8"/>
                </a:lnTo>
                <a:lnTo>
                  <a:pt x="21" y="548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4"/>
                </a:lnTo>
                <a:lnTo>
                  <a:pt x="26" y="543"/>
                </a:lnTo>
                <a:lnTo>
                  <a:pt x="27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6" y="490"/>
                </a:lnTo>
                <a:lnTo>
                  <a:pt x="26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20" y="469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49"/>
                </a:lnTo>
                <a:lnTo>
                  <a:pt x="21" y="449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7" y="391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4" y="382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3"/>
                </a:lnTo>
                <a:lnTo>
                  <a:pt x="20" y="382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0" y="380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1" y="339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1" y="317"/>
                </a:lnTo>
                <a:lnTo>
                  <a:pt x="51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8"/>
                </a:lnTo>
                <a:lnTo>
                  <a:pt x="42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6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9"/>
                </a:lnTo>
                <a:lnTo>
                  <a:pt x="57" y="228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59" y="218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6" y="202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6" y="200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0" y="187"/>
                </a:lnTo>
                <a:lnTo>
                  <a:pt x="70" y="185"/>
                </a:lnTo>
                <a:lnTo>
                  <a:pt x="69" y="183"/>
                </a:lnTo>
                <a:lnTo>
                  <a:pt x="69" y="182"/>
                </a:lnTo>
                <a:lnTo>
                  <a:pt x="68" y="182"/>
                </a:lnTo>
                <a:lnTo>
                  <a:pt x="68" y="181"/>
                </a:lnTo>
                <a:lnTo>
                  <a:pt x="67" y="181"/>
                </a:lnTo>
                <a:lnTo>
                  <a:pt x="68" y="181"/>
                </a:lnTo>
                <a:lnTo>
                  <a:pt x="68" y="180"/>
                </a:lnTo>
                <a:lnTo>
                  <a:pt x="69" y="179"/>
                </a:lnTo>
                <a:lnTo>
                  <a:pt x="69" y="178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9" y="174"/>
                </a:lnTo>
                <a:lnTo>
                  <a:pt x="80" y="174"/>
                </a:lnTo>
                <a:lnTo>
                  <a:pt x="80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7"/>
                </a:lnTo>
                <a:lnTo>
                  <a:pt x="87" y="156"/>
                </a:lnTo>
                <a:lnTo>
                  <a:pt x="88" y="155"/>
                </a:lnTo>
                <a:lnTo>
                  <a:pt x="88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2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3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79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5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2" y="134"/>
                </a:lnTo>
                <a:lnTo>
                  <a:pt x="102" y="133"/>
                </a:lnTo>
                <a:lnTo>
                  <a:pt x="102" y="130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1"/>
                </a:lnTo>
                <a:lnTo>
                  <a:pt x="114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1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6"/>
                </a:lnTo>
                <a:lnTo>
                  <a:pt x="153" y="113"/>
                </a:lnTo>
                <a:lnTo>
                  <a:pt x="154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7"/>
                </a:lnTo>
                <a:lnTo>
                  <a:pt x="157" y="105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7" y="98"/>
                </a:lnTo>
                <a:lnTo>
                  <a:pt x="157" y="97"/>
                </a:lnTo>
                <a:lnTo>
                  <a:pt x="158" y="95"/>
                </a:lnTo>
                <a:lnTo>
                  <a:pt x="160" y="94"/>
                </a:lnTo>
                <a:lnTo>
                  <a:pt x="161" y="92"/>
                </a:lnTo>
                <a:lnTo>
                  <a:pt x="162" y="91"/>
                </a:lnTo>
                <a:lnTo>
                  <a:pt x="163" y="90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4" y="86"/>
                </a:lnTo>
                <a:lnTo>
                  <a:pt x="165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8" y="80"/>
                </a:lnTo>
                <a:lnTo>
                  <a:pt x="169" y="79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2" y="73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6" y="70"/>
                </a:lnTo>
                <a:lnTo>
                  <a:pt x="176" y="68"/>
                </a:lnTo>
                <a:lnTo>
                  <a:pt x="176" y="67"/>
                </a:lnTo>
                <a:lnTo>
                  <a:pt x="177" y="66"/>
                </a:lnTo>
                <a:lnTo>
                  <a:pt x="178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4"/>
                </a:lnTo>
                <a:lnTo>
                  <a:pt x="185" y="53"/>
                </a:lnTo>
                <a:lnTo>
                  <a:pt x="186" y="53"/>
                </a:lnTo>
                <a:lnTo>
                  <a:pt x="187" y="52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9" y="49"/>
                </a:lnTo>
                <a:lnTo>
                  <a:pt x="189" y="50"/>
                </a:lnTo>
                <a:lnTo>
                  <a:pt x="190" y="50"/>
                </a:lnTo>
                <a:lnTo>
                  <a:pt x="191" y="50"/>
                </a:lnTo>
                <a:lnTo>
                  <a:pt x="192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0" y="45"/>
                </a:lnTo>
                <a:lnTo>
                  <a:pt x="201" y="45"/>
                </a:lnTo>
                <a:lnTo>
                  <a:pt x="204" y="47"/>
                </a:lnTo>
                <a:lnTo>
                  <a:pt x="207" y="49"/>
                </a:lnTo>
                <a:lnTo>
                  <a:pt x="208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5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6"/>
                </a:lnTo>
                <a:lnTo>
                  <a:pt x="223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3" y="56"/>
                </a:lnTo>
                <a:lnTo>
                  <a:pt x="234" y="56"/>
                </a:lnTo>
                <a:lnTo>
                  <a:pt x="236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1"/>
                </a:lnTo>
                <a:lnTo>
                  <a:pt x="238" y="50"/>
                </a:lnTo>
                <a:lnTo>
                  <a:pt x="238" y="49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39" y="46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0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59" y="37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5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3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5" y="41"/>
                </a:lnTo>
                <a:lnTo>
                  <a:pt x="296" y="41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1"/>
                </a:lnTo>
                <a:lnTo>
                  <a:pt x="299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2" y="38"/>
                </a:lnTo>
                <a:lnTo>
                  <a:pt x="303" y="38"/>
                </a:lnTo>
                <a:lnTo>
                  <a:pt x="303" y="37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3"/>
                </a:lnTo>
                <a:lnTo>
                  <a:pt x="310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4" y="29"/>
                </a:lnTo>
                <a:lnTo>
                  <a:pt x="315" y="28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7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0" y="25"/>
                </a:lnTo>
                <a:lnTo>
                  <a:pt x="320" y="24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5" y="25"/>
                </a:lnTo>
                <a:lnTo>
                  <a:pt x="326" y="26"/>
                </a:lnTo>
                <a:lnTo>
                  <a:pt x="326" y="27"/>
                </a:lnTo>
                <a:lnTo>
                  <a:pt x="327" y="27"/>
                </a:lnTo>
                <a:lnTo>
                  <a:pt x="328" y="28"/>
                </a:lnTo>
                <a:lnTo>
                  <a:pt x="328" y="29"/>
                </a:lnTo>
                <a:lnTo>
                  <a:pt x="329" y="30"/>
                </a:lnTo>
                <a:lnTo>
                  <a:pt x="330" y="30"/>
                </a:lnTo>
                <a:lnTo>
                  <a:pt x="331" y="28"/>
                </a:lnTo>
                <a:lnTo>
                  <a:pt x="332" y="28"/>
                </a:lnTo>
                <a:lnTo>
                  <a:pt x="332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2"/>
                </a:lnTo>
                <a:lnTo>
                  <a:pt x="339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8" y="17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6" y="15"/>
                </a:lnTo>
                <a:lnTo>
                  <a:pt x="345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7" y="10"/>
                </a:lnTo>
                <a:lnTo>
                  <a:pt x="346" y="10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4"/>
                </a:lnTo>
                <a:lnTo>
                  <a:pt x="346" y="2"/>
                </a:lnTo>
                <a:lnTo>
                  <a:pt x="347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3882600" y="92556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1"/>
                </a:move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1" y="29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6" y="55"/>
                </a:lnTo>
                <a:lnTo>
                  <a:pt x="2195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9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5" y="77"/>
                </a:lnTo>
                <a:lnTo>
                  <a:pt x="2166" y="77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4" y="77"/>
                </a:lnTo>
                <a:lnTo>
                  <a:pt x="2175" y="78"/>
                </a:lnTo>
                <a:lnTo>
                  <a:pt x="2176" y="78"/>
                </a:lnTo>
                <a:lnTo>
                  <a:pt x="2177" y="78"/>
                </a:lnTo>
                <a:lnTo>
                  <a:pt x="2177" y="79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9" y="93"/>
                </a:lnTo>
                <a:lnTo>
                  <a:pt x="2209" y="94"/>
                </a:lnTo>
                <a:lnTo>
                  <a:pt x="2208" y="94"/>
                </a:lnTo>
                <a:lnTo>
                  <a:pt x="2208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3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5" y="94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8"/>
                </a:lnTo>
                <a:lnTo>
                  <a:pt x="2258" y="88"/>
                </a:lnTo>
                <a:lnTo>
                  <a:pt x="2260" y="88"/>
                </a:lnTo>
                <a:lnTo>
                  <a:pt x="2261" y="89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7" y="93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2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3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9" y="194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6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6"/>
                </a:lnTo>
                <a:lnTo>
                  <a:pt x="2333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3" y="210"/>
                </a:lnTo>
                <a:lnTo>
                  <a:pt x="2375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3" y="202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3" y="207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6"/>
                </a:lnTo>
                <a:lnTo>
                  <a:pt x="2418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6" y="201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4" y="206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7" y="205"/>
                </a:lnTo>
                <a:lnTo>
                  <a:pt x="2478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8" y="198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4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8"/>
                </a:lnTo>
                <a:lnTo>
                  <a:pt x="2501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80"/>
                </a:lnTo>
                <a:lnTo>
                  <a:pt x="2513" y="179"/>
                </a:lnTo>
                <a:lnTo>
                  <a:pt x="2513" y="178"/>
                </a:lnTo>
                <a:lnTo>
                  <a:pt x="2513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3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6" y="175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6" y="177"/>
                </a:lnTo>
                <a:lnTo>
                  <a:pt x="2536" y="176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4"/>
                </a:lnTo>
                <a:lnTo>
                  <a:pt x="2549" y="185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59" y="193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59" y="195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2" y="198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5" y="212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8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1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6" y="225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0" y="225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599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9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2" y="254"/>
                </a:lnTo>
                <a:lnTo>
                  <a:pt x="2591" y="254"/>
                </a:lnTo>
                <a:lnTo>
                  <a:pt x="2590" y="254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89" y="254"/>
                </a:lnTo>
                <a:lnTo>
                  <a:pt x="2590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1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300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7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6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3" y="338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5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8" y="383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7" y="388"/>
                </a:lnTo>
                <a:lnTo>
                  <a:pt x="2527" y="389"/>
                </a:lnTo>
                <a:lnTo>
                  <a:pt x="2527" y="390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29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30" y="412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8" y="418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7" y="419"/>
                </a:lnTo>
                <a:lnTo>
                  <a:pt x="2528" y="419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8" y="426"/>
                </a:lnTo>
                <a:lnTo>
                  <a:pt x="2508" y="425"/>
                </a:lnTo>
                <a:lnTo>
                  <a:pt x="2507" y="426"/>
                </a:lnTo>
                <a:lnTo>
                  <a:pt x="2507" y="427"/>
                </a:lnTo>
                <a:lnTo>
                  <a:pt x="2505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4" y="427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5"/>
                </a:lnTo>
                <a:lnTo>
                  <a:pt x="2492" y="436"/>
                </a:lnTo>
                <a:lnTo>
                  <a:pt x="2492" y="437"/>
                </a:lnTo>
                <a:lnTo>
                  <a:pt x="2491" y="437"/>
                </a:lnTo>
                <a:lnTo>
                  <a:pt x="2491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2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5"/>
                </a:lnTo>
                <a:lnTo>
                  <a:pt x="2482" y="456"/>
                </a:lnTo>
                <a:lnTo>
                  <a:pt x="2481" y="457"/>
                </a:lnTo>
                <a:lnTo>
                  <a:pt x="2481" y="458"/>
                </a:lnTo>
                <a:lnTo>
                  <a:pt x="2480" y="459"/>
                </a:lnTo>
                <a:lnTo>
                  <a:pt x="2479" y="460"/>
                </a:lnTo>
                <a:lnTo>
                  <a:pt x="2479" y="459"/>
                </a:lnTo>
                <a:lnTo>
                  <a:pt x="2478" y="460"/>
                </a:lnTo>
                <a:lnTo>
                  <a:pt x="2477" y="460"/>
                </a:lnTo>
                <a:lnTo>
                  <a:pt x="2476" y="460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5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3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69" y="485"/>
                </a:lnTo>
                <a:lnTo>
                  <a:pt x="2468" y="485"/>
                </a:lnTo>
                <a:lnTo>
                  <a:pt x="2468" y="486"/>
                </a:lnTo>
                <a:lnTo>
                  <a:pt x="2467" y="486"/>
                </a:lnTo>
                <a:lnTo>
                  <a:pt x="2466" y="486"/>
                </a:lnTo>
                <a:lnTo>
                  <a:pt x="2466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7"/>
                </a:lnTo>
                <a:lnTo>
                  <a:pt x="2467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4" y="499"/>
                </a:lnTo>
                <a:lnTo>
                  <a:pt x="2464" y="500"/>
                </a:lnTo>
                <a:lnTo>
                  <a:pt x="2463" y="500"/>
                </a:lnTo>
                <a:lnTo>
                  <a:pt x="2463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4" y="503"/>
                </a:lnTo>
                <a:lnTo>
                  <a:pt x="2464" y="504"/>
                </a:lnTo>
                <a:lnTo>
                  <a:pt x="2465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6" y="511"/>
                </a:lnTo>
                <a:lnTo>
                  <a:pt x="2467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8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7" y="523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5" y="526"/>
                </a:lnTo>
                <a:lnTo>
                  <a:pt x="2464" y="526"/>
                </a:lnTo>
                <a:lnTo>
                  <a:pt x="2464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3" y="532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5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5" y="535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6" y="533"/>
                </a:lnTo>
                <a:lnTo>
                  <a:pt x="2457" y="533"/>
                </a:lnTo>
                <a:lnTo>
                  <a:pt x="2458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59" y="530"/>
                </a:lnTo>
                <a:lnTo>
                  <a:pt x="2459" y="529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60" y="528"/>
                </a:lnTo>
                <a:lnTo>
                  <a:pt x="2459" y="527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7"/>
                </a:lnTo>
                <a:lnTo>
                  <a:pt x="2456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5" y="524"/>
                </a:lnTo>
                <a:lnTo>
                  <a:pt x="2454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3" y="519"/>
                </a:lnTo>
                <a:lnTo>
                  <a:pt x="2454" y="519"/>
                </a:lnTo>
                <a:lnTo>
                  <a:pt x="2453" y="518"/>
                </a:lnTo>
                <a:lnTo>
                  <a:pt x="2452" y="518"/>
                </a:lnTo>
                <a:lnTo>
                  <a:pt x="2451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49" y="515"/>
                </a:lnTo>
                <a:lnTo>
                  <a:pt x="2449" y="514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5" y="504"/>
                </a:lnTo>
                <a:lnTo>
                  <a:pt x="2445" y="503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0" y="505"/>
                </a:lnTo>
                <a:lnTo>
                  <a:pt x="2418" y="506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2" y="512"/>
                </a:lnTo>
                <a:lnTo>
                  <a:pt x="2411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1" y="520"/>
                </a:lnTo>
                <a:lnTo>
                  <a:pt x="2400" y="522"/>
                </a:lnTo>
                <a:lnTo>
                  <a:pt x="2398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4" y="526"/>
                </a:lnTo>
                <a:lnTo>
                  <a:pt x="2393" y="528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5" y="535"/>
                </a:lnTo>
                <a:lnTo>
                  <a:pt x="2385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1"/>
                </a:lnTo>
                <a:lnTo>
                  <a:pt x="2378" y="542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3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9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4" y="547"/>
                </a:lnTo>
                <a:lnTo>
                  <a:pt x="2361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8" y="549"/>
                </a:lnTo>
                <a:lnTo>
                  <a:pt x="2357" y="550"/>
                </a:lnTo>
                <a:lnTo>
                  <a:pt x="2356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2"/>
                </a:lnTo>
                <a:lnTo>
                  <a:pt x="2353" y="554"/>
                </a:lnTo>
                <a:lnTo>
                  <a:pt x="2352" y="555"/>
                </a:lnTo>
                <a:lnTo>
                  <a:pt x="2351" y="556"/>
                </a:lnTo>
                <a:lnTo>
                  <a:pt x="2351" y="558"/>
                </a:lnTo>
                <a:lnTo>
                  <a:pt x="2349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3"/>
                </a:lnTo>
                <a:lnTo>
                  <a:pt x="2346" y="564"/>
                </a:lnTo>
                <a:lnTo>
                  <a:pt x="2345" y="565"/>
                </a:lnTo>
                <a:lnTo>
                  <a:pt x="2344" y="567"/>
                </a:lnTo>
                <a:lnTo>
                  <a:pt x="2343" y="568"/>
                </a:lnTo>
                <a:lnTo>
                  <a:pt x="2341" y="568"/>
                </a:lnTo>
                <a:lnTo>
                  <a:pt x="2340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4" y="571"/>
                </a:lnTo>
                <a:lnTo>
                  <a:pt x="2332" y="571"/>
                </a:lnTo>
                <a:lnTo>
                  <a:pt x="2331" y="572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2" y="576"/>
                </a:lnTo>
                <a:lnTo>
                  <a:pt x="2320" y="577"/>
                </a:lnTo>
                <a:lnTo>
                  <a:pt x="2317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2" y="580"/>
                </a:lnTo>
                <a:lnTo>
                  <a:pt x="2310" y="582"/>
                </a:lnTo>
                <a:lnTo>
                  <a:pt x="2309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299" y="588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6"/>
                </a:lnTo>
                <a:lnTo>
                  <a:pt x="2286" y="597"/>
                </a:lnTo>
                <a:lnTo>
                  <a:pt x="2286" y="598"/>
                </a:lnTo>
                <a:lnTo>
                  <a:pt x="2286" y="600"/>
                </a:lnTo>
                <a:lnTo>
                  <a:pt x="2285" y="601"/>
                </a:lnTo>
                <a:lnTo>
                  <a:pt x="2284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3" y="607"/>
                </a:lnTo>
                <a:lnTo>
                  <a:pt x="2282" y="607"/>
                </a:lnTo>
                <a:lnTo>
                  <a:pt x="2282" y="608"/>
                </a:lnTo>
                <a:lnTo>
                  <a:pt x="2279" y="609"/>
                </a:lnTo>
                <a:lnTo>
                  <a:pt x="2278" y="610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5" y="614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9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2" y="634"/>
                </a:lnTo>
                <a:lnTo>
                  <a:pt x="2292" y="635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5" y="637"/>
                </a:lnTo>
                <a:lnTo>
                  <a:pt x="2296" y="637"/>
                </a:lnTo>
                <a:lnTo>
                  <a:pt x="2297" y="637"/>
                </a:lnTo>
                <a:lnTo>
                  <a:pt x="2297" y="638"/>
                </a:lnTo>
                <a:lnTo>
                  <a:pt x="2298" y="638"/>
                </a:lnTo>
                <a:lnTo>
                  <a:pt x="2299" y="638"/>
                </a:lnTo>
                <a:lnTo>
                  <a:pt x="2299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4" y="640"/>
                </a:lnTo>
                <a:lnTo>
                  <a:pt x="2305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1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9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7" y="649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8" y="663"/>
                </a:lnTo>
                <a:lnTo>
                  <a:pt x="2319" y="663"/>
                </a:lnTo>
                <a:lnTo>
                  <a:pt x="2319" y="664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3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1"/>
                </a:lnTo>
                <a:lnTo>
                  <a:pt x="2344" y="670"/>
                </a:lnTo>
                <a:lnTo>
                  <a:pt x="2344" y="669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6" y="663"/>
                </a:lnTo>
                <a:lnTo>
                  <a:pt x="2357" y="663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2" y="653"/>
                </a:lnTo>
                <a:lnTo>
                  <a:pt x="2361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7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4" y="650"/>
                </a:lnTo>
                <a:lnTo>
                  <a:pt x="2354" y="649"/>
                </a:lnTo>
                <a:lnTo>
                  <a:pt x="2355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3" y="658"/>
                </a:lnTo>
                <a:lnTo>
                  <a:pt x="2373" y="659"/>
                </a:lnTo>
                <a:lnTo>
                  <a:pt x="2372" y="659"/>
                </a:lnTo>
                <a:lnTo>
                  <a:pt x="2372" y="660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79" y="659"/>
                </a:lnTo>
                <a:lnTo>
                  <a:pt x="2380" y="659"/>
                </a:lnTo>
                <a:lnTo>
                  <a:pt x="2382" y="659"/>
                </a:lnTo>
                <a:lnTo>
                  <a:pt x="2382" y="660"/>
                </a:lnTo>
                <a:lnTo>
                  <a:pt x="2382" y="661"/>
                </a:lnTo>
                <a:lnTo>
                  <a:pt x="2381" y="661"/>
                </a:lnTo>
                <a:lnTo>
                  <a:pt x="2381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6"/>
                </a:lnTo>
                <a:lnTo>
                  <a:pt x="2383" y="676"/>
                </a:lnTo>
                <a:lnTo>
                  <a:pt x="2382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0" y="680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4" y="682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2" y="685"/>
                </a:lnTo>
                <a:lnTo>
                  <a:pt x="2352" y="686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49" y="689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0"/>
                </a:lnTo>
                <a:lnTo>
                  <a:pt x="2335" y="688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1"/>
                </a:lnTo>
                <a:lnTo>
                  <a:pt x="2330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5"/>
                </a:lnTo>
                <a:lnTo>
                  <a:pt x="2328" y="697"/>
                </a:lnTo>
                <a:lnTo>
                  <a:pt x="2328" y="703"/>
                </a:lnTo>
                <a:lnTo>
                  <a:pt x="2328" y="705"/>
                </a:lnTo>
                <a:lnTo>
                  <a:pt x="2328" y="706"/>
                </a:lnTo>
                <a:lnTo>
                  <a:pt x="2336" y="715"/>
                </a:lnTo>
                <a:lnTo>
                  <a:pt x="2339" y="719"/>
                </a:lnTo>
                <a:lnTo>
                  <a:pt x="2340" y="720"/>
                </a:lnTo>
                <a:lnTo>
                  <a:pt x="2344" y="725"/>
                </a:lnTo>
                <a:lnTo>
                  <a:pt x="2342" y="726"/>
                </a:lnTo>
                <a:lnTo>
                  <a:pt x="2340" y="727"/>
                </a:lnTo>
                <a:lnTo>
                  <a:pt x="2339" y="729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8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2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1" y="761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5" y="767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3"/>
                </a:lnTo>
                <a:lnTo>
                  <a:pt x="2309" y="774"/>
                </a:lnTo>
                <a:lnTo>
                  <a:pt x="2307" y="775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5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4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7" y="779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5" y="775"/>
                </a:lnTo>
                <a:lnTo>
                  <a:pt x="2295" y="774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69"/>
                </a:lnTo>
                <a:lnTo>
                  <a:pt x="2285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6" y="766"/>
                </a:lnTo>
                <a:lnTo>
                  <a:pt x="2266" y="767"/>
                </a:lnTo>
                <a:lnTo>
                  <a:pt x="2266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3" y="771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9" y="768"/>
                </a:lnTo>
                <a:lnTo>
                  <a:pt x="2259" y="767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7" y="766"/>
                </a:lnTo>
                <a:lnTo>
                  <a:pt x="2256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5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0" y="764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8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2"/>
                </a:lnTo>
                <a:lnTo>
                  <a:pt x="2234" y="751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49"/>
                </a:lnTo>
                <a:lnTo>
                  <a:pt x="2229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5" y="749"/>
                </a:lnTo>
                <a:lnTo>
                  <a:pt x="2224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9" y="752"/>
                </a:lnTo>
                <a:lnTo>
                  <a:pt x="2219" y="753"/>
                </a:lnTo>
                <a:lnTo>
                  <a:pt x="2220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1" y="762"/>
                </a:lnTo>
                <a:lnTo>
                  <a:pt x="2220" y="762"/>
                </a:lnTo>
                <a:lnTo>
                  <a:pt x="2221" y="763"/>
                </a:lnTo>
                <a:lnTo>
                  <a:pt x="2220" y="763"/>
                </a:lnTo>
                <a:lnTo>
                  <a:pt x="2219" y="763"/>
                </a:lnTo>
                <a:lnTo>
                  <a:pt x="2219" y="764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3" y="771"/>
                </a:lnTo>
                <a:lnTo>
                  <a:pt x="2212" y="771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7"/>
                </a:lnTo>
                <a:lnTo>
                  <a:pt x="2208" y="777"/>
                </a:lnTo>
                <a:lnTo>
                  <a:pt x="2207" y="778"/>
                </a:lnTo>
                <a:lnTo>
                  <a:pt x="2208" y="778"/>
                </a:lnTo>
                <a:lnTo>
                  <a:pt x="2208" y="779"/>
                </a:lnTo>
                <a:lnTo>
                  <a:pt x="2209" y="780"/>
                </a:lnTo>
                <a:lnTo>
                  <a:pt x="2212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8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0" y="781"/>
                </a:lnTo>
                <a:lnTo>
                  <a:pt x="2221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7" y="787"/>
                </a:lnTo>
                <a:lnTo>
                  <a:pt x="2237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6" y="792"/>
                </a:lnTo>
                <a:lnTo>
                  <a:pt x="2235" y="791"/>
                </a:lnTo>
                <a:lnTo>
                  <a:pt x="2234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3" y="804"/>
                </a:lnTo>
                <a:lnTo>
                  <a:pt x="2245" y="805"/>
                </a:lnTo>
                <a:lnTo>
                  <a:pt x="2247" y="805"/>
                </a:lnTo>
                <a:lnTo>
                  <a:pt x="2248" y="806"/>
                </a:lnTo>
                <a:lnTo>
                  <a:pt x="2250" y="806"/>
                </a:lnTo>
                <a:lnTo>
                  <a:pt x="2252" y="807"/>
                </a:lnTo>
                <a:lnTo>
                  <a:pt x="2253" y="808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0" y="815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9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7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58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0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7" y="838"/>
                </a:lnTo>
                <a:lnTo>
                  <a:pt x="2248" y="842"/>
                </a:lnTo>
                <a:lnTo>
                  <a:pt x="2248" y="846"/>
                </a:lnTo>
                <a:lnTo>
                  <a:pt x="2247" y="847"/>
                </a:lnTo>
                <a:lnTo>
                  <a:pt x="2246" y="850"/>
                </a:lnTo>
                <a:lnTo>
                  <a:pt x="2244" y="852"/>
                </a:lnTo>
                <a:lnTo>
                  <a:pt x="2245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1"/>
                </a:lnTo>
                <a:lnTo>
                  <a:pt x="2241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8" y="875"/>
                </a:lnTo>
                <a:lnTo>
                  <a:pt x="2248" y="876"/>
                </a:lnTo>
                <a:lnTo>
                  <a:pt x="2249" y="875"/>
                </a:lnTo>
                <a:lnTo>
                  <a:pt x="2251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7"/>
                </a:lnTo>
                <a:lnTo>
                  <a:pt x="2250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76"/>
                </a:lnTo>
                <a:lnTo>
                  <a:pt x="2246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1" y="879"/>
                </a:lnTo>
                <a:lnTo>
                  <a:pt x="2252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49" y="882"/>
                </a:lnTo>
                <a:lnTo>
                  <a:pt x="2248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49" y="893"/>
                </a:lnTo>
                <a:lnTo>
                  <a:pt x="2250" y="895"/>
                </a:lnTo>
                <a:lnTo>
                  <a:pt x="2249" y="896"/>
                </a:lnTo>
                <a:lnTo>
                  <a:pt x="2252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59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3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2" y="927"/>
                </a:lnTo>
                <a:lnTo>
                  <a:pt x="2261" y="927"/>
                </a:lnTo>
                <a:lnTo>
                  <a:pt x="2262" y="929"/>
                </a:lnTo>
                <a:lnTo>
                  <a:pt x="2264" y="930"/>
                </a:lnTo>
                <a:lnTo>
                  <a:pt x="2266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3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1" y="927"/>
                </a:lnTo>
                <a:lnTo>
                  <a:pt x="2295" y="926"/>
                </a:lnTo>
                <a:lnTo>
                  <a:pt x="2298" y="926"/>
                </a:lnTo>
                <a:lnTo>
                  <a:pt x="2300" y="924"/>
                </a:lnTo>
                <a:lnTo>
                  <a:pt x="2300" y="923"/>
                </a:lnTo>
                <a:lnTo>
                  <a:pt x="2301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7" y="916"/>
                </a:lnTo>
                <a:lnTo>
                  <a:pt x="2314" y="914"/>
                </a:lnTo>
                <a:lnTo>
                  <a:pt x="2315" y="914"/>
                </a:lnTo>
                <a:lnTo>
                  <a:pt x="2316" y="913"/>
                </a:lnTo>
                <a:lnTo>
                  <a:pt x="2318" y="912"/>
                </a:lnTo>
                <a:lnTo>
                  <a:pt x="2319" y="911"/>
                </a:lnTo>
                <a:lnTo>
                  <a:pt x="2320" y="911"/>
                </a:lnTo>
                <a:lnTo>
                  <a:pt x="2321" y="910"/>
                </a:lnTo>
                <a:lnTo>
                  <a:pt x="2322" y="909"/>
                </a:lnTo>
                <a:lnTo>
                  <a:pt x="2323" y="909"/>
                </a:lnTo>
                <a:lnTo>
                  <a:pt x="2325" y="908"/>
                </a:lnTo>
                <a:lnTo>
                  <a:pt x="2326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1" y="904"/>
                </a:lnTo>
                <a:lnTo>
                  <a:pt x="2332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39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39" y="906"/>
                </a:lnTo>
                <a:lnTo>
                  <a:pt x="2339" y="907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0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7"/>
                </a:lnTo>
                <a:lnTo>
                  <a:pt x="2339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49" y="925"/>
                </a:lnTo>
                <a:lnTo>
                  <a:pt x="2352" y="929"/>
                </a:lnTo>
                <a:lnTo>
                  <a:pt x="2353" y="933"/>
                </a:lnTo>
                <a:lnTo>
                  <a:pt x="2354" y="933"/>
                </a:lnTo>
                <a:lnTo>
                  <a:pt x="2354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2" y="938"/>
                </a:lnTo>
                <a:lnTo>
                  <a:pt x="2363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7" y="946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6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6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4" y="961"/>
                </a:lnTo>
                <a:lnTo>
                  <a:pt x="2365" y="962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8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69" y="971"/>
                </a:lnTo>
                <a:lnTo>
                  <a:pt x="2369" y="972"/>
                </a:lnTo>
                <a:lnTo>
                  <a:pt x="2369" y="973"/>
                </a:lnTo>
                <a:lnTo>
                  <a:pt x="2370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2" y="977"/>
                </a:lnTo>
                <a:lnTo>
                  <a:pt x="2372" y="978"/>
                </a:lnTo>
                <a:lnTo>
                  <a:pt x="2371" y="979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2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4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4" y="987"/>
                </a:lnTo>
                <a:lnTo>
                  <a:pt x="2374" y="988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3" y="993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70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5" y="996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7" y="1008"/>
                </a:lnTo>
                <a:lnTo>
                  <a:pt x="2358" y="1008"/>
                </a:lnTo>
                <a:lnTo>
                  <a:pt x="2360" y="1008"/>
                </a:lnTo>
                <a:lnTo>
                  <a:pt x="2361" y="1008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5" y="1014"/>
                </a:lnTo>
                <a:lnTo>
                  <a:pt x="2365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67" y="1012"/>
                </a:lnTo>
                <a:lnTo>
                  <a:pt x="2371" y="1012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4" y="1016"/>
                </a:lnTo>
                <a:lnTo>
                  <a:pt x="2375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2" y="1020"/>
                </a:lnTo>
                <a:lnTo>
                  <a:pt x="2384" y="1020"/>
                </a:lnTo>
                <a:lnTo>
                  <a:pt x="2385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3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0" y="1027"/>
                </a:lnTo>
                <a:lnTo>
                  <a:pt x="2390" y="1028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7" y="1030"/>
                </a:lnTo>
                <a:lnTo>
                  <a:pt x="2387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8" y="1034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5"/>
                </a:lnTo>
                <a:lnTo>
                  <a:pt x="2384" y="1046"/>
                </a:lnTo>
                <a:lnTo>
                  <a:pt x="2384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2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2" y="1052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3"/>
                </a:lnTo>
                <a:lnTo>
                  <a:pt x="2380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3" y="1057"/>
                </a:lnTo>
                <a:lnTo>
                  <a:pt x="2352" y="1057"/>
                </a:lnTo>
                <a:lnTo>
                  <a:pt x="2351" y="1058"/>
                </a:lnTo>
                <a:lnTo>
                  <a:pt x="2350" y="1058"/>
                </a:lnTo>
                <a:lnTo>
                  <a:pt x="2350" y="1059"/>
                </a:lnTo>
                <a:lnTo>
                  <a:pt x="2349" y="1059"/>
                </a:lnTo>
                <a:lnTo>
                  <a:pt x="2349" y="1060"/>
                </a:lnTo>
                <a:lnTo>
                  <a:pt x="2348" y="1060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4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7" y="1074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9"/>
                </a:lnTo>
                <a:lnTo>
                  <a:pt x="2335" y="1079"/>
                </a:lnTo>
                <a:lnTo>
                  <a:pt x="2334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1" y="1080"/>
                </a:lnTo>
                <a:lnTo>
                  <a:pt x="2320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2" y="1086"/>
                </a:lnTo>
                <a:lnTo>
                  <a:pt x="2312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2"/>
                </a:lnTo>
                <a:lnTo>
                  <a:pt x="2307" y="1082"/>
                </a:lnTo>
                <a:lnTo>
                  <a:pt x="2306" y="1082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9" y="1075"/>
                </a:lnTo>
                <a:lnTo>
                  <a:pt x="2288" y="1075"/>
                </a:lnTo>
                <a:lnTo>
                  <a:pt x="2287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69" y="1075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3" y="1080"/>
                </a:lnTo>
                <a:lnTo>
                  <a:pt x="2274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7" y="1083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3" y="1086"/>
                </a:lnTo>
                <a:lnTo>
                  <a:pt x="2273" y="1087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5" y="1089"/>
                </a:lnTo>
                <a:lnTo>
                  <a:pt x="2254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49" y="1088"/>
                </a:lnTo>
                <a:lnTo>
                  <a:pt x="2248" y="1088"/>
                </a:lnTo>
                <a:lnTo>
                  <a:pt x="2247" y="1087"/>
                </a:lnTo>
                <a:lnTo>
                  <a:pt x="2247" y="1088"/>
                </a:lnTo>
                <a:lnTo>
                  <a:pt x="2246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8" y="1087"/>
                </a:lnTo>
                <a:lnTo>
                  <a:pt x="2237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098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8"/>
                </a:lnTo>
                <a:lnTo>
                  <a:pt x="2218" y="1109"/>
                </a:lnTo>
                <a:lnTo>
                  <a:pt x="2216" y="1109"/>
                </a:lnTo>
                <a:lnTo>
                  <a:pt x="2216" y="1110"/>
                </a:lnTo>
                <a:lnTo>
                  <a:pt x="2215" y="1109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8" y="1115"/>
                </a:lnTo>
                <a:lnTo>
                  <a:pt x="2207" y="1115"/>
                </a:lnTo>
                <a:lnTo>
                  <a:pt x="2207" y="1114"/>
                </a:lnTo>
                <a:lnTo>
                  <a:pt x="2206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5" y="1110"/>
                </a:lnTo>
                <a:lnTo>
                  <a:pt x="2204" y="1110"/>
                </a:lnTo>
                <a:lnTo>
                  <a:pt x="2204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10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5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9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5" y="1115"/>
                </a:lnTo>
                <a:lnTo>
                  <a:pt x="2176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1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8" y="1122"/>
                </a:lnTo>
                <a:lnTo>
                  <a:pt x="2168" y="1121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7" y="1130"/>
                </a:lnTo>
                <a:lnTo>
                  <a:pt x="2156" y="1130"/>
                </a:lnTo>
                <a:lnTo>
                  <a:pt x="2156" y="1131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2"/>
                </a:lnTo>
                <a:lnTo>
                  <a:pt x="2144" y="1131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5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2" y="1135"/>
                </a:lnTo>
                <a:lnTo>
                  <a:pt x="2132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9" y="1136"/>
                </a:lnTo>
                <a:lnTo>
                  <a:pt x="2129" y="1137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5" y="1143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2" y="1142"/>
                </a:lnTo>
                <a:lnTo>
                  <a:pt x="2111" y="1142"/>
                </a:lnTo>
                <a:lnTo>
                  <a:pt x="2111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8" y="1145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2" y="1150"/>
                </a:lnTo>
                <a:lnTo>
                  <a:pt x="2101" y="1151"/>
                </a:lnTo>
                <a:lnTo>
                  <a:pt x="2102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1" y="1161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8" y="1162"/>
                </a:lnTo>
                <a:lnTo>
                  <a:pt x="2087" y="1163"/>
                </a:lnTo>
                <a:lnTo>
                  <a:pt x="2086" y="1164"/>
                </a:lnTo>
                <a:lnTo>
                  <a:pt x="2085" y="1164"/>
                </a:lnTo>
                <a:lnTo>
                  <a:pt x="2085" y="1165"/>
                </a:lnTo>
                <a:lnTo>
                  <a:pt x="2086" y="1166"/>
                </a:lnTo>
                <a:lnTo>
                  <a:pt x="2085" y="1167"/>
                </a:lnTo>
                <a:lnTo>
                  <a:pt x="2084" y="1167"/>
                </a:lnTo>
                <a:lnTo>
                  <a:pt x="2085" y="1167"/>
                </a:lnTo>
                <a:lnTo>
                  <a:pt x="2085" y="1166"/>
                </a:lnTo>
                <a:lnTo>
                  <a:pt x="2084" y="1166"/>
                </a:lnTo>
                <a:lnTo>
                  <a:pt x="2083" y="1166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8"/>
                </a:lnTo>
                <a:lnTo>
                  <a:pt x="2082" y="1169"/>
                </a:lnTo>
                <a:lnTo>
                  <a:pt x="2081" y="1169"/>
                </a:lnTo>
                <a:lnTo>
                  <a:pt x="2082" y="1170"/>
                </a:lnTo>
                <a:lnTo>
                  <a:pt x="2083" y="1170"/>
                </a:lnTo>
                <a:lnTo>
                  <a:pt x="2084" y="1171"/>
                </a:lnTo>
                <a:lnTo>
                  <a:pt x="2083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6" y="1174"/>
                </a:lnTo>
                <a:lnTo>
                  <a:pt x="2076" y="1175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9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8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5" y="1190"/>
                </a:lnTo>
                <a:lnTo>
                  <a:pt x="2065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2" y="1183"/>
                </a:lnTo>
                <a:lnTo>
                  <a:pt x="2062" y="1182"/>
                </a:lnTo>
                <a:lnTo>
                  <a:pt x="2061" y="1182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2" y="1177"/>
                </a:lnTo>
                <a:lnTo>
                  <a:pt x="2061" y="1177"/>
                </a:lnTo>
                <a:lnTo>
                  <a:pt x="2061" y="1178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3"/>
                </a:lnTo>
                <a:lnTo>
                  <a:pt x="2057" y="1172"/>
                </a:lnTo>
                <a:lnTo>
                  <a:pt x="2056" y="1172"/>
                </a:lnTo>
                <a:lnTo>
                  <a:pt x="2056" y="1171"/>
                </a:lnTo>
                <a:lnTo>
                  <a:pt x="2057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4" y="1166"/>
                </a:lnTo>
                <a:lnTo>
                  <a:pt x="2054" y="1165"/>
                </a:lnTo>
                <a:lnTo>
                  <a:pt x="2054" y="1163"/>
                </a:lnTo>
                <a:lnTo>
                  <a:pt x="2054" y="1162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8" y="1155"/>
                </a:lnTo>
                <a:lnTo>
                  <a:pt x="2047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3" y="1147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5" y="1141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4" y="1138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5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1" y="1137"/>
                </a:lnTo>
                <a:lnTo>
                  <a:pt x="2029" y="1135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5" y="1134"/>
                </a:lnTo>
                <a:lnTo>
                  <a:pt x="2024" y="1134"/>
                </a:lnTo>
                <a:lnTo>
                  <a:pt x="2024" y="1133"/>
                </a:lnTo>
                <a:lnTo>
                  <a:pt x="2023" y="1133"/>
                </a:lnTo>
                <a:lnTo>
                  <a:pt x="2023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2" y="1131"/>
                </a:lnTo>
                <a:lnTo>
                  <a:pt x="2021" y="1131"/>
                </a:lnTo>
                <a:lnTo>
                  <a:pt x="2020" y="1131"/>
                </a:lnTo>
                <a:lnTo>
                  <a:pt x="2020" y="1130"/>
                </a:lnTo>
                <a:lnTo>
                  <a:pt x="2019" y="1131"/>
                </a:lnTo>
                <a:lnTo>
                  <a:pt x="2018" y="1130"/>
                </a:lnTo>
                <a:lnTo>
                  <a:pt x="2019" y="1130"/>
                </a:lnTo>
                <a:lnTo>
                  <a:pt x="2019" y="1129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9" y="1125"/>
                </a:lnTo>
                <a:lnTo>
                  <a:pt x="2019" y="1123"/>
                </a:lnTo>
                <a:lnTo>
                  <a:pt x="2018" y="1123"/>
                </a:lnTo>
                <a:lnTo>
                  <a:pt x="2018" y="1122"/>
                </a:lnTo>
                <a:lnTo>
                  <a:pt x="2017" y="1122"/>
                </a:lnTo>
                <a:lnTo>
                  <a:pt x="2016" y="1122"/>
                </a:lnTo>
                <a:lnTo>
                  <a:pt x="2015" y="1121"/>
                </a:lnTo>
                <a:lnTo>
                  <a:pt x="2014" y="1121"/>
                </a:lnTo>
                <a:lnTo>
                  <a:pt x="2014" y="1120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5" y="1128"/>
                </a:lnTo>
                <a:lnTo>
                  <a:pt x="2004" y="1128"/>
                </a:lnTo>
                <a:lnTo>
                  <a:pt x="2003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2000" y="1128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5" y="1132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6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2" y="1140"/>
                </a:lnTo>
                <a:lnTo>
                  <a:pt x="1992" y="1141"/>
                </a:lnTo>
                <a:lnTo>
                  <a:pt x="1993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5" y="1144"/>
                </a:lnTo>
                <a:lnTo>
                  <a:pt x="1995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6" y="1148"/>
                </a:lnTo>
                <a:lnTo>
                  <a:pt x="1997" y="1148"/>
                </a:lnTo>
                <a:lnTo>
                  <a:pt x="1998" y="1147"/>
                </a:lnTo>
                <a:lnTo>
                  <a:pt x="2000" y="1148"/>
                </a:lnTo>
                <a:lnTo>
                  <a:pt x="2001" y="1149"/>
                </a:lnTo>
                <a:lnTo>
                  <a:pt x="2002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2" y="1154"/>
                </a:lnTo>
                <a:lnTo>
                  <a:pt x="2002" y="1155"/>
                </a:lnTo>
                <a:lnTo>
                  <a:pt x="2001" y="1155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7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5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6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6" y="1186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7" y="1197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1"/>
                </a:lnTo>
                <a:lnTo>
                  <a:pt x="2005" y="1201"/>
                </a:lnTo>
                <a:lnTo>
                  <a:pt x="2005" y="1202"/>
                </a:lnTo>
                <a:lnTo>
                  <a:pt x="2004" y="1202"/>
                </a:lnTo>
                <a:lnTo>
                  <a:pt x="2004" y="1203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3" y="1204"/>
                </a:lnTo>
                <a:lnTo>
                  <a:pt x="2002" y="1204"/>
                </a:lnTo>
                <a:lnTo>
                  <a:pt x="2000" y="1204"/>
                </a:lnTo>
                <a:lnTo>
                  <a:pt x="2000" y="1205"/>
                </a:lnTo>
                <a:lnTo>
                  <a:pt x="2000" y="1206"/>
                </a:lnTo>
                <a:lnTo>
                  <a:pt x="2001" y="1207"/>
                </a:lnTo>
                <a:lnTo>
                  <a:pt x="2002" y="1207"/>
                </a:lnTo>
                <a:lnTo>
                  <a:pt x="2002" y="1208"/>
                </a:lnTo>
                <a:lnTo>
                  <a:pt x="2003" y="1209"/>
                </a:lnTo>
                <a:lnTo>
                  <a:pt x="2003" y="1210"/>
                </a:lnTo>
                <a:lnTo>
                  <a:pt x="2004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4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19"/>
                </a:lnTo>
                <a:lnTo>
                  <a:pt x="1997" y="1219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6" y="1221"/>
                </a:lnTo>
                <a:lnTo>
                  <a:pt x="1996" y="1222"/>
                </a:lnTo>
                <a:lnTo>
                  <a:pt x="1997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7" y="1225"/>
                </a:lnTo>
                <a:lnTo>
                  <a:pt x="1997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6" y="1227"/>
                </a:lnTo>
                <a:lnTo>
                  <a:pt x="1996" y="1226"/>
                </a:lnTo>
                <a:lnTo>
                  <a:pt x="1995" y="1226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1" y="1228"/>
                </a:lnTo>
                <a:lnTo>
                  <a:pt x="1990" y="1228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4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8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2" y="1232"/>
                </a:lnTo>
                <a:lnTo>
                  <a:pt x="1971" y="1232"/>
                </a:lnTo>
                <a:lnTo>
                  <a:pt x="1971" y="1231"/>
                </a:lnTo>
                <a:lnTo>
                  <a:pt x="1970" y="1231"/>
                </a:lnTo>
                <a:lnTo>
                  <a:pt x="1969" y="1230"/>
                </a:lnTo>
                <a:lnTo>
                  <a:pt x="1968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9" y="1231"/>
                </a:lnTo>
                <a:lnTo>
                  <a:pt x="1958" y="1231"/>
                </a:lnTo>
                <a:lnTo>
                  <a:pt x="1957" y="1230"/>
                </a:lnTo>
                <a:lnTo>
                  <a:pt x="1956" y="1230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7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4" y="1229"/>
                </a:lnTo>
                <a:lnTo>
                  <a:pt x="1943" y="1228"/>
                </a:lnTo>
                <a:lnTo>
                  <a:pt x="1942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7" y="1226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8" y="1226"/>
                </a:lnTo>
                <a:lnTo>
                  <a:pt x="1928" y="1225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19" y="1226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8"/>
                </a:lnTo>
                <a:lnTo>
                  <a:pt x="1915" y="1228"/>
                </a:lnTo>
                <a:lnTo>
                  <a:pt x="1915" y="1229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29"/>
                </a:lnTo>
                <a:lnTo>
                  <a:pt x="1910" y="1228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9" y="1224"/>
                </a:lnTo>
                <a:lnTo>
                  <a:pt x="1908" y="1224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2" y="1213"/>
                </a:lnTo>
                <a:lnTo>
                  <a:pt x="1902" y="1212"/>
                </a:lnTo>
                <a:lnTo>
                  <a:pt x="1904" y="1212"/>
                </a:lnTo>
                <a:lnTo>
                  <a:pt x="1905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5" y="1204"/>
                </a:lnTo>
                <a:lnTo>
                  <a:pt x="1906" y="1204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3" y="1203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8" y="1201"/>
                </a:lnTo>
                <a:lnTo>
                  <a:pt x="1897" y="1201"/>
                </a:lnTo>
                <a:lnTo>
                  <a:pt x="1897" y="1200"/>
                </a:lnTo>
                <a:lnTo>
                  <a:pt x="1897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7" y="1197"/>
                </a:lnTo>
                <a:lnTo>
                  <a:pt x="1897" y="1196"/>
                </a:lnTo>
                <a:lnTo>
                  <a:pt x="1896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3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1" y="1181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4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900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5"/>
                </a:lnTo>
                <a:lnTo>
                  <a:pt x="1908" y="1174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6"/>
                </a:lnTo>
                <a:lnTo>
                  <a:pt x="1904" y="1166"/>
                </a:lnTo>
                <a:lnTo>
                  <a:pt x="1904" y="1164"/>
                </a:lnTo>
                <a:lnTo>
                  <a:pt x="1905" y="1164"/>
                </a:lnTo>
                <a:lnTo>
                  <a:pt x="1905" y="1163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0"/>
                </a:lnTo>
                <a:lnTo>
                  <a:pt x="1904" y="1159"/>
                </a:lnTo>
                <a:lnTo>
                  <a:pt x="1903" y="1159"/>
                </a:lnTo>
                <a:lnTo>
                  <a:pt x="1901" y="1158"/>
                </a:lnTo>
                <a:lnTo>
                  <a:pt x="1900" y="1158"/>
                </a:lnTo>
                <a:lnTo>
                  <a:pt x="1899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4"/>
                </a:lnTo>
                <a:lnTo>
                  <a:pt x="1904" y="1153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1" y="1150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5"/>
                </a:lnTo>
                <a:lnTo>
                  <a:pt x="1895" y="1156"/>
                </a:lnTo>
                <a:lnTo>
                  <a:pt x="1892" y="1157"/>
                </a:lnTo>
                <a:lnTo>
                  <a:pt x="1891" y="1157"/>
                </a:lnTo>
                <a:lnTo>
                  <a:pt x="1891" y="1156"/>
                </a:lnTo>
                <a:lnTo>
                  <a:pt x="1890" y="1156"/>
                </a:lnTo>
                <a:lnTo>
                  <a:pt x="1888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2"/>
                </a:lnTo>
                <a:lnTo>
                  <a:pt x="1887" y="1142"/>
                </a:lnTo>
                <a:lnTo>
                  <a:pt x="1886" y="1141"/>
                </a:lnTo>
                <a:lnTo>
                  <a:pt x="1884" y="1140"/>
                </a:lnTo>
                <a:lnTo>
                  <a:pt x="1883" y="1140"/>
                </a:lnTo>
                <a:lnTo>
                  <a:pt x="1882" y="1140"/>
                </a:lnTo>
                <a:lnTo>
                  <a:pt x="1881" y="1140"/>
                </a:lnTo>
                <a:lnTo>
                  <a:pt x="1881" y="1139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6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1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80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4"/>
                </a:lnTo>
                <a:lnTo>
                  <a:pt x="1879" y="1122"/>
                </a:lnTo>
                <a:lnTo>
                  <a:pt x="1880" y="1121"/>
                </a:lnTo>
                <a:lnTo>
                  <a:pt x="1880" y="1120"/>
                </a:lnTo>
                <a:lnTo>
                  <a:pt x="1879" y="1120"/>
                </a:lnTo>
                <a:lnTo>
                  <a:pt x="1879" y="1119"/>
                </a:lnTo>
                <a:lnTo>
                  <a:pt x="1879" y="1118"/>
                </a:lnTo>
                <a:lnTo>
                  <a:pt x="1878" y="1118"/>
                </a:lnTo>
                <a:lnTo>
                  <a:pt x="1878" y="1117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2" y="1113"/>
                </a:lnTo>
                <a:lnTo>
                  <a:pt x="1872" y="1112"/>
                </a:lnTo>
                <a:lnTo>
                  <a:pt x="1871" y="1111"/>
                </a:lnTo>
                <a:lnTo>
                  <a:pt x="1870" y="1111"/>
                </a:lnTo>
                <a:lnTo>
                  <a:pt x="1870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60" y="1101"/>
                </a:lnTo>
                <a:lnTo>
                  <a:pt x="1858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60" y="1097"/>
                </a:lnTo>
                <a:lnTo>
                  <a:pt x="1860" y="1096"/>
                </a:lnTo>
                <a:lnTo>
                  <a:pt x="1859" y="1096"/>
                </a:lnTo>
                <a:lnTo>
                  <a:pt x="1858" y="1097"/>
                </a:lnTo>
                <a:lnTo>
                  <a:pt x="1858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5" y="1098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8" y="1100"/>
                </a:lnTo>
                <a:lnTo>
                  <a:pt x="1847" y="1100"/>
                </a:lnTo>
                <a:lnTo>
                  <a:pt x="1846" y="1099"/>
                </a:lnTo>
                <a:lnTo>
                  <a:pt x="1845" y="1099"/>
                </a:lnTo>
                <a:lnTo>
                  <a:pt x="1844" y="1099"/>
                </a:lnTo>
                <a:lnTo>
                  <a:pt x="1842" y="1099"/>
                </a:lnTo>
                <a:lnTo>
                  <a:pt x="1842" y="1098"/>
                </a:lnTo>
                <a:lnTo>
                  <a:pt x="1841" y="1098"/>
                </a:lnTo>
                <a:lnTo>
                  <a:pt x="1840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098"/>
                </a:lnTo>
                <a:lnTo>
                  <a:pt x="1833" y="1098"/>
                </a:lnTo>
                <a:lnTo>
                  <a:pt x="1832" y="1098"/>
                </a:lnTo>
                <a:lnTo>
                  <a:pt x="1831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2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4" y="1111"/>
                </a:lnTo>
                <a:lnTo>
                  <a:pt x="1813" y="1110"/>
                </a:lnTo>
                <a:lnTo>
                  <a:pt x="1812" y="1110"/>
                </a:lnTo>
                <a:lnTo>
                  <a:pt x="1811" y="1110"/>
                </a:lnTo>
                <a:lnTo>
                  <a:pt x="1811" y="1111"/>
                </a:lnTo>
                <a:lnTo>
                  <a:pt x="1810" y="1111"/>
                </a:lnTo>
                <a:lnTo>
                  <a:pt x="1809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3" y="1112"/>
                </a:lnTo>
                <a:lnTo>
                  <a:pt x="1801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2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7"/>
                </a:lnTo>
                <a:lnTo>
                  <a:pt x="1781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8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7" y="1125"/>
                </a:lnTo>
                <a:lnTo>
                  <a:pt x="1777" y="1126"/>
                </a:lnTo>
                <a:lnTo>
                  <a:pt x="1778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0"/>
                </a:lnTo>
                <a:lnTo>
                  <a:pt x="1779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80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70" y="1141"/>
                </a:lnTo>
                <a:lnTo>
                  <a:pt x="1770" y="1142"/>
                </a:lnTo>
                <a:lnTo>
                  <a:pt x="1771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6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1"/>
                </a:lnTo>
                <a:lnTo>
                  <a:pt x="1776" y="1152"/>
                </a:lnTo>
                <a:lnTo>
                  <a:pt x="1777" y="1153"/>
                </a:lnTo>
                <a:lnTo>
                  <a:pt x="1777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3" y="1160"/>
                </a:lnTo>
                <a:lnTo>
                  <a:pt x="1772" y="1160"/>
                </a:lnTo>
                <a:lnTo>
                  <a:pt x="1768" y="1162"/>
                </a:lnTo>
                <a:lnTo>
                  <a:pt x="1766" y="1161"/>
                </a:lnTo>
                <a:lnTo>
                  <a:pt x="1767" y="1160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1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4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3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5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9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7" y="1159"/>
                </a:lnTo>
                <a:lnTo>
                  <a:pt x="1726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20" y="1165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4" y="1173"/>
                </a:lnTo>
                <a:lnTo>
                  <a:pt x="1713" y="1173"/>
                </a:lnTo>
                <a:lnTo>
                  <a:pt x="1713" y="1172"/>
                </a:lnTo>
                <a:lnTo>
                  <a:pt x="1712" y="1172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3"/>
                </a:lnTo>
                <a:lnTo>
                  <a:pt x="1709" y="1173"/>
                </a:lnTo>
                <a:lnTo>
                  <a:pt x="1708" y="1173"/>
                </a:lnTo>
                <a:lnTo>
                  <a:pt x="1707" y="1174"/>
                </a:lnTo>
                <a:lnTo>
                  <a:pt x="1706" y="1175"/>
                </a:lnTo>
                <a:lnTo>
                  <a:pt x="1706" y="1177"/>
                </a:lnTo>
                <a:lnTo>
                  <a:pt x="1707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1"/>
                </a:lnTo>
                <a:lnTo>
                  <a:pt x="1706" y="1182"/>
                </a:lnTo>
                <a:lnTo>
                  <a:pt x="1704" y="1182"/>
                </a:lnTo>
                <a:lnTo>
                  <a:pt x="1700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8" y="1180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7" y="1177"/>
                </a:lnTo>
                <a:lnTo>
                  <a:pt x="1696" y="1176"/>
                </a:lnTo>
                <a:lnTo>
                  <a:pt x="1695" y="1174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90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5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3" y="1178"/>
                </a:lnTo>
                <a:lnTo>
                  <a:pt x="1662" y="1178"/>
                </a:lnTo>
                <a:lnTo>
                  <a:pt x="1662" y="1179"/>
                </a:lnTo>
                <a:lnTo>
                  <a:pt x="1660" y="1180"/>
                </a:lnTo>
                <a:lnTo>
                  <a:pt x="1659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2"/>
                </a:lnTo>
                <a:lnTo>
                  <a:pt x="1655" y="1183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3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9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41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0" y="1199"/>
                </a:lnTo>
                <a:lnTo>
                  <a:pt x="1631" y="1200"/>
                </a:lnTo>
                <a:lnTo>
                  <a:pt x="1631" y="1201"/>
                </a:lnTo>
                <a:lnTo>
                  <a:pt x="1630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6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199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6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8" y="1199"/>
                </a:lnTo>
                <a:lnTo>
                  <a:pt x="1597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8"/>
                </a:lnTo>
                <a:lnTo>
                  <a:pt x="1598" y="1186"/>
                </a:lnTo>
                <a:lnTo>
                  <a:pt x="1598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8"/>
                </a:lnTo>
                <a:lnTo>
                  <a:pt x="1596" y="1179"/>
                </a:lnTo>
                <a:lnTo>
                  <a:pt x="1597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1" y="1166"/>
                </a:lnTo>
                <a:lnTo>
                  <a:pt x="1601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9" y="1159"/>
                </a:lnTo>
                <a:lnTo>
                  <a:pt x="1598" y="1159"/>
                </a:lnTo>
                <a:lnTo>
                  <a:pt x="1598" y="1158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6" y="1157"/>
                </a:lnTo>
                <a:lnTo>
                  <a:pt x="1597" y="1156"/>
                </a:lnTo>
                <a:lnTo>
                  <a:pt x="1596" y="1156"/>
                </a:lnTo>
                <a:lnTo>
                  <a:pt x="1595" y="1155"/>
                </a:lnTo>
                <a:lnTo>
                  <a:pt x="1595" y="1154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3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8" y="1144"/>
                </a:lnTo>
                <a:lnTo>
                  <a:pt x="1588" y="1145"/>
                </a:lnTo>
                <a:lnTo>
                  <a:pt x="1588" y="1146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8" y="1148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8"/>
                </a:lnTo>
                <a:lnTo>
                  <a:pt x="1573" y="1147"/>
                </a:lnTo>
                <a:lnTo>
                  <a:pt x="1572" y="1146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7" y="1147"/>
                </a:lnTo>
                <a:lnTo>
                  <a:pt x="1566" y="1147"/>
                </a:lnTo>
                <a:lnTo>
                  <a:pt x="1563" y="1147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9" y="1157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0"/>
                </a:lnTo>
                <a:lnTo>
                  <a:pt x="1563" y="1161"/>
                </a:lnTo>
                <a:lnTo>
                  <a:pt x="1563" y="1162"/>
                </a:lnTo>
                <a:lnTo>
                  <a:pt x="1562" y="1162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4"/>
                </a:lnTo>
                <a:lnTo>
                  <a:pt x="1558" y="1164"/>
                </a:lnTo>
                <a:lnTo>
                  <a:pt x="1556" y="1165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50" y="1165"/>
                </a:lnTo>
                <a:lnTo>
                  <a:pt x="1549" y="1165"/>
                </a:lnTo>
                <a:lnTo>
                  <a:pt x="1549" y="1164"/>
                </a:lnTo>
                <a:lnTo>
                  <a:pt x="1548" y="1164"/>
                </a:lnTo>
                <a:lnTo>
                  <a:pt x="1548" y="1165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0"/>
                </a:lnTo>
                <a:lnTo>
                  <a:pt x="1544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40" y="1176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6" y="1180"/>
                </a:lnTo>
                <a:lnTo>
                  <a:pt x="1535" y="1180"/>
                </a:lnTo>
                <a:lnTo>
                  <a:pt x="1535" y="1181"/>
                </a:lnTo>
                <a:lnTo>
                  <a:pt x="1534" y="1182"/>
                </a:lnTo>
                <a:lnTo>
                  <a:pt x="1535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6"/>
                </a:lnTo>
                <a:lnTo>
                  <a:pt x="1537" y="1188"/>
                </a:lnTo>
                <a:lnTo>
                  <a:pt x="1538" y="1189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6" y="1192"/>
                </a:lnTo>
                <a:lnTo>
                  <a:pt x="1537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8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7" y="1203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2" y="1208"/>
                </a:lnTo>
                <a:lnTo>
                  <a:pt x="1531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7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10" y="1227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9" y="1231"/>
                </a:lnTo>
                <a:lnTo>
                  <a:pt x="1509" y="1232"/>
                </a:lnTo>
                <a:lnTo>
                  <a:pt x="1510" y="1232"/>
                </a:lnTo>
                <a:lnTo>
                  <a:pt x="1511" y="1232"/>
                </a:lnTo>
                <a:lnTo>
                  <a:pt x="1511" y="1231"/>
                </a:lnTo>
                <a:lnTo>
                  <a:pt x="1511" y="1232"/>
                </a:lnTo>
                <a:lnTo>
                  <a:pt x="1512" y="1232"/>
                </a:lnTo>
                <a:lnTo>
                  <a:pt x="1513" y="1232"/>
                </a:lnTo>
                <a:lnTo>
                  <a:pt x="1513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4"/>
                </a:lnTo>
                <a:lnTo>
                  <a:pt x="1516" y="1234"/>
                </a:lnTo>
                <a:lnTo>
                  <a:pt x="1516" y="1235"/>
                </a:lnTo>
                <a:lnTo>
                  <a:pt x="1517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8"/>
                </a:lnTo>
                <a:lnTo>
                  <a:pt x="1518" y="1239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3"/>
                </a:lnTo>
                <a:lnTo>
                  <a:pt x="1511" y="1244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1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3" y="1254"/>
                </a:lnTo>
                <a:lnTo>
                  <a:pt x="1504" y="1254"/>
                </a:lnTo>
                <a:lnTo>
                  <a:pt x="1505" y="1254"/>
                </a:lnTo>
                <a:lnTo>
                  <a:pt x="1505" y="1255"/>
                </a:lnTo>
                <a:lnTo>
                  <a:pt x="1506" y="1256"/>
                </a:lnTo>
                <a:lnTo>
                  <a:pt x="1507" y="1257"/>
                </a:lnTo>
                <a:lnTo>
                  <a:pt x="1508" y="1257"/>
                </a:lnTo>
                <a:lnTo>
                  <a:pt x="1509" y="1258"/>
                </a:lnTo>
                <a:lnTo>
                  <a:pt x="1509" y="1259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3" y="1261"/>
                </a:lnTo>
                <a:lnTo>
                  <a:pt x="1513" y="1262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5" y="1263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7"/>
                </a:lnTo>
                <a:lnTo>
                  <a:pt x="1517" y="1268"/>
                </a:lnTo>
                <a:lnTo>
                  <a:pt x="1518" y="1268"/>
                </a:lnTo>
                <a:lnTo>
                  <a:pt x="1521" y="1268"/>
                </a:lnTo>
                <a:lnTo>
                  <a:pt x="1521" y="1269"/>
                </a:lnTo>
                <a:lnTo>
                  <a:pt x="1522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1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9" y="1288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2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2" y="1298"/>
                </a:lnTo>
                <a:lnTo>
                  <a:pt x="1523" y="1298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1" y="1302"/>
                </a:lnTo>
                <a:lnTo>
                  <a:pt x="1522" y="1303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20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5" y="1310"/>
                </a:lnTo>
                <a:lnTo>
                  <a:pt x="1514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8" y="1315"/>
                </a:lnTo>
                <a:lnTo>
                  <a:pt x="1508" y="1316"/>
                </a:lnTo>
                <a:lnTo>
                  <a:pt x="1507" y="1316"/>
                </a:lnTo>
                <a:lnTo>
                  <a:pt x="1506" y="1318"/>
                </a:lnTo>
                <a:lnTo>
                  <a:pt x="1505" y="1318"/>
                </a:lnTo>
                <a:lnTo>
                  <a:pt x="1504" y="1317"/>
                </a:lnTo>
                <a:lnTo>
                  <a:pt x="1504" y="1316"/>
                </a:lnTo>
                <a:lnTo>
                  <a:pt x="1503" y="1315"/>
                </a:lnTo>
                <a:lnTo>
                  <a:pt x="1502" y="1315"/>
                </a:lnTo>
                <a:lnTo>
                  <a:pt x="1502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500" y="1312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8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7" y="1328"/>
                </a:lnTo>
                <a:lnTo>
                  <a:pt x="1477" y="1329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2" y="1332"/>
                </a:lnTo>
                <a:lnTo>
                  <a:pt x="1460" y="1332"/>
                </a:lnTo>
                <a:lnTo>
                  <a:pt x="1459" y="1332"/>
                </a:lnTo>
                <a:lnTo>
                  <a:pt x="1459" y="1331"/>
                </a:lnTo>
                <a:lnTo>
                  <a:pt x="1457" y="1331"/>
                </a:lnTo>
                <a:lnTo>
                  <a:pt x="1457" y="1332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3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5" y="1326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3"/>
                </a:lnTo>
                <a:lnTo>
                  <a:pt x="1411" y="1344"/>
                </a:lnTo>
                <a:lnTo>
                  <a:pt x="1410" y="1344"/>
                </a:lnTo>
                <a:lnTo>
                  <a:pt x="1409" y="1345"/>
                </a:lnTo>
                <a:lnTo>
                  <a:pt x="1408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9" y="1344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4" y="1340"/>
                </a:lnTo>
                <a:lnTo>
                  <a:pt x="1393" y="1340"/>
                </a:lnTo>
                <a:lnTo>
                  <a:pt x="1393" y="1339"/>
                </a:lnTo>
                <a:lnTo>
                  <a:pt x="1392" y="1339"/>
                </a:lnTo>
                <a:lnTo>
                  <a:pt x="1391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4" y="1334"/>
                </a:lnTo>
                <a:lnTo>
                  <a:pt x="1373" y="1335"/>
                </a:lnTo>
                <a:lnTo>
                  <a:pt x="1371" y="1336"/>
                </a:lnTo>
                <a:lnTo>
                  <a:pt x="1369" y="1338"/>
                </a:lnTo>
                <a:lnTo>
                  <a:pt x="1368" y="1338"/>
                </a:lnTo>
                <a:lnTo>
                  <a:pt x="1367" y="1338"/>
                </a:lnTo>
                <a:lnTo>
                  <a:pt x="1366" y="1338"/>
                </a:lnTo>
                <a:lnTo>
                  <a:pt x="1366" y="1337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5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3" y="1356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79"/>
                </a:lnTo>
                <a:lnTo>
                  <a:pt x="1338" y="1380"/>
                </a:lnTo>
                <a:lnTo>
                  <a:pt x="1337" y="1382"/>
                </a:lnTo>
                <a:lnTo>
                  <a:pt x="1335" y="1383"/>
                </a:lnTo>
                <a:lnTo>
                  <a:pt x="1334" y="1385"/>
                </a:lnTo>
                <a:lnTo>
                  <a:pt x="1334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4" y="1393"/>
                </a:lnTo>
                <a:lnTo>
                  <a:pt x="1333" y="1395"/>
                </a:lnTo>
                <a:lnTo>
                  <a:pt x="1332" y="1396"/>
                </a:lnTo>
                <a:lnTo>
                  <a:pt x="1330" y="1398"/>
                </a:lnTo>
                <a:lnTo>
                  <a:pt x="1330" y="1399"/>
                </a:lnTo>
                <a:lnTo>
                  <a:pt x="1331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3" y="1403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1" y="1403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8"/>
                </a:lnTo>
                <a:lnTo>
                  <a:pt x="1291" y="1398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7" y="1403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6" y="1405"/>
                </a:lnTo>
                <a:lnTo>
                  <a:pt x="1286" y="1406"/>
                </a:lnTo>
                <a:lnTo>
                  <a:pt x="1285" y="1408"/>
                </a:lnTo>
                <a:lnTo>
                  <a:pt x="1285" y="1409"/>
                </a:lnTo>
                <a:lnTo>
                  <a:pt x="1285" y="1410"/>
                </a:lnTo>
                <a:lnTo>
                  <a:pt x="1284" y="1410"/>
                </a:lnTo>
                <a:lnTo>
                  <a:pt x="1284" y="1411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9" y="1422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4"/>
                </a:lnTo>
                <a:lnTo>
                  <a:pt x="1272" y="1423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2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8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4" y="1427"/>
                </a:lnTo>
                <a:lnTo>
                  <a:pt x="1255" y="1425"/>
                </a:lnTo>
                <a:lnTo>
                  <a:pt x="1255" y="1424"/>
                </a:lnTo>
                <a:lnTo>
                  <a:pt x="1254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2"/>
                </a:lnTo>
                <a:lnTo>
                  <a:pt x="1252" y="1421"/>
                </a:lnTo>
                <a:lnTo>
                  <a:pt x="1252" y="1420"/>
                </a:lnTo>
                <a:lnTo>
                  <a:pt x="1253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5"/>
                </a:lnTo>
                <a:lnTo>
                  <a:pt x="1257" y="1414"/>
                </a:lnTo>
                <a:lnTo>
                  <a:pt x="1259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6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1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6" y="1411"/>
                </a:lnTo>
                <a:lnTo>
                  <a:pt x="1245" y="1412"/>
                </a:lnTo>
                <a:lnTo>
                  <a:pt x="1243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6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1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8" y="1424"/>
                </a:lnTo>
                <a:lnTo>
                  <a:pt x="1228" y="1425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10" y="1437"/>
                </a:lnTo>
                <a:lnTo>
                  <a:pt x="1209" y="1436"/>
                </a:lnTo>
                <a:lnTo>
                  <a:pt x="1208" y="1434"/>
                </a:lnTo>
                <a:lnTo>
                  <a:pt x="1207" y="1434"/>
                </a:lnTo>
                <a:lnTo>
                  <a:pt x="1208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9" y="1428"/>
                </a:lnTo>
                <a:lnTo>
                  <a:pt x="1198" y="1428"/>
                </a:lnTo>
                <a:lnTo>
                  <a:pt x="1197" y="1427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9"/>
                </a:lnTo>
                <a:lnTo>
                  <a:pt x="1194" y="1430"/>
                </a:lnTo>
                <a:lnTo>
                  <a:pt x="1194" y="1431"/>
                </a:lnTo>
                <a:lnTo>
                  <a:pt x="1195" y="1431"/>
                </a:lnTo>
                <a:lnTo>
                  <a:pt x="1195" y="1432"/>
                </a:lnTo>
                <a:lnTo>
                  <a:pt x="1193" y="1433"/>
                </a:lnTo>
                <a:lnTo>
                  <a:pt x="1192" y="1434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9" y="1432"/>
                </a:lnTo>
                <a:lnTo>
                  <a:pt x="1188" y="1432"/>
                </a:lnTo>
                <a:lnTo>
                  <a:pt x="1187" y="1431"/>
                </a:lnTo>
                <a:lnTo>
                  <a:pt x="1186" y="1431"/>
                </a:lnTo>
                <a:lnTo>
                  <a:pt x="1185" y="1430"/>
                </a:lnTo>
                <a:lnTo>
                  <a:pt x="1185" y="1429"/>
                </a:lnTo>
                <a:lnTo>
                  <a:pt x="1184" y="1429"/>
                </a:lnTo>
                <a:lnTo>
                  <a:pt x="1183" y="1428"/>
                </a:lnTo>
                <a:lnTo>
                  <a:pt x="1183" y="1427"/>
                </a:lnTo>
                <a:lnTo>
                  <a:pt x="1182" y="1426"/>
                </a:lnTo>
                <a:lnTo>
                  <a:pt x="1181" y="1425"/>
                </a:lnTo>
                <a:lnTo>
                  <a:pt x="1180" y="1425"/>
                </a:lnTo>
                <a:lnTo>
                  <a:pt x="1181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3"/>
                </a:lnTo>
                <a:lnTo>
                  <a:pt x="1178" y="1422"/>
                </a:lnTo>
                <a:lnTo>
                  <a:pt x="1177" y="1422"/>
                </a:lnTo>
                <a:lnTo>
                  <a:pt x="1176" y="1421"/>
                </a:lnTo>
                <a:lnTo>
                  <a:pt x="1174" y="1421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0"/>
                </a:lnTo>
                <a:lnTo>
                  <a:pt x="1168" y="1423"/>
                </a:lnTo>
                <a:lnTo>
                  <a:pt x="1168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1" y="1426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3" y="1430"/>
                </a:lnTo>
                <a:lnTo>
                  <a:pt x="1173" y="1432"/>
                </a:lnTo>
                <a:lnTo>
                  <a:pt x="1174" y="1432"/>
                </a:lnTo>
                <a:lnTo>
                  <a:pt x="1174" y="1433"/>
                </a:lnTo>
                <a:lnTo>
                  <a:pt x="1175" y="1435"/>
                </a:lnTo>
                <a:lnTo>
                  <a:pt x="1175" y="1436"/>
                </a:lnTo>
                <a:lnTo>
                  <a:pt x="1175" y="1437"/>
                </a:lnTo>
                <a:lnTo>
                  <a:pt x="1176" y="1437"/>
                </a:lnTo>
                <a:lnTo>
                  <a:pt x="1175" y="1437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2" y="1443"/>
                </a:lnTo>
                <a:lnTo>
                  <a:pt x="1161" y="1444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3"/>
                </a:lnTo>
                <a:lnTo>
                  <a:pt x="1151" y="1443"/>
                </a:lnTo>
                <a:lnTo>
                  <a:pt x="1151" y="1442"/>
                </a:lnTo>
                <a:lnTo>
                  <a:pt x="1151" y="1441"/>
                </a:lnTo>
                <a:lnTo>
                  <a:pt x="1150" y="1440"/>
                </a:lnTo>
                <a:lnTo>
                  <a:pt x="1148" y="1438"/>
                </a:lnTo>
                <a:lnTo>
                  <a:pt x="1147" y="1438"/>
                </a:lnTo>
                <a:lnTo>
                  <a:pt x="1147" y="1439"/>
                </a:lnTo>
                <a:lnTo>
                  <a:pt x="1146" y="1439"/>
                </a:lnTo>
                <a:lnTo>
                  <a:pt x="1145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2"/>
                </a:lnTo>
                <a:lnTo>
                  <a:pt x="1147" y="1443"/>
                </a:lnTo>
                <a:lnTo>
                  <a:pt x="1149" y="1444"/>
                </a:lnTo>
                <a:lnTo>
                  <a:pt x="1152" y="1446"/>
                </a:lnTo>
                <a:lnTo>
                  <a:pt x="1153" y="1447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47" y="1452"/>
                </a:lnTo>
                <a:lnTo>
                  <a:pt x="1148" y="1452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2" y="1464"/>
                </a:lnTo>
                <a:lnTo>
                  <a:pt x="1129" y="1464"/>
                </a:lnTo>
                <a:lnTo>
                  <a:pt x="1129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6"/>
                </a:lnTo>
                <a:lnTo>
                  <a:pt x="1125" y="1478"/>
                </a:lnTo>
                <a:lnTo>
                  <a:pt x="1124" y="1478"/>
                </a:lnTo>
                <a:lnTo>
                  <a:pt x="1123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6"/>
                </a:lnTo>
                <a:lnTo>
                  <a:pt x="1107" y="1488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2"/>
                </a:lnTo>
                <a:lnTo>
                  <a:pt x="1103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5" y="1500"/>
                </a:lnTo>
                <a:lnTo>
                  <a:pt x="1096" y="1500"/>
                </a:lnTo>
                <a:lnTo>
                  <a:pt x="1096" y="1501"/>
                </a:lnTo>
                <a:lnTo>
                  <a:pt x="1096" y="1503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3" y="1516"/>
                </a:lnTo>
                <a:lnTo>
                  <a:pt x="1080" y="1518"/>
                </a:lnTo>
                <a:lnTo>
                  <a:pt x="1078" y="1520"/>
                </a:lnTo>
                <a:lnTo>
                  <a:pt x="1078" y="1521"/>
                </a:lnTo>
                <a:lnTo>
                  <a:pt x="1077" y="1521"/>
                </a:lnTo>
                <a:lnTo>
                  <a:pt x="1077" y="1522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4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7" y="1602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9" y="1589"/>
                </a:lnTo>
                <a:lnTo>
                  <a:pt x="967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8"/>
                </a:lnTo>
                <a:lnTo>
                  <a:pt x="962" y="1587"/>
                </a:lnTo>
                <a:lnTo>
                  <a:pt x="961" y="1587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1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5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7"/>
                </a:lnTo>
                <a:lnTo>
                  <a:pt x="888" y="1557"/>
                </a:lnTo>
                <a:lnTo>
                  <a:pt x="888" y="1558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1"/>
                </a:lnTo>
                <a:lnTo>
                  <a:pt x="862" y="1550"/>
                </a:lnTo>
                <a:lnTo>
                  <a:pt x="860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8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69" y="1483"/>
                </a:lnTo>
                <a:lnTo>
                  <a:pt x="881" y="1472"/>
                </a:lnTo>
                <a:lnTo>
                  <a:pt x="882" y="1464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4"/>
                </a:lnTo>
                <a:lnTo>
                  <a:pt x="868" y="1443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6" y="1441"/>
                </a:lnTo>
                <a:lnTo>
                  <a:pt x="866" y="1440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7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6" y="1432"/>
                </a:lnTo>
                <a:lnTo>
                  <a:pt x="867" y="1431"/>
                </a:lnTo>
                <a:lnTo>
                  <a:pt x="866" y="1429"/>
                </a:lnTo>
                <a:lnTo>
                  <a:pt x="865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1" y="1427"/>
                </a:lnTo>
                <a:lnTo>
                  <a:pt x="858" y="1428"/>
                </a:lnTo>
                <a:lnTo>
                  <a:pt x="857" y="1429"/>
                </a:lnTo>
                <a:lnTo>
                  <a:pt x="856" y="1430"/>
                </a:lnTo>
                <a:lnTo>
                  <a:pt x="855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1" y="1429"/>
                </a:lnTo>
                <a:lnTo>
                  <a:pt x="849" y="1428"/>
                </a:lnTo>
                <a:lnTo>
                  <a:pt x="847" y="1431"/>
                </a:lnTo>
                <a:lnTo>
                  <a:pt x="845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39" y="1438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6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8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9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4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2" y="1451"/>
                </a:lnTo>
                <a:lnTo>
                  <a:pt x="811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0"/>
                </a:lnTo>
                <a:lnTo>
                  <a:pt x="808" y="1451"/>
                </a:lnTo>
                <a:lnTo>
                  <a:pt x="807" y="1452"/>
                </a:lnTo>
                <a:lnTo>
                  <a:pt x="806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4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2" y="1461"/>
                </a:lnTo>
                <a:lnTo>
                  <a:pt x="803" y="1462"/>
                </a:lnTo>
                <a:lnTo>
                  <a:pt x="802" y="1462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0" y="1468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5" y="1474"/>
                </a:lnTo>
                <a:lnTo>
                  <a:pt x="794" y="1474"/>
                </a:lnTo>
                <a:lnTo>
                  <a:pt x="794" y="1475"/>
                </a:lnTo>
                <a:lnTo>
                  <a:pt x="792" y="1476"/>
                </a:lnTo>
                <a:lnTo>
                  <a:pt x="792" y="1477"/>
                </a:lnTo>
                <a:lnTo>
                  <a:pt x="793" y="1479"/>
                </a:lnTo>
                <a:lnTo>
                  <a:pt x="794" y="1479"/>
                </a:lnTo>
                <a:lnTo>
                  <a:pt x="795" y="1479"/>
                </a:lnTo>
                <a:lnTo>
                  <a:pt x="795" y="1480"/>
                </a:lnTo>
                <a:lnTo>
                  <a:pt x="794" y="1481"/>
                </a:lnTo>
                <a:lnTo>
                  <a:pt x="793" y="1482"/>
                </a:lnTo>
                <a:lnTo>
                  <a:pt x="790" y="1484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6" y="1494"/>
                </a:lnTo>
                <a:lnTo>
                  <a:pt x="785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4" y="1499"/>
                </a:lnTo>
                <a:lnTo>
                  <a:pt x="784" y="1500"/>
                </a:lnTo>
                <a:lnTo>
                  <a:pt x="783" y="1500"/>
                </a:lnTo>
                <a:lnTo>
                  <a:pt x="783" y="1501"/>
                </a:lnTo>
                <a:lnTo>
                  <a:pt x="784" y="1501"/>
                </a:lnTo>
                <a:lnTo>
                  <a:pt x="783" y="1501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79" y="1528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0" y="1536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3"/>
                </a:lnTo>
                <a:lnTo>
                  <a:pt x="777" y="1564"/>
                </a:lnTo>
                <a:lnTo>
                  <a:pt x="777" y="1565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0" y="1570"/>
                </a:lnTo>
                <a:lnTo>
                  <a:pt x="780" y="1571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5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8" y="1599"/>
                </a:lnTo>
                <a:lnTo>
                  <a:pt x="734" y="1600"/>
                </a:lnTo>
                <a:lnTo>
                  <a:pt x="729" y="1602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9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3"/>
                </a:lnTo>
                <a:lnTo>
                  <a:pt x="698" y="1613"/>
                </a:lnTo>
                <a:lnTo>
                  <a:pt x="696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7" y="1617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7"/>
                </a:lnTo>
                <a:lnTo>
                  <a:pt x="641" y="1628"/>
                </a:lnTo>
                <a:lnTo>
                  <a:pt x="636" y="1630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10"/>
                </a:lnTo>
                <a:lnTo>
                  <a:pt x="601" y="1606"/>
                </a:lnTo>
                <a:lnTo>
                  <a:pt x="598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7"/>
                </a:lnTo>
                <a:lnTo>
                  <a:pt x="607" y="1495"/>
                </a:lnTo>
                <a:lnTo>
                  <a:pt x="607" y="1494"/>
                </a:lnTo>
                <a:lnTo>
                  <a:pt x="608" y="1494"/>
                </a:lnTo>
                <a:lnTo>
                  <a:pt x="609" y="1492"/>
                </a:lnTo>
                <a:lnTo>
                  <a:pt x="615" y="1482"/>
                </a:lnTo>
                <a:lnTo>
                  <a:pt x="618" y="1477"/>
                </a:lnTo>
                <a:lnTo>
                  <a:pt x="630" y="1472"/>
                </a:lnTo>
                <a:lnTo>
                  <a:pt x="633" y="1467"/>
                </a:lnTo>
                <a:lnTo>
                  <a:pt x="632" y="1466"/>
                </a:lnTo>
                <a:lnTo>
                  <a:pt x="632" y="1461"/>
                </a:lnTo>
                <a:lnTo>
                  <a:pt x="632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0" y="1432"/>
                </a:lnTo>
                <a:lnTo>
                  <a:pt x="623" y="1423"/>
                </a:lnTo>
                <a:lnTo>
                  <a:pt x="615" y="1421"/>
                </a:lnTo>
                <a:lnTo>
                  <a:pt x="610" y="1419"/>
                </a:lnTo>
                <a:lnTo>
                  <a:pt x="601" y="1419"/>
                </a:lnTo>
                <a:lnTo>
                  <a:pt x="568" y="1429"/>
                </a:lnTo>
                <a:lnTo>
                  <a:pt x="557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8" y="1439"/>
                </a:lnTo>
                <a:lnTo>
                  <a:pt x="545" y="1442"/>
                </a:lnTo>
                <a:lnTo>
                  <a:pt x="540" y="1445"/>
                </a:lnTo>
                <a:lnTo>
                  <a:pt x="537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89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6" y="1442"/>
                </a:lnTo>
                <a:lnTo>
                  <a:pt x="460" y="1446"/>
                </a:lnTo>
                <a:lnTo>
                  <a:pt x="435" y="1453"/>
                </a:lnTo>
                <a:lnTo>
                  <a:pt x="421" y="1456"/>
                </a:lnTo>
                <a:lnTo>
                  <a:pt x="419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1" y="1477"/>
                </a:lnTo>
                <a:lnTo>
                  <a:pt x="435" y="1482"/>
                </a:lnTo>
                <a:lnTo>
                  <a:pt x="429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0"/>
                </a:lnTo>
                <a:lnTo>
                  <a:pt x="414" y="1501"/>
                </a:lnTo>
                <a:lnTo>
                  <a:pt x="413" y="1500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2" y="1499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399" y="1503"/>
                </a:lnTo>
                <a:lnTo>
                  <a:pt x="398" y="1500"/>
                </a:lnTo>
                <a:lnTo>
                  <a:pt x="396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89"/>
                </a:lnTo>
                <a:lnTo>
                  <a:pt x="379" y="1490"/>
                </a:lnTo>
                <a:lnTo>
                  <a:pt x="378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2" y="1488"/>
                </a:lnTo>
                <a:lnTo>
                  <a:pt x="372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5" y="1484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6" y="1480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4" y="1474"/>
                </a:lnTo>
                <a:lnTo>
                  <a:pt x="362" y="1471"/>
                </a:lnTo>
                <a:lnTo>
                  <a:pt x="363" y="1469"/>
                </a:lnTo>
                <a:lnTo>
                  <a:pt x="364" y="1467"/>
                </a:lnTo>
                <a:lnTo>
                  <a:pt x="364" y="1466"/>
                </a:lnTo>
                <a:lnTo>
                  <a:pt x="365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8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6"/>
                </a:lnTo>
                <a:lnTo>
                  <a:pt x="341" y="1465"/>
                </a:lnTo>
                <a:lnTo>
                  <a:pt x="338" y="1464"/>
                </a:lnTo>
                <a:lnTo>
                  <a:pt x="336" y="1463"/>
                </a:lnTo>
                <a:lnTo>
                  <a:pt x="334" y="1466"/>
                </a:lnTo>
                <a:lnTo>
                  <a:pt x="334" y="1467"/>
                </a:lnTo>
                <a:lnTo>
                  <a:pt x="333" y="1466"/>
                </a:lnTo>
                <a:lnTo>
                  <a:pt x="332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29" y="1463"/>
                </a:lnTo>
                <a:lnTo>
                  <a:pt x="329" y="1462"/>
                </a:lnTo>
                <a:lnTo>
                  <a:pt x="329" y="1460"/>
                </a:lnTo>
                <a:lnTo>
                  <a:pt x="329" y="1459"/>
                </a:lnTo>
                <a:lnTo>
                  <a:pt x="329" y="1458"/>
                </a:lnTo>
                <a:lnTo>
                  <a:pt x="332" y="1455"/>
                </a:lnTo>
                <a:lnTo>
                  <a:pt x="333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6"/>
                </a:lnTo>
                <a:lnTo>
                  <a:pt x="330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29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20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5"/>
                </a:lnTo>
                <a:lnTo>
                  <a:pt x="302" y="1425"/>
                </a:lnTo>
                <a:lnTo>
                  <a:pt x="299" y="1425"/>
                </a:lnTo>
                <a:lnTo>
                  <a:pt x="299" y="1417"/>
                </a:lnTo>
                <a:lnTo>
                  <a:pt x="294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4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5"/>
                </a:lnTo>
                <a:lnTo>
                  <a:pt x="224" y="1375"/>
                </a:lnTo>
                <a:lnTo>
                  <a:pt x="223" y="1375"/>
                </a:lnTo>
                <a:lnTo>
                  <a:pt x="205" y="1377"/>
                </a:lnTo>
                <a:lnTo>
                  <a:pt x="205" y="1376"/>
                </a:lnTo>
                <a:lnTo>
                  <a:pt x="204" y="1376"/>
                </a:lnTo>
                <a:lnTo>
                  <a:pt x="204" y="1375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0" y="1371"/>
                </a:lnTo>
                <a:lnTo>
                  <a:pt x="221" y="1371"/>
                </a:lnTo>
                <a:lnTo>
                  <a:pt x="222" y="1370"/>
                </a:lnTo>
                <a:lnTo>
                  <a:pt x="224" y="1369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7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29" y="1366"/>
                </a:lnTo>
                <a:lnTo>
                  <a:pt x="230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0" y="1362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4" y="1360"/>
                </a:lnTo>
                <a:lnTo>
                  <a:pt x="245" y="1360"/>
                </a:lnTo>
                <a:lnTo>
                  <a:pt x="246" y="1359"/>
                </a:lnTo>
                <a:lnTo>
                  <a:pt x="247" y="1358"/>
                </a:lnTo>
                <a:lnTo>
                  <a:pt x="248" y="1358"/>
                </a:lnTo>
                <a:lnTo>
                  <a:pt x="248" y="1357"/>
                </a:lnTo>
                <a:lnTo>
                  <a:pt x="248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49" y="1352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0" y="1349"/>
                </a:lnTo>
                <a:lnTo>
                  <a:pt x="251" y="1348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6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5" y="1343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1"/>
                </a:lnTo>
                <a:lnTo>
                  <a:pt x="261" y="1340"/>
                </a:lnTo>
                <a:lnTo>
                  <a:pt x="262" y="1340"/>
                </a:lnTo>
                <a:lnTo>
                  <a:pt x="263" y="1339"/>
                </a:lnTo>
                <a:lnTo>
                  <a:pt x="265" y="1338"/>
                </a:lnTo>
                <a:lnTo>
                  <a:pt x="266" y="1337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8" y="1280"/>
                </a:lnTo>
                <a:lnTo>
                  <a:pt x="267" y="1278"/>
                </a:lnTo>
                <a:lnTo>
                  <a:pt x="264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3" y="1271"/>
                </a:lnTo>
                <a:lnTo>
                  <a:pt x="239" y="1270"/>
                </a:lnTo>
                <a:lnTo>
                  <a:pt x="232" y="1269"/>
                </a:lnTo>
                <a:lnTo>
                  <a:pt x="225" y="1269"/>
                </a:lnTo>
                <a:lnTo>
                  <a:pt x="215" y="1277"/>
                </a:lnTo>
                <a:lnTo>
                  <a:pt x="204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7" y="1276"/>
                </a:lnTo>
                <a:lnTo>
                  <a:pt x="180" y="1276"/>
                </a:lnTo>
                <a:lnTo>
                  <a:pt x="180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5" y="1291"/>
                </a:lnTo>
                <a:lnTo>
                  <a:pt x="175" y="1292"/>
                </a:lnTo>
                <a:lnTo>
                  <a:pt x="175" y="1293"/>
                </a:lnTo>
                <a:lnTo>
                  <a:pt x="174" y="1294"/>
                </a:lnTo>
                <a:lnTo>
                  <a:pt x="174" y="1295"/>
                </a:lnTo>
                <a:lnTo>
                  <a:pt x="173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3" y="1284"/>
                </a:lnTo>
                <a:lnTo>
                  <a:pt x="161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7"/>
                </a:lnTo>
                <a:lnTo>
                  <a:pt x="154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49" y="1290"/>
                </a:lnTo>
                <a:lnTo>
                  <a:pt x="147" y="1291"/>
                </a:lnTo>
                <a:lnTo>
                  <a:pt x="146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5" y="1293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6" y="1298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1"/>
                </a:lnTo>
                <a:lnTo>
                  <a:pt x="147" y="1302"/>
                </a:lnTo>
                <a:lnTo>
                  <a:pt x="146" y="1301"/>
                </a:lnTo>
                <a:lnTo>
                  <a:pt x="145" y="1300"/>
                </a:lnTo>
                <a:lnTo>
                  <a:pt x="143" y="1299"/>
                </a:lnTo>
                <a:lnTo>
                  <a:pt x="142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0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9"/>
                </a:lnTo>
                <a:lnTo>
                  <a:pt x="127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6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1" y="1299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6"/>
                </a:lnTo>
                <a:lnTo>
                  <a:pt x="105" y="1303"/>
                </a:lnTo>
                <a:lnTo>
                  <a:pt x="105" y="1299"/>
                </a:lnTo>
                <a:lnTo>
                  <a:pt x="105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4" y="1275"/>
                </a:lnTo>
                <a:lnTo>
                  <a:pt x="104" y="1271"/>
                </a:lnTo>
                <a:lnTo>
                  <a:pt x="104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0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3" y="1265"/>
                </a:lnTo>
                <a:lnTo>
                  <a:pt x="93" y="1264"/>
                </a:lnTo>
                <a:lnTo>
                  <a:pt x="92" y="1264"/>
                </a:lnTo>
                <a:lnTo>
                  <a:pt x="91" y="1263"/>
                </a:lnTo>
                <a:lnTo>
                  <a:pt x="90" y="1262"/>
                </a:lnTo>
                <a:lnTo>
                  <a:pt x="88" y="1262"/>
                </a:lnTo>
                <a:lnTo>
                  <a:pt x="87" y="1262"/>
                </a:lnTo>
                <a:lnTo>
                  <a:pt x="86" y="1260"/>
                </a:lnTo>
                <a:lnTo>
                  <a:pt x="85" y="1260"/>
                </a:lnTo>
                <a:lnTo>
                  <a:pt x="84" y="1259"/>
                </a:lnTo>
                <a:lnTo>
                  <a:pt x="83" y="1259"/>
                </a:lnTo>
                <a:lnTo>
                  <a:pt x="80" y="1257"/>
                </a:lnTo>
                <a:lnTo>
                  <a:pt x="78" y="1256"/>
                </a:lnTo>
                <a:lnTo>
                  <a:pt x="75" y="1253"/>
                </a:lnTo>
                <a:lnTo>
                  <a:pt x="74" y="1253"/>
                </a:lnTo>
                <a:lnTo>
                  <a:pt x="72" y="1252"/>
                </a:lnTo>
                <a:lnTo>
                  <a:pt x="66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50" y="1227"/>
                </a:lnTo>
                <a:lnTo>
                  <a:pt x="41" y="1217"/>
                </a:lnTo>
                <a:lnTo>
                  <a:pt x="41" y="1216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7" y="1206"/>
                </a:lnTo>
                <a:lnTo>
                  <a:pt x="48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6" y="1198"/>
                </a:lnTo>
                <a:lnTo>
                  <a:pt x="57" y="1198"/>
                </a:lnTo>
                <a:lnTo>
                  <a:pt x="58" y="1197"/>
                </a:lnTo>
                <a:lnTo>
                  <a:pt x="58" y="1196"/>
                </a:lnTo>
                <a:lnTo>
                  <a:pt x="60" y="1195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8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1" y="1156"/>
                </a:lnTo>
                <a:lnTo>
                  <a:pt x="40" y="1155"/>
                </a:lnTo>
                <a:lnTo>
                  <a:pt x="39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6"/>
                </a:lnTo>
                <a:lnTo>
                  <a:pt x="33" y="1142"/>
                </a:lnTo>
                <a:lnTo>
                  <a:pt x="33" y="1141"/>
                </a:lnTo>
                <a:lnTo>
                  <a:pt x="33" y="1140"/>
                </a:lnTo>
                <a:lnTo>
                  <a:pt x="30" y="1136"/>
                </a:lnTo>
                <a:lnTo>
                  <a:pt x="29" y="1134"/>
                </a:lnTo>
                <a:lnTo>
                  <a:pt x="28" y="1133"/>
                </a:lnTo>
                <a:lnTo>
                  <a:pt x="28" y="1132"/>
                </a:lnTo>
                <a:lnTo>
                  <a:pt x="27" y="1129"/>
                </a:lnTo>
                <a:lnTo>
                  <a:pt x="26" y="1129"/>
                </a:lnTo>
                <a:lnTo>
                  <a:pt x="25" y="1127"/>
                </a:lnTo>
                <a:lnTo>
                  <a:pt x="24" y="1125"/>
                </a:lnTo>
                <a:lnTo>
                  <a:pt x="24" y="1124"/>
                </a:lnTo>
                <a:lnTo>
                  <a:pt x="15" y="1108"/>
                </a:lnTo>
                <a:lnTo>
                  <a:pt x="7" y="1093"/>
                </a:lnTo>
                <a:lnTo>
                  <a:pt x="6" y="1091"/>
                </a:lnTo>
                <a:lnTo>
                  <a:pt x="1" y="1081"/>
                </a:lnTo>
                <a:lnTo>
                  <a:pt x="0" y="1078"/>
                </a:lnTo>
                <a:lnTo>
                  <a:pt x="47" y="1085"/>
                </a:lnTo>
                <a:lnTo>
                  <a:pt x="64" y="1088"/>
                </a:lnTo>
                <a:lnTo>
                  <a:pt x="92" y="1093"/>
                </a:lnTo>
                <a:lnTo>
                  <a:pt x="123" y="1094"/>
                </a:lnTo>
                <a:lnTo>
                  <a:pt x="133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0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1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5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8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2" y="1177"/>
                </a:lnTo>
                <a:lnTo>
                  <a:pt x="602" y="1180"/>
                </a:lnTo>
                <a:lnTo>
                  <a:pt x="622" y="1179"/>
                </a:lnTo>
                <a:lnTo>
                  <a:pt x="642" y="1176"/>
                </a:lnTo>
                <a:lnTo>
                  <a:pt x="662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5" y="1185"/>
                </a:lnTo>
                <a:lnTo>
                  <a:pt x="731" y="1185"/>
                </a:lnTo>
                <a:lnTo>
                  <a:pt x="737" y="1182"/>
                </a:lnTo>
                <a:lnTo>
                  <a:pt x="739" y="1180"/>
                </a:lnTo>
                <a:lnTo>
                  <a:pt x="748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2" y="1154"/>
                </a:lnTo>
                <a:lnTo>
                  <a:pt x="828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1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7"/>
                </a:lnTo>
                <a:lnTo>
                  <a:pt x="977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3" y="1114"/>
                </a:lnTo>
                <a:lnTo>
                  <a:pt x="1019" y="1114"/>
                </a:lnTo>
                <a:lnTo>
                  <a:pt x="1024" y="1114"/>
                </a:lnTo>
                <a:lnTo>
                  <a:pt x="1039" y="1117"/>
                </a:lnTo>
                <a:lnTo>
                  <a:pt x="1048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6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10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5" y="1111"/>
                </a:lnTo>
                <a:lnTo>
                  <a:pt x="1128" y="1102"/>
                </a:lnTo>
                <a:lnTo>
                  <a:pt x="1131" y="1101"/>
                </a:lnTo>
                <a:lnTo>
                  <a:pt x="1148" y="1094"/>
                </a:lnTo>
                <a:lnTo>
                  <a:pt x="1154" y="1094"/>
                </a:lnTo>
                <a:lnTo>
                  <a:pt x="1166" y="1094"/>
                </a:lnTo>
                <a:lnTo>
                  <a:pt x="1169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7" y="1084"/>
                </a:lnTo>
                <a:lnTo>
                  <a:pt x="1196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3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6" y="1047"/>
                </a:lnTo>
                <a:lnTo>
                  <a:pt x="1236" y="1036"/>
                </a:lnTo>
                <a:lnTo>
                  <a:pt x="1248" y="1023"/>
                </a:lnTo>
                <a:lnTo>
                  <a:pt x="1252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3" y="1017"/>
                </a:lnTo>
                <a:lnTo>
                  <a:pt x="1270" y="1014"/>
                </a:lnTo>
                <a:lnTo>
                  <a:pt x="1275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1" y="1005"/>
                </a:lnTo>
                <a:lnTo>
                  <a:pt x="1312" y="994"/>
                </a:lnTo>
                <a:lnTo>
                  <a:pt x="1318" y="988"/>
                </a:lnTo>
                <a:lnTo>
                  <a:pt x="1327" y="988"/>
                </a:lnTo>
                <a:lnTo>
                  <a:pt x="1330" y="987"/>
                </a:lnTo>
                <a:lnTo>
                  <a:pt x="1332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3" y="973"/>
                </a:lnTo>
                <a:lnTo>
                  <a:pt x="1325" y="961"/>
                </a:lnTo>
                <a:lnTo>
                  <a:pt x="1317" y="955"/>
                </a:lnTo>
                <a:lnTo>
                  <a:pt x="1317" y="954"/>
                </a:lnTo>
                <a:lnTo>
                  <a:pt x="1314" y="953"/>
                </a:lnTo>
                <a:lnTo>
                  <a:pt x="1311" y="952"/>
                </a:lnTo>
                <a:lnTo>
                  <a:pt x="1308" y="950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7" y="938"/>
                </a:lnTo>
                <a:lnTo>
                  <a:pt x="1296" y="936"/>
                </a:lnTo>
                <a:lnTo>
                  <a:pt x="1295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5" y="922"/>
                </a:lnTo>
                <a:lnTo>
                  <a:pt x="1284" y="918"/>
                </a:lnTo>
                <a:lnTo>
                  <a:pt x="1285" y="915"/>
                </a:lnTo>
                <a:lnTo>
                  <a:pt x="1289" y="905"/>
                </a:lnTo>
                <a:lnTo>
                  <a:pt x="1293" y="903"/>
                </a:lnTo>
                <a:lnTo>
                  <a:pt x="1294" y="898"/>
                </a:lnTo>
                <a:lnTo>
                  <a:pt x="1297" y="897"/>
                </a:lnTo>
                <a:lnTo>
                  <a:pt x="1297" y="896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8"/>
                </a:lnTo>
                <a:lnTo>
                  <a:pt x="1302" y="875"/>
                </a:lnTo>
                <a:lnTo>
                  <a:pt x="1307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6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7" y="843"/>
                </a:lnTo>
                <a:lnTo>
                  <a:pt x="1343" y="843"/>
                </a:lnTo>
                <a:lnTo>
                  <a:pt x="1347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1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8" y="873"/>
                </a:lnTo>
                <a:lnTo>
                  <a:pt x="1452" y="874"/>
                </a:lnTo>
                <a:lnTo>
                  <a:pt x="1472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1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08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1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7" y="857"/>
                </a:lnTo>
                <a:lnTo>
                  <a:pt x="1531" y="853"/>
                </a:lnTo>
                <a:lnTo>
                  <a:pt x="1531" y="852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48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9" y="830"/>
                </a:lnTo>
                <a:lnTo>
                  <a:pt x="1564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3"/>
                </a:lnTo>
                <a:lnTo>
                  <a:pt x="1611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7" y="808"/>
                </a:lnTo>
                <a:lnTo>
                  <a:pt x="1669" y="805"/>
                </a:lnTo>
                <a:lnTo>
                  <a:pt x="1673" y="803"/>
                </a:lnTo>
                <a:lnTo>
                  <a:pt x="1686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700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8" y="783"/>
                </a:lnTo>
                <a:lnTo>
                  <a:pt x="1709" y="782"/>
                </a:lnTo>
                <a:lnTo>
                  <a:pt x="1713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6"/>
                </a:lnTo>
                <a:lnTo>
                  <a:pt x="1718" y="775"/>
                </a:lnTo>
                <a:lnTo>
                  <a:pt x="1721" y="773"/>
                </a:lnTo>
                <a:lnTo>
                  <a:pt x="1723" y="773"/>
                </a:lnTo>
                <a:lnTo>
                  <a:pt x="1722" y="767"/>
                </a:lnTo>
                <a:lnTo>
                  <a:pt x="1723" y="767"/>
                </a:lnTo>
                <a:lnTo>
                  <a:pt x="1721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4" y="750"/>
                </a:lnTo>
                <a:lnTo>
                  <a:pt x="1734" y="737"/>
                </a:lnTo>
                <a:lnTo>
                  <a:pt x="1736" y="736"/>
                </a:lnTo>
                <a:lnTo>
                  <a:pt x="1745" y="727"/>
                </a:lnTo>
                <a:lnTo>
                  <a:pt x="1748" y="724"/>
                </a:lnTo>
                <a:lnTo>
                  <a:pt x="1750" y="720"/>
                </a:lnTo>
                <a:lnTo>
                  <a:pt x="1751" y="719"/>
                </a:lnTo>
                <a:lnTo>
                  <a:pt x="1758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8" y="714"/>
                </a:lnTo>
                <a:lnTo>
                  <a:pt x="1769" y="714"/>
                </a:lnTo>
                <a:lnTo>
                  <a:pt x="1770" y="714"/>
                </a:lnTo>
                <a:lnTo>
                  <a:pt x="1771" y="713"/>
                </a:lnTo>
                <a:lnTo>
                  <a:pt x="1771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20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7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5" y="691"/>
                </a:lnTo>
                <a:lnTo>
                  <a:pt x="1845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50" y="697"/>
                </a:lnTo>
                <a:lnTo>
                  <a:pt x="1852" y="697"/>
                </a:lnTo>
                <a:lnTo>
                  <a:pt x="1854" y="697"/>
                </a:lnTo>
                <a:lnTo>
                  <a:pt x="1856" y="696"/>
                </a:lnTo>
                <a:lnTo>
                  <a:pt x="1856" y="695"/>
                </a:lnTo>
                <a:lnTo>
                  <a:pt x="1857" y="695"/>
                </a:lnTo>
                <a:lnTo>
                  <a:pt x="1860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1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0"/>
                </a:lnTo>
                <a:lnTo>
                  <a:pt x="1897" y="679"/>
                </a:lnTo>
                <a:lnTo>
                  <a:pt x="1898" y="678"/>
                </a:lnTo>
                <a:lnTo>
                  <a:pt x="1899" y="678"/>
                </a:lnTo>
                <a:lnTo>
                  <a:pt x="1902" y="677"/>
                </a:lnTo>
                <a:lnTo>
                  <a:pt x="1905" y="675"/>
                </a:lnTo>
                <a:lnTo>
                  <a:pt x="1914" y="676"/>
                </a:lnTo>
                <a:lnTo>
                  <a:pt x="1917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6" y="676"/>
                </a:lnTo>
                <a:lnTo>
                  <a:pt x="1936" y="677"/>
                </a:lnTo>
                <a:lnTo>
                  <a:pt x="1938" y="679"/>
                </a:lnTo>
                <a:lnTo>
                  <a:pt x="1942" y="679"/>
                </a:lnTo>
                <a:lnTo>
                  <a:pt x="1948" y="680"/>
                </a:lnTo>
                <a:lnTo>
                  <a:pt x="1949" y="680"/>
                </a:lnTo>
                <a:lnTo>
                  <a:pt x="1949" y="679"/>
                </a:lnTo>
                <a:lnTo>
                  <a:pt x="1949" y="678"/>
                </a:lnTo>
                <a:lnTo>
                  <a:pt x="1948" y="677"/>
                </a:lnTo>
                <a:lnTo>
                  <a:pt x="1953" y="671"/>
                </a:lnTo>
                <a:lnTo>
                  <a:pt x="1956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60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8" y="674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4"/>
                </a:lnTo>
                <a:lnTo>
                  <a:pt x="1978" y="685"/>
                </a:lnTo>
                <a:lnTo>
                  <a:pt x="1978" y="684"/>
                </a:lnTo>
                <a:lnTo>
                  <a:pt x="1981" y="683"/>
                </a:lnTo>
                <a:lnTo>
                  <a:pt x="1985" y="684"/>
                </a:lnTo>
                <a:lnTo>
                  <a:pt x="1989" y="684"/>
                </a:lnTo>
                <a:lnTo>
                  <a:pt x="1991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0" y="689"/>
                </a:lnTo>
                <a:lnTo>
                  <a:pt x="2002" y="689"/>
                </a:lnTo>
                <a:lnTo>
                  <a:pt x="2003" y="687"/>
                </a:lnTo>
                <a:lnTo>
                  <a:pt x="2006" y="685"/>
                </a:lnTo>
                <a:lnTo>
                  <a:pt x="2011" y="686"/>
                </a:lnTo>
                <a:lnTo>
                  <a:pt x="2012" y="686"/>
                </a:lnTo>
                <a:lnTo>
                  <a:pt x="2014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2" y="687"/>
                </a:lnTo>
                <a:lnTo>
                  <a:pt x="2025" y="686"/>
                </a:lnTo>
                <a:lnTo>
                  <a:pt x="2026" y="687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2" y="689"/>
                </a:lnTo>
                <a:lnTo>
                  <a:pt x="2033" y="688"/>
                </a:lnTo>
                <a:lnTo>
                  <a:pt x="2034" y="687"/>
                </a:lnTo>
                <a:lnTo>
                  <a:pt x="2036" y="687"/>
                </a:lnTo>
                <a:lnTo>
                  <a:pt x="2037" y="687"/>
                </a:lnTo>
                <a:lnTo>
                  <a:pt x="2039" y="685"/>
                </a:lnTo>
                <a:lnTo>
                  <a:pt x="2040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6" y="682"/>
                </a:lnTo>
                <a:lnTo>
                  <a:pt x="2047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1" y="664"/>
                </a:lnTo>
                <a:lnTo>
                  <a:pt x="2050" y="663"/>
                </a:lnTo>
                <a:lnTo>
                  <a:pt x="2050" y="659"/>
                </a:lnTo>
                <a:lnTo>
                  <a:pt x="2051" y="658"/>
                </a:lnTo>
                <a:lnTo>
                  <a:pt x="2044" y="656"/>
                </a:lnTo>
                <a:lnTo>
                  <a:pt x="2044" y="654"/>
                </a:lnTo>
                <a:lnTo>
                  <a:pt x="2046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40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8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6" y="617"/>
                </a:lnTo>
                <a:lnTo>
                  <a:pt x="2015" y="617"/>
                </a:lnTo>
                <a:lnTo>
                  <a:pt x="2016" y="617"/>
                </a:lnTo>
                <a:lnTo>
                  <a:pt x="2016" y="616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5" y="616"/>
                </a:lnTo>
                <a:lnTo>
                  <a:pt x="2015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3" y="614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1" y="613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9" y="612"/>
                </a:lnTo>
                <a:lnTo>
                  <a:pt x="2008" y="612"/>
                </a:lnTo>
                <a:lnTo>
                  <a:pt x="2008" y="611"/>
                </a:lnTo>
                <a:lnTo>
                  <a:pt x="2007" y="611"/>
                </a:lnTo>
                <a:lnTo>
                  <a:pt x="2007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0"/>
                </a:lnTo>
                <a:lnTo>
                  <a:pt x="2000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9" y="580"/>
                </a:lnTo>
                <a:lnTo>
                  <a:pt x="1973" y="578"/>
                </a:lnTo>
                <a:lnTo>
                  <a:pt x="1968" y="576"/>
                </a:lnTo>
                <a:lnTo>
                  <a:pt x="1962" y="574"/>
                </a:lnTo>
                <a:lnTo>
                  <a:pt x="1947" y="569"/>
                </a:lnTo>
                <a:lnTo>
                  <a:pt x="1946" y="568"/>
                </a:lnTo>
                <a:lnTo>
                  <a:pt x="1937" y="557"/>
                </a:lnTo>
                <a:lnTo>
                  <a:pt x="1929" y="547"/>
                </a:lnTo>
                <a:lnTo>
                  <a:pt x="1928" y="546"/>
                </a:lnTo>
                <a:lnTo>
                  <a:pt x="1926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6" y="545"/>
                </a:lnTo>
                <a:lnTo>
                  <a:pt x="1915" y="544"/>
                </a:lnTo>
                <a:lnTo>
                  <a:pt x="1915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5" y="545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9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9" y="541"/>
                </a:lnTo>
                <a:lnTo>
                  <a:pt x="1888" y="541"/>
                </a:lnTo>
                <a:lnTo>
                  <a:pt x="1887" y="541"/>
                </a:lnTo>
                <a:lnTo>
                  <a:pt x="1887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4" y="544"/>
                </a:lnTo>
                <a:lnTo>
                  <a:pt x="1873" y="545"/>
                </a:lnTo>
                <a:lnTo>
                  <a:pt x="1873" y="544"/>
                </a:lnTo>
                <a:lnTo>
                  <a:pt x="1872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5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1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6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1" y="558"/>
                </a:lnTo>
                <a:lnTo>
                  <a:pt x="1707" y="564"/>
                </a:lnTo>
                <a:lnTo>
                  <a:pt x="1694" y="578"/>
                </a:lnTo>
                <a:lnTo>
                  <a:pt x="1691" y="578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5"/>
                </a:lnTo>
                <a:lnTo>
                  <a:pt x="1657" y="540"/>
                </a:lnTo>
                <a:lnTo>
                  <a:pt x="1656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4" y="461"/>
                </a:lnTo>
                <a:lnTo>
                  <a:pt x="1701" y="456"/>
                </a:lnTo>
                <a:lnTo>
                  <a:pt x="1762" y="3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6" y="382"/>
                </a:lnTo>
                <a:lnTo>
                  <a:pt x="1867" y="382"/>
                </a:lnTo>
                <a:lnTo>
                  <a:pt x="1867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7" y="381"/>
                </a:lnTo>
                <a:lnTo>
                  <a:pt x="1879" y="381"/>
                </a:lnTo>
                <a:lnTo>
                  <a:pt x="1879" y="380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3" y="375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3" y="367"/>
                </a:lnTo>
                <a:lnTo>
                  <a:pt x="1904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0" y="364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4"/>
                </a:lnTo>
                <a:lnTo>
                  <a:pt x="1912" y="364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4" y="347"/>
                </a:lnTo>
                <a:lnTo>
                  <a:pt x="1944" y="346"/>
                </a:lnTo>
                <a:lnTo>
                  <a:pt x="1945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7" y="344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70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0" y="331"/>
                </a:lnTo>
                <a:lnTo>
                  <a:pt x="1991" y="331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5" y="327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8" y="311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6" y="304"/>
                </a:lnTo>
                <a:lnTo>
                  <a:pt x="1985" y="305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5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2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2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80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2" y="274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5" y="238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8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9" y="199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9" y="186"/>
                </a:lnTo>
                <a:lnTo>
                  <a:pt x="2059" y="185"/>
                </a:lnTo>
                <a:lnTo>
                  <a:pt x="2060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1" y="164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0"/>
                </a:lnTo>
                <a:lnTo>
                  <a:pt x="2085" y="159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4" y="156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8" y="153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1" y="148"/>
                </a:lnTo>
                <a:lnTo>
                  <a:pt x="2103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6" y="112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1" y="87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4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3" y="74"/>
                </a:lnTo>
                <a:lnTo>
                  <a:pt x="2091" y="74"/>
                </a:lnTo>
                <a:lnTo>
                  <a:pt x="2091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7"/>
                </a:lnTo>
                <a:lnTo>
                  <a:pt x="2062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4"/>
                </a:lnTo>
                <a:lnTo>
                  <a:pt x="2069" y="54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5"/>
                </a:lnTo>
                <a:lnTo>
                  <a:pt x="2087" y="45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2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6" y="22"/>
                </a:lnTo>
                <a:lnTo>
                  <a:pt x="2116" y="21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20" y="19"/>
                </a:lnTo>
                <a:lnTo>
                  <a:pt x="2119" y="19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8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7" y="6"/>
                </a:lnTo>
                <a:lnTo>
                  <a:pt x="2168" y="6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lnTo>
                  <a:pt x="219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468216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58532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2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4" y="5"/>
                </a:lnTo>
                <a:lnTo>
                  <a:pt x="453" y="5"/>
                </a:lnTo>
                <a:lnTo>
                  <a:pt x="453" y="6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4" y="17"/>
                </a:lnTo>
                <a:lnTo>
                  <a:pt x="464" y="18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4"/>
                </a:lnTo>
                <a:lnTo>
                  <a:pt x="476" y="25"/>
                </a:lnTo>
                <a:lnTo>
                  <a:pt x="477" y="25"/>
                </a:lnTo>
                <a:lnTo>
                  <a:pt x="478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7"/>
                </a:lnTo>
                <a:lnTo>
                  <a:pt x="490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6"/>
                </a:lnTo>
                <a:lnTo>
                  <a:pt x="499" y="48"/>
                </a:lnTo>
                <a:lnTo>
                  <a:pt x="498" y="48"/>
                </a:lnTo>
                <a:lnTo>
                  <a:pt x="497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500" y="60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5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1" y="65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4"/>
                </a:lnTo>
                <a:lnTo>
                  <a:pt x="514" y="63"/>
                </a:lnTo>
                <a:lnTo>
                  <a:pt x="515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2" y="64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5" y="76"/>
                </a:lnTo>
                <a:lnTo>
                  <a:pt x="554" y="76"/>
                </a:lnTo>
                <a:lnTo>
                  <a:pt x="554" y="77"/>
                </a:lnTo>
                <a:lnTo>
                  <a:pt x="554" y="76"/>
                </a:lnTo>
                <a:lnTo>
                  <a:pt x="555" y="77"/>
                </a:lnTo>
                <a:lnTo>
                  <a:pt x="555" y="78"/>
                </a:lnTo>
                <a:lnTo>
                  <a:pt x="555" y="79"/>
                </a:lnTo>
                <a:lnTo>
                  <a:pt x="554" y="79"/>
                </a:lnTo>
                <a:lnTo>
                  <a:pt x="553" y="80"/>
                </a:lnTo>
                <a:lnTo>
                  <a:pt x="554" y="81"/>
                </a:lnTo>
                <a:lnTo>
                  <a:pt x="554" y="82"/>
                </a:lnTo>
                <a:lnTo>
                  <a:pt x="555" y="82"/>
                </a:lnTo>
                <a:lnTo>
                  <a:pt x="555" y="83"/>
                </a:lnTo>
                <a:lnTo>
                  <a:pt x="554" y="83"/>
                </a:lnTo>
                <a:lnTo>
                  <a:pt x="554" y="84"/>
                </a:lnTo>
                <a:lnTo>
                  <a:pt x="553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59" y="91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4" y="89"/>
                </a:lnTo>
                <a:lnTo>
                  <a:pt x="564" y="90"/>
                </a:lnTo>
                <a:lnTo>
                  <a:pt x="565" y="90"/>
                </a:lnTo>
                <a:lnTo>
                  <a:pt x="565" y="91"/>
                </a:lnTo>
                <a:lnTo>
                  <a:pt x="564" y="91"/>
                </a:lnTo>
                <a:lnTo>
                  <a:pt x="564" y="92"/>
                </a:lnTo>
                <a:lnTo>
                  <a:pt x="564" y="93"/>
                </a:lnTo>
                <a:lnTo>
                  <a:pt x="563" y="93"/>
                </a:lnTo>
                <a:lnTo>
                  <a:pt x="564" y="93"/>
                </a:lnTo>
                <a:lnTo>
                  <a:pt x="564" y="94"/>
                </a:lnTo>
                <a:lnTo>
                  <a:pt x="564" y="95"/>
                </a:lnTo>
                <a:lnTo>
                  <a:pt x="564" y="96"/>
                </a:lnTo>
                <a:lnTo>
                  <a:pt x="563" y="96"/>
                </a:lnTo>
                <a:lnTo>
                  <a:pt x="563" y="97"/>
                </a:lnTo>
                <a:lnTo>
                  <a:pt x="563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4" y="100"/>
                </a:lnTo>
                <a:lnTo>
                  <a:pt x="564" y="101"/>
                </a:lnTo>
                <a:lnTo>
                  <a:pt x="563" y="101"/>
                </a:lnTo>
                <a:lnTo>
                  <a:pt x="563" y="102"/>
                </a:lnTo>
                <a:lnTo>
                  <a:pt x="562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3" y="110"/>
                </a:lnTo>
                <a:lnTo>
                  <a:pt x="573" y="111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2" y="120"/>
                </a:lnTo>
                <a:lnTo>
                  <a:pt x="571" y="121"/>
                </a:lnTo>
                <a:lnTo>
                  <a:pt x="571" y="122"/>
                </a:lnTo>
                <a:lnTo>
                  <a:pt x="573" y="122"/>
                </a:lnTo>
                <a:lnTo>
                  <a:pt x="574" y="122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2"/>
                </a:lnTo>
                <a:lnTo>
                  <a:pt x="577" y="121"/>
                </a:lnTo>
                <a:lnTo>
                  <a:pt x="578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3" y="124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1" y="127"/>
                </a:lnTo>
                <a:lnTo>
                  <a:pt x="582" y="127"/>
                </a:lnTo>
                <a:lnTo>
                  <a:pt x="582" y="128"/>
                </a:lnTo>
                <a:lnTo>
                  <a:pt x="582" y="129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4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4"/>
                </a:lnTo>
                <a:lnTo>
                  <a:pt x="582" y="135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3" y="136"/>
                </a:lnTo>
                <a:lnTo>
                  <a:pt x="583" y="135"/>
                </a:lnTo>
                <a:lnTo>
                  <a:pt x="583" y="134"/>
                </a:lnTo>
                <a:lnTo>
                  <a:pt x="584" y="134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8" y="136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1" y="136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8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9"/>
                </a:lnTo>
                <a:lnTo>
                  <a:pt x="600" y="139"/>
                </a:lnTo>
                <a:lnTo>
                  <a:pt x="600" y="140"/>
                </a:lnTo>
                <a:lnTo>
                  <a:pt x="599" y="140"/>
                </a:lnTo>
                <a:lnTo>
                  <a:pt x="599" y="141"/>
                </a:lnTo>
                <a:lnTo>
                  <a:pt x="598" y="141"/>
                </a:lnTo>
                <a:lnTo>
                  <a:pt x="598" y="142"/>
                </a:lnTo>
                <a:lnTo>
                  <a:pt x="597" y="142"/>
                </a:lnTo>
                <a:lnTo>
                  <a:pt x="597" y="143"/>
                </a:lnTo>
                <a:lnTo>
                  <a:pt x="596" y="143"/>
                </a:lnTo>
                <a:lnTo>
                  <a:pt x="594" y="143"/>
                </a:lnTo>
                <a:lnTo>
                  <a:pt x="593" y="143"/>
                </a:lnTo>
                <a:lnTo>
                  <a:pt x="593" y="144"/>
                </a:lnTo>
                <a:lnTo>
                  <a:pt x="594" y="144"/>
                </a:lnTo>
                <a:lnTo>
                  <a:pt x="594" y="146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2" y="149"/>
                </a:lnTo>
                <a:lnTo>
                  <a:pt x="591" y="149"/>
                </a:lnTo>
                <a:lnTo>
                  <a:pt x="590" y="151"/>
                </a:lnTo>
                <a:lnTo>
                  <a:pt x="589" y="151"/>
                </a:lnTo>
                <a:lnTo>
                  <a:pt x="588" y="152"/>
                </a:lnTo>
                <a:lnTo>
                  <a:pt x="589" y="152"/>
                </a:lnTo>
                <a:lnTo>
                  <a:pt x="589" y="153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6"/>
                </a:lnTo>
                <a:lnTo>
                  <a:pt x="583" y="156"/>
                </a:lnTo>
                <a:lnTo>
                  <a:pt x="583" y="157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6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3" y="165"/>
                </a:lnTo>
                <a:lnTo>
                  <a:pt x="582" y="165"/>
                </a:lnTo>
                <a:lnTo>
                  <a:pt x="582" y="166"/>
                </a:lnTo>
                <a:lnTo>
                  <a:pt x="583" y="166"/>
                </a:lnTo>
                <a:lnTo>
                  <a:pt x="583" y="167"/>
                </a:lnTo>
                <a:lnTo>
                  <a:pt x="583" y="168"/>
                </a:lnTo>
                <a:lnTo>
                  <a:pt x="582" y="168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2"/>
                </a:lnTo>
                <a:lnTo>
                  <a:pt x="583" y="173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6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5"/>
                </a:lnTo>
                <a:lnTo>
                  <a:pt x="593" y="186"/>
                </a:lnTo>
                <a:lnTo>
                  <a:pt x="594" y="186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7" y="188"/>
                </a:lnTo>
                <a:lnTo>
                  <a:pt x="596" y="189"/>
                </a:lnTo>
                <a:lnTo>
                  <a:pt x="597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2"/>
                </a:lnTo>
                <a:lnTo>
                  <a:pt x="597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9" y="198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4" y="207"/>
                </a:lnTo>
                <a:lnTo>
                  <a:pt x="604" y="208"/>
                </a:lnTo>
                <a:lnTo>
                  <a:pt x="605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9" y="217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4" y="225"/>
                </a:lnTo>
                <a:lnTo>
                  <a:pt x="614" y="226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4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4" y="232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5" y="241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5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2" y="249"/>
                </a:lnTo>
                <a:lnTo>
                  <a:pt x="621" y="250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8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4" y="261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5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3" y="275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8" y="278"/>
                </a:lnTo>
                <a:lnTo>
                  <a:pt x="618" y="279"/>
                </a:lnTo>
                <a:lnTo>
                  <a:pt x="617" y="279"/>
                </a:lnTo>
                <a:lnTo>
                  <a:pt x="616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3" y="280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4" y="283"/>
                </a:lnTo>
                <a:lnTo>
                  <a:pt x="604" y="282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7" y="288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6" y="288"/>
                </a:lnTo>
                <a:lnTo>
                  <a:pt x="595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2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80" y="294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5" y="295"/>
                </a:lnTo>
                <a:lnTo>
                  <a:pt x="574" y="295"/>
                </a:lnTo>
                <a:lnTo>
                  <a:pt x="574" y="294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3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3" y="295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7" y="298"/>
                </a:lnTo>
                <a:lnTo>
                  <a:pt x="567" y="299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4" y="300"/>
                </a:lnTo>
                <a:lnTo>
                  <a:pt x="564" y="301"/>
                </a:lnTo>
                <a:lnTo>
                  <a:pt x="563" y="300"/>
                </a:lnTo>
                <a:lnTo>
                  <a:pt x="564" y="300"/>
                </a:lnTo>
                <a:lnTo>
                  <a:pt x="563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7"/>
                </a:lnTo>
                <a:lnTo>
                  <a:pt x="562" y="298"/>
                </a:lnTo>
                <a:lnTo>
                  <a:pt x="561" y="299"/>
                </a:lnTo>
                <a:lnTo>
                  <a:pt x="562" y="300"/>
                </a:lnTo>
                <a:lnTo>
                  <a:pt x="563" y="300"/>
                </a:lnTo>
                <a:lnTo>
                  <a:pt x="563" y="301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60" y="302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4"/>
                </a:lnTo>
                <a:lnTo>
                  <a:pt x="556" y="305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5" y="309"/>
                </a:lnTo>
                <a:lnTo>
                  <a:pt x="554" y="310"/>
                </a:lnTo>
                <a:lnTo>
                  <a:pt x="553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9"/>
                </a:lnTo>
                <a:lnTo>
                  <a:pt x="546" y="310"/>
                </a:lnTo>
                <a:lnTo>
                  <a:pt x="545" y="310"/>
                </a:lnTo>
                <a:lnTo>
                  <a:pt x="545" y="311"/>
                </a:lnTo>
                <a:lnTo>
                  <a:pt x="544" y="311"/>
                </a:lnTo>
                <a:lnTo>
                  <a:pt x="544" y="312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2" y="324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2" y="337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6" y="340"/>
                </a:lnTo>
                <a:lnTo>
                  <a:pt x="506" y="341"/>
                </a:lnTo>
                <a:lnTo>
                  <a:pt x="506" y="342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3" y="343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3" y="361"/>
                </a:lnTo>
                <a:lnTo>
                  <a:pt x="492" y="361"/>
                </a:lnTo>
                <a:lnTo>
                  <a:pt x="492" y="362"/>
                </a:lnTo>
                <a:lnTo>
                  <a:pt x="492" y="363"/>
                </a:lnTo>
                <a:lnTo>
                  <a:pt x="493" y="363"/>
                </a:lnTo>
                <a:lnTo>
                  <a:pt x="493" y="364"/>
                </a:lnTo>
                <a:lnTo>
                  <a:pt x="492" y="364"/>
                </a:lnTo>
                <a:lnTo>
                  <a:pt x="492" y="365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6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7"/>
                </a:lnTo>
                <a:lnTo>
                  <a:pt x="479" y="375"/>
                </a:lnTo>
                <a:lnTo>
                  <a:pt x="479" y="374"/>
                </a:lnTo>
                <a:lnTo>
                  <a:pt x="478" y="374"/>
                </a:lnTo>
                <a:lnTo>
                  <a:pt x="478" y="375"/>
                </a:lnTo>
                <a:lnTo>
                  <a:pt x="476" y="375"/>
                </a:lnTo>
                <a:lnTo>
                  <a:pt x="475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9" y="378"/>
                </a:lnTo>
                <a:lnTo>
                  <a:pt x="466" y="378"/>
                </a:lnTo>
                <a:lnTo>
                  <a:pt x="465" y="378"/>
                </a:lnTo>
                <a:lnTo>
                  <a:pt x="463" y="377"/>
                </a:lnTo>
                <a:lnTo>
                  <a:pt x="462" y="377"/>
                </a:lnTo>
                <a:lnTo>
                  <a:pt x="462" y="376"/>
                </a:lnTo>
                <a:lnTo>
                  <a:pt x="461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5"/>
                </a:lnTo>
                <a:lnTo>
                  <a:pt x="451" y="375"/>
                </a:lnTo>
                <a:lnTo>
                  <a:pt x="452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6"/>
                </a:lnTo>
                <a:lnTo>
                  <a:pt x="446" y="376"/>
                </a:lnTo>
                <a:lnTo>
                  <a:pt x="444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7" y="375"/>
                </a:lnTo>
                <a:lnTo>
                  <a:pt x="436" y="375"/>
                </a:lnTo>
                <a:lnTo>
                  <a:pt x="435" y="374"/>
                </a:lnTo>
                <a:lnTo>
                  <a:pt x="435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73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4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1" y="381"/>
                </a:lnTo>
                <a:lnTo>
                  <a:pt x="430" y="381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6" y="381"/>
                </a:lnTo>
                <a:lnTo>
                  <a:pt x="427" y="381"/>
                </a:lnTo>
                <a:lnTo>
                  <a:pt x="427" y="382"/>
                </a:lnTo>
                <a:lnTo>
                  <a:pt x="426" y="382"/>
                </a:lnTo>
                <a:lnTo>
                  <a:pt x="425" y="383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80"/>
                </a:lnTo>
                <a:lnTo>
                  <a:pt x="423" y="380"/>
                </a:lnTo>
                <a:lnTo>
                  <a:pt x="422" y="381"/>
                </a:lnTo>
                <a:lnTo>
                  <a:pt x="421" y="381"/>
                </a:lnTo>
                <a:lnTo>
                  <a:pt x="421" y="382"/>
                </a:lnTo>
                <a:lnTo>
                  <a:pt x="420" y="383"/>
                </a:lnTo>
                <a:lnTo>
                  <a:pt x="419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5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6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4"/>
                </a:lnTo>
                <a:lnTo>
                  <a:pt x="413" y="383"/>
                </a:lnTo>
                <a:lnTo>
                  <a:pt x="414" y="383"/>
                </a:lnTo>
                <a:lnTo>
                  <a:pt x="413" y="382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1"/>
                </a:lnTo>
                <a:lnTo>
                  <a:pt x="412" y="380"/>
                </a:lnTo>
                <a:lnTo>
                  <a:pt x="413" y="379"/>
                </a:lnTo>
                <a:lnTo>
                  <a:pt x="412" y="379"/>
                </a:lnTo>
                <a:lnTo>
                  <a:pt x="413" y="379"/>
                </a:lnTo>
                <a:lnTo>
                  <a:pt x="413" y="378"/>
                </a:lnTo>
                <a:lnTo>
                  <a:pt x="412" y="378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2"/>
                </a:lnTo>
                <a:lnTo>
                  <a:pt x="411" y="383"/>
                </a:lnTo>
                <a:lnTo>
                  <a:pt x="410" y="384"/>
                </a:lnTo>
                <a:lnTo>
                  <a:pt x="409" y="384"/>
                </a:lnTo>
                <a:lnTo>
                  <a:pt x="409" y="383"/>
                </a:lnTo>
                <a:lnTo>
                  <a:pt x="407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2"/>
                </a:lnTo>
                <a:lnTo>
                  <a:pt x="403" y="381"/>
                </a:lnTo>
                <a:lnTo>
                  <a:pt x="402" y="381"/>
                </a:lnTo>
                <a:lnTo>
                  <a:pt x="402" y="380"/>
                </a:lnTo>
                <a:lnTo>
                  <a:pt x="402" y="379"/>
                </a:lnTo>
                <a:lnTo>
                  <a:pt x="401" y="379"/>
                </a:lnTo>
                <a:lnTo>
                  <a:pt x="400" y="379"/>
                </a:lnTo>
                <a:lnTo>
                  <a:pt x="401" y="380"/>
                </a:lnTo>
                <a:lnTo>
                  <a:pt x="402" y="382"/>
                </a:lnTo>
                <a:lnTo>
                  <a:pt x="400" y="383"/>
                </a:lnTo>
                <a:lnTo>
                  <a:pt x="401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8"/>
                </a:lnTo>
                <a:lnTo>
                  <a:pt x="401" y="389"/>
                </a:lnTo>
                <a:lnTo>
                  <a:pt x="400" y="389"/>
                </a:lnTo>
                <a:lnTo>
                  <a:pt x="399" y="388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6" y="388"/>
                </a:lnTo>
                <a:lnTo>
                  <a:pt x="395" y="388"/>
                </a:lnTo>
                <a:lnTo>
                  <a:pt x="395" y="389"/>
                </a:lnTo>
                <a:lnTo>
                  <a:pt x="395" y="390"/>
                </a:lnTo>
                <a:lnTo>
                  <a:pt x="396" y="390"/>
                </a:lnTo>
                <a:lnTo>
                  <a:pt x="395" y="390"/>
                </a:lnTo>
                <a:lnTo>
                  <a:pt x="396" y="391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3"/>
                </a:lnTo>
                <a:lnTo>
                  <a:pt x="387" y="392"/>
                </a:lnTo>
                <a:lnTo>
                  <a:pt x="385" y="391"/>
                </a:lnTo>
                <a:lnTo>
                  <a:pt x="384" y="391"/>
                </a:lnTo>
                <a:lnTo>
                  <a:pt x="385" y="392"/>
                </a:lnTo>
                <a:lnTo>
                  <a:pt x="384" y="392"/>
                </a:lnTo>
                <a:lnTo>
                  <a:pt x="383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7" y="392"/>
                </a:lnTo>
                <a:lnTo>
                  <a:pt x="377" y="391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4" y="392"/>
                </a:lnTo>
                <a:lnTo>
                  <a:pt x="374" y="393"/>
                </a:lnTo>
                <a:lnTo>
                  <a:pt x="375" y="393"/>
                </a:lnTo>
                <a:lnTo>
                  <a:pt x="376" y="393"/>
                </a:lnTo>
                <a:lnTo>
                  <a:pt x="376" y="394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1" y="399"/>
                </a:lnTo>
                <a:lnTo>
                  <a:pt x="370" y="397"/>
                </a:lnTo>
                <a:lnTo>
                  <a:pt x="367" y="398"/>
                </a:lnTo>
                <a:lnTo>
                  <a:pt x="364" y="398"/>
                </a:lnTo>
                <a:lnTo>
                  <a:pt x="361" y="398"/>
                </a:lnTo>
                <a:lnTo>
                  <a:pt x="362" y="399"/>
                </a:lnTo>
                <a:lnTo>
                  <a:pt x="361" y="399"/>
                </a:lnTo>
                <a:lnTo>
                  <a:pt x="361" y="401"/>
                </a:lnTo>
                <a:lnTo>
                  <a:pt x="360" y="402"/>
                </a:lnTo>
                <a:lnTo>
                  <a:pt x="359" y="402"/>
                </a:lnTo>
                <a:lnTo>
                  <a:pt x="359" y="400"/>
                </a:lnTo>
                <a:lnTo>
                  <a:pt x="358" y="400"/>
                </a:lnTo>
                <a:lnTo>
                  <a:pt x="357" y="401"/>
                </a:lnTo>
                <a:lnTo>
                  <a:pt x="358" y="402"/>
                </a:lnTo>
                <a:lnTo>
                  <a:pt x="350" y="406"/>
                </a:lnTo>
                <a:lnTo>
                  <a:pt x="349" y="404"/>
                </a:lnTo>
                <a:lnTo>
                  <a:pt x="349" y="405"/>
                </a:lnTo>
                <a:lnTo>
                  <a:pt x="348" y="406"/>
                </a:lnTo>
                <a:lnTo>
                  <a:pt x="347" y="407"/>
                </a:lnTo>
                <a:lnTo>
                  <a:pt x="346" y="407"/>
                </a:lnTo>
                <a:lnTo>
                  <a:pt x="346" y="406"/>
                </a:lnTo>
                <a:lnTo>
                  <a:pt x="345" y="406"/>
                </a:lnTo>
                <a:lnTo>
                  <a:pt x="345" y="405"/>
                </a:lnTo>
                <a:lnTo>
                  <a:pt x="344" y="405"/>
                </a:lnTo>
                <a:lnTo>
                  <a:pt x="343" y="405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3" y="408"/>
                </a:lnTo>
                <a:lnTo>
                  <a:pt x="343" y="409"/>
                </a:lnTo>
                <a:lnTo>
                  <a:pt x="343" y="410"/>
                </a:lnTo>
                <a:lnTo>
                  <a:pt x="342" y="410"/>
                </a:lnTo>
                <a:lnTo>
                  <a:pt x="342" y="409"/>
                </a:lnTo>
                <a:lnTo>
                  <a:pt x="342" y="410"/>
                </a:lnTo>
                <a:lnTo>
                  <a:pt x="342" y="411"/>
                </a:lnTo>
                <a:lnTo>
                  <a:pt x="341" y="410"/>
                </a:lnTo>
                <a:lnTo>
                  <a:pt x="340" y="410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6" y="415"/>
                </a:lnTo>
                <a:lnTo>
                  <a:pt x="333" y="417"/>
                </a:lnTo>
                <a:lnTo>
                  <a:pt x="332" y="418"/>
                </a:lnTo>
                <a:lnTo>
                  <a:pt x="331" y="417"/>
                </a:lnTo>
                <a:lnTo>
                  <a:pt x="331" y="418"/>
                </a:lnTo>
                <a:lnTo>
                  <a:pt x="330" y="419"/>
                </a:lnTo>
                <a:lnTo>
                  <a:pt x="328" y="419"/>
                </a:lnTo>
                <a:lnTo>
                  <a:pt x="327" y="419"/>
                </a:lnTo>
                <a:lnTo>
                  <a:pt x="327" y="417"/>
                </a:lnTo>
                <a:lnTo>
                  <a:pt x="322" y="417"/>
                </a:lnTo>
                <a:lnTo>
                  <a:pt x="321" y="418"/>
                </a:lnTo>
                <a:lnTo>
                  <a:pt x="321" y="419"/>
                </a:lnTo>
                <a:lnTo>
                  <a:pt x="318" y="420"/>
                </a:lnTo>
                <a:lnTo>
                  <a:pt x="317" y="421"/>
                </a:lnTo>
                <a:lnTo>
                  <a:pt x="316" y="421"/>
                </a:lnTo>
                <a:lnTo>
                  <a:pt x="316" y="422"/>
                </a:lnTo>
                <a:lnTo>
                  <a:pt x="317" y="422"/>
                </a:lnTo>
                <a:lnTo>
                  <a:pt x="314" y="424"/>
                </a:lnTo>
                <a:lnTo>
                  <a:pt x="313" y="423"/>
                </a:lnTo>
                <a:lnTo>
                  <a:pt x="313" y="424"/>
                </a:lnTo>
                <a:lnTo>
                  <a:pt x="314" y="425"/>
                </a:lnTo>
                <a:lnTo>
                  <a:pt x="314" y="426"/>
                </a:lnTo>
                <a:lnTo>
                  <a:pt x="313" y="426"/>
                </a:lnTo>
                <a:lnTo>
                  <a:pt x="312" y="425"/>
                </a:lnTo>
                <a:lnTo>
                  <a:pt x="310" y="427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8" y="427"/>
                </a:lnTo>
                <a:lnTo>
                  <a:pt x="309" y="427"/>
                </a:lnTo>
                <a:lnTo>
                  <a:pt x="309" y="428"/>
                </a:lnTo>
                <a:lnTo>
                  <a:pt x="309" y="429"/>
                </a:lnTo>
                <a:lnTo>
                  <a:pt x="308" y="430"/>
                </a:lnTo>
                <a:lnTo>
                  <a:pt x="308" y="431"/>
                </a:lnTo>
                <a:lnTo>
                  <a:pt x="307" y="432"/>
                </a:lnTo>
                <a:lnTo>
                  <a:pt x="308" y="432"/>
                </a:lnTo>
                <a:lnTo>
                  <a:pt x="307" y="432"/>
                </a:lnTo>
                <a:lnTo>
                  <a:pt x="307" y="433"/>
                </a:lnTo>
                <a:lnTo>
                  <a:pt x="306" y="432"/>
                </a:lnTo>
                <a:lnTo>
                  <a:pt x="305" y="432"/>
                </a:lnTo>
                <a:lnTo>
                  <a:pt x="305" y="433"/>
                </a:lnTo>
                <a:lnTo>
                  <a:pt x="304" y="434"/>
                </a:lnTo>
                <a:lnTo>
                  <a:pt x="304" y="433"/>
                </a:lnTo>
                <a:lnTo>
                  <a:pt x="303" y="433"/>
                </a:lnTo>
                <a:lnTo>
                  <a:pt x="302" y="434"/>
                </a:lnTo>
                <a:lnTo>
                  <a:pt x="301" y="435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8" y="437"/>
                </a:lnTo>
                <a:lnTo>
                  <a:pt x="297" y="437"/>
                </a:lnTo>
                <a:lnTo>
                  <a:pt x="296" y="437"/>
                </a:lnTo>
                <a:lnTo>
                  <a:pt x="296" y="438"/>
                </a:lnTo>
                <a:lnTo>
                  <a:pt x="296" y="439"/>
                </a:lnTo>
                <a:lnTo>
                  <a:pt x="295" y="439"/>
                </a:lnTo>
                <a:lnTo>
                  <a:pt x="296" y="439"/>
                </a:lnTo>
                <a:lnTo>
                  <a:pt x="297" y="439"/>
                </a:lnTo>
                <a:lnTo>
                  <a:pt x="296" y="440"/>
                </a:lnTo>
                <a:lnTo>
                  <a:pt x="296" y="441"/>
                </a:lnTo>
                <a:lnTo>
                  <a:pt x="295" y="442"/>
                </a:lnTo>
                <a:lnTo>
                  <a:pt x="294" y="442"/>
                </a:lnTo>
                <a:lnTo>
                  <a:pt x="294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6" y="443"/>
                </a:lnTo>
                <a:lnTo>
                  <a:pt x="297" y="444"/>
                </a:lnTo>
                <a:lnTo>
                  <a:pt x="297" y="443"/>
                </a:lnTo>
                <a:lnTo>
                  <a:pt x="298" y="443"/>
                </a:lnTo>
                <a:lnTo>
                  <a:pt x="298" y="444"/>
                </a:lnTo>
                <a:lnTo>
                  <a:pt x="299" y="444"/>
                </a:lnTo>
                <a:lnTo>
                  <a:pt x="300" y="444"/>
                </a:lnTo>
                <a:lnTo>
                  <a:pt x="301" y="444"/>
                </a:lnTo>
                <a:lnTo>
                  <a:pt x="301" y="445"/>
                </a:lnTo>
                <a:lnTo>
                  <a:pt x="300" y="445"/>
                </a:lnTo>
                <a:lnTo>
                  <a:pt x="300" y="444"/>
                </a:lnTo>
                <a:lnTo>
                  <a:pt x="298" y="444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6" y="446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3" y="449"/>
                </a:lnTo>
                <a:lnTo>
                  <a:pt x="292" y="448"/>
                </a:lnTo>
                <a:lnTo>
                  <a:pt x="291" y="449"/>
                </a:lnTo>
                <a:lnTo>
                  <a:pt x="290" y="448"/>
                </a:lnTo>
                <a:lnTo>
                  <a:pt x="289" y="448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1"/>
                </a:lnTo>
                <a:lnTo>
                  <a:pt x="291" y="451"/>
                </a:lnTo>
                <a:lnTo>
                  <a:pt x="291" y="452"/>
                </a:lnTo>
                <a:lnTo>
                  <a:pt x="292" y="453"/>
                </a:lnTo>
                <a:lnTo>
                  <a:pt x="292" y="454"/>
                </a:lnTo>
                <a:lnTo>
                  <a:pt x="291" y="454"/>
                </a:lnTo>
                <a:lnTo>
                  <a:pt x="291" y="453"/>
                </a:lnTo>
                <a:lnTo>
                  <a:pt x="290" y="453"/>
                </a:lnTo>
                <a:lnTo>
                  <a:pt x="289" y="453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6" y="452"/>
                </a:lnTo>
                <a:lnTo>
                  <a:pt x="285" y="453"/>
                </a:lnTo>
                <a:lnTo>
                  <a:pt x="284" y="453"/>
                </a:lnTo>
                <a:lnTo>
                  <a:pt x="283" y="455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6"/>
                </a:lnTo>
                <a:lnTo>
                  <a:pt x="280" y="455"/>
                </a:lnTo>
                <a:lnTo>
                  <a:pt x="279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8" y="457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1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1"/>
                </a:lnTo>
                <a:lnTo>
                  <a:pt x="276" y="463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2" y="458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6" y="458"/>
                </a:lnTo>
                <a:lnTo>
                  <a:pt x="255" y="458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5" y="462"/>
                </a:lnTo>
                <a:lnTo>
                  <a:pt x="256" y="462"/>
                </a:lnTo>
                <a:lnTo>
                  <a:pt x="255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7" y="468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60" y="472"/>
                </a:lnTo>
                <a:lnTo>
                  <a:pt x="259" y="472"/>
                </a:lnTo>
                <a:lnTo>
                  <a:pt x="260" y="472"/>
                </a:lnTo>
                <a:lnTo>
                  <a:pt x="259" y="473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9" y="479"/>
                </a:lnTo>
                <a:lnTo>
                  <a:pt x="238" y="479"/>
                </a:lnTo>
                <a:lnTo>
                  <a:pt x="236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20" y="482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6" y="482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2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5"/>
                </a:lnTo>
                <a:lnTo>
                  <a:pt x="215" y="486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3" y="489"/>
                </a:lnTo>
                <a:lnTo>
                  <a:pt x="212" y="489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6"/>
                </a:lnTo>
                <a:lnTo>
                  <a:pt x="208" y="485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7" y="483"/>
                </a:lnTo>
                <a:lnTo>
                  <a:pt x="208" y="483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6" y="467"/>
                </a:lnTo>
                <a:lnTo>
                  <a:pt x="207" y="467"/>
                </a:lnTo>
                <a:lnTo>
                  <a:pt x="207" y="466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6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20" y="464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6" y="463"/>
                </a:lnTo>
                <a:lnTo>
                  <a:pt x="227" y="462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8" y="456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5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9" y="454"/>
                </a:lnTo>
                <a:lnTo>
                  <a:pt x="250" y="453"/>
                </a:lnTo>
                <a:lnTo>
                  <a:pt x="251" y="453"/>
                </a:lnTo>
                <a:lnTo>
                  <a:pt x="251" y="452"/>
                </a:lnTo>
                <a:lnTo>
                  <a:pt x="252" y="452"/>
                </a:lnTo>
                <a:lnTo>
                  <a:pt x="252" y="453"/>
                </a:lnTo>
                <a:lnTo>
                  <a:pt x="253" y="452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6" y="451"/>
                </a:lnTo>
                <a:lnTo>
                  <a:pt x="256" y="450"/>
                </a:lnTo>
                <a:lnTo>
                  <a:pt x="257" y="450"/>
                </a:lnTo>
                <a:lnTo>
                  <a:pt x="257" y="449"/>
                </a:lnTo>
                <a:lnTo>
                  <a:pt x="258" y="449"/>
                </a:lnTo>
                <a:lnTo>
                  <a:pt x="257" y="447"/>
                </a:lnTo>
                <a:lnTo>
                  <a:pt x="257" y="446"/>
                </a:lnTo>
                <a:lnTo>
                  <a:pt x="256" y="446"/>
                </a:lnTo>
                <a:lnTo>
                  <a:pt x="256" y="445"/>
                </a:lnTo>
                <a:lnTo>
                  <a:pt x="255" y="445"/>
                </a:lnTo>
                <a:lnTo>
                  <a:pt x="254" y="444"/>
                </a:lnTo>
                <a:lnTo>
                  <a:pt x="253" y="443"/>
                </a:lnTo>
                <a:lnTo>
                  <a:pt x="252" y="443"/>
                </a:lnTo>
                <a:lnTo>
                  <a:pt x="250" y="443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50" y="439"/>
                </a:lnTo>
                <a:lnTo>
                  <a:pt x="251" y="439"/>
                </a:lnTo>
                <a:lnTo>
                  <a:pt x="251" y="438"/>
                </a:lnTo>
                <a:lnTo>
                  <a:pt x="250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2" y="437"/>
                </a:lnTo>
                <a:lnTo>
                  <a:pt x="253" y="437"/>
                </a:lnTo>
                <a:lnTo>
                  <a:pt x="253" y="436"/>
                </a:lnTo>
                <a:lnTo>
                  <a:pt x="254" y="436"/>
                </a:lnTo>
                <a:lnTo>
                  <a:pt x="253" y="436"/>
                </a:lnTo>
                <a:lnTo>
                  <a:pt x="253" y="435"/>
                </a:lnTo>
                <a:lnTo>
                  <a:pt x="252" y="435"/>
                </a:lnTo>
                <a:lnTo>
                  <a:pt x="251" y="435"/>
                </a:lnTo>
                <a:lnTo>
                  <a:pt x="251" y="434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9" y="432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2" y="431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7" y="432"/>
                </a:lnTo>
                <a:lnTo>
                  <a:pt x="258" y="431"/>
                </a:lnTo>
                <a:lnTo>
                  <a:pt x="257" y="430"/>
                </a:lnTo>
                <a:lnTo>
                  <a:pt x="257" y="429"/>
                </a:lnTo>
                <a:lnTo>
                  <a:pt x="256" y="429"/>
                </a:lnTo>
                <a:lnTo>
                  <a:pt x="256" y="428"/>
                </a:lnTo>
                <a:lnTo>
                  <a:pt x="257" y="429"/>
                </a:lnTo>
                <a:lnTo>
                  <a:pt x="258" y="428"/>
                </a:lnTo>
                <a:lnTo>
                  <a:pt x="259" y="428"/>
                </a:lnTo>
                <a:lnTo>
                  <a:pt x="260" y="428"/>
                </a:lnTo>
                <a:lnTo>
                  <a:pt x="260" y="429"/>
                </a:lnTo>
                <a:lnTo>
                  <a:pt x="261" y="429"/>
                </a:lnTo>
                <a:lnTo>
                  <a:pt x="262" y="429"/>
                </a:lnTo>
                <a:lnTo>
                  <a:pt x="262" y="428"/>
                </a:lnTo>
                <a:lnTo>
                  <a:pt x="261" y="428"/>
                </a:lnTo>
                <a:lnTo>
                  <a:pt x="260" y="427"/>
                </a:lnTo>
                <a:lnTo>
                  <a:pt x="261" y="427"/>
                </a:lnTo>
                <a:lnTo>
                  <a:pt x="261" y="426"/>
                </a:lnTo>
                <a:lnTo>
                  <a:pt x="260" y="426"/>
                </a:lnTo>
                <a:lnTo>
                  <a:pt x="260" y="425"/>
                </a:lnTo>
                <a:lnTo>
                  <a:pt x="260" y="424"/>
                </a:lnTo>
                <a:lnTo>
                  <a:pt x="261" y="424"/>
                </a:lnTo>
                <a:lnTo>
                  <a:pt x="262" y="424"/>
                </a:lnTo>
                <a:lnTo>
                  <a:pt x="261" y="424"/>
                </a:lnTo>
                <a:lnTo>
                  <a:pt x="261" y="423"/>
                </a:lnTo>
                <a:lnTo>
                  <a:pt x="261" y="422"/>
                </a:lnTo>
                <a:lnTo>
                  <a:pt x="262" y="422"/>
                </a:lnTo>
                <a:lnTo>
                  <a:pt x="262" y="421"/>
                </a:lnTo>
                <a:lnTo>
                  <a:pt x="263" y="421"/>
                </a:lnTo>
                <a:lnTo>
                  <a:pt x="264" y="422"/>
                </a:lnTo>
                <a:lnTo>
                  <a:pt x="265" y="422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3" y="422"/>
                </a:lnTo>
                <a:lnTo>
                  <a:pt x="274" y="421"/>
                </a:lnTo>
                <a:lnTo>
                  <a:pt x="275" y="420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8" y="419"/>
                </a:lnTo>
                <a:lnTo>
                  <a:pt x="279" y="419"/>
                </a:lnTo>
                <a:lnTo>
                  <a:pt x="275" y="419"/>
                </a:lnTo>
                <a:lnTo>
                  <a:pt x="274" y="419"/>
                </a:lnTo>
                <a:lnTo>
                  <a:pt x="273" y="420"/>
                </a:lnTo>
                <a:lnTo>
                  <a:pt x="271" y="421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3" y="420"/>
                </a:lnTo>
                <a:lnTo>
                  <a:pt x="262" y="420"/>
                </a:lnTo>
                <a:lnTo>
                  <a:pt x="260" y="419"/>
                </a:lnTo>
                <a:lnTo>
                  <a:pt x="260" y="418"/>
                </a:lnTo>
                <a:lnTo>
                  <a:pt x="259" y="418"/>
                </a:lnTo>
                <a:lnTo>
                  <a:pt x="259" y="419"/>
                </a:lnTo>
                <a:lnTo>
                  <a:pt x="259" y="420"/>
                </a:lnTo>
                <a:lnTo>
                  <a:pt x="260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3"/>
                </a:lnTo>
                <a:lnTo>
                  <a:pt x="258" y="424"/>
                </a:lnTo>
                <a:lnTo>
                  <a:pt x="257" y="424"/>
                </a:lnTo>
                <a:lnTo>
                  <a:pt x="257" y="425"/>
                </a:lnTo>
                <a:lnTo>
                  <a:pt x="257" y="424"/>
                </a:lnTo>
                <a:lnTo>
                  <a:pt x="256" y="424"/>
                </a:lnTo>
                <a:lnTo>
                  <a:pt x="255" y="424"/>
                </a:lnTo>
                <a:lnTo>
                  <a:pt x="255" y="425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49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5" y="428"/>
                </a:lnTo>
                <a:lnTo>
                  <a:pt x="245" y="427"/>
                </a:lnTo>
                <a:lnTo>
                  <a:pt x="245" y="426"/>
                </a:lnTo>
                <a:lnTo>
                  <a:pt x="243" y="426"/>
                </a:lnTo>
                <a:lnTo>
                  <a:pt x="243" y="430"/>
                </a:lnTo>
                <a:lnTo>
                  <a:pt x="241" y="430"/>
                </a:lnTo>
                <a:lnTo>
                  <a:pt x="241" y="431"/>
                </a:lnTo>
                <a:lnTo>
                  <a:pt x="240" y="431"/>
                </a:lnTo>
                <a:lnTo>
                  <a:pt x="240" y="430"/>
                </a:lnTo>
                <a:lnTo>
                  <a:pt x="238" y="429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9" y="425"/>
                </a:lnTo>
                <a:lnTo>
                  <a:pt x="238" y="425"/>
                </a:lnTo>
                <a:lnTo>
                  <a:pt x="236" y="425"/>
                </a:lnTo>
                <a:lnTo>
                  <a:pt x="235" y="425"/>
                </a:lnTo>
                <a:lnTo>
                  <a:pt x="236" y="424"/>
                </a:lnTo>
                <a:lnTo>
                  <a:pt x="236" y="423"/>
                </a:lnTo>
                <a:lnTo>
                  <a:pt x="237" y="423"/>
                </a:lnTo>
                <a:lnTo>
                  <a:pt x="238" y="422"/>
                </a:lnTo>
                <a:lnTo>
                  <a:pt x="238" y="421"/>
                </a:lnTo>
                <a:lnTo>
                  <a:pt x="238" y="419"/>
                </a:lnTo>
                <a:lnTo>
                  <a:pt x="238" y="418"/>
                </a:lnTo>
                <a:lnTo>
                  <a:pt x="238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7"/>
                </a:lnTo>
                <a:lnTo>
                  <a:pt x="235" y="416"/>
                </a:lnTo>
                <a:lnTo>
                  <a:pt x="235" y="417"/>
                </a:lnTo>
                <a:lnTo>
                  <a:pt x="236" y="418"/>
                </a:lnTo>
                <a:lnTo>
                  <a:pt x="236" y="419"/>
                </a:lnTo>
                <a:lnTo>
                  <a:pt x="235" y="420"/>
                </a:lnTo>
                <a:lnTo>
                  <a:pt x="235" y="421"/>
                </a:lnTo>
                <a:lnTo>
                  <a:pt x="234" y="421"/>
                </a:lnTo>
                <a:lnTo>
                  <a:pt x="234" y="422"/>
                </a:lnTo>
                <a:lnTo>
                  <a:pt x="233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2"/>
                </a:lnTo>
                <a:lnTo>
                  <a:pt x="229" y="422"/>
                </a:lnTo>
                <a:lnTo>
                  <a:pt x="228" y="421"/>
                </a:lnTo>
                <a:lnTo>
                  <a:pt x="227" y="421"/>
                </a:lnTo>
                <a:lnTo>
                  <a:pt x="226" y="421"/>
                </a:lnTo>
                <a:lnTo>
                  <a:pt x="226" y="422"/>
                </a:lnTo>
                <a:lnTo>
                  <a:pt x="225" y="422"/>
                </a:lnTo>
                <a:lnTo>
                  <a:pt x="224" y="421"/>
                </a:lnTo>
                <a:lnTo>
                  <a:pt x="224" y="420"/>
                </a:lnTo>
                <a:lnTo>
                  <a:pt x="225" y="420"/>
                </a:lnTo>
                <a:lnTo>
                  <a:pt x="226" y="418"/>
                </a:lnTo>
                <a:lnTo>
                  <a:pt x="227" y="417"/>
                </a:lnTo>
                <a:lnTo>
                  <a:pt x="227" y="418"/>
                </a:lnTo>
                <a:lnTo>
                  <a:pt x="228" y="417"/>
                </a:lnTo>
                <a:lnTo>
                  <a:pt x="229" y="417"/>
                </a:lnTo>
                <a:lnTo>
                  <a:pt x="229" y="416"/>
                </a:lnTo>
                <a:lnTo>
                  <a:pt x="229" y="414"/>
                </a:lnTo>
                <a:lnTo>
                  <a:pt x="228" y="414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5" y="417"/>
                </a:lnTo>
                <a:lnTo>
                  <a:pt x="226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20"/>
                </a:lnTo>
                <a:lnTo>
                  <a:pt x="223" y="419"/>
                </a:lnTo>
                <a:lnTo>
                  <a:pt x="222" y="419"/>
                </a:lnTo>
                <a:lnTo>
                  <a:pt x="222" y="420"/>
                </a:lnTo>
                <a:lnTo>
                  <a:pt x="221" y="421"/>
                </a:lnTo>
                <a:lnTo>
                  <a:pt x="220" y="421"/>
                </a:lnTo>
                <a:lnTo>
                  <a:pt x="220" y="422"/>
                </a:lnTo>
                <a:lnTo>
                  <a:pt x="219" y="422"/>
                </a:lnTo>
                <a:lnTo>
                  <a:pt x="219" y="421"/>
                </a:lnTo>
                <a:lnTo>
                  <a:pt x="218" y="420"/>
                </a:lnTo>
                <a:lnTo>
                  <a:pt x="219" y="419"/>
                </a:lnTo>
                <a:lnTo>
                  <a:pt x="219" y="418"/>
                </a:lnTo>
                <a:lnTo>
                  <a:pt x="219" y="417"/>
                </a:lnTo>
                <a:lnTo>
                  <a:pt x="220" y="417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1" y="414"/>
                </a:lnTo>
                <a:lnTo>
                  <a:pt x="220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6" y="410"/>
                </a:lnTo>
                <a:lnTo>
                  <a:pt x="227" y="409"/>
                </a:lnTo>
                <a:lnTo>
                  <a:pt x="228" y="408"/>
                </a:lnTo>
                <a:lnTo>
                  <a:pt x="229" y="408"/>
                </a:lnTo>
                <a:lnTo>
                  <a:pt x="230" y="409"/>
                </a:lnTo>
                <a:lnTo>
                  <a:pt x="231" y="409"/>
                </a:lnTo>
                <a:lnTo>
                  <a:pt x="230" y="410"/>
                </a:lnTo>
                <a:lnTo>
                  <a:pt x="231" y="410"/>
                </a:lnTo>
                <a:lnTo>
                  <a:pt x="232" y="411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5" y="409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6"/>
                </a:lnTo>
                <a:lnTo>
                  <a:pt x="238" y="406"/>
                </a:lnTo>
                <a:lnTo>
                  <a:pt x="237" y="406"/>
                </a:lnTo>
                <a:lnTo>
                  <a:pt x="236" y="407"/>
                </a:lnTo>
                <a:lnTo>
                  <a:pt x="235" y="407"/>
                </a:lnTo>
                <a:lnTo>
                  <a:pt x="235" y="408"/>
                </a:lnTo>
                <a:lnTo>
                  <a:pt x="233" y="408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1" y="407"/>
                </a:lnTo>
                <a:lnTo>
                  <a:pt x="220" y="408"/>
                </a:lnTo>
                <a:lnTo>
                  <a:pt x="220" y="409"/>
                </a:lnTo>
                <a:lnTo>
                  <a:pt x="220" y="411"/>
                </a:lnTo>
                <a:lnTo>
                  <a:pt x="216" y="411"/>
                </a:lnTo>
                <a:lnTo>
                  <a:pt x="216" y="407"/>
                </a:lnTo>
                <a:lnTo>
                  <a:pt x="216" y="406"/>
                </a:lnTo>
                <a:lnTo>
                  <a:pt x="216" y="404"/>
                </a:lnTo>
                <a:lnTo>
                  <a:pt x="217" y="403"/>
                </a:lnTo>
                <a:lnTo>
                  <a:pt x="218" y="402"/>
                </a:lnTo>
                <a:lnTo>
                  <a:pt x="219" y="401"/>
                </a:lnTo>
                <a:lnTo>
                  <a:pt x="220" y="401"/>
                </a:lnTo>
                <a:lnTo>
                  <a:pt x="221" y="401"/>
                </a:lnTo>
                <a:lnTo>
                  <a:pt x="222" y="400"/>
                </a:lnTo>
                <a:lnTo>
                  <a:pt x="222" y="399"/>
                </a:lnTo>
                <a:lnTo>
                  <a:pt x="223" y="399"/>
                </a:lnTo>
                <a:lnTo>
                  <a:pt x="223" y="398"/>
                </a:lnTo>
                <a:lnTo>
                  <a:pt x="224" y="399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8" y="398"/>
                </a:lnTo>
                <a:lnTo>
                  <a:pt x="229" y="398"/>
                </a:lnTo>
                <a:lnTo>
                  <a:pt x="229" y="399"/>
                </a:lnTo>
                <a:lnTo>
                  <a:pt x="231" y="399"/>
                </a:lnTo>
                <a:lnTo>
                  <a:pt x="231" y="398"/>
                </a:lnTo>
                <a:lnTo>
                  <a:pt x="232" y="398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6" y="397"/>
                </a:lnTo>
                <a:lnTo>
                  <a:pt x="237" y="396"/>
                </a:lnTo>
                <a:lnTo>
                  <a:pt x="237" y="395"/>
                </a:lnTo>
                <a:lnTo>
                  <a:pt x="237" y="394"/>
                </a:lnTo>
                <a:lnTo>
                  <a:pt x="236" y="394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1" y="393"/>
                </a:lnTo>
                <a:lnTo>
                  <a:pt x="242" y="394"/>
                </a:lnTo>
                <a:lnTo>
                  <a:pt x="243" y="395"/>
                </a:lnTo>
                <a:lnTo>
                  <a:pt x="243" y="396"/>
                </a:lnTo>
                <a:lnTo>
                  <a:pt x="243" y="397"/>
                </a:lnTo>
                <a:lnTo>
                  <a:pt x="244" y="397"/>
                </a:lnTo>
                <a:lnTo>
                  <a:pt x="244" y="398"/>
                </a:lnTo>
                <a:lnTo>
                  <a:pt x="244" y="399"/>
                </a:lnTo>
                <a:lnTo>
                  <a:pt x="244" y="400"/>
                </a:lnTo>
                <a:lnTo>
                  <a:pt x="244" y="399"/>
                </a:lnTo>
                <a:lnTo>
                  <a:pt x="245" y="399"/>
                </a:lnTo>
                <a:lnTo>
                  <a:pt x="246" y="399"/>
                </a:lnTo>
                <a:lnTo>
                  <a:pt x="246" y="398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8"/>
                </a:lnTo>
                <a:lnTo>
                  <a:pt x="244" y="397"/>
                </a:lnTo>
                <a:lnTo>
                  <a:pt x="243" y="396"/>
                </a:lnTo>
                <a:lnTo>
                  <a:pt x="243" y="395"/>
                </a:lnTo>
                <a:lnTo>
                  <a:pt x="243" y="394"/>
                </a:lnTo>
                <a:lnTo>
                  <a:pt x="241" y="393"/>
                </a:lnTo>
                <a:lnTo>
                  <a:pt x="241" y="392"/>
                </a:lnTo>
                <a:lnTo>
                  <a:pt x="240" y="392"/>
                </a:lnTo>
                <a:lnTo>
                  <a:pt x="241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1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5"/>
                </a:lnTo>
                <a:lnTo>
                  <a:pt x="237" y="384"/>
                </a:lnTo>
                <a:lnTo>
                  <a:pt x="238" y="383"/>
                </a:lnTo>
                <a:lnTo>
                  <a:pt x="239" y="383"/>
                </a:lnTo>
                <a:lnTo>
                  <a:pt x="240" y="382"/>
                </a:lnTo>
                <a:lnTo>
                  <a:pt x="240" y="381"/>
                </a:lnTo>
                <a:lnTo>
                  <a:pt x="240" y="380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8" y="377"/>
                </a:lnTo>
                <a:lnTo>
                  <a:pt x="239" y="377"/>
                </a:lnTo>
                <a:lnTo>
                  <a:pt x="240" y="377"/>
                </a:lnTo>
                <a:lnTo>
                  <a:pt x="241" y="377"/>
                </a:lnTo>
                <a:lnTo>
                  <a:pt x="241" y="376"/>
                </a:lnTo>
                <a:lnTo>
                  <a:pt x="242" y="375"/>
                </a:lnTo>
                <a:lnTo>
                  <a:pt x="243" y="374"/>
                </a:lnTo>
                <a:lnTo>
                  <a:pt x="244" y="374"/>
                </a:lnTo>
                <a:lnTo>
                  <a:pt x="244" y="373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1" y="372"/>
                </a:lnTo>
                <a:lnTo>
                  <a:pt x="251" y="371"/>
                </a:lnTo>
                <a:lnTo>
                  <a:pt x="252" y="371"/>
                </a:lnTo>
                <a:lnTo>
                  <a:pt x="252" y="370"/>
                </a:lnTo>
                <a:lnTo>
                  <a:pt x="253" y="370"/>
                </a:lnTo>
                <a:lnTo>
                  <a:pt x="253" y="369"/>
                </a:lnTo>
                <a:lnTo>
                  <a:pt x="253" y="368"/>
                </a:lnTo>
                <a:lnTo>
                  <a:pt x="255" y="368"/>
                </a:lnTo>
                <a:lnTo>
                  <a:pt x="256" y="368"/>
                </a:lnTo>
                <a:lnTo>
                  <a:pt x="256" y="367"/>
                </a:lnTo>
                <a:lnTo>
                  <a:pt x="256" y="366"/>
                </a:lnTo>
                <a:lnTo>
                  <a:pt x="257" y="366"/>
                </a:lnTo>
                <a:lnTo>
                  <a:pt x="258" y="366"/>
                </a:lnTo>
                <a:lnTo>
                  <a:pt x="258" y="365"/>
                </a:lnTo>
                <a:lnTo>
                  <a:pt x="259" y="365"/>
                </a:lnTo>
                <a:lnTo>
                  <a:pt x="258" y="365"/>
                </a:lnTo>
                <a:lnTo>
                  <a:pt x="259" y="365"/>
                </a:lnTo>
                <a:lnTo>
                  <a:pt x="260" y="365"/>
                </a:lnTo>
                <a:lnTo>
                  <a:pt x="260" y="366"/>
                </a:lnTo>
                <a:lnTo>
                  <a:pt x="261" y="366"/>
                </a:lnTo>
                <a:lnTo>
                  <a:pt x="262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6"/>
                </a:lnTo>
                <a:lnTo>
                  <a:pt x="264" y="365"/>
                </a:lnTo>
                <a:lnTo>
                  <a:pt x="265" y="365"/>
                </a:lnTo>
                <a:lnTo>
                  <a:pt x="266" y="365"/>
                </a:lnTo>
                <a:lnTo>
                  <a:pt x="266" y="364"/>
                </a:lnTo>
                <a:lnTo>
                  <a:pt x="266" y="363"/>
                </a:lnTo>
                <a:lnTo>
                  <a:pt x="267" y="362"/>
                </a:lnTo>
                <a:lnTo>
                  <a:pt x="268" y="362"/>
                </a:lnTo>
                <a:lnTo>
                  <a:pt x="269" y="361"/>
                </a:lnTo>
                <a:lnTo>
                  <a:pt x="270" y="361"/>
                </a:lnTo>
                <a:lnTo>
                  <a:pt x="271" y="361"/>
                </a:lnTo>
                <a:lnTo>
                  <a:pt x="271" y="360"/>
                </a:lnTo>
                <a:lnTo>
                  <a:pt x="270" y="359"/>
                </a:lnTo>
                <a:lnTo>
                  <a:pt x="269" y="358"/>
                </a:lnTo>
                <a:lnTo>
                  <a:pt x="270" y="358"/>
                </a:lnTo>
                <a:lnTo>
                  <a:pt x="270" y="357"/>
                </a:lnTo>
                <a:lnTo>
                  <a:pt x="269" y="357"/>
                </a:lnTo>
                <a:lnTo>
                  <a:pt x="268" y="358"/>
                </a:lnTo>
                <a:lnTo>
                  <a:pt x="267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8"/>
                </a:lnTo>
                <a:lnTo>
                  <a:pt x="268" y="357"/>
                </a:lnTo>
                <a:lnTo>
                  <a:pt x="269" y="356"/>
                </a:lnTo>
                <a:lnTo>
                  <a:pt x="270" y="356"/>
                </a:lnTo>
                <a:lnTo>
                  <a:pt x="271" y="355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5" y="354"/>
                </a:lnTo>
                <a:lnTo>
                  <a:pt x="275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81" y="347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6" y="345"/>
                </a:lnTo>
                <a:lnTo>
                  <a:pt x="286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1"/>
                </a:lnTo>
                <a:lnTo>
                  <a:pt x="287" y="340"/>
                </a:lnTo>
                <a:lnTo>
                  <a:pt x="286" y="339"/>
                </a:lnTo>
                <a:lnTo>
                  <a:pt x="285" y="339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2" y="338"/>
                </a:lnTo>
                <a:lnTo>
                  <a:pt x="282" y="337"/>
                </a:lnTo>
                <a:lnTo>
                  <a:pt x="288" y="337"/>
                </a:lnTo>
                <a:lnTo>
                  <a:pt x="288" y="338"/>
                </a:lnTo>
                <a:lnTo>
                  <a:pt x="289" y="338"/>
                </a:lnTo>
                <a:lnTo>
                  <a:pt x="290" y="338"/>
                </a:lnTo>
                <a:lnTo>
                  <a:pt x="290" y="337"/>
                </a:lnTo>
                <a:lnTo>
                  <a:pt x="291" y="337"/>
                </a:lnTo>
                <a:lnTo>
                  <a:pt x="290" y="337"/>
                </a:lnTo>
                <a:lnTo>
                  <a:pt x="291" y="337"/>
                </a:lnTo>
                <a:lnTo>
                  <a:pt x="291" y="336"/>
                </a:lnTo>
                <a:lnTo>
                  <a:pt x="292" y="336"/>
                </a:lnTo>
                <a:lnTo>
                  <a:pt x="294" y="335"/>
                </a:lnTo>
                <a:lnTo>
                  <a:pt x="294" y="334"/>
                </a:lnTo>
                <a:lnTo>
                  <a:pt x="295" y="334"/>
                </a:lnTo>
                <a:lnTo>
                  <a:pt x="294" y="334"/>
                </a:lnTo>
                <a:lnTo>
                  <a:pt x="293" y="334"/>
                </a:lnTo>
                <a:lnTo>
                  <a:pt x="293" y="333"/>
                </a:lnTo>
                <a:lnTo>
                  <a:pt x="294" y="333"/>
                </a:lnTo>
                <a:lnTo>
                  <a:pt x="295" y="333"/>
                </a:lnTo>
                <a:lnTo>
                  <a:pt x="295" y="329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2" y="325"/>
                </a:lnTo>
                <a:lnTo>
                  <a:pt x="289" y="327"/>
                </a:lnTo>
                <a:lnTo>
                  <a:pt x="289" y="326"/>
                </a:lnTo>
                <a:lnTo>
                  <a:pt x="289" y="325"/>
                </a:lnTo>
                <a:lnTo>
                  <a:pt x="290" y="325"/>
                </a:lnTo>
                <a:lnTo>
                  <a:pt x="293" y="324"/>
                </a:lnTo>
                <a:lnTo>
                  <a:pt x="294" y="326"/>
                </a:lnTo>
                <a:lnTo>
                  <a:pt x="295" y="327"/>
                </a:lnTo>
                <a:lnTo>
                  <a:pt x="295" y="326"/>
                </a:lnTo>
                <a:lnTo>
                  <a:pt x="296" y="326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9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3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3" y="321"/>
                </a:lnTo>
                <a:lnTo>
                  <a:pt x="303" y="320"/>
                </a:lnTo>
                <a:lnTo>
                  <a:pt x="303" y="319"/>
                </a:lnTo>
                <a:lnTo>
                  <a:pt x="304" y="319"/>
                </a:lnTo>
                <a:lnTo>
                  <a:pt x="304" y="320"/>
                </a:lnTo>
                <a:lnTo>
                  <a:pt x="304" y="319"/>
                </a:lnTo>
                <a:lnTo>
                  <a:pt x="305" y="319"/>
                </a:lnTo>
                <a:lnTo>
                  <a:pt x="305" y="318"/>
                </a:lnTo>
                <a:lnTo>
                  <a:pt x="304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5"/>
                </a:lnTo>
                <a:lnTo>
                  <a:pt x="307" y="314"/>
                </a:lnTo>
                <a:lnTo>
                  <a:pt x="308" y="313"/>
                </a:lnTo>
                <a:lnTo>
                  <a:pt x="309" y="312"/>
                </a:lnTo>
                <a:lnTo>
                  <a:pt x="308" y="312"/>
                </a:lnTo>
                <a:lnTo>
                  <a:pt x="308" y="311"/>
                </a:lnTo>
                <a:lnTo>
                  <a:pt x="310" y="310"/>
                </a:lnTo>
                <a:lnTo>
                  <a:pt x="311" y="310"/>
                </a:lnTo>
                <a:lnTo>
                  <a:pt x="311" y="309"/>
                </a:lnTo>
                <a:lnTo>
                  <a:pt x="311" y="308"/>
                </a:lnTo>
                <a:lnTo>
                  <a:pt x="310" y="308"/>
                </a:lnTo>
                <a:lnTo>
                  <a:pt x="309" y="308"/>
                </a:lnTo>
                <a:lnTo>
                  <a:pt x="310" y="308"/>
                </a:lnTo>
                <a:lnTo>
                  <a:pt x="309" y="306"/>
                </a:lnTo>
                <a:lnTo>
                  <a:pt x="308" y="305"/>
                </a:lnTo>
                <a:lnTo>
                  <a:pt x="308" y="304"/>
                </a:lnTo>
                <a:lnTo>
                  <a:pt x="306" y="303"/>
                </a:lnTo>
                <a:lnTo>
                  <a:pt x="307" y="303"/>
                </a:lnTo>
                <a:lnTo>
                  <a:pt x="307" y="302"/>
                </a:lnTo>
                <a:lnTo>
                  <a:pt x="306" y="302"/>
                </a:lnTo>
                <a:lnTo>
                  <a:pt x="305" y="301"/>
                </a:lnTo>
                <a:lnTo>
                  <a:pt x="304" y="300"/>
                </a:lnTo>
                <a:lnTo>
                  <a:pt x="303" y="301"/>
                </a:lnTo>
                <a:lnTo>
                  <a:pt x="303" y="300"/>
                </a:lnTo>
                <a:lnTo>
                  <a:pt x="304" y="300"/>
                </a:lnTo>
                <a:lnTo>
                  <a:pt x="304" y="299"/>
                </a:lnTo>
                <a:lnTo>
                  <a:pt x="302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8" y="294"/>
                </a:lnTo>
                <a:lnTo>
                  <a:pt x="299" y="294"/>
                </a:lnTo>
                <a:lnTo>
                  <a:pt x="299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0"/>
                </a:lnTo>
                <a:lnTo>
                  <a:pt x="301" y="289"/>
                </a:lnTo>
                <a:lnTo>
                  <a:pt x="300" y="289"/>
                </a:lnTo>
                <a:lnTo>
                  <a:pt x="300" y="288"/>
                </a:lnTo>
                <a:lnTo>
                  <a:pt x="299" y="288"/>
                </a:lnTo>
                <a:lnTo>
                  <a:pt x="298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90" y="289"/>
                </a:lnTo>
                <a:lnTo>
                  <a:pt x="290" y="288"/>
                </a:lnTo>
                <a:lnTo>
                  <a:pt x="291" y="288"/>
                </a:lnTo>
                <a:lnTo>
                  <a:pt x="292" y="288"/>
                </a:lnTo>
                <a:lnTo>
                  <a:pt x="292" y="287"/>
                </a:lnTo>
                <a:lnTo>
                  <a:pt x="291" y="287"/>
                </a:lnTo>
                <a:lnTo>
                  <a:pt x="291" y="288"/>
                </a:lnTo>
                <a:lnTo>
                  <a:pt x="290" y="288"/>
                </a:lnTo>
                <a:lnTo>
                  <a:pt x="292" y="286"/>
                </a:lnTo>
                <a:lnTo>
                  <a:pt x="291" y="285"/>
                </a:lnTo>
                <a:lnTo>
                  <a:pt x="289" y="288"/>
                </a:lnTo>
                <a:lnTo>
                  <a:pt x="290" y="288"/>
                </a:lnTo>
                <a:lnTo>
                  <a:pt x="289" y="289"/>
                </a:lnTo>
                <a:lnTo>
                  <a:pt x="286" y="287"/>
                </a:lnTo>
                <a:lnTo>
                  <a:pt x="285" y="287"/>
                </a:lnTo>
                <a:lnTo>
                  <a:pt x="284" y="286"/>
                </a:lnTo>
                <a:lnTo>
                  <a:pt x="286" y="283"/>
                </a:lnTo>
                <a:lnTo>
                  <a:pt x="285" y="282"/>
                </a:lnTo>
                <a:lnTo>
                  <a:pt x="284" y="283"/>
                </a:lnTo>
                <a:lnTo>
                  <a:pt x="283" y="283"/>
                </a:lnTo>
                <a:lnTo>
                  <a:pt x="284" y="282"/>
                </a:lnTo>
                <a:lnTo>
                  <a:pt x="283" y="281"/>
                </a:lnTo>
                <a:lnTo>
                  <a:pt x="282" y="280"/>
                </a:lnTo>
                <a:lnTo>
                  <a:pt x="283" y="280"/>
                </a:lnTo>
                <a:lnTo>
                  <a:pt x="283" y="279"/>
                </a:lnTo>
                <a:lnTo>
                  <a:pt x="282" y="279"/>
                </a:lnTo>
                <a:lnTo>
                  <a:pt x="281" y="279"/>
                </a:lnTo>
                <a:lnTo>
                  <a:pt x="281" y="278"/>
                </a:lnTo>
                <a:lnTo>
                  <a:pt x="282" y="278"/>
                </a:lnTo>
                <a:lnTo>
                  <a:pt x="282" y="277"/>
                </a:lnTo>
                <a:lnTo>
                  <a:pt x="282" y="276"/>
                </a:lnTo>
                <a:lnTo>
                  <a:pt x="281" y="276"/>
                </a:lnTo>
                <a:lnTo>
                  <a:pt x="281" y="275"/>
                </a:lnTo>
                <a:lnTo>
                  <a:pt x="280" y="275"/>
                </a:lnTo>
                <a:lnTo>
                  <a:pt x="280" y="274"/>
                </a:lnTo>
                <a:lnTo>
                  <a:pt x="281" y="274"/>
                </a:lnTo>
                <a:lnTo>
                  <a:pt x="282" y="274"/>
                </a:lnTo>
                <a:lnTo>
                  <a:pt x="282" y="273"/>
                </a:lnTo>
                <a:lnTo>
                  <a:pt x="281" y="273"/>
                </a:lnTo>
                <a:lnTo>
                  <a:pt x="280" y="272"/>
                </a:lnTo>
                <a:lnTo>
                  <a:pt x="278" y="272"/>
                </a:lnTo>
                <a:lnTo>
                  <a:pt x="277" y="274"/>
                </a:lnTo>
                <a:lnTo>
                  <a:pt x="278" y="275"/>
                </a:lnTo>
                <a:lnTo>
                  <a:pt x="279" y="275"/>
                </a:lnTo>
                <a:lnTo>
                  <a:pt x="280" y="275"/>
                </a:lnTo>
                <a:lnTo>
                  <a:pt x="279" y="275"/>
                </a:lnTo>
                <a:lnTo>
                  <a:pt x="277" y="275"/>
                </a:lnTo>
                <a:lnTo>
                  <a:pt x="276" y="275"/>
                </a:lnTo>
                <a:lnTo>
                  <a:pt x="275" y="275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3" y="272"/>
                </a:lnTo>
                <a:lnTo>
                  <a:pt x="272" y="270"/>
                </a:lnTo>
                <a:lnTo>
                  <a:pt x="271" y="269"/>
                </a:lnTo>
                <a:lnTo>
                  <a:pt x="271" y="267"/>
                </a:lnTo>
                <a:lnTo>
                  <a:pt x="271" y="266"/>
                </a:lnTo>
                <a:lnTo>
                  <a:pt x="270" y="266"/>
                </a:lnTo>
                <a:lnTo>
                  <a:pt x="270" y="265"/>
                </a:lnTo>
                <a:lnTo>
                  <a:pt x="271" y="264"/>
                </a:lnTo>
                <a:lnTo>
                  <a:pt x="271" y="263"/>
                </a:lnTo>
                <a:lnTo>
                  <a:pt x="270" y="263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1" y="260"/>
                </a:lnTo>
                <a:lnTo>
                  <a:pt x="271" y="259"/>
                </a:lnTo>
                <a:lnTo>
                  <a:pt x="272" y="258"/>
                </a:lnTo>
                <a:lnTo>
                  <a:pt x="271" y="257"/>
                </a:lnTo>
                <a:lnTo>
                  <a:pt x="271" y="258"/>
                </a:lnTo>
                <a:lnTo>
                  <a:pt x="269" y="259"/>
                </a:lnTo>
                <a:lnTo>
                  <a:pt x="268" y="259"/>
                </a:lnTo>
                <a:lnTo>
                  <a:pt x="268" y="260"/>
                </a:lnTo>
                <a:lnTo>
                  <a:pt x="268" y="261"/>
                </a:lnTo>
                <a:lnTo>
                  <a:pt x="267" y="262"/>
                </a:lnTo>
                <a:lnTo>
                  <a:pt x="266" y="262"/>
                </a:lnTo>
                <a:lnTo>
                  <a:pt x="266" y="263"/>
                </a:lnTo>
                <a:lnTo>
                  <a:pt x="266" y="264"/>
                </a:lnTo>
                <a:lnTo>
                  <a:pt x="267" y="264"/>
                </a:lnTo>
                <a:lnTo>
                  <a:pt x="266" y="265"/>
                </a:lnTo>
                <a:lnTo>
                  <a:pt x="265" y="266"/>
                </a:lnTo>
                <a:lnTo>
                  <a:pt x="266" y="266"/>
                </a:lnTo>
                <a:lnTo>
                  <a:pt x="266" y="267"/>
                </a:lnTo>
                <a:lnTo>
                  <a:pt x="265" y="267"/>
                </a:lnTo>
                <a:lnTo>
                  <a:pt x="264" y="267"/>
                </a:lnTo>
                <a:lnTo>
                  <a:pt x="262" y="267"/>
                </a:lnTo>
                <a:lnTo>
                  <a:pt x="262" y="266"/>
                </a:lnTo>
                <a:lnTo>
                  <a:pt x="263" y="266"/>
                </a:lnTo>
                <a:lnTo>
                  <a:pt x="261" y="266"/>
                </a:lnTo>
                <a:lnTo>
                  <a:pt x="261" y="267"/>
                </a:lnTo>
                <a:lnTo>
                  <a:pt x="260" y="267"/>
                </a:lnTo>
                <a:lnTo>
                  <a:pt x="261" y="268"/>
                </a:lnTo>
                <a:lnTo>
                  <a:pt x="261" y="267"/>
                </a:lnTo>
                <a:lnTo>
                  <a:pt x="262" y="267"/>
                </a:lnTo>
                <a:lnTo>
                  <a:pt x="263" y="267"/>
                </a:lnTo>
                <a:lnTo>
                  <a:pt x="263" y="268"/>
                </a:lnTo>
                <a:lnTo>
                  <a:pt x="264" y="268"/>
                </a:lnTo>
                <a:lnTo>
                  <a:pt x="263" y="269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71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9" y="271"/>
                </a:lnTo>
                <a:lnTo>
                  <a:pt x="258" y="271"/>
                </a:lnTo>
                <a:lnTo>
                  <a:pt x="258" y="270"/>
                </a:lnTo>
                <a:lnTo>
                  <a:pt x="258" y="269"/>
                </a:lnTo>
                <a:lnTo>
                  <a:pt x="257" y="269"/>
                </a:lnTo>
                <a:lnTo>
                  <a:pt x="257" y="270"/>
                </a:lnTo>
                <a:lnTo>
                  <a:pt x="257" y="271"/>
                </a:lnTo>
                <a:lnTo>
                  <a:pt x="258" y="272"/>
                </a:lnTo>
                <a:lnTo>
                  <a:pt x="258" y="273"/>
                </a:lnTo>
                <a:lnTo>
                  <a:pt x="257" y="273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4" y="273"/>
                </a:lnTo>
                <a:lnTo>
                  <a:pt x="254" y="272"/>
                </a:lnTo>
                <a:lnTo>
                  <a:pt x="254" y="271"/>
                </a:lnTo>
                <a:lnTo>
                  <a:pt x="253" y="271"/>
                </a:lnTo>
                <a:lnTo>
                  <a:pt x="253" y="272"/>
                </a:lnTo>
                <a:lnTo>
                  <a:pt x="253" y="271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70"/>
                </a:lnTo>
                <a:lnTo>
                  <a:pt x="250" y="271"/>
                </a:lnTo>
                <a:lnTo>
                  <a:pt x="249" y="271"/>
                </a:lnTo>
                <a:lnTo>
                  <a:pt x="247" y="272"/>
                </a:lnTo>
                <a:lnTo>
                  <a:pt x="246" y="272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5" y="269"/>
                </a:lnTo>
                <a:lnTo>
                  <a:pt x="245" y="270"/>
                </a:lnTo>
                <a:lnTo>
                  <a:pt x="245" y="271"/>
                </a:lnTo>
                <a:lnTo>
                  <a:pt x="244" y="271"/>
                </a:lnTo>
                <a:lnTo>
                  <a:pt x="243" y="270"/>
                </a:lnTo>
                <a:lnTo>
                  <a:pt x="243" y="269"/>
                </a:lnTo>
                <a:lnTo>
                  <a:pt x="242" y="269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8"/>
                </a:lnTo>
                <a:lnTo>
                  <a:pt x="239" y="267"/>
                </a:lnTo>
                <a:lnTo>
                  <a:pt x="237" y="267"/>
                </a:lnTo>
                <a:lnTo>
                  <a:pt x="235" y="267"/>
                </a:lnTo>
                <a:lnTo>
                  <a:pt x="234" y="267"/>
                </a:lnTo>
                <a:lnTo>
                  <a:pt x="234" y="265"/>
                </a:lnTo>
                <a:lnTo>
                  <a:pt x="234" y="266"/>
                </a:lnTo>
                <a:lnTo>
                  <a:pt x="234" y="267"/>
                </a:lnTo>
                <a:lnTo>
                  <a:pt x="231" y="267"/>
                </a:lnTo>
                <a:lnTo>
                  <a:pt x="230" y="267"/>
                </a:lnTo>
                <a:lnTo>
                  <a:pt x="231" y="267"/>
                </a:lnTo>
                <a:lnTo>
                  <a:pt x="232" y="267"/>
                </a:lnTo>
                <a:lnTo>
                  <a:pt x="234" y="267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4" y="271"/>
                </a:lnTo>
                <a:lnTo>
                  <a:pt x="235" y="272"/>
                </a:lnTo>
                <a:lnTo>
                  <a:pt x="235" y="273"/>
                </a:lnTo>
                <a:lnTo>
                  <a:pt x="230" y="272"/>
                </a:lnTo>
                <a:lnTo>
                  <a:pt x="229" y="271"/>
                </a:lnTo>
                <a:lnTo>
                  <a:pt x="228" y="271"/>
                </a:lnTo>
                <a:lnTo>
                  <a:pt x="225" y="271"/>
                </a:lnTo>
                <a:lnTo>
                  <a:pt x="225" y="269"/>
                </a:lnTo>
                <a:lnTo>
                  <a:pt x="225" y="268"/>
                </a:lnTo>
                <a:lnTo>
                  <a:pt x="222" y="269"/>
                </a:lnTo>
                <a:lnTo>
                  <a:pt x="221" y="269"/>
                </a:lnTo>
                <a:lnTo>
                  <a:pt x="221" y="267"/>
                </a:lnTo>
                <a:lnTo>
                  <a:pt x="220" y="266"/>
                </a:lnTo>
                <a:lnTo>
                  <a:pt x="221" y="265"/>
                </a:lnTo>
                <a:lnTo>
                  <a:pt x="222" y="265"/>
                </a:lnTo>
                <a:lnTo>
                  <a:pt x="223" y="265"/>
                </a:lnTo>
                <a:lnTo>
                  <a:pt x="219" y="265"/>
                </a:lnTo>
                <a:lnTo>
                  <a:pt x="219" y="264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8" y="267"/>
                </a:lnTo>
                <a:lnTo>
                  <a:pt x="219" y="267"/>
                </a:lnTo>
                <a:lnTo>
                  <a:pt x="217" y="267"/>
                </a:lnTo>
                <a:lnTo>
                  <a:pt x="217" y="271"/>
                </a:lnTo>
                <a:lnTo>
                  <a:pt x="216" y="271"/>
                </a:lnTo>
                <a:lnTo>
                  <a:pt x="216" y="270"/>
                </a:lnTo>
                <a:lnTo>
                  <a:pt x="213" y="270"/>
                </a:lnTo>
                <a:lnTo>
                  <a:pt x="214" y="268"/>
                </a:lnTo>
                <a:lnTo>
                  <a:pt x="215" y="268"/>
                </a:lnTo>
                <a:lnTo>
                  <a:pt x="216" y="268"/>
                </a:lnTo>
                <a:lnTo>
                  <a:pt x="216" y="267"/>
                </a:lnTo>
                <a:lnTo>
                  <a:pt x="215" y="267"/>
                </a:lnTo>
                <a:lnTo>
                  <a:pt x="213" y="267"/>
                </a:lnTo>
                <a:lnTo>
                  <a:pt x="213" y="265"/>
                </a:lnTo>
                <a:lnTo>
                  <a:pt x="212" y="265"/>
                </a:lnTo>
                <a:lnTo>
                  <a:pt x="211" y="266"/>
                </a:lnTo>
                <a:lnTo>
                  <a:pt x="210" y="266"/>
                </a:lnTo>
                <a:lnTo>
                  <a:pt x="212" y="266"/>
                </a:lnTo>
                <a:lnTo>
                  <a:pt x="212" y="267"/>
                </a:lnTo>
                <a:lnTo>
                  <a:pt x="211" y="268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4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1"/>
                </a:lnTo>
                <a:lnTo>
                  <a:pt x="204" y="271"/>
                </a:lnTo>
                <a:lnTo>
                  <a:pt x="204" y="272"/>
                </a:lnTo>
                <a:lnTo>
                  <a:pt x="202" y="273"/>
                </a:lnTo>
                <a:lnTo>
                  <a:pt x="201" y="273"/>
                </a:lnTo>
                <a:lnTo>
                  <a:pt x="201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2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8" y="273"/>
                </a:lnTo>
                <a:lnTo>
                  <a:pt x="197" y="273"/>
                </a:lnTo>
                <a:lnTo>
                  <a:pt x="197" y="274"/>
                </a:lnTo>
                <a:lnTo>
                  <a:pt x="196" y="274"/>
                </a:lnTo>
                <a:lnTo>
                  <a:pt x="196" y="273"/>
                </a:lnTo>
                <a:lnTo>
                  <a:pt x="194" y="274"/>
                </a:lnTo>
                <a:lnTo>
                  <a:pt x="193" y="274"/>
                </a:lnTo>
                <a:lnTo>
                  <a:pt x="193" y="275"/>
                </a:lnTo>
                <a:lnTo>
                  <a:pt x="192" y="276"/>
                </a:lnTo>
                <a:lnTo>
                  <a:pt x="193" y="276"/>
                </a:lnTo>
                <a:lnTo>
                  <a:pt x="193" y="277"/>
                </a:lnTo>
                <a:lnTo>
                  <a:pt x="194" y="277"/>
                </a:lnTo>
                <a:lnTo>
                  <a:pt x="193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1"/>
                </a:lnTo>
                <a:lnTo>
                  <a:pt x="193" y="282"/>
                </a:lnTo>
                <a:lnTo>
                  <a:pt x="194" y="282"/>
                </a:lnTo>
                <a:lnTo>
                  <a:pt x="195" y="282"/>
                </a:lnTo>
                <a:lnTo>
                  <a:pt x="197" y="282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5" y="284"/>
                </a:lnTo>
                <a:lnTo>
                  <a:pt x="193" y="285"/>
                </a:lnTo>
                <a:lnTo>
                  <a:pt x="192" y="286"/>
                </a:lnTo>
                <a:lnTo>
                  <a:pt x="191" y="287"/>
                </a:lnTo>
                <a:lnTo>
                  <a:pt x="190" y="287"/>
                </a:lnTo>
                <a:lnTo>
                  <a:pt x="189" y="287"/>
                </a:lnTo>
                <a:lnTo>
                  <a:pt x="187" y="287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9"/>
                </a:lnTo>
                <a:lnTo>
                  <a:pt x="180" y="291"/>
                </a:lnTo>
                <a:lnTo>
                  <a:pt x="180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8" y="294"/>
                </a:lnTo>
                <a:lnTo>
                  <a:pt x="178" y="295"/>
                </a:lnTo>
                <a:lnTo>
                  <a:pt x="177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8"/>
                </a:lnTo>
                <a:lnTo>
                  <a:pt x="174" y="300"/>
                </a:lnTo>
                <a:lnTo>
                  <a:pt x="173" y="299"/>
                </a:lnTo>
                <a:lnTo>
                  <a:pt x="172" y="300"/>
                </a:lnTo>
                <a:lnTo>
                  <a:pt x="171" y="301"/>
                </a:lnTo>
                <a:lnTo>
                  <a:pt x="171" y="302"/>
                </a:lnTo>
                <a:lnTo>
                  <a:pt x="170" y="302"/>
                </a:lnTo>
                <a:lnTo>
                  <a:pt x="169" y="302"/>
                </a:lnTo>
                <a:lnTo>
                  <a:pt x="169" y="303"/>
                </a:lnTo>
                <a:lnTo>
                  <a:pt x="168" y="303"/>
                </a:lnTo>
                <a:lnTo>
                  <a:pt x="168" y="304"/>
                </a:lnTo>
                <a:lnTo>
                  <a:pt x="169" y="304"/>
                </a:lnTo>
                <a:lnTo>
                  <a:pt x="169" y="303"/>
                </a:lnTo>
                <a:lnTo>
                  <a:pt x="170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6"/>
                </a:lnTo>
                <a:lnTo>
                  <a:pt x="166" y="305"/>
                </a:lnTo>
                <a:lnTo>
                  <a:pt x="166" y="306"/>
                </a:lnTo>
                <a:lnTo>
                  <a:pt x="166" y="307"/>
                </a:lnTo>
                <a:lnTo>
                  <a:pt x="165" y="308"/>
                </a:lnTo>
                <a:lnTo>
                  <a:pt x="165" y="309"/>
                </a:lnTo>
                <a:lnTo>
                  <a:pt x="164" y="309"/>
                </a:lnTo>
                <a:lnTo>
                  <a:pt x="163" y="309"/>
                </a:lnTo>
                <a:lnTo>
                  <a:pt x="163" y="308"/>
                </a:lnTo>
                <a:lnTo>
                  <a:pt x="162" y="308"/>
                </a:lnTo>
                <a:lnTo>
                  <a:pt x="161" y="308"/>
                </a:lnTo>
                <a:lnTo>
                  <a:pt x="161" y="309"/>
                </a:lnTo>
                <a:lnTo>
                  <a:pt x="160" y="309"/>
                </a:lnTo>
                <a:lnTo>
                  <a:pt x="160" y="310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61" y="311"/>
                </a:lnTo>
                <a:lnTo>
                  <a:pt x="161" y="312"/>
                </a:lnTo>
                <a:lnTo>
                  <a:pt x="160" y="312"/>
                </a:lnTo>
                <a:lnTo>
                  <a:pt x="160" y="311"/>
                </a:lnTo>
                <a:lnTo>
                  <a:pt x="159" y="311"/>
                </a:lnTo>
                <a:lnTo>
                  <a:pt x="159" y="312"/>
                </a:lnTo>
                <a:lnTo>
                  <a:pt x="160" y="312"/>
                </a:lnTo>
                <a:lnTo>
                  <a:pt x="160" y="313"/>
                </a:lnTo>
                <a:lnTo>
                  <a:pt x="160" y="314"/>
                </a:lnTo>
                <a:lnTo>
                  <a:pt x="161" y="314"/>
                </a:lnTo>
                <a:lnTo>
                  <a:pt x="161" y="315"/>
                </a:lnTo>
                <a:lnTo>
                  <a:pt x="160" y="316"/>
                </a:lnTo>
                <a:lnTo>
                  <a:pt x="160" y="317"/>
                </a:lnTo>
                <a:lnTo>
                  <a:pt x="158" y="315"/>
                </a:lnTo>
                <a:lnTo>
                  <a:pt x="158" y="316"/>
                </a:lnTo>
                <a:lnTo>
                  <a:pt x="157" y="317"/>
                </a:lnTo>
                <a:lnTo>
                  <a:pt x="157" y="318"/>
                </a:lnTo>
                <a:lnTo>
                  <a:pt x="158" y="319"/>
                </a:lnTo>
                <a:lnTo>
                  <a:pt x="159" y="319"/>
                </a:lnTo>
                <a:lnTo>
                  <a:pt x="159" y="320"/>
                </a:lnTo>
                <a:lnTo>
                  <a:pt x="158" y="321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4" y="323"/>
                </a:lnTo>
                <a:lnTo>
                  <a:pt x="153" y="323"/>
                </a:lnTo>
                <a:lnTo>
                  <a:pt x="151" y="324"/>
                </a:lnTo>
                <a:lnTo>
                  <a:pt x="151" y="325"/>
                </a:lnTo>
                <a:lnTo>
                  <a:pt x="150" y="326"/>
                </a:lnTo>
                <a:lnTo>
                  <a:pt x="151" y="326"/>
                </a:lnTo>
                <a:lnTo>
                  <a:pt x="151" y="328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1"/>
                </a:lnTo>
                <a:lnTo>
                  <a:pt x="152" y="332"/>
                </a:lnTo>
                <a:lnTo>
                  <a:pt x="151" y="332"/>
                </a:lnTo>
                <a:lnTo>
                  <a:pt x="151" y="333"/>
                </a:lnTo>
                <a:lnTo>
                  <a:pt x="151" y="334"/>
                </a:lnTo>
                <a:lnTo>
                  <a:pt x="150" y="334"/>
                </a:lnTo>
                <a:lnTo>
                  <a:pt x="149" y="334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3" y="340"/>
                </a:lnTo>
                <a:lnTo>
                  <a:pt x="132" y="341"/>
                </a:lnTo>
                <a:lnTo>
                  <a:pt x="131" y="341"/>
                </a:lnTo>
                <a:lnTo>
                  <a:pt x="131" y="342"/>
                </a:lnTo>
                <a:lnTo>
                  <a:pt x="130" y="342"/>
                </a:lnTo>
                <a:lnTo>
                  <a:pt x="129" y="342"/>
                </a:lnTo>
                <a:lnTo>
                  <a:pt x="128" y="343"/>
                </a:lnTo>
                <a:lnTo>
                  <a:pt x="127" y="343"/>
                </a:lnTo>
                <a:lnTo>
                  <a:pt x="126" y="344"/>
                </a:lnTo>
                <a:lnTo>
                  <a:pt x="126" y="343"/>
                </a:lnTo>
                <a:lnTo>
                  <a:pt x="126" y="344"/>
                </a:lnTo>
                <a:lnTo>
                  <a:pt x="125" y="344"/>
                </a:lnTo>
                <a:lnTo>
                  <a:pt x="125" y="345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9" y="347"/>
                </a:lnTo>
                <a:lnTo>
                  <a:pt x="117" y="347"/>
                </a:lnTo>
                <a:lnTo>
                  <a:pt x="116" y="347"/>
                </a:lnTo>
                <a:lnTo>
                  <a:pt x="114" y="348"/>
                </a:lnTo>
                <a:lnTo>
                  <a:pt x="112" y="349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9" y="350"/>
                </a:lnTo>
                <a:lnTo>
                  <a:pt x="108" y="351"/>
                </a:lnTo>
                <a:lnTo>
                  <a:pt x="107" y="350"/>
                </a:lnTo>
                <a:lnTo>
                  <a:pt x="106" y="350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1" y="352"/>
                </a:lnTo>
                <a:lnTo>
                  <a:pt x="100" y="352"/>
                </a:lnTo>
                <a:lnTo>
                  <a:pt x="99" y="353"/>
                </a:lnTo>
                <a:lnTo>
                  <a:pt x="99" y="354"/>
                </a:lnTo>
                <a:lnTo>
                  <a:pt x="98" y="354"/>
                </a:lnTo>
                <a:lnTo>
                  <a:pt x="97" y="356"/>
                </a:lnTo>
                <a:lnTo>
                  <a:pt x="97" y="357"/>
                </a:lnTo>
                <a:lnTo>
                  <a:pt x="98" y="358"/>
                </a:lnTo>
                <a:lnTo>
                  <a:pt x="96" y="358"/>
                </a:lnTo>
                <a:lnTo>
                  <a:pt x="95" y="358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2" y="358"/>
                </a:lnTo>
                <a:lnTo>
                  <a:pt x="91" y="358"/>
                </a:lnTo>
                <a:lnTo>
                  <a:pt x="91" y="357"/>
                </a:lnTo>
                <a:lnTo>
                  <a:pt x="92" y="356"/>
                </a:lnTo>
                <a:lnTo>
                  <a:pt x="92" y="355"/>
                </a:lnTo>
                <a:lnTo>
                  <a:pt x="91" y="354"/>
                </a:lnTo>
                <a:lnTo>
                  <a:pt x="89" y="353"/>
                </a:lnTo>
                <a:lnTo>
                  <a:pt x="88" y="353"/>
                </a:lnTo>
                <a:lnTo>
                  <a:pt x="88" y="354"/>
                </a:lnTo>
                <a:lnTo>
                  <a:pt x="87" y="354"/>
                </a:lnTo>
                <a:lnTo>
                  <a:pt x="86" y="353"/>
                </a:lnTo>
                <a:lnTo>
                  <a:pt x="85" y="353"/>
                </a:lnTo>
                <a:lnTo>
                  <a:pt x="84" y="351"/>
                </a:lnTo>
                <a:lnTo>
                  <a:pt x="84" y="350"/>
                </a:lnTo>
                <a:lnTo>
                  <a:pt x="84" y="349"/>
                </a:lnTo>
                <a:lnTo>
                  <a:pt x="83" y="349"/>
                </a:lnTo>
                <a:lnTo>
                  <a:pt x="82" y="348"/>
                </a:lnTo>
                <a:lnTo>
                  <a:pt x="81" y="347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4" y="344"/>
                </a:lnTo>
                <a:lnTo>
                  <a:pt x="84" y="343"/>
                </a:lnTo>
                <a:lnTo>
                  <a:pt x="83" y="341"/>
                </a:lnTo>
                <a:lnTo>
                  <a:pt x="83" y="340"/>
                </a:lnTo>
                <a:lnTo>
                  <a:pt x="83" y="338"/>
                </a:lnTo>
                <a:lnTo>
                  <a:pt x="82" y="337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5" y="335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5"/>
                </a:lnTo>
                <a:lnTo>
                  <a:pt x="70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3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70" y="327"/>
                </a:lnTo>
                <a:lnTo>
                  <a:pt x="69" y="326"/>
                </a:lnTo>
                <a:lnTo>
                  <a:pt x="70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8" y="322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7" y="318"/>
                </a:lnTo>
                <a:lnTo>
                  <a:pt x="68" y="318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09"/>
                </a:lnTo>
                <a:lnTo>
                  <a:pt x="65" y="308"/>
                </a:lnTo>
                <a:lnTo>
                  <a:pt x="65" y="307"/>
                </a:lnTo>
                <a:lnTo>
                  <a:pt x="64" y="306"/>
                </a:lnTo>
                <a:lnTo>
                  <a:pt x="63" y="306"/>
                </a:lnTo>
                <a:lnTo>
                  <a:pt x="63" y="305"/>
                </a:lnTo>
                <a:lnTo>
                  <a:pt x="64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4" y="302"/>
                </a:lnTo>
                <a:lnTo>
                  <a:pt x="53" y="302"/>
                </a:lnTo>
                <a:lnTo>
                  <a:pt x="52" y="303"/>
                </a:lnTo>
                <a:lnTo>
                  <a:pt x="51" y="303"/>
                </a:lnTo>
                <a:lnTo>
                  <a:pt x="50" y="304"/>
                </a:lnTo>
                <a:lnTo>
                  <a:pt x="49" y="304"/>
                </a:lnTo>
                <a:lnTo>
                  <a:pt x="49" y="303"/>
                </a:lnTo>
                <a:lnTo>
                  <a:pt x="49" y="302"/>
                </a:lnTo>
                <a:lnTo>
                  <a:pt x="50" y="302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6" y="297"/>
                </a:lnTo>
                <a:lnTo>
                  <a:pt x="36" y="296"/>
                </a:lnTo>
                <a:lnTo>
                  <a:pt x="35" y="296"/>
                </a:lnTo>
                <a:lnTo>
                  <a:pt x="33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9" y="289"/>
                </a:lnTo>
                <a:lnTo>
                  <a:pt x="18" y="288"/>
                </a:lnTo>
                <a:lnTo>
                  <a:pt x="17" y="287"/>
                </a:lnTo>
                <a:lnTo>
                  <a:pt x="16" y="287"/>
                </a:lnTo>
                <a:lnTo>
                  <a:pt x="15" y="288"/>
                </a:lnTo>
                <a:lnTo>
                  <a:pt x="15" y="287"/>
                </a:lnTo>
                <a:lnTo>
                  <a:pt x="14" y="287"/>
                </a:lnTo>
                <a:lnTo>
                  <a:pt x="13" y="286"/>
                </a:lnTo>
                <a:lnTo>
                  <a:pt x="12" y="285"/>
                </a:lnTo>
                <a:lnTo>
                  <a:pt x="11" y="284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7" y="281"/>
                </a:lnTo>
                <a:lnTo>
                  <a:pt x="6" y="281"/>
                </a:lnTo>
                <a:lnTo>
                  <a:pt x="5" y="281"/>
                </a:lnTo>
                <a:lnTo>
                  <a:pt x="5" y="280"/>
                </a:lnTo>
                <a:lnTo>
                  <a:pt x="6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6"/>
                </a:lnTo>
                <a:lnTo>
                  <a:pt x="1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7" y="259"/>
                </a:lnTo>
                <a:lnTo>
                  <a:pt x="8" y="259"/>
                </a:lnTo>
                <a:lnTo>
                  <a:pt x="9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3"/>
                </a:lnTo>
                <a:lnTo>
                  <a:pt x="8" y="252"/>
                </a:lnTo>
                <a:lnTo>
                  <a:pt x="8" y="250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1" y="248"/>
                </a:lnTo>
                <a:lnTo>
                  <a:pt x="13" y="248"/>
                </a:lnTo>
                <a:lnTo>
                  <a:pt x="14" y="248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2" y="244"/>
                </a:lnTo>
                <a:lnTo>
                  <a:pt x="22" y="243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5" y="242"/>
                </a:lnTo>
                <a:lnTo>
                  <a:pt x="26" y="241"/>
                </a:lnTo>
                <a:lnTo>
                  <a:pt x="27" y="241"/>
                </a:lnTo>
                <a:lnTo>
                  <a:pt x="27" y="240"/>
                </a:lnTo>
                <a:lnTo>
                  <a:pt x="28" y="239"/>
                </a:lnTo>
                <a:lnTo>
                  <a:pt x="31" y="237"/>
                </a:lnTo>
                <a:lnTo>
                  <a:pt x="31" y="236"/>
                </a:lnTo>
                <a:lnTo>
                  <a:pt x="32" y="236"/>
                </a:lnTo>
                <a:lnTo>
                  <a:pt x="32" y="235"/>
                </a:lnTo>
                <a:lnTo>
                  <a:pt x="31" y="235"/>
                </a:lnTo>
                <a:lnTo>
                  <a:pt x="30" y="235"/>
                </a:lnTo>
                <a:lnTo>
                  <a:pt x="30" y="234"/>
                </a:lnTo>
                <a:lnTo>
                  <a:pt x="29" y="234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3"/>
                </a:lnTo>
                <a:lnTo>
                  <a:pt x="33" y="232"/>
                </a:lnTo>
                <a:lnTo>
                  <a:pt x="33" y="231"/>
                </a:lnTo>
                <a:lnTo>
                  <a:pt x="34" y="229"/>
                </a:lnTo>
                <a:lnTo>
                  <a:pt x="35" y="229"/>
                </a:lnTo>
                <a:lnTo>
                  <a:pt x="36" y="228"/>
                </a:lnTo>
                <a:lnTo>
                  <a:pt x="37" y="227"/>
                </a:lnTo>
                <a:lnTo>
                  <a:pt x="37" y="226"/>
                </a:lnTo>
                <a:lnTo>
                  <a:pt x="36" y="224"/>
                </a:lnTo>
                <a:lnTo>
                  <a:pt x="36" y="223"/>
                </a:lnTo>
                <a:lnTo>
                  <a:pt x="37" y="222"/>
                </a:lnTo>
                <a:lnTo>
                  <a:pt x="38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2" y="222"/>
                </a:lnTo>
                <a:lnTo>
                  <a:pt x="42" y="221"/>
                </a:lnTo>
                <a:lnTo>
                  <a:pt x="42" y="220"/>
                </a:lnTo>
                <a:lnTo>
                  <a:pt x="43" y="220"/>
                </a:lnTo>
                <a:lnTo>
                  <a:pt x="43" y="221"/>
                </a:lnTo>
                <a:lnTo>
                  <a:pt x="43" y="222"/>
                </a:lnTo>
                <a:lnTo>
                  <a:pt x="44" y="221"/>
                </a:lnTo>
                <a:lnTo>
                  <a:pt x="44" y="220"/>
                </a:lnTo>
                <a:lnTo>
                  <a:pt x="44" y="219"/>
                </a:lnTo>
                <a:lnTo>
                  <a:pt x="43" y="219"/>
                </a:lnTo>
                <a:lnTo>
                  <a:pt x="43" y="218"/>
                </a:lnTo>
                <a:lnTo>
                  <a:pt x="44" y="218"/>
                </a:lnTo>
                <a:lnTo>
                  <a:pt x="44" y="217"/>
                </a:lnTo>
                <a:lnTo>
                  <a:pt x="44" y="216"/>
                </a:lnTo>
                <a:lnTo>
                  <a:pt x="43" y="216"/>
                </a:lnTo>
                <a:lnTo>
                  <a:pt x="43" y="215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4" y="213"/>
                </a:lnTo>
                <a:lnTo>
                  <a:pt x="45" y="213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51" y="206"/>
                </a:lnTo>
                <a:lnTo>
                  <a:pt x="50" y="206"/>
                </a:lnTo>
                <a:lnTo>
                  <a:pt x="50" y="205"/>
                </a:lnTo>
                <a:lnTo>
                  <a:pt x="50" y="204"/>
                </a:lnTo>
                <a:lnTo>
                  <a:pt x="51" y="204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7" y="200"/>
                </a:lnTo>
                <a:lnTo>
                  <a:pt x="47" y="199"/>
                </a:lnTo>
                <a:lnTo>
                  <a:pt x="47" y="198"/>
                </a:lnTo>
                <a:lnTo>
                  <a:pt x="49" y="198"/>
                </a:lnTo>
                <a:lnTo>
                  <a:pt x="50" y="198"/>
                </a:lnTo>
                <a:lnTo>
                  <a:pt x="51" y="198"/>
                </a:lnTo>
                <a:lnTo>
                  <a:pt x="52" y="198"/>
                </a:lnTo>
                <a:lnTo>
                  <a:pt x="52" y="197"/>
                </a:lnTo>
                <a:lnTo>
                  <a:pt x="51" y="197"/>
                </a:lnTo>
                <a:lnTo>
                  <a:pt x="51" y="196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0" y="195"/>
                </a:lnTo>
                <a:lnTo>
                  <a:pt x="49" y="195"/>
                </a:lnTo>
                <a:lnTo>
                  <a:pt x="49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3" y="180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3" y="178"/>
                </a:lnTo>
                <a:lnTo>
                  <a:pt x="42" y="177"/>
                </a:lnTo>
                <a:lnTo>
                  <a:pt x="41" y="177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4" y="169"/>
                </a:lnTo>
                <a:lnTo>
                  <a:pt x="43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1"/>
                </a:lnTo>
                <a:lnTo>
                  <a:pt x="48" y="149"/>
                </a:lnTo>
                <a:lnTo>
                  <a:pt x="49" y="149"/>
                </a:lnTo>
                <a:lnTo>
                  <a:pt x="49" y="148"/>
                </a:lnTo>
                <a:lnTo>
                  <a:pt x="48" y="147"/>
                </a:lnTo>
                <a:lnTo>
                  <a:pt x="48" y="146"/>
                </a:lnTo>
                <a:lnTo>
                  <a:pt x="49" y="144"/>
                </a:lnTo>
                <a:lnTo>
                  <a:pt x="48" y="143"/>
                </a:lnTo>
                <a:lnTo>
                  <a:pt x="47" y="142"/>
                </a:lnTo>
                <a:lnTo>
                  <a:pt x="45" y="141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6" y="132"/>
                </a:lnTo>
                <a:lnTo>
                  <a:pt x="37" y="131"/>
                </a:lnTo>
                <a:lnTo>
                  <a:pt x="38" y="130"/>
                </a:lnTo>
                <a:lnTo>
                  <a:pt x="39" y="129"/>
                </a:lnTo>
                <a:lnTo>
                  <a:pt x="39" y="128"/>
                </a:lnTo>
                <a:lnTo>
                  <a:pt x="39" y="127"/>
                </a:lnTo>
                <a:lnTo>
                  <a:pt x="40" y="126"/>
                </a:lnTo>
                <a:lnTo>
                  <a:pt x="41" y="126"/>
                </a:lnTo>
                <a:lnTo>
                  <a:pt x="42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3"/>
                </a:lnTo>
                <a:lnTo>
                  <a:pt x="47" y="122"/>
                </a:lnTo>
                <a:lnTo>
                  <a:pt x="48" y="123"/>
                </a:lnTo>
                <a:lnTo>
                  <a:pt x="49" y="122"/>
                </a:lnTo>
                <a:lnTo>
                  <a:pt x="50" y="122"/>
                </a:lnTo>
                <a:lnTo>
                  <a:pt x="51" y="122"/>
                </a:lnTo>
                <a:lnTo>
                  <a:pt x="52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1" y="114"/>
                </a:lnTo>
                <a:lnTo>
                  <a:pt x="61" y="115"/>
                </a:lnTo>
                <a:lnTo>
                  <a:pt x="62" y="115"/>
                </a:lnTo>
                <a:lnTo>
                  <a:pt x="63" y="116"/>
                </a:lnTo>
                <a:lnTo>
                  <a:pt x="64" y="116"/>
                </a:lnTo>
                <a:lnTo>
                  <a:pt x="65" y="116"/>
                </a:lnTo>
                <a:lnTo>
                  <a:pt x="65" y="117"/>
                </a:lnTo>
                <a:lnTo>
                  <a:pt x="66" y="117"/>
                </a:lnTo>
                <a:lnTo>
                  <a:pt x="66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6" y="123"/>
                </a:lnTo>
                <a:lnTo>
                  <a:pt x="66" y="124"/>
                </a:lnTo>
                <a:lnTo>
                  <a:pt x="65" y="124"/>
                </a:lnTo>
                <a:lnTo>
                  <a:pt x="66" y="125"/>
                </a:lnTo>
                <a:lnTo>
                  <a:pt x="67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0" y="128"/>
                </a:lnTo>
                <a:lnTo>
                  <a:pt x="70" y="127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29"/>
                </a:lnTo>
                <a:lnTo>
                  <a:pt x="79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4" y="132"/>
                </a:lnTo>
                <a:lnTo>
                  <a:pt x="85" y="132"/>
                </a:lnTo>
                <a:lnTo>
                  <a:pt x="86" y="131"/>
                </a:lnTo>
                <a:lnTo>
                  <a:pt x="87" y="131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2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7"/>
                </a:lnTo>
                <a:lnTo>
                  <a:pt x="91" y="138"/>
                </a:lnTo>
                <a:lnTo>
                  <a:pt x="90" y="139"/>
                </a:lnTo>
                <a:lnTo>
                  <a:pt x="90" y="141"/>
                </a:lnTo>
                <a:lnTo>
                  <a:pt x="91" y="141"/>
                </a:lnTo>
                <a:lnTo>
                  <a:pt x="91" y="142"/>
                </a:lnTo>
                <a:lnTo>
                  <a:pt x="91" y="143"/>
                </a:lnTo>
                <a:lnTo>
                  <a:pt x="92" y="144"/>
                </a:lnTo>
                <a:lnTo>
                  <a:pt x="94" y="146"/>
                </a:lnTo>
                <a:lnTo>
                  <a:pt x="95" y="147"/>
                </a:lnTo>
                <a:lnTo>
                  <a:pt x="95" y="148"/>
                </a:lnTo>
                <a:lnTo>
                  <a:pt x="96" y="149"/>
                </a:lnTo>
                <a:lnTo>
                  <a:pt x="96" y="150"/>
                </a:lnTo>
                <a:lnTo>
                  <a:pt x="96" y="151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2" y="157"/>
                </a:lnTo>
                <a:lnTo>
                  <a:pt x="102" y="159"/>
                </a:lnTo>
                <a:lnTo>
                  <a:pt x="102" y="160"/>
                </a:lnTo>
                <a:lnTo>
                  <a:pt x="101" y="161"/>
                </a:lnTo>
                <a:lnTo>
                  <a:pt x="101" y="162"/>
                </a:lnTo>
                <a:lnTo>
                  <a:pt x="103" y="163"/>
                </a:lnTo>
                <a:lnTo>
                  <a:pt x="105" y="164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6" y="169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2"/>
                </a:lnTo>
                <a:lnTo>
                  <a:pt x="108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1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9" y="175"/>
                </a:lnTo>
                <a:lnTo>
                  <a:pt x="108" y="175"/>
                </a:lnTo>
                <a:lnTo>
                  <a:pt x="108" y="176"/>
                </a:lnTo>
                <a:lnTo>
                  <a:pt x="109" y="176"/>
                </a:lnTo>
                <a:lnTo>
                  <a:pt x="109" y="177"/>
                </a:lnTo>
                <a:lnTo>
                  <a:pt x="109" y="176"/>
                </a:lnTo>
                <a:lnTo>
                  <a:pt x="110" y="176"/>
                </a:lnTo>
                <a:lnTo>
                  <a:pt x="110" y="177"/>
                </a:lnTo>
                <a:lnTo>
                  <a:pt x="109" y="177"/>
                </a:lnTo>
                <a:lnTo>
                  <a:pt x="109" y="178"/>
                </a:lnTo>
                <a:lnTo>
                  <a:pt x="108" y="178"/>
                </a:lnTo>
                <a:lnTo>
                  <a:pt x="109" y="178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8" y="183"/>
                </a:lnTo>
                <a:lnTo>
                  <a:pt x="109" y="183"/>
                </a:lnTo>
                <a:lnTo>
                  <a:pt x="110" y="183"/>
                </a:lnTo>
                <a:lnTo>
                  <a:pt x="110" y="184"/>
                </a:lnTo>
                <a:lnTo>
                  <a:pt x="111" y="184"/>
                </a:lnTo>
                <a:lnTo>
                  <a:pt x="112" y="184"/>
                </a:lnTo>
                <a:lnTo>
                  <a:pt x="113" y="185"/>
                </a:lnTo>
                <a:lnTo>
                  <a:pt x="113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3"/>
                </a:lnTo>
                <a:lnTo>
                  <a:pt x="116" y="183"/>
                </a:lnTo>
                <a:lnTo>
                  <a:pt x="116" y="182"/>
                </a:lnTo>
                <a:lnTo>
                  <a:pt x="117" y="182"/>
                </a:lnTo>
                <a:lnTo>
                  <a:pt x="118" y="181"/>
                </a:lnTo>
                <a:lnTo>
                  <a:pt x="117" y="181"/>
                </a:lnTo>
                <a:lnTo>
                  <a:pt x="117" y="180"/>
                </a:lnTo>
                <a:lnTo>
                  <a:pt x="117" y="179"/>
                </a:lnTo>
                <a:lnTo>
                  <a:pt x="116" y="179"/>
                </a:lnTo>
                <a:lnTo>
                  <a:pt x="117" y="179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8" y="176"/>
                </a:lnTo>
                <a:lnTo>
                  <a:pt x="118" y="175"/>
                </a:lnTo>
                <a:lnTo>
                  <a:pt x="119" y="175"/>
                </a:lnTo>
                <a:lnTo>
                  <a:pt x="119" y="174"/>
                </a:lnTo>
                <a:lnTo>
                  <a:pt x="120" y="174"/>
                </a:lnTo>
                <a:lnTo>
                  <a:pt x="120" y="173"/>
                </a:lnTo>
                <a:lnTo>
                  <a:pt x="120" y="172"/>
                </a:lnTo>
                <a:lnTo>
                  <a:pt x="121" y="172"/>
                </a:lnTo>
                <a:lnTo>
                  <a:pt x="122" y="171"/>
                </a:lnTo>
                <a:lnTo>
                  <a:pt x="122" y="170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8"/>
                </a:lnTo>
                <a:lnTo>
                  <a:pt x="125" y="168"/>
                </a:lnTo>
                <a:lnTo>
                  <a:pt x="126" y="168"/>
                </a:lnTo>
                <a:lnTo>
                  <a:pt x="126" y="167"/>
                </a:lnTo>
                <a:lnTo>
                  <a:pt x="127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6"/>
                </a:lnTo>
                <a:lnTo>
                  <a:pt x="132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3"/>
                </a:lnTo>
                <a:lnTo>
                  <a:pt x="130" y="163"/>
                </a:lnTo>
                <a:lnTo>
                  <a:pt x="129" y="162"/>
                </a:lnTo>
                <a:lnTo>
                  <a:pt x="130" y="161"/>
                </a:lnTo>
                <a:lnTo>
                  <a:pt x="130" y="162"/>
                </a:lnTo>
                <a:lnTo>
                  <a:pt x="131" y="162"/>
                </a:lnTo>
                <a:lnTo>
                  <a:pt x="131" y="161"/>
                </a:lnTo>
                <a:lnTo>
                  <a:pt x="131" y="160"/>
                </a:lnTo>
                <a:lnTo>
                  <a:pt x="132" y="160"/>
                </a:lnTo>
                <a:lnTo>
                  <a:pt x="133" y="160"/>
                </a:lnTo>
                <a:lnTo>
                  <a:pt x="133" y="161"/>
                </a:lnTo>
                <a:lnTo>
                  <a:pt x="132" y="161"/>
                </a:lnTo>
                <a:lnTo>
                  <a:pt x="133" y="161"/>
                </a:lnTo>
                <a:lnTo>
                  <a:pt x="134" y="160"/>
                </a:lnTo>
                <a:lnTo>
                  <a:pt x="133" y="159"/>
                </a:lnTo>
                <a:lnTo>
                  <a:pt x="133" y="158"/>
                </a:lnTo>
                <a:lnTo>
                  <a:pt x="134" y="158"/>
                </a:lnTo>
                <a:lnTo>
                  <a:pt x="135" y="157"/>
                </a:lnTo>
                <a:lnTo>
                  <a:pt x="136" y="156"/>
                </a:lnTo>
                <a:lnTo>
                  <a:pt x="135" y="156"/>
                </a:lnTo>
                <a:lnTo>
                  <a:pt x="136" y="156"/>
                </a:lnTo>
                <a:lnTo>
                  <a:pt x="137" y="155"/>
                </a:lnTo>
                <a:lnTo>
                  <a:pt x="138" y="155"/>
                </a:lnTo>
                <a:lnTo>
                  <a:pt x="139" y="155"/>
                </a:lnTo>
                <a:lnTo>
                  <a:pt x="139" y="154"/>
                </a:lnTo>
                <a:lnTo>
                  <a:pt x="140" y="154"/>
                </a:lnTo>
                <a:lnTo>
                  <a:pt x="140" y="155"/>
                </a:lnTo>
                <a:lnTo>
                  <a:pt x="141" y="155"/>
                </a:lnTo>
                <a:lnTo>
                  <a:pt x="143" y="155"/>
                </a:lnTo>
                <a:lnTo>
                  <a:pt x="143" y="154"/>
                </a:lnTo>
                <a:lnTo>
                  <a:pt x="142" y="154"/>
                </a:lnTo>
                <a:lnTo>
                  <a:pt x="143" y="154"/>
                </a:lnTo>
                <a:lnTo>
                  <a:pt x="143" y="153"/>
                </a:lnTo>
                <a:lnTo>
                  <a:pt x="144" y="153"/>
                </a:lnTo>
                <a:lnTo>
                  <a:pt x="145" y="153"/>
                </a:lnTo>
                <a:lnTo>
                  <a:pt x="145" y="152"/>
                </a:lnTo>
                <a:lnTo>
                  <a:pt x="146" y="152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7" y="148"/>
                </a:lnTo>
                <a:lnTo>
                  <a:pt x="147" y="147"/>
                </a:lnTo>
                <a:lnTo>
                  <a:pt x="148" y="147"/>
                </a:lnTo>
                <a:lnTo>
                  <a:pt x="149" y="147"/>
                </a:lnTo>
                <a:lnTo>
                  <a:pt x="150" y="146"/>
                </a:lnTo>
                <a:lnTo>
                  <a:pt x="149" y="145"/>
                </a:lnTo>
                <a:lnTo>
                  <a:pt x="150" y="144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3"/>
                </a:lnTo>
                <a:lnTo>
                  <a:pt x="148" y="143"/>
                </a:lnTo>
                <a:lnTo>
                  <a:pt x="148" y="142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1" y="140"/>
                </a:lnTo>
                <a:lnTo>
                  <a:pt x="152" y="140"/>
                </a:lnTo>
                <a:lnTo>
                  <a:pt x="153" y="140"/>
                </a:lnTo>
                <a:lnTo>
                  <a:pt x="154" y="139"/>
                </a:lnTo>
                <a:lnTo>
                  <a:pt x="155" y="139"/>
                </a:lnTo>
                <a:lnTo>
                  <a:pt x="156" y="139"/>
                </a:lnTo>
                <a:lnTo>
                  <a:pt x="156" y="138"/>
                </a:lnTo>
                <a:lnTo>
                  <a:pt x="157" y="138"/>
                </a:lnTo>
                <a:lnTo>
                  <a:pt x="157" y="137"/>
                </a:lnTo>
                <a:lnTo>
                  <a:pt x="158" y="137"/>
                </a:lnTo>
                <a:lnTo>
                  <a:pt x="158" y="136"/>
                </a:lnTo>
                <a:lnTo>
                  <a:pt x="159" y="137"/>
                </a:lnTo>
                <a:lnTo>
                  <a:pt x="159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2" y="137"/>
                </a:lnTo>
                <a:lnTo>
                  <a:pt x="163" y="137"/>
                </a:lnTo>
                <a:lnTo>
                  <a:pt x="163" y="136"/>
                </a:lnTo>
                <a:lnTo>
                  <a:pt x="164" y="136"/>
                </a:lnTo>
                <a:lnTo>
                  <a:pt x="165" y="135"/>
                </a:lnTo>
                <a:lnTo>
                  <a:pt x="166" y="135"/>
                </a:lnTo>
                <a:lnTo>
                  <a:pt x="167" y="135"/>
                </a:lnTo>
                <a:lnTo>
                  <a:pt x="168" y="134"/>
                </a:lnTo>
                <a:lnTo>
                  <a:pt x="168" y="133"/>
                </a:lnTo>
                <a:lnTo>
                  <a:pt x="169" y="133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7" y="129"/>
                </a:lnTo>
                <a:lnTo>
                  <a:pt x="178" y="129"/>
                </a:lnTo>
                <a:lnTo>
                  <a:pt x="179" y="130"/>
                </a:lnTo>
                <a:lnTo>
                  <a:pt x="180" y="130"/>
                </a:lnTo>
                <a:lnTo>
                  <a:pt x="180" y="129"/>
                </a:lnTo>
                <a:lnTo>
                  <a:pt x="179" y="129"/>
                </a:lnTo>
                <a:lnTo>
                  <a:pt x="180" y="128"/>
                </a:lnTo>
                <a:lnTo>
                  <a:pt x="181" y="128"/>
                </a:lnTo>
                <a:lnTo>
                  <a:pt x="182" y="128"/>
                </a:lnTo>
                <a:lnTo>
                  <a:pt x="182" y="127"/>
                </a:lnTo>
                <a:lnTo>
                  <a:pt x="183" y="127"/>
                </a:lnTo>
                <a:lnTo>
                  <a:pt x="183" y="128"/>
                </a:lnTo>
                <a:lnTo>
                  <a:pt x="184" y="128"/>
                </a:lnTo>
                <a:lnTo>
                  <a:pt x="185" y="128"/>
                </a:lnTo>
                <a:lnTo>
                  <a:pt x="185" y="129"/>
                </a:lnTo>
                <a:lnTo>
                  <a:pt x="186" y="128"/>
                </a:lnTo>
                <a:lnTo>
                  <a:pt x="186" y="127"/>
                </a:lnTo>
                <a:lnTo>
                  <a:pt x="185" y="127"/>
                </a:lnTo>
                <a:lnTo>
                  <a:pt x="185" y="126"/>
                </a:lnTo>
                <a:lnTo>
                  <a:pt x="186" y="126"/>
                </a:lnTo>
                <a:lnTo>
                  <a:pt x="187" y="126"/>
                </a:lnTo>
                <a:lnTo>
                  <a:pt x="188" y="126"/>
                </a:lnTo>
                <a:lnTo>
                  <a:pt x="189" y="125"/>
                </a:lnTo>
                <a:lnTo>
                  <a:pt x="190" y="125"/>
                </a:lnTo>
                <a:lnTo>
                  <a:pt x="191" y="125"/>
                </a:lnTo>
                <a:lnTo>
                  <a:pt x="192" y="125"/>
                </a:lnTo>
                <a:lnTo>
                  <a:pt x="192" y="126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6" y="127"/>
                </a:lnTo>
                <a:lnTo>
                  <a:pt x="196" y="128"/>
                </a:lnTo>
                <a:lnTo>
                  <a:pt x="197" y="128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9"/>
                </a:lnTo>
                <a:lnTo>
                  <a:pt x="198" y="128"/>
                </a:lnTo>
                <a:lnTo>
                  <a:pt x="199" y="128"/>
                </a:lnTo>
                <a:lnTo>
                  <a:pt x="198" y="128"/>
                </a:lnTo>
                <a:lnTo>
                  <a:pt x="199" y="127"/>
                </a:lnTo>
                <a:lnTo>
                  <a:pt x="200" y="127"/>
                </a:lnTo>
                <a:lnTo>
                  <a:pt x="201" y="127"/>
                </a:lnTo>
                <a:lnTo>
                  <a:pt x="201" y="128"/>
                </a:lnTo>
                <a:lnTo>
                  <a:pt x="202" y="128"/>
                </a:lnTo>
                <a:lnTo>
                  <a:pt x="202" y="127"/>
                </a:lnTo>
                <a:lnTo>
                  <a:pt x="202" y="126"/>
                </a:lnTo>
                <a:lnTo>
                  <a:pt x="203" y="125"/>
                </a:lnTo>
                <a:lnTo>
                  <a:pt x="204" y="125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7" y="123"/>
                </a:lnTo>
                <a:lnTo>
                  <a:pt x="208" y="123"/>
                </a:lnTo>
                <a:lnTo>
                  <a:pt x="209" y="123"/>
                </a:lnTo>
                <a:lnTo>
                  <a:pt x="209" y="122"/>
                </a:lnTo>
                <a:lnTo>
                  <a:pt x="209" y="121"/>
                </a:lnTo>
                <a:lnTo>
                  <a:pt x="210" y="121"/>
                </a:lnTo>
                <a:lnTo>
                  <a:pt x="211" y="120"/>
                </a:lnTo>
                <a:lnTo>
                  <a:pt x="212" y="120"/>
                </a:lnTo>
                <a:lnTo>
                  <a:pt x="212" y="119"/>
                </a:lnTo>
                <a:lnTo>
                  <a:pt x="212" y="118"/>
                </a:lnTo>
                <a:lnTo>
                  <a:pt x="213" y="117"/>
                </a:lnTo>
                <a:lnTo>
                  <a:pt x="214" y="117"/>
                </a:lnTo>
                <a:lnTo>
                  <a:pt x="214" y="116"/>
                </a:lnTo>
                <a:lnTo>
                  <a:pt x="215" y="116"/>
                </a:lnTo>
                <a:lnTo>
                  <a:pt x="215" y="115"/>
                </a:lnTo>
                <a:lnTo>
                  <a:pt x="216" y="115"/>
                </a:lnTo>
                <a:lnTo>
                  <a:pt x="216" y="116"/>
                </a:lnTo>
                <a:lnTo>
                  <a:pt x="216" y="115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5"/>
                </a:lnTo>
                <a:lnTo>
                  <a:pt x="220" y="114"/>
                </a:lnTo>
                <a:lnTo>
                  <a:pt x="221" y="114"/>
                </a:lnTo>
                <a:lnTo>
                  <a:pt x="221" y="113"/>
                </a:lnTo>
                <a:lnTo>
                  <a:pt x="222" y="113"/>
                </a:lnTo>
                <a:lnTo>
                  <a:pt x="222" y="112"/>
                </a:lnTo>
                <a:lnTo>
                  <a:pt x="223" y="112"/>
                </a:lnTo>
                <a:lnTo>
                  <a:pt x="223" y="111"/>
                </a:lnTo>
                <a:lnTo>
                  <a:pt x="223" y="110"/>
                </a:lnTo>
                <a:lnTo>
                  <a:pt x="224" y="110"/>
                </a:lnTo>
                <a:lnTo>
                  <a:pt x="224" y="109"/>
                </a:lnTo>
                <a:lnTo>
                  <a:pt x="223" y="109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6" y="108"/>
                </a:lnTo>
                <a:lnTo>
                  <a:pt x="226" y="107"/>
                </a:lnTo>
                <a:lnTo>
                  <a:pt x="227" y="107"/>
                </a:lnTo>
                <a:lnTo>
                  <a:pt x="227" y="106"/>
                </a:lnTo>
                <a:lnTo>
                  <a:pt x="228" y="106"/>
                </a:lnTo>
                <a:lnTo>
                  <a:pt x="229" y="107"/>
                </a:lnTo>
                <a:lnTo>
                  <a:pt x="230" y="107"/>
                </a:lnTo>
                <a:lnTo>
                  <a:pt x="230" y="106"/>
                </a:lnTo>
                <a:lnTo>
                  <a:pt x="230" y="105"/>
                </a:lnTo>
                <a:lnTo>
                  <a:pt x="233" y="105"/>
                </a:lnTo>
                <a:lnTo>
                  <a:pt x="233" y="104"/>
                </a:lnTo>
                <a:lnTo>
                  <a:pt x="234" y="104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8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3"/>
                </a:lnTo>
                <a:lnTo>
                  <a:pt x="246" y="103"/>
                </a:lnTo>
                <a:lnTo>
                  <a:pt x="246" y="104"/>
                </a:lnTo>
                <a:lnTo>
                  <a:pt x="247" y="104"/>
                </a:lnTo>
                <a:lnTo>
                  <a:pt x="247" y="103"/>
                </a:lnTo>
                <a:lnTo>
                  <a:pt x="248" y="103"/>
                </a:lnTo>
                <a:lnTo>
                  <a:pt x="248" y="102"/>
                </a:lnTo>
                <a:lnTo>
                  <a:pt x="249" y="102"/>
                </a:lnTo>
                <a:lnTo>
                  <a:pt x="249" y="101"/>
                </a:lnTo>
                <a:lnTo>
                  <a:pt x="250" y="101"/>
                </a:lnTo>
                <a:lnTo>
                  <a:pt x="250" y="102"/>
                </a:lnTo>
                <a:lnTo>
                  <a:pt x="250" y="103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4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8"/>
                </a:lnTo>
                <a:lnTo>
                  <a:pt x="255" y="109"/>
                </a:lnTo>
                <a:lnTo>
                  <a:pt x="256" y="109"/>
                </a:lnTo>
                <a:lnTo>
                  <a:pt x="256" y="108"/>
                </a:lnTo>
                <a:lnTo>
                  <a:pt x="257" y="108"/>
                </a:lnTo>
                <a:lnTo>
                  <a:pt x="257" y="109"/>
                </a:lnTo>
                <a:lnTo>
                  <a:pt x="258" y="109"/>
                </a:lnTo>
                <a:lnTo>
                  <a:pt x="258" y="108"/>
                </a:lnTo>
                <a:lnTo>
                  <a:pt x="259" y="108"/>
                </a:lnTo>
                <a:lnTo>
                  <a:pt x="260" y="108"/>
                </a:lnTo>
                <a:lnTo>
                  <a:pt x="260" y="107"/>
                </a:lnTo>
                <a:lnTo>
                  <a:pt x="261" y="107"/>
                </a:lnTo>
                <a:lnTo>
                  <a:pt x="261" y="106"/>
                </a:lnTo>
                <a:lnTo>
                  <a:pt x="262" y="105"/>
                </a:lnTo>
                <a:lnTo>
                  <a:pt x="262" y="104"/>
                </a:lnTo>
                <a:lnTo>
                  <a:pt x="263" y="104"/>
                </a:lnTo>
                <a:lnTo>
                  <a:pt x="263" y="103"/>
                </a:lnTo>
                <a:lnTo>
                  <a:pt x="264" y="104"/>
                </a:lnTo>
                <a:lnTo>
                  <a:pt x="264" y="103"/>
                </a:lnTo>
                <a:lnTo>
                  <a:pt x="266" y="103"/>
                </a:lnTo>
                <a:lnTo>
                  <a:pt x="267" y="102"/>
                </a:lnTo>
                <a:lnTo>
                  <a:pt x="268" y="101"/>
                </a:lnTo>
                <a:lnTo>
                  <a:pt x="268" y="102"/>
                </a:lnTo>
                <a:lnTo>
                  <a:pt x="269" y="102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99"/>
                </a:lnTo>
                <a:lnTo>
                  <a:pt x="270" y="98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99"/>
                </a:lnTo>
                <a:lnTo>
                  <a:pt x="273" y="99"/>
                </a:lnTo>
                <a:lnTo>
                  <a:pt x="273" y="98"/>
                </a:lnTo>
                <a:lnTo>
                  <a:pt x="274" y="98"/>
                </a:lnTo>
                <a:lnTo>
                  <a:pt x="273" y="98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7"/>
                </a:lnTo>
                <a:lnTo>
                  <a:pt x="276" y="96"/>
                </a:lnTo>
                <a:lnTo>
                  <a:pt x="277" y="95"/>
                </a:lnTo>
                <a:lnTo>
                  <a:pt x="277" y="94"/>
                </a:lnTo>
                <a:lnTo>
                  <a:pt x="276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7" y="93"/>
                </a:lnTo>
                <a:lnTo>
                  <a:pt x="277" y="94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7" y="91"/>
                </a:lnTo>
                <a:lnTo>
                  <a:pt x="277" y="90"/>
                </a:lnTo>
                <a:lnTo>
                  <a:pt x="277" y="89"/>
                </a:lnTo>
                <a:lnTo>
                  <a:pt x="277" y="90"/>
                </a:lnTo>
                <a:lnTo>
                  <a:pt x="278" y="89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8" y="87"/>
                </a:lnTo>
                <a:lnTo>
                  <a:pt x="278" y="86"/>
                </a:lnTo>
                <a:lnTo>
                  <a:pt x="279" y="85"/>
                </a:lnTo>
                <a:lnTo>
                  <a:pt x="280" y="85"/>
                </a:lnTo>
                <a:lnTo>
                  <a:pt x="280" y="84"/>
                </a:lnTo>
                <a:lnTo>
                  <a:pt x="280" y="83"/>
                </a:lnTo>
                <a:lnTo>
                  <a:pt x="281" y="83"/>
                </a:lnTo>
                <a:lnTo>
                  <a:pt x="282" y="83"/>
                </a:lnTo>
                <a:lnTo>
                  <a:pt x="282" y="82"/>
                </a:lnTo>
                <a:lnTo>
                  <a:pt x="283" y="82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6" y="82"/>
                </a:lnTo>
                <a:lnTo>
                  <a:pt x="287" y="82"/>
                </a:lnTo>
                <a:lnTo>
                  <a:pt x="288" y="82"/>
                </a:lnTo>
                <a:lnTo>
                  <a:pt x="289" y="81"/>
                </a:lnTo>
                <a:lnTo>
                  <a:pt x="290" y="80"/>
                </a:lnTo>
                <a:lnTo>
                  <a:pt x="291" y="80"/>
                </a:lnTo>
                <a:lnTo>
                  <a:pt x="292" y="80"/>
                </a:lnTo>
                <a:lnTo>
                  <a:pt x="292" y="81"/>
                </a:lnTo>
                <a:lnTo>
                  <a:pt x="293" y="81"/>
                </a:lnTo>
                <a:lnTo>
                  <a:pt x="294" y="81"/>
                </a:lnTo>
                <a:lnTo>
                  <a:pt x="295" y="82"/>
                </a:lnTo>
                <a:lnTo>
                  <a:pt x="295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2" y="83"/>
                </a:lnTo>
                <a:lnTo>
                  <a:pt x="303" y="83"/>
                </a:lnTo>
                <a:lnTo>
                  <a:pt x="303" y="84"/>
                </a:lnTo>
                <a:lnTo>
                  <a:pt x="304" y="84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5" y="79"/>
                </a:lnTo>
                <a:lnTo>
                  <a:pt x="306" y="79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4"/>
                </a:lnTo>
                <a:lnTo>
                  <a:pt x="314" y="83"/>
                </a:lnTo>
                <a:lnTo>
                  <a:pt x="315" y="83"/>
                </a:lnTo>
                <a:lnTo>
                  <a:pt x="316" y="84"/>
                </a:lnTo>
                <a:lnTo>
                  <a:pt x="316" y="85"/>
                </a:lnTo>
                <a:lnTo>
                  <a:pt x="317" y="85"/>
                </a:lnTo>
                <a:lnTo>
                  <a:pt x="317" y="84"/>
                </a:lnTo>
                <a:lnTo>
                  <a:pt x="318" y="84"/>
                </a:lnTo>
                <a:lnTo>
                  <a:pt x="318" y="83"/>
                </a:lnTo>
                <a:lnTo>
                  <a:pt x="318" y="84"/>
                </a:lnTo>
                <a:lnTo>
                  <a:pt x="319" y="84"/>
                </a:lnTo>
                <a:lnTo>
                  <a:pt x="320" y="84"/>
                </a:lnTo>
                <a:lnTo>
                  <a:pt x="321" y="84"/>
                </a:lnTo>
                <a:lnTo>
                  <a:pt x="321" y="83"/>
                </a:lnTo>
                <a:lnTo>
                  <a:pt x="321" y="81"/>
                </a:lnTo>
                <a:lnTo>
                  <a:pt x="321" y="80"/>
                </a:lnTo>
                <a:lnTo>
                  <a:pt x="322" y="80"/>
                </a:lnTo>
                <a:lnTo>
                  <a:pt x="323" y="80"/>
                </a:lnTo>
                <a:lnTo>
                  <a:pt x="324" y="80"/>
                </a:lnTo>
                <a:lnTo>
                  <a:pt x="324" y="79"/>
                </a:lnTo>
                <a:lnTo>
                  <a:pt x="325" y="79"/>
                </a:lnTo>
                <a:lnTo>
                  <a:pt x="325" y="78"/>
                </a:lnTo>
                <a:lnTo>
                  <a:pt x="325" y="77"/>
                </a:lnTo>
                <a:lnTo>
                  <a:pt x="326" y="77"/>
                </a:lnTo>
                <a:lnTo>
                  <a:pt x="327" y="77"/>
                </a:lnTo>
                <a:lnTo>
                  <a:pt x="327" y="76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4"/>
                </a:lnTo>
                <a:lnTo>
                  <a:pt x="322" y="73"/>
                </a:lnTo>
                <a:lnTo>
                  <a:pt x="321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6"/>
                </a:lnTo>
                <a:lnTo>
                  <a:pt x="325" y="66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3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7" y="77"/>
                </a:lnTo>
                <a:lnTo>
                  <a:pt x="357" y="78"/>
                </a:lnTo>
                <a:lnTo>
                  <a:pt x="358" y="78"/>
                </a:lnTo>
                <a:lnTo>
                  <a:pt x="359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2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79"/>
                </a:lnTo>
                <a:lnTo>
                  <a:pt x="364" y="79"/>
                </a:lnTo>
                <a:lnTo>
                  <a:pt x="364" y="78"/>
                </a:lnTo>
                <a:lnTo>
                  <a:pt x="365" y="77"/>
                </a:lnTo>
                <a:lnTo>
                  <a:pt x="365" y="76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4"/>
                </a:lnTo>
                <a:lnTo>
                  <a:pt x="381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1" y="69"/>
                </a:lnTo>
                <a:lnTo>
                  <a:pt x="392" y="69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2" y="63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6" y="54"/>
                </a:lnTo>
                <a:lnTo>
                  <a:pt x="397" y="54"/>
                </a:lnTo>
                <a:lnTo>
                  <a:pt x="396" y="54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50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50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1" y="45"/>
                </a:lnTo>
                <a:lnTo>
                  <a:pt x="430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7" y="27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6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8"/>
                </a:lnTo>
                <a:lnTo>
                  <a:pt x="441" y="7"/>
                </a:lnTo>
                <a:lnTo>
                  <a:pt x="442" y="7"/>
                </a:lnTo>
                <a:lnTo>
                  <a:pt x="442" y="6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1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3"/>
                </a:move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78044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965840" y="13255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96332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95504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95504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955760" y="131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676040" y="118440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4" y="4"/>
                </a:lnTo>
                <a:lnTo>
                  <a:pt x="203" y="4"/>
                </a:lnTo>
                <a:lnTo>
                  <a:pt x="204" y="5"/>
                </a:lnTo>
                <a:lnTo>
                  <a:pt x="205" y="5"/>
                </a:lnTo>
                <a:lnTo>
                  <a:pt x="206" y="4"/>
                </a:lnTo>
                <a:lnTo>
                  <a:pt x="206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0" y="13"/>
                </a:lnTo>
                <a:lnTo>
                  <a:pt x="211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2" y="18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6" y="30"/>
                </a:lnTo>
                <a:lnTo>
                  <a:pt x="215" y="30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09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4" y="42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1" y="62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4" y="83"/>
                </a:lnTo>
                <a:lnTo>
                  <a:pt x="244" y="84"/>
                </a:lnTo>
                <a:lnTo>
                  <a:pt x="245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7" y="88"/>
                </a:lnTo>
                <a:lnTo>
                  <a:pt x="248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4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8" y="81"/>
                </a:lnTo>
                <a:lnTo>
                  <a:pt x="297" y="81"/>
                </a:lnTo>
                <a:lnTo>
                  <a:pt x="297" y="82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8" y="93"/>
                </a:lnTo>
                <a:lnTo>
                  <a:pt x="319" y="93"/>
                </a:lnTo>
                <a:lnTo>
                  <a:pt x="320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3"/>
                </a:lnTo>
                <a:lnTo>
                  <a:pt x="338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6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1" y="105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5"/>
                </a:lnTo>
                <a:lnTo>
                  <a:pt x="374" y="106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2" y="116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2" y="116"/>
                </a:lnTo>
                <a:lnTo>
                  <a:pt x="393" y="116"/>
                </a:lnTo>
                <a:lnTo>
                  <a:pt x="393" y="117"/>
                </a:lnTo>
                <a:lnTo>
                  <a:pt x="392" y="117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7" y="116"/>
                </a:lnTo>
                <a:lnTo>
                  <a:pt x="417" y="117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9" y="116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1" y="127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7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0" y="140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1" y="152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5" y="174"/>
                </a:lnTo>
                <a:lnTo>
                  <a:pt x="486" y="175"/>
                </a:lnTo>
                <a:lnTo>
                  <a:pt x="487" y="176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4" y="173"/>
                </a:lnTo>
                <a:lnTo>
                  <a:pt x="495" y="174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6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7" y="227"/>
                </a:lnTo>
                <a:lnTo>
                  <a:pt x="558" y="227"/>
                </a:lnTo>
                <a:lnTo>
                  <a:pt x="558" y="228"/>
                </a:lnTo>
                <a:lnTo>
                  <a:pt x="559" y="228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6"/>
                </a:lnTo>
                <a:lnTo>
                  <a:pt x="575" y="226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80" y="224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1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79" y="202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80" y="200"/>
                </a:lnTo>
                <a:lnTo>
                  <a:pt x="580" y="199"/>
                </a:lnTo>
                <a:lnTo>
                  <a:pt x="580" y="198"/>
                </a:lnTo>
                <a:lnTo>
                  <a:pt x="581" y="198"/>
                </a:lnTo>
                <a:lnTo>
                  <a:pt x="582" y="200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199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7" y="205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1" y="224"/>
                </a:lnTo>
                <a:lnTo>
                  <a:pt x="622" y="224"/>
                </a:lnTo>
                <a:lnTo>
                  <a:pt x="622" y="226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7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8" y="246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1"/>
                </a:lnTo>
                <a:lnTo>
                  <a:pt x="641" y="252"/>
                </a:lnTo>
                <a:lnTo>
                  <a:pt x="640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0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1" y="263"/>
                </a:lnTo>
                <a:lnTo>
                  <a:pt x="642" y="264"/>
                </a:lnTo>
                <a:lnTo>
                  <a:pt x="643" y="263"/>
                </a:lnTo>
                <a:lnTo>
                  <a:pt x="644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2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4" y="240"/>
                </a:lnTo>
                <a:lnTo>
                  <a:pt x="735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5"/>
                </a:lnTo>
                <a:lnTo>
                  <a:pt x="768" y="244"/>
                </a:lnTo>
                <a:lnTo>
                  <a:pt x="769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1" y="236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4" y="285"/>
                </a:lnTo>
                <a:lnTo>
                  <a:pt x="825" y="285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8"/>
                </a:lnTo>
                <a:lnTo>
                  <a:pt x="829" y="289"/>
                </a:lnTo>
                <a:lnTo>
                  <a:pt x="829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9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6" y="293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6" y="291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9"/>
                </a:lnTo>
                <a:lnTo>
                  <a:pt x="864" y="320"/>
                </a:lnTo>
                <a:lnTo>
                  <a:pt x="864" y="321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60" y="331"/>
                </a:lnTo>
                <a:lnTo>
                  <a:pt x="860" y="332"/>
                </a:lnTo>
                <a:lnTo>
                  <a:pt x="858" y="332"/>
                </a:lnTo>
                <a:lnTo>
                  <a:pt x="857" y="332"/>
                </a:lnTo>
                <a:lnTo>
                  <a:pt x="856" y="332"/>
                </a:lnTo>
                <a:lnTo>
                  <a:pt x="855" y="333"/>
                </a:lnTo>
                <a:lnTo>
                  <a:pt x="855" y="334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4" y="339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5" y="348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8" y="347"/>
                </a:lnTo>
                <a:lnTo>
                  <a:pt x="848" y="346"/>
                </a:lnTo>
                <a:lnTo>
                  <a:pt x="847" y="347"/>
                </a:lnTo>
                <a:lnTo>
                  <a:pt x="846" y="347"/>
                </a:lnTo>
                <a:lnTo>
                  <a:pt x="846" y="348"/>
                </a:lnTo>
                <a:lnTo>
                  <a:pt x="846" y="349"/>
                </a:lnTo>
                <a:lnTo>
                  <a:pt x="847" y="351"/>
                </a:lnTo>
                <a:lnTo>
                  <a:pt x="848" y="353"/>
                </a:lnTo>
                <a:lnTo>
                  <a:pt x="847" y="353"/>
                </a:lnTo>
                <a:lnTo>
                  <a:pt x="846" y="353"/>
                </a:lnTo>
                <a:lnTo>
                  <a:pt x="843" y="354"/>
                </a:lnTo>
                <a:lnTo>
                  <a:pt x="842" y="354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7" y="352"/>
                </a:lnTo>
                <a:lnTo>
                  <a:pt x="836" y="353"/>
                </a:lnTo>
                <a:lnTo>
                  <a:pt x="835" y="354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2"/>
                </a:lnTo>
                <a:lnTo>
                  <a:pt x="826" y="352"/>
                </a:lnTo>
                <a:lnTo>
                  <a:pt x="825" y="353"/>
                </a:lnTo>
                <a:lnTo>
                  <a:pt x="825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4" y="355"/>
                </a:lnTo>
                <a:lnTo>
                  <a:pt x="811" y="357"/>
                </a:lnTo>
                <a:lnTo>
                  <a:pt x="810" y="357"/>
                </a:lnTo>
                <a:lnTo>
                  <a:pt x="809" y="358"/>
                </a:lnTo>
                <a:lnTo>
                  <a:pt x="807" y="359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4" y="360"/>
                </a:lnTo>
                <a:lnTo>
                  <a:pt x="803" y="361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3"/>
                </a:lnTo>
                <a:lnTo>
                  <a:pt x="796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6"/>
                </a:lnTo>
                <a:lnTo>
                  <a:pt x="809" y="396"/>
                </a:lnTo>
                <a:lnTo>
                  <a:pt x="810" y="397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1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7" y="393"/>
                </a:lnTo>
                <a:lnTo>
                  <a:pt x="808" y="393"/>
                </a:lnTo>
                <a:lnTo>
                  <a:pt x="808" y="392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9" y="378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7" y="385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9"/>
                </a:lnTo>
                <a:lnTo>
                  <a:pt x="791" y="380"/>
                </a:lnTo>
                <a:lnTo>
                  <a:pt x="790" y="380"/>
                </a:lnTo>
                <a:lnTo>
                  <a:pt x="789" y="380"/>
                </a:lnTo>
                <a:lnTo>
                  <a:pt x="789" y="379"/>
                </a:lnTo>
                <a:lnTo>
                  <a:pt x="789" y="378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6" y="366"/>
                </a:lnTo>
                <a:lnTo>
                  <a:pt x="776" y="365"/>
                </a:lnTo>
                <a:lnTo>
                  <a:pt x="777" y="364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8" y="361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9"/>
                </a:lnTo>
                <a:lnTo>
                  <a:pt x="776" y="358"/>
                </a:lnTo>
                <a:lnTo>
                  <a:pt x="777" y="358"/>
                </a:lnTo>
                <a:lnTo>
                  <a:pt x="777" y="357"/>
                </a:lnTo>
                <a:lnTo>
                  <a:pt x="777" y="356"/>
                </a:lnTo>
                <a:lnTo>
                  <a:pt x="778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9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8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3" y="341"/>
                </a:lnTo>
                <a:lnTo>
                  <a:pt x="762" y="341"/>
                </a:lnTo>
                <a:lnTo>
                  <a:pt x="762" y="342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3"/>
                </a:lnTo>
                <a:lnTo>
                  <a:pt x="756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1" y="339"/>
                </a:lnTo>
                <a:lnTo>
                  <a:pt x="751" y="338"/>
                </a:lnTo>
                <a:lnTo>
                  <a:pt x="750" y="338"/>
                </a:lnTo>
                <a:lnTo>
                  <a:pt x="749" y="338"/>
                </a:lnTo>
                <a:lnTo>
                  <a:pt x="747" y="338"/>
                </a:lnTo>
                <a:lnTo>
                  <a:pt x="746" y="338"/>
                </a:lnTo>
                <a:lnTo>
                  <a:pt x="746" y="339"/>
                </a:lnTo>
                <a:lnTo>
                  <a:pt x="745" y="339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3" y="348"/>
                </a:lnTo>
                <a:lnTo>
                  <a:pt x="742" y="348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1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8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8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5" y="366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4" y="374"/>
                </a:lnTo>
                <a:lnTo>
                  <a:pt x="735" y="375"/>
                </a:lnTo>
                <a:lnTo>
                  <a:pt x="736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4" y="376"/>
                </a:lnTo>
                <a:lnTo>
                  <a:pt x="734" y="377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5" y="380"/>
                </a:lnTo>
                <a:lnTo>
                  <a:pt x="733" y="380"/>
                </a:lnTo>
                <a:lnTo>
                  <a:pt x="733" y="381"/>
                </a:lnTo>
                <a:lnTo>
                  <a:pt x="732" y="381"/>
                </a:lnTo>
                <a:lnTo>
                  <a:pt x="732" y="382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3"/>
                </a:lnTo>
                <a:lnTo>
                  <a:pt x="732" y="394"/>
                </a:lnTo>
                <a:lnTo>
                  <a:pt x="731" y="394"/>
                </a:lnTo>
                <a:lnTo>
                  <a:pt x="731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8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9" y="398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6" y="403"/>
                </a:lnTo>
                <a:lnTo>
                  <a:pt x="715" y="403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7" y="397"/>
                </a:lnTo>
                <a:lnTo>
                  <a:pt x="697" y="396"/>
                </a:lnTo>
                <a:lnTo>
                  <a:pt x="698" y="396"/>
                </a:lnTo>
                <a:lnTo>
                  <a:pt x="698" y="395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7" y="399"/>
                </a:lnTo>
                <a:lnTo>
                  <a:pt x="696" y="399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3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3"/>
                </a:lnTo>
                <a:lnTo>
                  <a:pt x="688" y="403"/>
                </a:lnTo>
                <a:lnTo>
                  <a:pt x="687" y="403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8" y="407"/>
                </a:lnTo>
                <a:lnTo>
                  <a:pt x="688" y="408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10"/>
                </a:lnTo>
                <a:lnTo>
                  <a:pt x="685" y="409"/>
                </a:lnTo>
                <a:lnTo>
                  <a:pt x="686" y="410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5" y="414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2" y="417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3" y="418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20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2" y="421"/>
                </a:lnTo>
                <a:lnTo>
                  <a:pt x="682" y="422"/>
                </a:lnTo>
                <a:lnTo>
                  <a:pt x="681" y="422"/>
                </a:lnTo>
                <a:lnTo>
                  <a:pt x="679" y="422"/>
                </a:lnTo>
                <a:lnTo>
                  <a:pt x="679" y="423"/>
                </a:lnTo>
                <a:lnTo>
                  <a:pt x="679" y="424"/>
                </a:lnTo>
                <a:lnTo>
                  <a:pt x="680" y="424"/>
                </a:lnTo>
                <a:lnTo>
                  <a:pt x="679" y="425"/>
                </a:lnTo>
                <a:lnTo>
                  <a:pt x="678" y="424"/>
                </a:lnTo>
                <a:lnTo>
                  <a:pt x="677" y="424"/>
                </a:lnTo>
                <a:lnTo>
                  <a:pt x="677" y="425"/>
                </a:lnTo>
                <a:lnTo>
                  <a:pt x="676" y="425"/>
                </a:lnTo>
                <a:lnTo>
                  <a:pt x="677" y="425"/>
                </a:lnTo>
                <a:lnTo>
                  <a:pt x="677" y="426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8" y="431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2"/>
                </a:lnTo>
                <a:lnTo>
                  <a:pt x="661" y="433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60" y="439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5" y="438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2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13" y="440"/>
                </a:lnTo>
                <a:lnTo>
                  <a:pt x="600" y="439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3"/>
                </a:lnTo>
                <a:lnTo>
                  <a:pt x="580" y="444"/>
                </a:lnTo>
                <a:lnTo>
                  <a:pt x="581" y="445"/>
                </a:lnTo>
                <a:lnTo>
                  <a:pt x="582" y="446"/>
                </a:lnTo>
                <a:lnTo>
                  <a:pt x="583" y="447"/>
                </a:lnTo>
                <a:lnTo>
                  <a:pt x="584" y="447"/>
                </a:lnTo>
                <a:lnTo>
                  <a:pt x="584" y="448"/>
                </a:lnTo>
                <a:lnTo>
                  <a:pt x="584" y="449"/>
                </a:lnTo>
                <a:lnTo>
                  <a:pt x="583" y="449"/>
                </a:lnTo>
                <a:lnTo>
                  <a:pt x="583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6" y="464"/>
                </a:lnTo>
                <a:lnTo>
                  <a:pt x="587" y="464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2" y="480"/>
                </a:lnTo>
                <a:lnTo>
                  <a:pt x="602" y="481"/>
                </a:lnTo>
                <a:lnTo>
                  <a:pt x="601" y="481"/>
                </a:lnTo>
                <a:lnTo>
                  <a:pt x="601" y="480"/>
                </a:lnTo>
                <a:lnTo>
                  <a:pt x="601" y="481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2" y="486"/>
                </a:lnTo>
                <a:lnTo>
                  <a:pt x="601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9"/>
                </a:lnTo>
                <a:lnTo>
                  <a:pt x="594" y="500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1" y="502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9" y="504"/>
                </a:lnTo>
                <a:lnTo>
                  <a:pt x="578" y="504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7" y="501"/>
                </a:lnTo>
                <a:lnTo>
                  <a:pt x="577" y="502"/>
                </a:lnTo>
                <a:lnTo>
                  <a:pt x="576" y="502"/>
                </a:lnTo>
                <a:lnTo>
                  <a:pt x="576" y="501"/>
                </a:lnTo>
                <a:lnTo>
                  <a:pt x="576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8" y="499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4" y="501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50" y="501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7" y="500"/>
                </a:lnTo>
                <a:lnTo>
                  <a:pt x="546" y="500"/>
                </a:lnTo>
                <a:lnTo>
                  <a:pt x="546" y="501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8" y="496"/>
                </a:lnTo>
                <a:lnTo>
                  <a:pt x="527" y="496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19" y="494"/>
                </a:lnTo>
                <a:lnTo>
                  <a:pt x="518" y="495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5"/>
                </a:lnTo>
                <a:lnTo>
                  <a:pt x="506" y="494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2" y="491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6" y="486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499" y="483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1" y="480"/>
                </a:lnTo>
                <a:lnTo>
                  <a:pt x="491" y="479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2" y="478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6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8"/>
                </a:lnTo>
                <a:lnTo>
                  <a:pt x="484" y="467"/>
                </a:lnTo>
                <a:lnTo>
                  <a:pt x="483" y="467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5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8" y="470"/>
                </a:lnTo>
                <a:lnTo>
                  <a:pt x="467" y="469"/>
                </a:lnTo>
                <a:lnTo>
                  <a:pt x="467" y="468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3"/>
                </a:lnTo>
                <a:lnTo>
                  <a:pt x="463" y="472"/>
                </a:lnTo>
                <a:lnTo>
                  <a:pt x="463" y="471"/>
                </a:lnTo>
                <a:lnTo>
                  <a:pt x="462" y="470"/>
                </a:lnTo>
                <a:lnTo>
                  <a:pt x="461" y="469"/>
                </a:lnTo>
                <a:lnTo>
                  <a:pt x="460" y="468"/>
                </a:lnTo>
                <a:lnTo>
                  <a:pt x="459" y="468"/>
                </a:lnTo>
                <a:lnTo>
                  <a:pt x="459" y="467"/>
                </a:lnTo>
                <a:lnTo>
                  <a:pt x="458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7" y="476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4" y="484"/>
                </a:lnTo>
                <a:lnTo>
                  <a:pt x="445" y="484"/>
                </a:lnTo>
                <a:lnTo>
                  <a:pt x="445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0" y="496"/>
                </a:lnTo>
                <a:lnTo>
                  <a:pt x="440" y="497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1" y="506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7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7" y="535"/>
                </a:lnTo>
                <a:lnTo>
                  <a:pt x="405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3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399" y="544"/>
                </a:lnTo>
                <a:lnTo>
                  <a:pt x="399" y="545"/>
                </a:lnTo>
                <a:lnTo>
                  <a:pt x="400" y="545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4" y="550"/>
                </a:lnTo>
                <a:lnTo>
                  <a:pt x="393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3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1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5" y="519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6"/>
                </a:lnTo>
                <a:lnTo>
                  <a:pt x="362" y="517"/>
                </a:lnTo>
                <a:lnTo>
                  <a:pt x="361" y="517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59" y="508"/>
                </a:lnTo>
                <a:lnTo>
                  <a:pt x="358" y="507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2" y="502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4" y="486"/>
                </a:lnTo>
                <a:lnTo>
                  <a:pt x="344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3" y="483"/>
                </a:lnTo>
                <a:lnTo>
                  <a:pt x="343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4" y="476"/>
                </a:lnTo>
                <a:lnTo>
                  <a:pt x="343" y="476"/>
                </a:lnTo>
                <a:lnTo>
                  <a:pt x="343" y="475"/>
                </a:lnTo>
                <a:lnTo>
                  <a:pt x="342" y="475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8" y="474"/>
                </a:lnTo>
                <a:lnTo>
                  <a:pt x="337" y="474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5"/>
                </a:lnTo>
                <a:lnTo>
                  <a:pt x="332" y="475"/>
                </a:lnTo>
                <a:lnTo>
                  <a:pt x="331" y="474"/>
                </a:lnTo>
                <a:lnTo>
                  <a:pt x="332" y="473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1" y="463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4" y="448"/>
                </a:lnTo>
                <a:lnTo>
                  <a:pt x="333" y="448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6"/>
                </a:lnTo>
                <a:lnTo>
                  <a:pt x="329" y="445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40"/>
                </a:lnTo>
                <a:lnTo>
                  <a:pt x="336" y="439"/>
                </a:lnTo>
                <a:lnTo>
                  <a:pt x="337" y="439"/>
                </a:lnTo>
                <a:lnTo>
                  <a:pt x="338" y="437"/>
                </a:lnTo>
                <a:lnTo>
                  <a:pt x="339" y="437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6"/>
                </a:lnTo>
                <a:lnTo>
                  <a:pt x="339" y="425"/>
                </a:lnTo>
                <a:lnTo>
                  <a:pt x="338" y="424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4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1" y="427"/>
                </a:lnTo>
                <a:lnTo>
                  <a:pt x="330" y="427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7" y="411"/>
                </a:lnTo>
                <a:lnTo>
                  <a:pt x="327" y="410"/>
                </a:lnTo>
                <a:lnTo>
                  <a:pt x="326" y="410"/>
                </a:lnTo>
                <a:lnTo>
                  <a:pt x="326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4"/>
                </a:lnTo>
                <a:lnTo>
                  <a:pt x="321" y="403"/>
                </a:lnTo>
                <a:lnTo>
                  <a:pt x="320" y="403"/>
                </a:lnTo>
                <a:lnTo>
                  <a:pt x="319" y="403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8" y="397"/>
                </a:lnTo>
                <a:lnTo>
                  <a:pt x="317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6" y="395"/>
                </a:lnTo>
                <a:lnTo>
                  <a:pt x="316" y="394"/>
                </a:lnTo>
                <a:lnTo>
                  <a:pt x="315" y="394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2" y="393"/>
                </a:lnTo>
                <a:lnTo>
                  <a:pt x="312" y="392"/>
                </a:lnTo>
                <a:lnTo>
                  <a:pt x="313" y="392"/>
                </a:lnTo>
                <a:lnTo>
                  <a:pt x="312" y="392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6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3"/>
                </a:lnTo>
                <a:lnTo>
                  <a:pt x="302" y="372"/>
                </a:lnTo>
                <a:lnTo>
                  <a:pt x="301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1" y="369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2" y="362"/>
                </a:lnTo>
                <a:lnTo>
                  <a:pt x="301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1"/>
                </a:lnTo>
                <a:lnTo>
                  <a:pt x="291" y="360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3"/>
                </a:lnTo>
                <a:lnTo>
                  <a:pt x="289" y="352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89" y="337"/>
                </a:lnTo>
                <a:lnTo>
                  <a:pt x="288" y="337"/>
                </a:lnTo>
                <a:lnTo>
                  <a:pt x="288" y="336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4"/>
                </a:lnTo>
                <a:lnTo>
                  <a:pt x="274" y="335"/>
                </a:lnTo>
                <a:lnTo>
                  <a:pt x="273" y="336"/>
                </a:lnTo>
                <a:lnTo>
                  <a:pt x="273" y="337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1" y="351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4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2" y="353"/>
                </a:lnTo>
                <a:lnTo>
                  <a:pt x="252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1" y="343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8"/>
                </a:lnTo>
                <a:lnTo>
                  <a:pt x="245" y="337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0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50" y="330"/>
                </a:lnTo>
                <a:lnTo>
                  <a:pt x="248" y="330"/>
                </a:lnTo>
                <a:lnTo>
                  <a:pt x="248" y="329"/>
                </a:lnTo>
                <a:lnTo>
                  <a:pt x="247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5"/>
                </a:lnTo>
                <a:lnTo>
                  <a:pt x="242" y="323"/>
                </a:lnTo>
                <a:lnTo>
                  <a:pt x="241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4"/>
                </a:lnTo>
                <a:lnTo>
                  <a:pt x="237" y="315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5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09" y="304"/>
                </a:lnTo>
                <a:lnTo>
                  <a:pt x="209" y="303"/>
                </a:lnTo>
                <a:lnTo>
                  <a:pt x="208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199" y="294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6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80" y="301"/>
                </a:lnTo>
                <a:lnTo>
                  <a:pt x="179" y="301"/>
                </a:lnTo>
                <a:lnTo>
                  <a:pt x="177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5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8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69" y="266"/>
                </a:lnTo>
                <a:lnTo>
                  <a:pt x="169" y="265"/>
                </a:lnTo>
                <a:lnTo>
                  <a:pt x="168" y="264"/>
                </a:lnTo>
                <a:lnTo>
                  <a:pt x="167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4" y="254"/>
                </a:lnTo>
                <a:lnTo>
                  <a:pt x="164" y="253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5"/>
                </a:lnTo>
                <a:lnTo>
                  <a:pt x="126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1" y="188"/>
                </a:lnTo>
                <a:lnTo>
                  <a:pt x="120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8" y="142"/>
                </a:lnTo>
                <a:lnTo>
                  <a:pt x="38" y="143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7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9" y="92"/>
                </a:lnTo>
                <a:lnTo>
                  <a:pt x="48" y="91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3" y="80"/>
                </a:lnTo>
                <a:lnTo>
                  <a:pt x="32" y="79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30" y="72"/>
                </a:lnTo>
                <a:lnTo>
                  <a:pt x="31" y="73"/>
                </a:lnTo>
                <a:lnTo>
                  <a:pt x="32" y="72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8" y="61"/>
                </a:lnTo>
                <a:lnTo>
                  <a:pt x="17" y="61"/>
                </a:lnTo>
                <a:lnTo>
                  <a:pt x="16" y="61"/>
                </a:lnTo>
                <a:lnTo>
                  <a:pt x="16" y="62"/>
                </a:lnTo>
                <a:lnTo>
                  <a:pt x="15" y="62"/>
                </a:lnTo>
                <a:lnTo>
                  <a:pt x="16" y="62"/>
                </a:lnTo>
                <a:lnTo>
                  <a:pt x="15" y="63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1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3" y="58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1" y="49"/>
                </a:lnTo>
                <a:lnTo>
                  <a:pt x="11" y="48"/>
                </a:lnTo>
                <a:lnTo>
                  <a:pt x="12" y="48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3" y="31"/>
                </a:lnTo>
                <a:lnTo>
                  <a:pt x="23" y="30"/>
                </a:lnTo>
                <a:lnTo>
                  <a:pt x="24" y="31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9" y="32"/>
                </a:lnTo>
                <a:lnTo>
                  <a:pt x="29" y="33"/>
                </a:lnTo>
                <a:lnTo>
                  <a:pt x="30" y="34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7"/>
                </a:lnTo>
                <a:lnTo>
                  <a:pt x="138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7" y="5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7" y="5"/>
                </a:lnTo>
                <a:lnTo>
                  <a:pt x="148" y="5"/>
                </a:lnTo>
                <a:lnTo>
                  <a:pt x="148" y="6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6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8" y="6"/>
                </a:lnTo>
                <a:lnTo>
                  <a:pt x="158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7"/>
                </a:lnTo>
                <a:lnTo>
                  <a:pt x="161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5"/>
                </a:lnTo>
                <a:lnTo>
                  <a:pt x="192" y="4"/>
                </a:lnTo>
                <a:lnTo>
                  <a:pt x="193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1"/>
                </a:lnTo>
                <a:lnTo>
                  <a:pt x="199" y="0"/>
                </a:lnTo>
                <a:lnTo>
                  <a:pt x="200" y="1"/>
                </a:lnTo>
                <a:lnTo>
                  <a:pt x="201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66128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2"/>
                </a:moveTo>
                <a:lnTo>
                  <a:pt x="204" y="2"/>
                </a:lnTo>
                <a:lnTo>
                  <a:pt x="206" y="2"/>
                </a:lnTo>
                <a:lnTo>
                  <a:pt x="206" y="3"/>
                </a:lnTo>
                <a:lnTo>
                  <a:pt x="206" y="4"/>
                </a:lnTo>
                <a:lnTo>
                  <a:pt x="207" y="4"/>
                </a:lnTo>
                <a:lnTo>
                  <a:pt x="207" y="5"/>
                </a:lnTo>
                <a:lnTo>
                  <a:pt x="207" y="6"/>
                </a:lnTo>
                <a:lnTo>
                  <a:pt x="208" y="6"/>
                </a:lnTo>
                <a:lnTo>
                  <a:pt x="210" y="6"/>
                </a:lnTo>
                <a:lnTo>
                  <a:pt x="210" y="5"/>
                </a:lnTo>
                <a:lnTo>
                  <a:pt x="209" y="4"/>
                </a:lnTo>
                <a:lnTo>
                  <a:pt x="208" y="4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1"/>
                </a:lnTo>
                <a:lnTo>
                  <a:pt x="210" y="1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3" y="0"/>
                </a:lnTo>
                <a:lnTo>
                  <a:pt x="213" y="1"/>
                </a:lnTo>
                <a:lnTo>
                  <a:pt x="214" y="1"/>
                </a:lnTo>
                <a:lnTo>
                  <a:pt x="215" y="1"/>
                </a:lnTo>
                <a:lnTo>
                  <a:pt x="215" y="2"/>
                </a:lnTo>
                <a:lnTo>
                  <a:pt x="215" y="3"/>
                </a:lnTo>
                <a:lnTo>
                  <a:pt x="214" y="4"/>
                </a:lnTo>
                <a:lnTo>
                  <a:pt x="213" y="4"/>
                </a:lnTo>
                <a:lnTo>
                  <a:pt x="213" y="5"/>
                </a:lnTo>
                <a:lnTo>
                  <a:pt x="212" y="5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6"/>
                </a:lnTo>
                <a:lnTo>
                  <a:pt x="216" y="6"/>
                </a:lnTo>
                <a:lnTo>
                  <a:pt x="216" y="5"/>
                </a:lnTo>
                <a:lnTo>
                  <a:pt x="216" y="4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1"/>
                </a:lnTo>
                <a:lnTo>
                  <a:pt x="222" y="1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3" y="6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7"/>
                </a:lnTo>
                <a:lnTo>
                  <a:pt x="244" y="8"/>
                </a:lnTo>
                <a:lnTo>
                  <a:pt x="245" y="8"/>
                </a:lnTo>
                <a:lnTo>
                  <a:pt x="246" y="9"/>
                </a:lnTo>
                <a:lnTo>
                  <a:pt x="247" y="10"/>
                </a:lnTo>
                <a:lnTo>
                  <a:pt x="250" y="11"/>
                </a:lnTo>
                <a:lnTo>
                  <a:pt x="252" y="12"/>
                </a:lnTo>
                <a:lnTo>
                  <a:pt x="252" y="13"/>
                </a:lnTo>
                <a:lnTo>
                  <a:pt x="255" y="14"/>
                </a:lnTo>
                <a:lnTo>
                  <a:pt x="255" y="15"/>
                </a:lnTo>
                <a:lnTo>
                  <a:pt x="255" y="16"/>
                </a:lnTo>
                <a:lnTo>
                  <a:pt x="256" y="16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9"/>
                </a:lnTo>
                <a:lnTo>
                  <a:pt x="263" y="19"/>
                </a:lnTo>
                <a:lnTo>
                  <a:pt x="263" y="20"/>
                </a:lnTo>
                <a:lnTo>
                  <a:pt x="264" y="20"/>
                </a:lnTo>
                <a:lnTo>
                  <a:pt x="264" y="21"/>
                </a:lnTo>
                <a:lnTo>
                  <a:pt x="265" y="21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9" y="21"/>
                </a:lnTo>
                <a:lnTo>
                  <a:pt x="269" y="20"/>
                </a:lnTo>
                <a:lnTo>
                  <a:pt x="270" y="20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9"/>
                </a:lnTo>
                <a:lnTo>
                  <a:pt x="278" y="19"/>
                </a:lnTo>
                <a:lnTo>
                  <a:pt x="278" y="20"/>
                </a:lnTo>
                <a:lnTo>
                  <a:pt x="279" y="20"/>
                </a:lnTo>
                <a:lnTo>
                  <a:pt x="279" y="21"/>
                </a:lnTo>
                <a:lnTo>
                  <a:pt x="280" y="21"/>
                </a:lnTo>
                <a:lnTo>
                  <a:pt x="280" y="22"/>
                </a:lnTo>
                <a:lnTo>
                  <a:pt x="281" y="22"/>
                </a:lnTo>
                <a:lnTo>
                  <a:pt x="282" y="22"/>
                </a:lnTo>
                <a:lnTo>
                  <a:pt x="282" y="23"/>
                </a:lnTo>
                <a:lnTo>
                  <a:pt x="283" y="23"/>
                </a:lnTo>
                <a:lnTo>
                  <a:pt x="284" y="24"/>
                </a:lnTo>
                <a:lnTo>
                  <a:pt x="285" y="25"/>
                </a:lnTo>
                <a:lnTo>
                  <a:pt x="286" y="26"/>
                </a:lnTo>
                <a:lnTo>
                  <a:pt x="286" y="27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30"/>
                </a:lnTo>
                <a:lnTo>
                  <a:pt x="288" y="30"/>
                </a:lnTo>
                <a:lnTo>
                  <a:pt x="288" y="31"/>
                </a:lnTo>
                <a:lnTo>
                  <a:pt x="289" y="31"/>
                </a:lnTo>
                <a:lnTo>
                  <a:pt x="290" y="31"/>
                </a:lnTo>
                <a:lnTo>
                  <a:pt x="291" y="31"/>
                </a:lnTo>
                <a:lnTo>
                  <a:pt x="291" y="32"/>
                </a:lnTo>
                <a:lnTo>
                  <a:pt x="292" y="32"/>
                </a:lnTo>
                <a:lnTo>
                  <a:pt x="293" y="33"/>
                </a:lnTo>
                <a:lnTo>
                  <a:pt x="293" y="34"/>
                </a:lnTo>
                <a:lnTo>
                  <a:pt x="294" y="34"/>
                </a:lnTo>
                <a:lnTo>
                  <a:pt x="294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5"/>
                </a:lnTo>
                <a:lnTo>
                  <a:pt x="299" y="36"/>
                </a:lnTo>
                <a:lnTo>
                  <a:pt x="300" y="36"/>
                </a:lnTo>
                <a:lnTo>
                  <a:pt x="301" y="36"/>
                </a:lnTo>
                <a:lnTo>
                  <a:pt x="302" y="36"/>
                </a:lnTo>
                <a:lnTo>
                  <a:pt x="303" y="37"/>
                </a:lnTo>
                <a:lnTo>
                  <a:pt x="304" y="37"/>
                </a:lnTo>
                <a:lnTo>
                  <a:pt x="307" y="36"/>
                </a:lnTo>
                <a:lnTo>
                  <a:pt x="308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6"/>
                </a:lnTo>
                <a:lnTo>
                  <a:pt x="317" y="37"/>
                </a:lnTo>
                <a:lnTo>
                  <a:pt x="318" y="37"/>
                </a:lnTo>
                <a:lnTo>
                  <a:pt x="319" y="37"/>
                </a:lnTo>
                <a:lnTo>
                  <a:pt x="320" y="38"/>
                </a:lnTo>
                <a:lnTo>
                  <a:pt x="320" y="39"/>
                </a:lnTo>
                <a:lnTo>
                  <a:pt x="319" y="40"/>
                </a:lnTo>
                <a:lnTo>
                  <a:pt x="319" y="41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3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0" y="44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1" y="47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1"/>
                </a:lnTo>
                <a:lnTo>
                  <a:pt x="334" y="40"/>
                </a:lnTo>
                <a:lnTo>
                  <a:pt x="335" y="40"/>
                </a:lnTo>
                <a:lnTo>
                  <a:pt x="336" y="40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6"/>
                </a:lnTo>
                <a:lnTo>
                  <a:pt x="352" y="36"/>
                </a:lnTo>
                <a:lnTo>
                  <a:pt x="355" y="36"/>
                </a:lnTo>
                <a:lnTo>
                  <a:pt x="357" y="36"/>
                </a:lnTo>
                <a:lnTo>
                  <a:pt x="358" y="36"/>
                </a:lnTo>
                <a:lnTo>
                  <a:pt x="359" y="36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7"/>
                </a:lnTo>
                <a:lnTo>
                  <a:pt x="364" y="38"/>
                </a:lnTo>
                <a:lnTo>
                  <a:pt x="365" y="38"/>
                </a:lnTo>
                <a:lnTo>
                  <a:pt x="367" y="39"/>
                </a:lnTo>
                <a:lnTo>
                  <a:pt x="370" y="41"/>
                </a:lnTo>
                <a:lnTo>
                  <a:pt x="371" y="41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2" y="45"/>
                </a:lnTo>
                <a:lnTo>
                  <a:pt x="382" y="46"/>
                </a:lnTo>
                <a:lnTo>
                  <a:pt x="383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1"/>
                </a:lnTo>
                <a:lnTo>
                  <a:pt x="402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0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6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5" y="71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5"/>
                </a:lnTo>
                <a:lnTo>
                  <a:pt x="426" y="75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8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2" y="98"/>
                </a:lnTo>
                <a:lnTo>
                  <a:pt x="434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2"/>
                </a:lnTo>
                <a:lnTo>
                  <a:pt x="439" y="102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47" y="102"/>
                </a:lnTo>
                <a:lnTo>
                  <a:pt x="450" y="103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6" y="125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8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8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3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7" y="134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7" y="178"/>
                </a:lnTo>
                <a:lnTo>
                  <a:pt x="487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5" y="186"/>
                </a:lnTo>
                <a:lnTo>
                  <a:pt x="494" y="186"/>
                </a:lnTo>
                <a:lnTo>
                  <a:pt x="494" y="187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1" y="199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6" y="201"/>
                </a:lnTo>
                <a:lnTo>
                  <a:pt x="496" y="202"/>
                </a:lnTo>
                <a:lnTo>
                  <a:pt x="496" y="203"/>
                </a:lnTo>
                <a:lnTo>
                  <a:pt x="497" y="203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9" y="212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5"/>
                </a:lnTo>
                <a:lnTo>
                  <a:pt x="506" y="216"/>
                </a:lnTo>
                <a:lnTo>
                  <a:pt x="506" y="217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1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8"/>
                </a:lnTo>
                <a:lnTo>
                  <a:pt x="516" y="228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1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1" y="237"/>
                </a:lnTo>
                <a:lnTo>
                  <a:pt x="513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30"/>
                </a:lnTo>
                <a:lnTo>
                  <a:pt x="517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7"/>
                </a:lnTo>
                <a:lnTo>
                  <a:pt x="518" y="238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5"/>
                </a:lnTo>
                <a:lnTo>
                  <a:pt x="517" y="247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3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1" y="258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8" y="265"/>
                </a:lnTo>
                <a:lnTo>
                  <a:pt x="529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8" y="273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7"/>
                </a:lnTo>
                <a:lnTo>
                  <a:pt x="552" y="297"/>
                </a:lnTo>
                <a:lnTo>
                  <a:pt x="553" y="299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2" y="316"/>
                </a:lnTo>
                <a:lnTo>
                  <a:pt x="551" y="316"/>
                </a:lnTo>
                <a:lnTo>
                  <a:pt x="551" y="317"/>
                </a:lnTo>
                <a:lnTo>
                  <a:pt x="552" y="318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19"/>
                </a:lnTo>
                <a:lnTo>
                  <a:pt x="557" y="320"/>
                </a:lnTo>
                <a:lnTo>
                  <a:pt x="558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8" y="325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7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6" y="332"/>
                </a:lnTo>
                <a:lnTo>
                  <a:pt x="557" y="333"/>
                </a:lnTo>
                <a:lnTo>
                  <a:pt x="558" y="334"/>
                </a:lnTo>
                <a:lnTo>
                  <a:pt x="559" y="335"/>
                </a:lnTo>
                <a:lnTo>
                  <a:pt x="560" y="336"/>
                </a:lnTo>
                <a:lnTo>
                  <a:pt x="562" y="336"/>
                </a:lnTo>
                <a:lnTo>
                  <a:pt x="563" y="337"/>
                </a:lnTo>
                <a:lnTo>
                  <a:pt x="565" y="337"/>
                </a:lnTo>
                <a:lnTo>
                  <a:pt x="566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69" y="339"/>
                </a:lnTo>
                <a:lnTo>
                  <a:pt x="571" y="339"/>
                </a:lnTo>
                <a:lnTo>
                  <a:pt x="572" y="339"/>
                </a:lnTo>
                <a:lnTo>
                  <a:pt x="574" y="339"/>
                </a:lnTo>
                <a:lnTo>
                  <a:pt x="576" y="340"/>
                </a:lnTo>
                <a:lnTo>
                  <a:pt x="577" y="340"/>
                </a:lnTo>
                <a:lnTo>
                  <a:pt x="579" y="340"/>
                </a:lnTo>
                <a:lnTo>
                  <a:pt x="579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6"/>
                </a:lnTo>
                <a:lnTo>
                  <a:pt x="579" y="347"/>
                </a:lnTo>
                <a:lnTo>
                  <a:pt x="579" y="348"/>
                </a:lnTo>
                <a:lnTo>
                  <a:pt x="578" y="350"/>
                </a:lnTo>
                <a:lnTo>
                  <a:pt x="578" y="351"/>
                </a:lnTo>
                <a:lnTo>
                  <a:pt x="576" y="352"/>
                </a:lnTo>
                <a:lnTo>
                  <a:pt x="575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61"/>
                </a:lnTo>
                <a:lnTo>
                  <a:pt x="570" y="362"/>
                </a:lnTo>
                <a:lnTo>
                  <a:pt x="570" y="363"/>
                </a:lnTo>
                <a:lnTo>
                  <a:pt x="570" y="364"/>
                </a:lnTo>
                <a:lnTo>
                  <a:pt x="569" y="365"/>
                </a:lnTo>
                <a:lnTo>
                  <a:pt x="570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69"/>
                </a:lnTo>
                <a:lnTo>
                  <a:pt x="573" y="370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4"/>
                </a:lnTo>
                <a:lnTo>
                  <a:pt x="574" y="375"/>
                </a:lnTo>
                <a:lnTo>
                  <a:pt x="573" y="378"/>
                </a:lnTo>
                <a:lnTo>
                  <a:pt x="572" y="380"/>
                </a:lnTo>
                <a:lnTo>
                  <a:pt x="573" y="382"/>
                </a:lnTo>
                <a:lnTo>
                  <a:pt x="573" y="383"/>
                </a:lnTo>
                <a:lnTo>
                  <a:pt x="574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8"/>
                </a:lnTo>
                <a:lnTo>
                  <a:pt x="584" y="388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3"/>
                </a:lnTo>
                <a:lnTo>
                  <a:pt x="586" y="395"/>
                </a:lnTo>
                <a:lnTo>
                  <a:pt x="586" y="396"/>
                </a:lnTo>
                <a:lnTo>
                  <a:pt x="587" y="397"/>
                </a:lnTo>
                <a:lnTo>
                  <a:pt x="588" y="399"/>
                </a:lnTo>
                <a:lnTo>
                  <a:pt x="589" y="400"/>
                </a:lnTo>
                <a:lnTo>
                  <a:pt x="590" y="401"/>
                </a:lnTo>
                <a:lnTo>
                  <a:pt x="591" y="401"/>
                </a:lnTo>
                <a:lnTo>
                  <a:pt x="592" y="401"/>
                </a:lnTo>
                <a:lnTo>
                  <a:pt x="594" y="402"/>
                </a:lnTo>
                <a:lnTo>
                  <a:pt x="595" y="403"/>
                </a:lnTo>
                <a:lnTo>
                  <a:pt x="596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7"/>
                </a:lnTo>
                <a:lnTo>
                  <a:pt x="599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5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8"/>
                </a:lnTo>
                <a:lnTo>
                  <a:pt x="616" y="408"/>
                </a:lnTo>
                <a:lnTo>
                  <a:pt x="617" y="408"/>
                </a:lnTo>
                <a:lnTo>
                  <a:pt x="617" y="409"/>
                </a:lnTo>
                <a:lnTo>
                  <a:pt x="619" y="410"/>
                </a:lnTo>
                <a:lnTo>
                  <a:pt x="620" y="410"/>
                </a:lnTo>
                <a:lnTo>
                  <a:pt x="621" y="410"/>
                </a:lnTo>
                <a:lnTo>
                  <a:pt x="623" y="411"/>
                </a:lnTo>
                <a:lnTo>
                  <a:pt x="624" y="411"/>
                </a:lnTo>
                <a:lnTo>
                  <a:pt x="626" y="411"/>
                </a:lnTo>
                <a:lnTo>
                  <a:pt x="627" y="411"/>
                </a:lnTo>
                <a:lnTo>
                  <a:pt x="629" y="412"/>
                </a:lnTo>
                <a:lnTo>
                  <a:pt x="630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8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7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1" y="407"/>
                </a:lnTo>
                <a:lnTo>
                  <a:pt x="672" y="407"/>
                </a:lnTo>
                <a:lnTo>
                  <a:pt x="674" y="408"/>
                </a:lnTo>
                <a:lnTo>
                  <a:pt x="676" y="409"/>
                </a:lnTo>
                <a:lnTo>
                  <a:pt x="677" y="409"/>
                </a:lnTo>
                <a:lnTo>
                  <a:pt x="679" y="409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2" y="406"/>
                </a:lnTo>
                <a:lnTo>
                  <a:pt x="683" y="406"/>
                </a:lnTo>
                <a:lnTo>
                  <a:pt x="684" y="406"/>
                </a:lnTo>
                <a:lnTo>
                  <a:pt x="684" y="407"/>
                </a:lnTo>
                <a:lnTo>
                  <a:pt x="685" y="407"/>
                </a:lnTo>
                <a:lnTo>
                  <a:pt x="686" y="407"/>
                </a:lnTo>
                <a:lnTo>
                  <a:pt x="687" y="408"/>
                </a:lnTo>
                <a:lnTo>
                  <a:pt x="688" y="408"/>
                </a:lnTo>
                <a:lnTo>
                  <a:pt x="688" y="410"/>
                </a:lnTo>
                <a:lnTo>
                  <a:pt x="688" y="411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6" y="413"/>
                </a:lnTo>
                <a:lnTo>
                  <a:pt x="685" y="413"/>
                </a:lnTo>
                <a:lnTo>
                  <a:pt x="684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6"/>
                </a:lnTo>
                <a:lnTo>
                  <a:pt x="683" y="417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89" y="418"/>
                </a:lnTo>
                <a:lnTo>
                  <a:pt x="690" y="418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7" y="421"/>
                </a:lnTo>
                <a:lnTo>
                  <a:pt x="707" y="422"/>
                </a:lnTo>
                <a:lnTo>
                  <a:pt x="708" y="423"/>
                </a:lnTo>
                <a:lnTo>
                  <a:pt x="709" y="425"/>
                </a:lnTo>
                <a:lnTo>
                  <a:pt x="709" y="427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4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9" y="430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5" y="426"/>
                </a:lnTo>
                <a:lnTo>
                  <a:pt x="726" y="426"/>
                </a:lnTo>
                <a:lnTo>
                  <a:pt x="728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2" y="430"/>
                </a:lnTo>
                <a:lnTo>
                  <a:pt x="733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39" y="424"/>
                </a:lnTo>
                <a:lnTo>
                  <a:pt x="740" y="423"/>
                </a:lnTo>
                <a:lnTo>
                  <a:pt x="742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2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0" y="424"/>
                </a:lnTo>
                <a:lnTo>
                  <a:pt x="752" y="424"/>
                </a:lnTo>
                <a:lnTo>
                  <a:pt x="753" y="425"/>
                </a:lnTo>
                <a:lnTo>
                  <a:pt x="754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5" y="434"/>
                </a:lnTo>
                <a:lnTo>
                  <a:pt x="755" y="435"/>
                </a:lnTo>
                <a:lnTo>
                  <a:pt x="755" y="436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7" y="439"/>
                </a:lnTo>
                <a:lnTo>
                  <a:pt x="758" y="439"/>
                </a:lnTo>
                <a:lnTo>
                  <a:pt x="759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7"/>
                </a:lnTo>
                <a:lnTo>
                  <a:pt x="770" y="438"/>
                </a:lnTo>
                <a:lnTo>
                  <a:pt x="771" y="438"/>
                </a:lnTo>
                <a:lnTo>
                  <a:pt x="772" y="439"/>
                </a:lnTo>
                <a:lnTo>
                  <a:pt x="772" y="440"/>
                </a:lnTo>
                <a:lnTo>
                  <a:pt x="773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5"/>
                </a:lnTo>
                <a:lnTo>
                  <a:pt x="773" y="446"/>
                </a:lnTo>
                <a:lnTo>
                  <a:pt x="773" y="447"/>
                </a:lnTo>
                <a:lnTo>
                  <a:pt x="774" y="447"/>
                </a:lnTo>
                <a:lnTo>
                  <a:pt x="775" y="448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3" y="450"/>
                </a:lnTo>
                <a:lnTo>
                  <a:pt x="783" y="451"/>
                </a:lnTo>
                <a:lnTo>
                  <a:pt x="783" y="452"/>
                </a:lnTo>
                <a:lnTo>
                  <a:pt x="782" y="453"/>
                </a:lnTo>
                <a:lnTo>
                  <a:pt x="782" y="454"/>
                </a:lnTo>
                <a:lnTo>
                  <a:pt x="782" y="455"/>
                </a:lnTo>
                <a:lnTo>
                  <a:pt x="783" y="456"/>
                </a:lnTo>
                <a:lnTo>
                  <a:pt x="785" y="456"/>
                </a:lnTo>
                <a:lnTo>
                  <a:pt x="786" y="456"/>
                </a:lnTo>
                <a:lnTo>
                  <a:pt x="788" y="457"/>
                </a:lnTo>
                <a:lnTo>
                  <a:pt x="789" y="457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8" y="461"/>
                </a:lnTo>
                <a:lnTo>
                  <a:pt x="788" y="462"/>
                </a:lnTo>
                <a:lnTo>
                  <a:pt x="788" y="463"/>
                </a:lnTo>
                <a:lnTo>
                  <a:pt x="789" y="463"/>
                </a:lnTo>
                <a:lnTo>
                  <a:pt x="790" y="464"/>
                </a:lnTo>
                <a:lnTo>
                  <a:pt x="791" y="464"/>
                </a:lnTo>
                <a:lnTo>
                  <a:pt x="793" y="464"/>
                </a:lnTo>
                <a:lnTo>
                  <a:pt x="794" y="465"/>
                </a:lnTo>
                <a:lnTo>
                  <a:pt x="795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8"/>
                </a:lnTo>
                <a:lnTo>
                  <a:pt x="799" y="469"/>
                </a:lnTo>
                <a:lnTo>
                  <a:pt x="800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2"/>
                </a:lnTo>
                <a:lnTo>
                  <a:pt x="807" y="473"/>
                </a:lnTo>
                <a:lnTo>
                  <a:pt x="808" y="474"/>
                </a:lnTo>
                <a:lnTo>
                  <a:pt x="809" y="474"/>
                </a:lnTo>
                <a:lnTo>
                  <a:pt x="809" y="475"/>
                </a:lnTo>
                <a:lnTo>
                  <a:pt x="812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5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8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7" y="479"/>
                </a:lnTo>
                <a:lnTo>
                  <a:pt x="830" y="478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7" y="482"/>
                </a:lnTo>
                <a:lnTo>
                  <a:pt x="847" y="481"/>
                </a:lnTo>
                <a:lnTo>
                  <a:pt x="848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1" y="479"/>
                </a:lnTo>
                <a:lnTo>
                  <a:pt x="852" y="479"/>
                </a:lnTo>
                <a:lnTo>
                  <a:pt x="855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8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4"/>
                </a:lnTo>
                <a:lnTo>
                  <a:pt x="855" y="485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1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3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4" y="507"/>
                </a:lnTo>
                <a:lnTo>
                  <a:pt x="844" y="508"/>
                </a:lnTo>
                <a:lnTo>
                  <a:pt x="845" y="508"/>
                </a:lnTo>
                <a:lnTo>
                  <a:pt x="847" y="508"/>
                </a:lnTo>
                <a:lnTo>
                  <a:pt x="848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1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3"/>
                </a:lnTo>
                <a:lnTo>
                  <a:pt x="851" y="513"/>
                </a:lnTo>
                <a:lnTo>
                  <a:pt x="851" y="514"/>
                </a:lnTo>
                <a:lnTo>
                  <a:pt x="851" y="515"/>
                </a:lnTo>
                <a:lnTo>
                  <a:pt x="851" y="517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2" y="517"/>
                </a:lnTo>
                <a:lnTo>
                  <a:pt x="863" y="517"/>
                </a:lnTo>
                <a:lnTo>
                  <a:pt x="863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1"/>
                </a:lnTo>
                <a:lnTo>
                  <a:pt x="865" y="532"/>
                </a:lnTo>
                <a:lnTo>
                  <a:pt x="865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4"/>
                </a:lnTo>
                <a:lnTo>
                  <a:pt x="869" y="535"/>
                </a:lnTo>
                <a:lnTo>
                  <a:pt x="870" y="535"/>
                </a:lnTo>
                <a:lnTo>
                  <a:pt x="870" y="537"/>
                </a:lnTo>
                <a:lnTo>
                  <a:pt x="870" y="538"/>
                </a:lnTo>
                <a:lnTo>
                  <a:pt x="871" y="538"/>
                </a:lnTo>
                <a:lnTo>
                  <a:pt x="871" y="539"/>
                </a:lnTo>
                <a:lnTo>
                  <a:pt x="870" y="540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6" y="543"/>
                </a:lnTo>
                <a:lnTo>
                  <a:pt x="865" y="544"/>
                </a:lnTo>
                <a:lnTo>
                  <a:pt x="865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4" y="548"/>
                </a:lnTo>
                <a:lnTo>
                  <a:pt x="864" y="550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6" y="561"/>
                </a:lnTo>
                <a:lnTo>
                  <a:pt x="857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59" y="566"/>
                </a:lnTo>
                <a:lnTo>
                  <a:pt x="860" y="566"/>
                </a:lnTo>
                <a:lnTo>
                  <a:pt x="861" y="566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69"/>
                </a:lnTo>
                <a:lnTo>
                  <a:pt x="865" y="570"/>
                </a:lnTo>
                <a:lnTo>
                  <a:pt x="867" y="572"/>
                </a:lnTo>
                <a:lnTo>
                  <a:pt x="871" y="574"/>
                </a:lnTo>
                <a:lnTo>
                  <a:pt x="872" y="575"/>
                </a:lnTo>
                <a:lnTo>
                  <a:pt x="874" y="576"/>
                </a:lnTo>
                <a:lnTo>
                  <a:pt x="874" y="577"/>
                </a:lnTo>
                <a:lnTo>
                  <a:pt x="875" y="578"/>
                </a:lnTo>
                <a:lnTo>
                  <a:pt x="876" y="579"/>
                </a:lnTo>
                <a:lnTo>
                  <a:pt x="877" y="580"/>
                </a:lnTo>
                <a:lnTo>
                  <a:pt x="877" y="581"/>
                </a:lnTo>
                <a:lnTo>
                  <a:pt x="878" y="582"/>
                </a:lnTo>
                <a:lnTo>
                  <a:pt x="879" y="584"/>
                </a:lnTo>
                <a:lnTo>
                  <a:pt x="880" y="585"/>
                </a:lnTo>
                <a:lnTo>
                  <a:pt x="880" y="586"/>
                </a:lnTo>
                <a:lnTo>
                  <a:pt x="881" y="587"/>
                </a:lnTo>
                <a:lnTo>
                  <a:pt x="882" y="588"/>
                </a:lnTo>
                <a:lnTo>
                  <a:pt x="882" y="589"/>
                </a:lnTo>
                <a:lnTo>
                  <a:pt x="882" y="591"/>
                </a:lnTo>
                <a:lnTo>
                  <a:pt x="882" y="593"/>
                </a:lnTo>
                <a:lnTo>
                  <a:pt x="882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4" y="600"/>
                </a:lnTo>
                <a:lnTo>
                  <a:pt x="886" y="601"/>
                </a:lnTo>
                <a:lnTo>
                  <a:pt x="888" y="601"/>
                </a:lnTo>
                <a:lnTo>
                  <a:pt x="890" y="602"/>
                </a:lnTo>
                <a:lnTo>
                  <a:pt x="894" y="602"/>
                </a:lnTo>
                <a:lnTo>
                  <a:pt x="896" y="602"/>
                </a:lnTo>
                <a:lnTo>
                  <a:pt x="902" y="600"/>
                </a:lnTo>
                <a:lnTo>
                  <a:pt x="903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8"/>
                </a:lnTo>
                <a:lnTo>
                  <a:pt x="906" y="597"/>
                </a:lnTo>
                <a:lnTo>
                  <a:pt x="907" y="597"/>
                </a:lnTo>
                <a:lnTo>
                  <a:pt x="908" y="597"/>
                </a:lnTo>
                <a:lnTo>
                  <a:pt x="910" y="596"/>
                </a:lnTo>
                <a:lnTo>
                  <a:pt x="911" y="596"/>
                </a:lnTo>
                <a:lnTo>
                  <a:pt x="913" y="597"/>
                </a:lnTo>
                <a:lnTo>
                  <a:pt x="915" y="597"/>
                </a:lnTo>
                <a:lnTo>
                  <a:pt x="917" y="597"/>
                </a:lnTo>
                <a:lnTo>
                  <a:pt x="919" y="597"/>
                </a:lnTo>
                <a:lnTo>
                  <a:pt x="920" y="597"/>
                </a:lnTo>
                <a:lnTo>
                  <a:pt x="922" y="597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6" y="599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40" y="605"/>
                </a:lnTo>
                <a:lnTo>
                  <a:pt x="941" y="605"/>
                </a:lnTo>
                <a:lnTo>
                  <a:pt x="942" y="604"/>
                </a:lnTo>
                <a:lnTo>
                  <a:pt x="944" y="604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1" y="600"/>
                </a:lnTo>
                <a:lnTo>
                  <a:pt x="953" y="600"/>
                </a:lnTo>
                <a:lnTo>
                  <a:pt x="954" y="601"/>
                </a:lnTo>
                <a:lnTo>
                  <a:pt x="955" y="602"/>
                </a:lnTo>
                <a:lnTo>
                  <a:pt x="956" y="602"/>
                </a:lnTo>
                <a:lnTo>
                  <a:pt x="957" y="602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68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5" y="603"/>
                </a:lnTo>
                <a:lnTo>
                  <a:pt x="975" y="601"/>
                </a:lnTo>
                <a:lnTo>
                  <a:pt x="975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6" y="600"/>
                </a:lnTo>
                <a:lnTo>
                  <a:pt x="987" y="600"/>
                </a:lnTo>
                <a:lnTo>
                  <a:pt x="990" y="600"/>
                </a:lnTo>
                <a:lnTo>
                  <a:pt x="991" y="600"/>
                </a:lnTo>
                <a:lnTo>
                  <a:pt x="993" y="599"/>
                </a:lnTo>
                <a:lnTo>
                  <a:pt x="994" y="599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5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1" y="595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8" y="583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1"/>
                </a:lnTo>
                <a:lnTo>
                  <a:pt x="1037" y="580"/>
                </a:lnTo>
                <a:lnTo>
                  <a:pt x="1037" y="579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5"/>
                </a:lnTo>
                <a:lnTo>
                  <a:pt x="1043" y="576"/>
                </a:lnTo>
                <a:lnTo>
                  <a:pt x="1045" y="577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60" y="567"/>
                </a:lnTo>
                <a:lnTo>
                  <a:pt x="1065" y="566"/>
                </a:lnTo>
                <a:lnTo>
                  <a:pt x="1066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9" y="561"/>
                </a:lnTo>
                <a:lnTo>
                  <a:pt x="1069" y="560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2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7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2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0"/>
                </a:lnTo>
                <a:lnTo>
                  <a:pt x="1124" y="550"/>
                </a:lnTo>
                <a:lnTo>
                  <a:pt x="1126" y="551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1" y="548"/>
                </a:lnTo>
                <a:lnTo>
                  <a:pt x="1131" y="547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9"/>
                </a:lnTo>
                <a:lnTo>
                  <a:pt x="1155" y="539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5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4" y="530"/>
                </a:lnTo>
                <a:lnTo>
                  <a:pt x="1175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80" y="531"/>
                </a:lnTo>
                <a:lnTo>
                  <a:pt x="1180" y="530"/>
                </a:lnTo>
                <a:lnTo>
                  <a:pt x="1182" y="530"/>
                </a:lnTo>
                <a:lnTo>
                  <a:pt x="1183" y="531"/>
                </a:lnTo>
                <a:lnTo>
                  <a:pt x="1184" y="531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6"/>
                </a:lnTo>
                <a:lnTo>
                  <a:pt x="1202" y="526"/>
                </a:lnTo>
                <a:lnTo>
                  <a:pt x="1204" y="527"/>
                </a:lnTo>
                <a:lnTo>
                  <a:pt x="1206" y="527"/>
                </a:lnTo>
                <a:lnTo>
                  <a:pt x="1207" y="528"/>
                </a:lnTo>
                <a:lnTo>
                  <a:pt x="1208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9" y="528"/>
                </a:lnTo>
                <a:lnTo>
                  <a:pt x="1220" y="528"/>
                </a:lnTo>
                <a:lnTo>
                  <a:pt x="1221" y="529"/>
                </a:lnTo>
                <a:lnTo>
                  <a:pt x="1222" y="530"/>
                </a:lnTo>
                <a:lnTo>
                  <a:pt x="1225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7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3" y="533"/>
                </a:lnTo>
                <a:lnTo>
                  <a:pt x="1242" y="533"/>
                </a:lnTo>
                <a:lnTo>
                  <a:pt x="1241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7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7" y="554"/>
                </a:lnTo>
                <a:lnTo>
                  <a:pt x="1216" y="554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3" y="559"/>
                </a:lnTo>
                <a:lnTo>
                  <a:pt x="1212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6" y="567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0"/>
                </a:lnTo>
                <a:lnTo>
                  <a:pt x="1205" y="571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1" y="577"/>
                </a:lnTo>
                <a:lnTo>
                  <a:pt x="1211" y="578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1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6" y="595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2" y="630"/>
                </a:lnTo>
                <a:lnTo>
                  <a:pt x="1181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4" y="637"/>
                </a:lnTo>
                <a:lnTo>
                  <a:pt x="1173" y="637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1" y="647"/>
                </a:lnTo>
                <a:lnTo>
                  <a:pt x="1171" y="648"/>
                </a:lnTo>
                <a:lnTo>
                  <a:pt x="1172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0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1"/>
                </a:lnTo>
                <a:lnTo>
                  <a:pt x="1175" y="662"/>
                </a:lnTo>
                <a:lnTo>
                  <a:pt x="1174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7" y="667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5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3" y="677"/>
                </a:lnTo>
                <a:lnTo>
                  <a:pt x="1163" y="678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0" y="682"/>
                </a:lnTo>
                <a:lnTo>
                  <a:pt x="1160" y="684"/>
                </a:lnTo>
                <a:lnTo>
                  <a:pt x="1159" y="684"/>
                </a:lnTo>
                <a:lnTo>
                  <a:pt x="1160" y="684"/>
                </a:lnTo>
                <a:lnTo>
                  <a:pt x="1160" y="685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2"/>
                </a:lnTo>
                <a:lnTo>
                  <a:pt x="1159" y="693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1"/>
                </a:lnTo>
                <a:lnTo>
                  <a:pt x="1158" y="702"/>
                </a:lnTo>
                <a:lnTo>
                  <a:pt x="1159" y="702"/>
                </a:lnTo>
                <a:lnTo>
                  <a:pt x="1159" y="703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9"/>
                </a:lnTo>
                <a:lnTo>
                  <a:pt x="1154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5"/>
                </a:lnTo>
                <a:lnTo>
                  <a:pt x="1148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6" y="719"/>
                </a:lnTo>
                <a:lnTo>
                  <a:pt x="1146" y="721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4" y="723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9" y="740"/>
                </a:lnTo>
                <a:lnTo>
                  <a:pt x="1149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3"/>
                </a:lnTo>
                <a:lnTo>
                  <a:pt x="1147" y="744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3" y="749"/>
                </a:lnTo>
                <a:lnTo>
                  <a:pt x="1144" y="749"/>
                </a:lnTo>
                <a:lnTo>
                  <a:pt x="1144" y="750"/>
                </a:lnTo>
                <a:lnTo>
                  <a:pt x="1145" y="750"/>
                </a:lnTo>
                <a:lnTo>
                  <a:pt x="1145" y="751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1" y="752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9" y="762"/>
                </a:lnTo>
                <a:lnTo>
                  <a:pt x="1129" y="763"/>
                </a:lnTo>
                <a:lnTo>
                  <a:pt x="1130" y="763"/>
                </a:lnTo>
                <a:lnTo>
                  <a:pt x="1130" y="764"/>
                </a:lnTo>
                <a:lnTo>
                  <a:pt x="1131" y="765"/>
                </a:lnTo>
                <a:lnTo>
                  <a:pt x="1132" y="765"/>
                </a:lnTo>
                <a:lnTo>
                  <a:pt x="1132" y="766"/>
                </a:lnTo>
                <a:lnTo>
                  <a:pt x="1133" y="766"/>
                </a:lnTo>
                <a:lnTo>
                  <a:pt x="1133" y="767"/>
                </a:lnTo>
                <a:lnTo>
                  <a:pt x="1132" y="767"/>
                </a:lnTo>
                <a:lnTo>
                  <a:pt x="1133" y="768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1"/>
                </a:lnTo>
                <a:lnTo>
                  <a:pt x="1120" y="782"/>
                </a:lnTo>
                <a:lnTo>
                  <a:pt x="1121" y="782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2" y="787"/>
                </a:lnTo>
                <a:lnTo>
                  <a:pt x="1112" y="788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9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1" y="795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8" y="799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8" y="801"/>
                </a:lnTo>
                <a:lnTo>
                  <a:pt x="1107" y="801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7" y="805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10" y="807"/>
                </a:lnTo>
                <a:lnTo>
                  <a:pt x="1110" y="808"/>
                </a:lnTo>
                <a:lnTo>
                  <a:pt x="1110" y="809"/>
                </a:lnTo>
                <a:lnTo>
                  <a:pt x="1109" y="809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10"/>
                </a:lnTo>
                <a:lnTo>
                  <a:pt x="1106" y="811"/>
                </a:lnTo>
                <a:lnTo>
                  <a:pt x="1107" y="811"/>
                </a:lnTo>
                <a:lnTo>
                  <a:pt x="1107" y="812"/>
                </a:lnTo>
                <a:lnTo>
                  <a:pt x="1108" y="812"/>
                </a:lnTo>
                <a:lnTo>
                  <a:pt x="1109" y="813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2"/>
                </a:lnTo>
                <a:lnTo>
                  <a:pt x="1104" y="812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4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2" y="818"/>
                </a:lnTo>
                <a:lnTo>
                  <a:pt x="1101" y="818"/>
                </a:lnTo>
                <a:lnTo>
                  <a:pt x="1101" y="817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1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8" y="823"/>
                </a:lnTo>
                <a:lnTo>
                  <a:pt x="1087" y="824"/>
                </a:lnTo>
                <a:lnTo>
                  <a:pt x="1087" y="823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81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9" y="834"/>
                </a:lnTo>
                <a:lnTo>
                  <a:pt x="1079" y="835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7" y="841"/>
                </a:lnTo>
                <a:lnTo>
                  <a:pt x="1077" y="842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6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4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7"/>
                </a:lnTo>
                <a:lnTo>
                  <a:pt x="1078" y="857"/>
                </a:lnTo>
                <a:lnTo>
                  <a:pt x="1078" y="858"/>
                </a:lnTo>
                <a:lnTo>
                  <a:pt x="1077" y="858"/>
                </a:lnTo>
                <a:lnTo>
                  <a:pt x="1078" y="858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8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2" y="868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4" y="874"/>
                </a:lnTo>
                <a:lnTo>
                  <a:pt x="1063" y="874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1" y="873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4" y="870"/>
                </a:lnTo>
                <a:lnTo>
                  <a:pt x="1053" y="870"/>
                </a:lnTo>
                <a:lnTo>
                  <a:pt x="1054" y="870"/>
                </a:lnTo>
                <a:lnTo>
                  <a:pt x="1053" y="870"/>
                </a:lnTo>
                <a:lnTo>
                  <a:pt x="976" y="851"/>
                </a:lnTo>
                <a:lnTo>
                  <a:pt x="976" y="850"/>
                </a:lnTo>
                <a:lnTo>
                  <a:pt x="975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70" y="847"/>
                </a:lnTo>
                <a:lnTo>
                  <a:pt x="969" y="847"/>
                </a:lnTo>
                <a:lnTo>
                  <a:pt x="969" y="846"/>
                </a:lnTo>
                <a:lnTo>
                  <a:pt x="969" y="845"/>
                </a:lnTo>
                <a:lnTo>
                  <a:pt x="968" y="843"/>
                </a:lnTo>
                <a:lnTo>
                  <a:pt x="968" y="842"/>
                </a:lnTo>
                <a:lnTo>
                  <a:pt x="966" y="841"/>
                </a:lnTo>
                <a:lnTo>
                  <a:pt x="965" y="841"/>
                </a:lnTo>
                <a:lnTo>
                  <a:pt x="964" y="841"/>
                </a:lnTo>
                <a:lnTo>
                  <a:pt x="964" y="842"/>
                </a:lnTo>
                <a:lnTo>
                  <a:pt x="964" y="843"/>
                </a:lnTo>
                <a:lnTo>
                  <a:pt x="963" y="843"/>
                </a:lnTo>
                <a:lnTo>
                  <a:pt x="962" y="844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4"/>
                </a:lnTo>
                <a:lnTo>
                  <a:pt x="954" y="854"/>
                </a:lnTo>
                <a:lnTo>
                  <a:pt x="953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4"/>
                </a:lnTo>
                <a:lnTo>
                  <a:pt x="948" y="854"/>
                </a:lnTo>
                <a:lnTo>
                  <a:pt x="947" y="854"/>
                </a:lnTo>
                <a:lnTo>
                  <a:pt x="946" y="855"/>
                </a:lnTo>
                <a:lnTo>
                  <a:pt x="945" y="857"/>
                </a:lnTo>
                <a:lnTo>
                  <a:pt x="945" y="858"/>
                </a:lnTo>
                <a:lnTo>
                  <a:pt x="944" y="860"/>
                </a:lnTo>
                <a:lnTo>
                  <a:pt x="944" y="861"/>
                </a:lnTo>
                <a:lnTo>
                  <a:pt x="945" y="861"/>
                </a:lnTo>
                <a:lnTo>
                  <a:pt x="947" y="861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5" y="866"/>
                </a:lnTo>
                <a:lnTo>
                  <a:pt x="943" y="868"/>
                </a:lnTo>
                <a:lnTo>
                  <a:pt x="942" y="869"/>
                </a:lnTo>
                <a:lnTo>
                  <a:pt x="940" y="870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4"/>
                </a:lnTo>
                <a:lnTo>
                  <a:pt x="934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6"/>
                </a:lnTo>
                <a:lnTo>
                  <a:pt x="929" y="877"/>
                </a:lnTo>
                <a:lnTo>
                  <a:pt x="929" y="878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4" y="880"/>
                </a:lnTo>
                <a:lnTo>
                  <a:pt x="923" y="879"/>
                </a:lnTo>
                <a:lnTo>
                  <a:pt x="923" y="878"/>
                </a:lnTo>
                <a:lnTo>
                  <a:pt x="922" y="878"/>
                </a:lnTo>
                <a:lnTo>
                  <a:pt x="921" y="878"/>
                </a:lnTo>
                <a:lnTo>
                  <a:pt x="920" y="879"/>
                </a:lnTo>
                <a:lnTo>
                  <a:pt x="919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3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2"/>
                </a:lnTo>
                <a:lnTo>
                  <a:pt x="898" y="882"/>
                </a:lnTo>
                <a:lnTo>
                  <a:pt x="897" y="883"/>
                </a:lnTo>
                <a:lnTo>
                  <a:pt x="896" y="883"/>
                </a:lnTo>
                <a:lnTo>
                  <a:pt x="894" y="883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4" y="887"/>
                </a:lnTo>
                <a:lnTo>
                  <a:pt x="894" y="888"/>
                </a:lnTo>
                <a:lnTo>
                  <a:pt x="893" y="888"/>
                </a:lnTo>
                <a:lnTo>
                  <a:pt x="892" y="888"/>
                </a:lnTo>
                <a:lnTo>
                  <a:pt x="891" y="889"/>
                </a:lnTo>
                <a:lnTo>
                  <a:pt x="890" y="889"/>
                </a:lnTo>
                <a:lnTo>
                  <a:pt x="889" y="890"/>
                </a:lnTo>
                <a:lnTo>
                  <a:pt x="889" y="889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4" y="890"/>
                </a:lnTo>
                <a:lnTo>
                  <a:pt x="883" y="890"/>
                </a:lnTo>
                <a:lnTo>
                  <a:pt x="882" y="891"/>
                </a:lnTo>
                <a:lnTo>
                  <a:pt x="882" y="892"/>
                </a:lnTo>
                <a:lnTo>
                  <a:pt x="881" y="892"/>
                </a:lnTo>
                <a:lnTo>
                  <a:pt x="881" y="894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7" y="896"/>
                </a:lnTo>
                <a:lnTo>
                  <a:pt x="887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89" y="899"/>
                </a:lnTo>
                <a:lnTo>
                  <a:pt x="890" y="899"/>
                </a:lnTo>
                <a:lnTo>
                  <a:pt x="891" y="899"/>
                </a:lnTo>
                <a:lnTo>
                  <a:pt x="891" y="901"/>
                </a:lnTo>
                <a:lnTo>
                  <a:pt x="892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5" y="906"/>
                </a:lnTo>
                <a:lnTo>
                  <a:pt x="898" y="919"/>
                </a:lnTo>
                <a:lnTo>
                  <a:pt x="900" y="924"/>
                </a:lnTo>
                <a:lnTo>
                  <a:pt x="906" y="948"/>
                </a:lnTo>
                <a:lnTo>
                  <a:pt x="913" y="974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9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8" y="981"/>
                </a:lnTo>
                <a:lnTo>
                  <a:pt x="907" y="982"/>
                </a:lnTo>
                <a:lnTo>
                  <a:pt x="907" y="983"/>
                </a:lnTo>
                <a:lnTo>
                  <a:pt x="908" y="984"/>
                </a:lnTo>
                <a:lnTo>
                  <a:pt x="909" y="984"/>
                </a:lnTo>
                <a:lnTo>
                  <a:pt x="909" y="985"/>
                </a:lnTo>
                <a:lnTo>
                  <a:pt x="909" y="986"/>
                </a:lnTo>
                <a:lnTo>
                  <a:pt x="909" y="989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1"/>
                </a:lnTo>
                <a:lnTo>
                  <a:pt x="906" y="992"/>
                </a:lnTo>
                <a:lnTo>
                  <a:pt x="907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6" y="999"/>
                </a:lnTo>
                <a:lnTo>
                  <a:pt x="905" y="999"/>
                </a:lnTo>
                <a:lnTo>
                  <a:pt x="904" y="999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2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5" y="1006"/>
                </a:lnTo>
                <a:lnTo>
                  <a:pt x="905" y="1007"/>
                </a:lnTo>
                <a:lnTo>
                  <a:pt x="906" y="1007"/>
                </a:lnTo>
                <a:lnTo>
                  <a:pt x="906" y="1008"/>
                </a:lnTo>
                <a:lnTo>
                  <a:pt x="906" y="1009"/>
                </a:lnTo>
                <a:lnTo>
                  <a:pt x="905" y="1009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7" y="1012"/>
                </a:lnTo>
                <a:lnTo>
                  <a:pt x="907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1"/>
                </a:lnTo>
                <a:lnTo>
                  <a:pt x="907" y="1021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4" y="1022"/>
                </a:lnTo>
                <a:lnTo>
                  <a:pt x="904" y="1024"/>
                </a:lnTo>
                <a:lnTo>
                  <a:pt x="903" y="1024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8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10" y="1030"/>
                </a:lnTo>
                <a:lnTo>
                  <a:pt x="910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3" y="1030"/>
                </a:lnTo>
                <a:lnTo>
                  <a:pt x="912" y="1030"/>
                </a:lnTo>
                <a:lnTo>
                  <a:pt x="912" y="1031"/>
                </a:lnTo>
                <a:lnTo>
                  <a:pt x="913" y="1031"/>
                </a:lnTo>
                <a:lnTo>
                  <a:pt x="913" y="1032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7" y="1033"/>
                </a:lnTo>
                <a:lnTo>
                  <a:pt x="907" y="1034"/>
                </a:lnTo>
                <a:lnTo>
                  <a:pt x="906" y="1034"/>
                </a:lnTo>
                <a:lnTo>
                  <a:pt x="905" y="1034"/>
                </a:lnTo>
                <a:lnTo>
                  <a:pt x="904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8" y="1038"/>
                </a:lnTo>
                <a:lnTo>
                  <a:pt x="898" y="1037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7" y="1036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4"/>
                </a:lnTo>
                <a:lnTo>
                  <a:pt x="892" y="1033"/>
                </a:lnTo>
                <a:lnTo>
                  <a:pt x="892" y="1032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9" y="1030"/>
                </a:lnTo>
                <a:lnTo>
                  <a:pt x="888" y="1030"/>
                </a:lnTo>
                <a:lnTo>
                  <a:pt x="888" y="1029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1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6"/>
                </a:lnTo>
                <a:lnTo>
                  <a:pt x="872" y="1036"/>
                </a:lnTo>
                <a:lnTo>
                  <a:pt x="872" y="1035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70" y="1031"/>
                </a:lnTo>
                <a:lnTo>
                  <a:pt x="869" y="1030"/>
                </a:lnTo>
                <a:lnTo>
                  <a:pt x="869" y="1029"/>
                </a:lnTo>
                <a:lnTo>
                  <a:pt x="868" y="1029"/>
                </a:lnTo>
                <a:lnTo>
                  <a:pt x="867" y="1029"/>
                </a:lnTo>
                <a:lnTo>
                  <a:pt x="867" y="1028"/>
                </a:lnTo>
                <a:lnTo>
                  <a:pt x="867" y="1027"/>
                </a:lnTo>
                <a:lnTo>
                  <a:pt x="866" y="1027"/>
                </a:lnTo>
                <a:lnTo>
                  <a:pt x="866" y="1028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7"/>
                </a:lnTo>
                <a:lnTo>
                  <a:pt x="864" y="1026"/>
                </a:lnTo>
                <a:lnTo>
                  <a:pt x="863" y="1026"/>
                </a:lnTo>
                <a:lnTo>
                  <a:pt x="862" y="1025"/>
                </a:lnTo>
                <a:lnTo>
                  <a:pt x="861" y="1025"/>
                </a:lnTo>
                <a:lnTo>
                  <a:pt x="861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6" y="1022"/>
                </a:lnTo>
                <a:lnTo>
                  <a:pt x="855" y="1022"/>
                </a:lnTo>
                <a:lnTo>
                  <a:pt x="855" y="1021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7"/>
                </a:lnTo>
                <a:lnTo>
                  <a:pt x="850" y="1018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7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6"/>
                </a:lnTo>
                <a:lnTo>
                  <a:pt x="841" y="1016"/>
                </a:lnTo>
                <a:lnTo>
                  <a:pt x="840" y="1015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3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3" y="1004"/>
                </a:lnTo>
                <a:lnTo>
                  <a:pt x="832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1"/>
                </a:lnTo>
                <a:lnTo>
                  <a:pt x="830" y="1000"/>
                </a:lnTo>
                <a:lnTo>
                  <a:pt x="830" y="999"/>
                </a:lnTo>
                <a:lnTo>
                  <a:pt x="829" y="997"/>
                </a:lnTo>
                <a:lnTo>
                  <a:pt x="829" y="996"/>
                </a:lnTo>
                <a:lnTo>
                  <a:pt x="828" y="996"/>
                </a:lnTo>
                <a:lnTo>
                  <a:pt x="828" y="995"/>
                </a:lnTo>
                <a:lnTo>
                  <a:pt x="828" y="994"/>
                </a:lnTo>
                <a:lnTo>
                  <a:pt x="829" y="994"/>
                </a:lnTo>
                <a:lnTo>
                  <a:pt x="830" y="994"/>
                </a:lnTo>
                <a:lnTo>
                  <a:pt x="830" y="993"/>
                </a:lnTo>
                <a:lnTo>
                  <a:pt x="829" y="992"/>
                </a:lnTo>
                <a:lnTo>
                  <a:pt x="829" y="991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30" y="989"/>
                </a:lnTo>
                <a:lnTo>
                  <a:pt x="830" y="988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8" y="986"/>
                </a:lnTo>
                <a:lnTo>
                  <a:pt x="827" y="985"/>
                </a:lnTo>
                <a:lnTo>
                  <a:pt x="826" y="984"/>
                </a:lnTo>
                <a:lnTo>
                  <a:pt x="826" y="983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2"/>
                </a:lnTo>
                <a:lnTo>
                  <a:pt x="827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8" y="977"/>
                </a:lnTo>
                <a:lnTo>
                  <a:pt x="827" y="976"/>
                </a:lnTo>
                <a:lnTo>
                  <a:pt x="828" y="976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9" y="988"/>
                </a:lnTo>
                <a:lnTo>
                  <a:pt x="809" y="989"/>
                </a:lnTo>
                <a:lnTo>
                  <a:pt x="809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6" y="992"/>
                </a:lnTo>
                <a:lnTo>
                  <a:pt x="805" y="993"/>
                </a:lnTo>
                <a:lnTo>
                  <a:pt x="805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800" y="994"/>
                </a:lnTo>
                <a:lnTo>
                  <a:pt x="799" y="994"/>
                </a:lnTo>
                <a:lnTo>
                  <a:pt x="798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7" y="983"/>
                </a:lnTo>
                <a:lnTo>
                  <a:pt x="796" y="982"/>
                </a:lnTo>
                <a:lnTo>
                  <a:pt x="795" y="981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6"/>
                </a:lnTo>
                <a:lnTo>
                  <a:pt x="790" y="976"/>
                </a:lnTo>
                <a:lnTo>
                  <a:pt x="789" y="976"/>
                </a:lnTo>
                <a:lnTo>
                  <a:pt x="789" y="977"/>
                </a:lnTo>
                <a:lnTo>
                  <a:pt x="788" y="977"/>
                </a:lnTo>
                <a:lnTo>
                  <a:pt x="788" y="976"/>
                </a:lnTo>
                <a:lnTo>
                  <a:pt x="787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80"/>
                </a:lnTo>
                <a:lnTo>
                  <a:pt x="779" y="981"/>
                </a:lnTo>
                <a:lnTo>
                  <a:pt x="779" y="982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6" y="983"/>
                </a:lnTo>
                <a:lnTo>
                  <a:pt x="775" y="983"/>
                </a:lnTo>
                <a:lnTo>
                  <a:pt x="776" y="984"/>
                </a:lnTo>
                <a:lnTo>
                  <a:pt x="777" y="985"/>
                </a:lnTo>
                <a:lnTo>
                  <a:pt x="776" y="986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6" y="987"/>
                </a:lnTo>
                <a:lnTo>
                  <a:pt x="776" y="988"/>
                </a:lnTo>
                <a:lnTo>
                  <a:pt x="776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2"/>
                </a:lnTo>
                <a:lnTo>
                  <a:pt x="764" y="992"/>
                </a:lnTo>
                <a:lnTo>
                  <a:pt x="763" y="991"/>
                </a:lnTo>
                <a:lnTo>
                  <a:pt x="762" y="991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9" y="992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1" y="991"/>
                </a:lnTo>
                <a:lnTo>
                  <a:pt x="750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0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4" y="998"/>
                </a:lnTo>
                <a:lnTo>
                  <a:pt x="733" y="998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1" y="998"/>
                </a:lnTo>
                <a:lnTo>
                  <a:pt x="730" y="998"/>
                </a:lnTo>
                <a:lnTo>
                  <a:pt x="729" y="998"/>
                </a:lnTo>
                <a:lnTo>
                  <a:pt x="729" y="997"/>
                </a:lnTo>
                <a:lnTo>
                  <a:pt x="728" y="997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3"/>
                </a:lnTo>
                <a:lnTo>
                  <a:pt x="725" y="1004"/>
                </a:lnTo>
                <a:lnTo>
                  <a:pt x="724" y="1004"/>
                </a:lnTo>
                <a:lnTo>
                  <a:pt x="724" y="1005"/>
                </a:lnTo>
                <a:lnTo>
                  <a:pt x="725" y="1005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6" y="1008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5" y="1014"/>
                </a:lnTo>
                <a:lnTo>
                  <a:pt x="725" y="1015"/>
                </a:lnTo>
                <a:lnTo>
                  <a:pt x="726" y="1015"/>
                </a:lnTo>
                <a:lnTo>
                  <a:pt x="726" y="1016"/>
                </a:lnTo>
                <a:lnTo>
                  <a:pt x="726" y="1018"/>
                </a:lnTo>
                <a:lnTo>
                  <a:pt x="726" y="1019"/>
                </a:lnTo>
                <a:lnTo>
                  <a:pt x="726" y="1021"/>
                </a:lnTo>
                <a:lnTo>
                  <a:pt x="725" y="1021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4" y="1025"/>
                </a:lnTo>
                <a:lnTo>
                  <a:pt x="713" y="1025"/>
                </a:lnTo>
                <a:lnTo>
                  <a:pt x="711" y="1025"/>
                </a:lnTo>
                <a:lnTo>
                  <a:pt x="710" y="1025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7"/>
                </a:lnTo>
                <a:lnTo>
                  <a:pt x="705" y="1027"/>
                </a:lnTo>
                <a:lnTo>
                  <a:pt x="704" y="1027"/>
                </a:lnTo>
                <a:lnTo>
                  <a:pt x="704" y="1026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5" y="1026"/>
                </a:lnTo>
                <a:lnTo>
                  <a:pt x="694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2" y="1023"/>
                </a:lnTo>
                <a:lnTo>
                  <a:pt x="692" y="1022"/>
                </a:lnTo>
                <a:lnTo>
                  <a:pt x="691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90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6" y="1008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5" y="1007"/>
                </a:lnTo>
                <a:lnTo>
                  <a:pt x="684" y="1006"/>
                </a:lnTo>
                <a:lnTo>
                  <a:pt x="683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3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8"/>
                </a:lnTo>
                <a:lnTo>
                  <a:pt x="680" y="998"/>
                </a:lnTo>
                <a:lnTo>
                  <a:pt x="680" y="997"/>
                </a:lnTo>
                <a:lnTo>
                  <a:pt x="680" y="996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4"/>
                </a:lnTo>
                <a:lnTo>
                  <a:pt x="684" y="993"/>
                </a:lnTo>
                <a:lnTo>
                  <a:pt x="683" y="993"/>
                </a:lnTo>
                <a:lnTo>
                  <a:pt x="683" y="992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9" y="989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3" y="988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4"/>
                </a:lnTo>
                <a:lnTo>
                  <a:pt x="672" y="984"/>
                </a:lnTo>
                <a:lnTo>
                  <a:pt x="671" y="984"/>
                </a:lnTo>
                <a:lnTo>
                  <a:pt x="670" y="983"/>
                </a:lnTo>
                <a:lnTo>
                  <a:pt x="669" y="982"/>
                </a:lnTo>
                <a:lnTo>
                  <a:pt x="669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7" y="974"/>
                </a:lnTo>
                <a:lnTo>
                  <a:pt x="666" y="974"/>
                </a:lnTo>
                <a:lnTo>
                  <a:pt x="666" y="973"/>
                </a:lnTo>
                <a:lnTo>
                  <a:pt x="665" y="972"/>
                </a:lnTo>
                <a:lnTo>
                  <a:pt x="665" y="971"/>
                </a:lnTo>
                <a:lnTo>
                  <a:pt x="664" y="971"/>
                </a:lnTo>
                <a:lnTo>
                  <a:pt x="664" y="970"/>
                </a:lnTo>
                <a:lnTo>
                  <a:pt x="663" y="969"/>
                </a:lnTo>
                <a:lnTo>
                  <a:pt x="663" y="967"/>
                </a:lnTo>
                <a:lnTo>
                  <a:pt x="662" y="967"/>
                </a:lnTo>
                <a:lnTo>
                  <a:pt x="662" y="966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9" y="964"/>
                </a:lnTo>
                <a:lnTo>
                  <a:pt x="659" y="963"/>
                </a:lnTo>
                <a:lnTo>
                  <a:pt x="658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7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8" y="948"/>
                </a:lnTo>
                <a:lnTo>
                  <a:pt x="658" y="947"/>
                </a:lnTo>
                <a:lnTo>
                  <a:pt x="658" y="946"/>
                </a:lnTo>
                <a:lnTo>
                  <a:pt x="657" y="946"/>
                </a:lnTo>
                <a:lnTo>
                  <a:pt x="656" y="945"/>
                </a:lnTo>
                <a:lnTo>
                  <a:pt x="656" y="944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8" y="943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8" y="939"/>
                </a:lnTo>
                <a:lnTo>
                  <a:pt x="657" y="939"/>
                </a:lnTo>
                <a:lnTo>
                  <a:pt x="657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7" y="935"/>
                </a:lnTo>
                <a:lnTo>
                  <a:pt x="657" y="934"/>
                </a:lnTo>
                <a:lnTo>
                  <a:pt x="656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4" y="930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50" y="928"/>
                </a:lnTo>
                <a:lnTo>
                  <a:pt x="649" y="928"/>
                </a:lnTo>
                <a:lnTo>
                  <a:pt x="649" y="927"/>
                </a:lnTo>
                <a:lnTo>
                  <a:pt x="649" y="926"/>
                </a:lnTo>
                <a:lnTo>
                  <a:pt x="648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7" y="933"/>
                </a:lnTo>
                <a:lnTo>
                  <a:pt x="636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3"/>
                </a:lnTo>
                <a:lnTo>
                  <a:pt x="630" y="943"/>
                </a:lnTo>
                <a:lnTo>
                  <a:pt x="630" y="944"/>
                </a:lnTo>
                <a:lnTo>
                  <a:pt x="629" y="943"/>
                </a:lnTo>
                <a:lnTo>
                  <a:pt x="629" y="942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2"/>
                </a:lnTo>
                <a:lnTo>
                  <a:pt x="624" y="943"/>
                </a:lnTo>
                <a:lnTo>
                  <a:pt x="623" y="943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1" y="944"/>
                </a:lnTo>
                <a:lnTo>
                  <a:pt x="620" y="945"/>
                </a:lnTo>
                <a:lnTo>
                  <a:pt x="621" y="946"/>
                </a:lnTo>
                <a:lnTo>
                  <a:pt x="621" y="947"/>
                </a:lnTo>
                <a:lnTo>
                  <a:pt x="622" y="947"/>
                </a:lnTo>
                <a:lnTo>
                  <a:pt x="622" y="948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5"/>
                </a:lnTo>
                <a:lnTo>
                  <a:pt x="625" y="956"/>
                </a:lnTo>
                <a:lnTo>
                  <a:pt x="625" y="957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2" y="963"/>
                </a:lnTo>
                <a:lnTo>
                  <a:pt x="622" y="962"/>
                </a:lnTo>
                <a:lnTo>
                  <a:pt x="623" y="962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1"/>
                </a:lnTo>
                <a:lnTo>
                  <a:pt x="608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3" y="973"/>
                </a:lnTo>
                <a:lnTo>
                  <a:pt x="603" y="972"/>
                </a:lnTo>
                <a:lnTo>
                  <a:pt x="602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1"/>
                </a:lnTo>
                <a:lnTo>
                  <a:pt x="599" y="971"/>
                </a:lnTo>
                <a:lnTo>
                  <a:pt x="599" y="970"/>
                </a:lnTo>
                <a:lnTo>
                  <a:pt x="598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4" y="970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90" y="958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1"/>
                </a:lnTo>
                <a:lnTo>
                  <a:pt x="584" y="960"/>
                </a:lnTo>
                <a:lnTo>
                  <a:pt x="583" y="959"/>
                </a:lnTo>
                <a:lnTo>
                  <a:pt x="582" y="960"/>
                </a:lnTo>
                <a:lnTo>
                  <a:pt x="581" y="960"/>
                </a:lnTo>
                <a:lnTo>
                  <a:pt x="581" y="959"/>
                </a:lnTo>
                <a:lnTo>
                  <a:pt x="580" y="958"/>
                </a:lnTo>
                <a:lnTo>
                  <a:pt x="579" y="957"/>
                </a:lnTo>
                <a:lnTo>
                  <a:pt x="579" y="956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1" y="951"/>
                </a:lnTo>
                <a:lnTo>
                  <a:pt x="580" y="951"/>
                </a:lnTo>
                <a:lnTo>
                  <a:pt x="581" y="950"/>
                </a:lnTo>
                <a:lnTo>
                  <a:pt x="580" y="949"/>
                </a:lnTo>
                <a:lnTo>
                  <a:pt x="579" y="949"/>
                </a:lnTo>
                <a:lnTo>
                  <a:pt x="579" y="948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7" y="946"/>
                </a:lnTo>
                <a:lnTo>
                  <a:pt x="576" y="945"/>
                </a:lnTo>
                <a:lnTo>
                  <a:pt x="575" y="945"/>
                </a:lnTo>
                <a:lnTo>
                  <a:pt x="575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2" y="941"/>
                </a:lnTo>
                <a:lnTo>
                  <a:pt x="572" y="940"/>
                </a:lnTo>
                <a:lnTo>
                  <a:pt x="571" y="940"/>
                </a:lnTo>
                <a:lnTo>
                  <a:pt x="571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1" y="934"/>
                </a:lnTo>
                <a:lnTo>
                  <a:pt x="570" y="933"/>
                </a:lnTo>
                <a:lnTo>
                  <a:pt x="569" y="932"/>
                </a:lnTo>
                <a:lnTo>
                  <a:pt x="568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7" y="928"/>
                </a:lnTo>
                <a:lnTo>
                  <a:pt x="568" y="928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68" y="925"/>
                </a:lnTo>
                <a:lnTo>
                  <a:pt x="569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6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1" y="918"/>
                </a:lnTo>
                <a:lnTo>
                  <a:pt x="570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6"/>
                </a:lnTo>
                <a:lnTo>
                  <a:pt x="565" y="916"/>
                </a:lnTo>
                <a:lnTo>
                  <a:pt x="564" y="916"/>
                </a:lnTo>
                <a:lnTo>
                  <a:pt x="563" y="915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58" y="914"/>
                </a:lnTo>
                <a:lnTo>
                  <a:pt x="557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3"/>
                </a:lnTo>
                <a:lnTo>
                  <a:pt x="550" y="913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6" y="915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6" y="913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6"/>
                </a:lnTo>
                <a:lnTo>
                  <a:pt x="533" y="916"/>
                </a:lnTo>
                <a:lnTo>
                  <a:pt x="533" y="917"/>
                </a:lnTo>
                <a:lnTo>
                  <a:pt x="533" y="918"/>
                </a:lnTo>
                <a:lnTo>
                  <a:pt x="532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0"/>
                </a:lnTo>
                <a:lnTo>
                  <a:pt x="530" y="921"/>
                </a:lnTo>
                <a:lnTo>
                  <a:pt x="529" y="921"/>
                </a:lnTo>
                <a:lnTo>
                  <a:pt x="529" y="919"/>
                </a:lnTo>
                <a:lnTo>
                  <a:pt x="528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3"/>
                </a:lnTo>
                <a:lnTo>
                  <a:pt x="529" y="912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8" y="904"/>
                </a:lnTo>
                <a:lnTo>
                  <a:pt x="527" y="904"/>
                </a:lnTo>
                <a:lnTo>
                  <a:pt x="527" y="903"/>
                </a:lnTo>
                <a:lnTo>
                  <a:pt x="526" y="902"/>
                </a:lnTo>
                <a:lnTo>
                  <a:pt x="525" y="901"/>
                </a:lnTo>
                <a:lnTo>
                  <a:pt x="525" y="900"/>
                </a:lnTo>
                <a:lnTo>
                  <a:pt x="525" y="899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29" y="886"/>
                </a:lnTo>
                <a:lnTo>
                  <a:pt x="532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3" y="881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1" y="878"/>
                </a:lnTo>
                <a:lnTo>
                  <a:pt x="530" y="878"/>
                </a:lnTo>
                <a:lnTo>
                  <a:pt x="530" y="877"/>
                </a:lnTo>
                <a:lnTo>
                  <a:pt x="529" y="877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2"/>
                </a:lnTo>
                <a:lnTo>
                  <a:pt x="525" y="871"/>
                </a:lnTo>
                <a:lnTo>
                  <a:pt x="524" y="870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2" y="868"/>
                </a:lnTo>
                <a:lnTo>
                  <a:pt x="523" y="867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3" y="865"/>
                </a:lnTo>
                <a:lnTo>
                  <a:pt x="522" y="865"/>
                </a:lnTo>
                <a:lnTo>
                  <a:pt x="522" y="864"/>
                </a:lnTo>
                <a:lnTo>
                  <a:pt x="521" y="864"/>
                </a:lnTo>
                <a:lnTo>
                  <a:pt x="521" y="863"/>
                </a:lnTo>
                <a:lnTo>
                  <a:pt x="522" y="863"/>
                </a:lnTo>
                <a:lnTo>
                  <a:pt x="521" y="862"/>
                </a:lnTo>
                <a:lnTo>
                  <a:pt x="520" y="862"/>
                </a:lnTo>
                <a:lnTo>
                  <a:pt x="519" y="863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1" y="863"/>
                </a:lnTo>
                <a:lnTo>
                  <a:pt x="510" y="863"/>
                </a:lnTo>
                <a:lnTo>
                  <a:pt x="510" y="862"/>
                </a:lnTo>
                <a:lnTo>
                  <a:pt x="509" y="861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6" y="862"/>
                </a:lnTo>
                <a:lnTo>
                  <a:pt x="506" y="860"/>
                </a:lnTo>
                <a:lnTo>
                  <a:pt x="505" y="860"/>
                </a:lnTo>
                <a:lnTo>
                  <a:pt x="504" y="860"/>
                </a:lnTo>
                <a:lnTo>
                  <a:pt x="504" y="859"/>
                </a:lnTo>
                <a:lnTo>
                  <a:pt x="504" y="858"/>
                </a:lnTo>
                <a:lnTo>
                  <a:pt x="503" y="858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1" y="857"/>
                </a:lnTo>
                <a:lnTo>
                  <a:pt x="500" y="857"/>
                </a:lnTo>
                <a:lnTo>
                  <a:pt x="499" y="857"/>
                </a:lnTo>
                <a:lnTo>
                  <a:pt x="499" y="858"/>
                </a:lnTo>
                <a:lnTo>
                  <a:pt x="497" y="858"/>
                </a:lnTo>
                <a:lnTo>
                  <a:pt x="497" y="857"/>
                </a:lnTo>
                <a:lnTo>
                  <a:pt x="496" y="857"/>
                </a:lnTo>
                <a:lnTo>
                  <a:pt x="495" y="857"/>
                </a:lnTo>
                <a:lnTo>
                  <a:pt x="494" y="856"/>
                </a:lnTo>
                <a:lnTo>
                  <a:pt x="495" y="856"/>
                </a:lnTo>
                <a:lnTo>
                  <a:pt x="494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2" y="853"/>
                </a:lnTo>
                <a:lnTo>
                  <a:pt x="491" y="853"/>
                </a:lnTo>
                <a:lnTo>
                  <a:pt x="491" y="852"/>
                </a:lnTo>
                <a:lnTo>
                  <a:pt x="490" y="852"/>
                </a:lnTo>
                <a:lnTo>
                  <a:pt x="489" y="852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9" y="851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4"/>
                </a:lnTo>
                <a:lnTo>
                  <a:pt x="474" y="854"/>
                </a:lnTo>
                <a:lnTo>
                  <a:pt x="474" y="853"/>
                </a:lnTo>
                <a:lnTo>
                  <a:pt x="473" y="853"/>
                </a:lnTo>
                <a:lnTo>
                  <a:pt x="472" y="853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6" y="857"/>
                </a:lnTo>
                <a:lnTo>
                  <a:pt x="465" y="857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2" y="857"/>
                </a:lnTo>
                <a:lnTo>
                  <a:pt x="461" y="857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9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1"/>
                </a:lnTo>
                <a:lnTo>
                  <a:pt x="454" y="861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2"/>
                </a:lnTo>
                <a:lnTo>
                  <a:pt x="448" y="862"/>
                </a:lnTo>
                <a:lnTo>
                  <a:pt x="447" y="861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3" y="861"/>
                </a:lnTo>
                <a:lnTo>
                  <a:pt x="443" y="860"/>
                </a:lnTo>
                <a:lnTo>
                  <a:pt x="442" y="860"/>
                </a:lnTo>
                <a:lnTo>
                  <a:pt x="441" y="860"/>
                </a:lnTo>
                <a:lnTo>
                  <a:pt x="441" y="859"/>
                </a:lnTo>
                <a:lnTo>
                  <a:pt x="440" y="859"/>
                </a:lnTo>
                <a:lnTo>
                  <a:pt x="439" y="859"/>
                </a:lnTo>
                <a:lnTo>
                  <a:pt x="438" y="859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60"/>
                </a:lnTo>
                <a:lnTo>
                  <a:pt x="435" y="859"/>
                </a:lnTo>
                <a:lnTo>
                  <a:pt x="434" y="859"/>
                </a:lnTo>
                <a:lnTo>
                  <a:pt x="435" y="859"/>
                </a:lnTo>
                <a:lnTo>
                  <a:pt x="435" y="858"/>
                </a:lnTo>
                <a:lnTo>
                  <a:pt x="434" y="858"/>
                </a:lnTo>
                <a:lnTo>
                  <a:pt x="434" y="859"/>
                </a:lnTo>
                <a:lnTo>
                  <a:pt x="433" y="858"/>
                </a:lnTo>
                <a:lnTo>
                  <a:pt x="433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4" y="858"/>
                </a:lnTo>
                <a:lnTo>
                  <a:pt x="433" y="858"/>
                </a:lnTo>
                <a:lnTo>
                  <a:pt x="433" y="857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6"/>
                </a:lnTo>
                <a:lnTo>
                  <a:pt x="429" y="856"/>
                </a:lnTo>
                <a:lnTo>
                  <a:pt x="428" y="856"/>
                </a:lnTo>
                <a:lnTo>
                  <a:pt x="428" y="857"/>
                </a:lnTo>
                <a:lnTo>
                  <a:pt x="427" y="857"/>
                </a:lnTo>
                <a:lnTo>
                  <a:pt x="427" y="856"/>
                </a:lnTo>
                <a:lnTo>
                  <a:pt x="426" y="856"/>
                </a:lnTo>
                <a:lnTo>
                  <a:pt x="426" y="855"/>
                </a:lnTo>
                <a:lnTo>
                  <a:pt x="425" y="855"/>
                </a:lnTo>
                <a:lnTo>
                  <a:pt x="425" y="854"/>
                </a:lnTo>
                <a:lnTo>
                  <a:pt x="424" y="854"/>
                </a:lnTo>
                <a:lnTo>
                  <a:pt x="423" y="854"/>
                </a:lnTo>
                <a:lnTo>
                  <a:pt x="423" y="853"/>
                </a:lnTo>
                <a:lnTo>
                  <a:pt x="422" y="853"/>
                </a:lnTo>
                <a:lnTo>
                  <a:pt x="421" y="852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8" y="849"/>
                </a:lnTo>
                <a:lnTo>
                  <a:pt x="417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9"/>
                </a:lnTo>
                <a:lnTo>
                  <a:pt x="415" y="848"/>
                </a:lnTo>
                <a:lnTo>
                  <a:pt x="416" y="848"/>
                </a:lnTo>
                <a:lnTo>
                  <a:pt x="416" y="847"/>
                </a:lnTo>
                <a:lnTo>
                  <a:pt x="415" y="847"/>
                </a:lnTo>
                <a:lnTo>
                  <a:pt x="415" y="846"/>
                </a:lnTo>
                <a:lnTo>
                  <a:pt x="414" y="846"/>
                </a:lnTo>
                <a:lnTo>
                  <a:pt x="414" y="847"/>
                </a:lnTo>
                <a:lnTo>
                  <a:pt x="413" y="847"/>
                </a:lnTo>
                <a:lnTo>
                  <a:pt x="414" y="847"/>
                </a:lnTo>
                <a:lnTo>
                  <a:pt x="413" y="847"/>
                </a:lnTo>
                <a:lnTo>
                  <a:pt x="413" y="848"/>
                </a:lnTo>
                <a:lnTo>
                  <a:pt x="413" y="847"/>
                </a:lnTo>
                <a:lnTo>
                  <a:pt x="412" y="847"/>
                </a:lnTo>
                <a:lnTo>
                  <a:pt x="412" y="846"/>
                </a:lnTo>
                <a:lnTo>
                  <a:pt x="413" y="846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1" y="843"/>
                </a:lnTo>
                <a:lnTo>
                  <a:pt x="410" y="843"/>
                </a:lnTo>
                <a:lnTo>
                  <a:pt x="409" y="843"/>
                </a:lnTo>
                <a:lnTo>
                  <a:pt x="410" y="843"/>
                </a:lnTo>
                <a:lnTo>
                  <a:pt x="410" y="842"/>
                </a:lnTo>
                <a:lnTo>
                  <a:pt x="409" y="842"/>
                </a:lnTo>
                <a:lnTo>
                  <a:pt x="408" y="842"/>
                </a:lnTo>
                <a:lnTo>
                  <a:pt x="408" y="841"/>
                </a:lnTo>
                <a:lnTo>
                  <a:pt x="407" y="841"/>
                </a:lnTo>
                <a:lnTo>
                  <a:pt x="407" y="840"/>
                </a:lnTo>
                <a:lnTo>
                  <a:pt x="407" y="839"/>
                </a:lnTo>
                <a:lnTo>
                  <a:pt x="408" y="839"/>
                </a:lnTo>
                <a:lnTo>
                  <a:pt x="407" y="839"/>
                </a:lnTo>
                <a:lnTo>
                  <a:pt x="408" y="839"/>
                </a:lnTo>
                <a:lnTo>
                  <a:pt x="408" y="838"/>
                </a:lnTo>
                <a:lnTo>
                  <a:pt x="408" y="837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9" y="833"/>
                </a:lnTo>
                <a:lnTo>
                  <a:pt x="408" y="833"/>
                </a:lnTo>
                <a:lnTo>
                  <a:pt x="408" y="831"/>
                </a:lnTo>
                <a:lnTo>
                  <a:pt x="407" y="830"/>
                </a:lnTo>
                <a:lnTo>
                  <a:pt x="408" y="830"/>
                </a:lnTo>
                <a:lnTo>
                  <a:pt x="409" y="830"/>
                </a:lnTo>
                <a:lnTo>
                  <a:pt x="409" y="829"/>
                </a:lnTo>
                <a:lnTo>
                  <a:pt x="408" y="829"/>
                </a:lnTo>
                <a:lnTo>
                  <a:pt x="407" y="829"/>
                </a:lnTo>
                <a:lnTo>
                  <a:pt x="407" y="828"/>
                </a:lnTo>
                <a:lnTo>
                  <a:pt x="408" y="828"/>
                </a:lnTo>
                <a:lnTo>
                  <a:pt x="409" y="828"/>
                </a:lnTo>
                <a:lnTo>
                  <a:pt x="409" y="827"/>
                </a:lnTo>
                <a:lnTo>
                  <a:pt x="408" y="827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7" y="824"/>
                </a:lnTo>
                <a:lnTo>
                  <a:pt x="406" y="824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3" y="825"/>
                </a:lnTo>
                <a:lnTo>
                  <a:pt x="403" y="824"/>
                </a:lnTo>
                <a:lnTo>
                  <a:pt x="403" y="823"/>
                </a:lnTo>
                <a:lnTo>
                  <a:pt x="402" y="823"/>
                </a:lnTo>
                <a:lnTo>
                  <a:pt x="401" y="823"/>
                </a:lnTo>
                <a:lnTo>
                  <a:pt x="400" y="824"/>
                </a:lnTo>
                <a:lnTo>
                  <a:pt x="399" y="824"/>
                </a:lnTo>
                <a:lnTo>
                  <a:pt x="399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4" y="828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1"/>
                </a:lnTo>
                <a:lnTo>
                  <a:pt x="382" y="832"/>
                </a:lnTo>
                <a:lnTo>
                  <a:pt x="382" y="833"/>
                </a:lnTo>
                <a:lnTo>
                  <a:pt x="380" y="834"/>
                </a:lnTo>
                <a:lnTo>
                  <a:pt x="380" y="835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6" y="836"/>
                </a:lnTo>
                <a:lnTo>
                  <a:pt x="375" y="836"/>
                </a:lnTo>
                <a:lnTo>
                  <a:pt x="375" y="835"/>
                </a:lnTo>
                <a:lnTo>
                  <a:pt x="374" y="834"/>
                </a:lnTo>
                <a:lnTo>
                  <a:pt x="374" y="833"/>
                </a:lnTo>
                <a:lnTo>
                  <a:pt x="373" y="833"/>
                </a:lnTo>
                <a:lnTo>
                  <a:pt x="373" y="834"/>
                </a:lnTo>
                <a:lnTo>
                  <a:pt x="373" y="835"/>
                </a:lnTo>
                <a:lnTo>
                  <a:pt x="372" y="835"/>
                </a:lnTo>
                <a:lnTo>
                  <a:pt x="371" y="835"/>
                </a:lnTo>
                <a:lnTo>
                  <a:pt x="370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5" y="835"/>
                </a:lnTo>
                <a:lnTo>
                  <a:pt x="364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60" y="835"/>
                </a:lnTo>
                <a:lnTo>
                  <a:pt x="359" y="834"/>
                </a:lnTo>
                <a:lnTo>
                  <a:pt x="358" y="834"/>
                </a:lnTo>
                <a:lnTo>
                  <a:pt x="357" y="835"/>
                </a:lnTo>
                <a:lnTo>
                  <a:pt x="356" y="836"/>
                </a:lnTo>
                <a:lnTo>
                  <a:pt x="355" y="837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3" y="834"/>
                </a:lnTo>
                <a:lnTo>
                  <a:pt x="353" y="833"/>
                </a:lnTo>
                <a:lnTo>
                  <a:pt x="352" y="833"/>
                </a:lnTo>
                <a:lnTo>
                  <a:pt x="350" y="833"/>
                </a:lnTo>
                <a:lnTo>
                  <a:pt x="349" y="833"/>
                </a:lnTo>
                <a:lnTo>
                  <a:pt x="349" y="832"/>
                </a:lnTo>
                <a:lnTo>
                  <a:pt x="349" y="831"/>
                </a:lnTo>
                <a:lnTo>
                  <a:pt x="348" y="830"/>
                </a:lnTo>
                <a:lnTo>
                  <a:pt x="348" y="829"/>
                </a:lnTo>
                <a:lnTo>
                  <a:pt x="348" y="827"/>
                </a:lnTo>
                <a:lnTo>
                  <a:pt x="348" y="826"/>
                </a:lnTo>
                <a:lnTo>
                  <a:pt x="347" y="826"/>
                </a:lnTo>
                <a:lnTo>
                  <a:pt x="344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40" y="825"/>
                </a:lnTo>
                <a:lnTo>
                  <a:pt x="339" y="825"/>
                </a:lnTo>
                <a:lnTo>
                  <a:pt x="339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8" y="821"/>
                </a:lnTo>
                <a:lnTo>
                  <a:pt x="337" y="821"/>
                </a:lnTo>
                <a:lnTo>
                  <a:pt x="337" y="822"/>
                </a:lnTo>
                <a:lnTo>
                  <a:pt x="337" y="823"/>
                </a:lnTo>
                <a:lnTo>
                  <a:pt x="336" y="824"/>
                </a:lnTo>
                <a:lnTo>
                  <a:pt x="335" y="825"/>
                </a:lnTo>
                <a:lnTo>
                  <a:pt x="335" y="826"/>
                </a:lnTo>
                <a:lnTo>
                  <a:pt x="334" y="826"/>
                </a:lnTo>
                <a:lnTo>
                  <a:pt x="334" y="827"/>
                </a:lnTo>
                <a:lnTo>
                  <a:pt x="334" y="828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1"/>
                </a:lnTo>
                <a:lnTo>
                  <a:pt x="332" y="831"/>
                </a:lnTo>
                <a:lnTo>
                  <a:pt x="331" y="830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8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5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2" y="830"/>
                </a:lnTo>
                <a:lnTo>
                  <a:pt x="321" y="831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8" y="830"/>
                </a:lnTo>
                <a:lnTo>
                  <a:pt x="317" y="830"/>
                </a:lnTo>
                <a:lnTo>
                  <a:pt x="316" y="830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1" y="832"/>
                </a:lnTo>
                <a:lnTo>
                  <a:pt x="310" y="831"/>
                </a:lnTo>
                <a:lnTo>
                  <a:pt x="309" y="831"/>
                </a:lnTo>
                <a:lnTo>
                  <a:pt x="309" y="830"/>
                </a:lnTo>
                <a:lnTo>
                  <a:pt x="308" y="830"/>
                </a:lnTo>
                <a:lnTo>
                  <a:pt x="307" y="830"/>
                </a:lnTo>
                <a:lnTo>
                  <a:pt x="306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1" y="833"/>
                </a:lnTo>
                <a:lnTo>
                  <a:pt x="300" y="833"/>
                </a:lnTo>
                <a:lnTo>
                  <a:pt x="299" y="832"/>
                </a:lnTo>
                <a:lnTo>
                  <a:pt x="299" y="831"/>
                </a:lnTo>
                <a:lnTo>
                  <a:pt x="298" y="831"/>
                </a:lnTo>
                <a:lnTo>
                  <a:pt x="298" y="830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31"/>
                </a:lnTo>
                <a:lnTo>
                  <a:pt x="292" y="831"/>
                </a:lnTo>
                <a:lnTo>
                  <a:pt x="292" y="832"/>
                </a:lnTo>
                <a:lnTo>
                  <a:pt x="291" y="832"/>
                </a:lnTo>
                <a:lnTo>
                  <a:pt x="290" y="831"/>
                </a:lnTo>
                <a:lnTo>
                  <a:pt x="289" y="831"/>
                </a:lnTo>
                <a:lnTo>
                  <a:pt x="289" y="830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7"/>
                </a:lnTo>
                <a:lnTo>
                  <a:pt x="286" y="827"/>
                </a:lnTo>
                <a:lnTo>
                  <a:pt x="286" y="826"/>
                </a:lnTo>
                <a:lnTo>
                  <a:pt x="287" y="825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8" y="822"/>
                </a:lnTo>
                <a:lnTo>
                  <a:pt x="287" y="822"/>
                </a:lnTo>
                <a:lnTo>
                  <a:pt x="287" y="821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1" y="822"/>
                </a:lnTo>
                <a:lnTo>
                  <a:pt x="281" y="821"/>
                </a:lnTo>
                <a:lnTo>
                  <a:pt x="280" y="821"/>
                </a:lnTo>
                <a:lnTo>
                  <a:pt x="279" y="821"/>
                </a:lnTo>
                <a:lnTo>
                  <a:pt x="279" y="820"/>
                </a:lnTo>
                <a:lnTo>
                  <a:pt x="278" y="820"/>
                </a:lnTo>
                <a:lnTo>
                  <a:pt x="278" y="819"/>
                </a:lnTo>
                <a:lnTo>
                  <a:pt x="278" y="818"/>
                </a:lnTo>
                <a:lnTo>
                  <a:pt x="279" y="818"/>
                </a:lnTo>
                <a:lnTo>
                  <a:pt x="279" y="817"/>
                </a:lnTo>
                <a:lnTo>
                  <a:pt x="279" y="816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3"/>
                </a:lnTo>
                <a:lnTo>
                  <a:pt x="276" y="812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9" y="813"/>
                </a:lnTo>
                <a:lnTo>
                  <a:pt x="268" y="813"/>
                </a:lnTo>
                <a:lnTo>
                  <a:pt x="267" y="812"/>
                </a:lnTo>
                <a:lnTo>
                  <a:pt x="267" y="810"/>
                </a:lnTo>
                <a:lnTo>
                  <a:pt x="268" y="810"/>
                </a:lnTo>
                <a:lnTo>
                  <a:pt x="268" y="809"/>
                </a:lnTo>
                <a:lnTo>
                  <a:pt x="266" y="809"/>
                </a:lnTo>
                <a:lnTo>
                  <a:pt x="266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5" y="805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3" y="802"/>
                </a:lnTo>
                <a:lnTo>
                  <a:pt x="262" y="802"/>
                </a:lnTo>
                <a:lnTo>
                  <a:pt x="262" y="801"/>
                </a:lnTo>
                <a:lnTo>
                  <a:pt x="261" y="801"/>
                </a:lnTo>
                <a:lnTo>
                  <a:pt x="260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799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6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8" y="795"/>
                </a:lnTo>
                <a:lnTo>
                  <a:pt x="259" y="795"/>
                </a:lnTo>
                <a:lnTo>
                  <a:pt x="260" y="795"/>
                </a:lnTo>
                <a:lnTo>
                  <a:pt x="261" y="795"/>
                </a:lnTo>
                <a:lnTo>
                  <a:pt x="260" y="795"/>
                </a:lnTo>
                <a:lnTo>
                  <a:pt x="260" y="794"/>
                </a:lnTo>
                <a:lnTo>
                  <a:pt x="259" y="794"/>
                </a:lnTo>
                <a:lnTo>
                  <a:pt x="259" y="793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7"/>
                </a:lnTo>
                <a:lnTo>
                  <a:pt x="260" y="786"/>
                </a:lnTo>
                <a:lnTo>
                  <a:pt x="260" y="785"/>
                </a:lnTo>
                <a:lnTo>
                  <a:pt x="259" y="785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6" y="784"/>
                </a:lnTo>
                <a:lnTo>
                  <a:pt x="255" y="784"/>
                </a:lnTo>
                <a:lnTo>
                  <a:pt x="254" y="783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2" y="780"/>
                </a:lnTo>
                <a:lnTo>
                  <a:pt x="251" y="780"/>
                </a:lnTo>
                <a:lnTo>
                  <a:pt x="251" y="779"/>
                </a:lnTo>
                <a:lnTo>
                  <a:pt x="251" y="778"/>
                </a:lnTo>
                <a:lnTo>
                  <a:pt x="252" y="778"/>
                </a:lnTo>
                <a:lnTo>
                  <a:pt x="252" y="777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6" y="776"/>
                </a:lnTo>
                <a:lnTo>
                  <a:pt x="256" y="775"/>
                </a:lnTo>
                <a:lnTo>
                  <a:pt x="257" y="775"/>
                </a:lnTo>
                <a:lnTo>
                  <a:pt x="256" y="775"/>
                </a:lnTo>
                <a:lnTo>
                  <a:pt x="256" y="774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69"/>
                </a:lnTo>
                <a:lnTo>
                  <a:pt x="256" y="769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6" y="761"/>
                </a:lnTo>
                <a:lnTo>
                  <a:pt x="255" y="761"/>
                </a:lnTo>
                <a:lnTo>
                  <a:pt x="254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5" y="757"/>
                </a:lnTo>
                <a:lnTo>
                  <a:pt x="254" y="757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3" y="756"/>
                </a:lnTo>
                <a:lnTo>
                  <a:pt x="252" y="756"/>
                </a:lnTo>
                <a:lnTo>
                  <a:pt x="252" y="755"/>
                </a:lnTo>
                <a:lnTo>
                  <a:pt x="251" y="754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2" y="750"/>
                </a:lnTo>
                <a:lnTo>
                  <a:pt x="251" y="750"/>
                </a:lnTo>
                <a:lnTo>
                  <a:pt x="251" y="749"/>
                </a:lnTo>
                <a:lnTo>
                  <a:pt x="250" y="749"/>
                </a:lnTo>
                <a:lnTo>
                  <a:pt x="250" y="748"/>
                </a:lnTo>
                <a:lnTo>
                  <a:pt x="251" y="747"/>
                </a:lnTo>
                <a:lnTo>
                  <a:pt x="252" y="746"/>
                </a:lnTo>
                <a:lnTo>
                  <a:pt x="251" y="745"/>
                </a:lnTo>
                <a:lnTo>
                  <a:pt x="251" y="744"/>
                </a:lnTo>
                <a:lnTo>
                  <a:pt x="249" y="745"/>
                </a:lnTo>
                <a:lnTo>
                  <a:pt x="248" y="746"/>
                </a:lnTo>
                <a:lnTo>
                  <a:pt x="248" y="747"/>
                </a:lnTo>
                <a:lnTo>
                  <a:pt x="247" y="748"/>
                </a:lnTo>
                <a:lnTo>
                  <a:pt x="246" y="748"/>
                </a:lnTo>
                <a:lnTo>
                  <a:pt x="245" y="747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6" y="743"/>
                </a:lnTo>
                <a:lnTo>
                  <a:pt x="245" y="743"/>
                </a:lnTo>
                <a:lnTo>
                  <a:pt x="244" y="743"/>
                </a:lnTo>
                <a:lnTo>
                  <a:pt x="243" y="744"/>
                </a:lnTo>
                <a:lnTo>
                  <a:pt x="242" y="744"/>
                </a:lnTo>
                <a:lnTo>
                  <a:pt x="241" y="743"/>
                </a:lnTo>
                <a:lnTo>
                  <a:pt x="241" y="744"/>
                </a:lnTo>
                <a:lnTo>
                  <a:pt x="239" y="744"/>
                </a:lnTo>
                <a:lnTo>
                  <a:pt x="239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7"/>
                </a:lnTo>
                <a:lnTo>
                  <a:pt x="234" y="747"/>
                </a:lnTo>
                <a:lnTo>
                  <a:pt x="233" y="748"/>
                </a:lnTo>
                <a:lnTo>
                  <a:pt x="232" y="747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1" y="748"/>
                </a:lnTo>
                <a:lnTo>
                  <a:pt x="220" y="749"/>
                </a:lnTo>
                <a:lnTo>
                  <a:pt x="220" y="748"/>
                </a:lnTo>
                <a:lnTo>
                  <a:pt x="220" y="749"/>
                </a:lnTo>
                <a:lnTo>
                  <a:pt x="220" y="748"/>
                </a:lnTo>
                <a:lnTo>
                  <a:pt x="219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0"/>
                </a:lnTo>
                <a:lnTo>
                  <a:pt x="214" y="750"/>
                </a:lnTo>
                <a:lnTo>
                  <a:pt x="213" y="750"/>
                </a:lnTo>
                <a:lnTo>
                  <a:pt x="212" y="749"/>
                </a:lnTo>
                <a:lnTo>
                  <a:pt x="211" y="749"/>
                </a:lnTo>
                <a:lnTo>
                  <a:pt x="211" y="748"/>
                </a:lnTo>
                <a:lnTo>
                  <a:pt x="210" y="748"/>
                </a:lnTo>
                <a:lnTo>
                  <a:pt x="209" y="748"/>
                </a:lnTo>
                <a:lnTo>
                  <a:pt x="208" y="748"/>
                </a:lnTo>
                <a:lnTo>
                  <a:pt x="208" y="749"/>
                </a:lnTo>
                <a:lnTo>
                  <a:pt x="207" y="749"/>
                </a:lnTo>
                <a:lnTo>
                  <a:pt x="207" y="750"/>
                </a:lnTo>
                <a:lnTo>
                  <a:pt x="207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5" y="750"/>
                </a:lnTo>
                <a:lnTo>
                  <a:pt x="204" y="750"/>
                </a:lnTo>
                <a:lnTo>
                  <a:pt x="204" y="749"/>
                </a:lnTo>
                <a:lnTo>
                  <a:pt x="203" y="749"/>
                </a:lnTo>
                <a:lnTo>
                  <a:pt x="203" y="750"/>
                </a:lnTo>
                <a:lnTo>
                  <a:pt x="202" y="750"/>
                </a:lnTo>
                <a:lnTo>
                  <a:pt x="201" y="749"/>
                </a:lnTo>
                <a:lnTo>
                  <a:pt x="201" y="750"/>
                </a:lnTo>
                <a:lnTo>
                  <a:pt x="200" y="749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7" y="752"/>
                </a:lnTo>
                <a:lnTo>
                  <a:pt x="197" y="751"/>
                </a:lnTo>
                <a:lnTo>
                  <a:pt x="196" y="751"/>
                </a:lnTo>
                <a:lnTo>
                  <a:pt x="196" y="750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9" y="748"/>
                </a:lnTo>
                <a:lnTo>
                  <a:pt x="188" y="748"/>
                </a:lnTo>
                <a:lnTo>
                  <a:pt x="189" y="748"/>
                </a:lnTo>
                <a:lnTo>
                  <a:pt x="189" y="747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6" y="746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79" y="749"/>
                </a:lnTo>
                <a:lnTo>
                  <a:pt x="178" y="750"/>
                </a:lnTo>
                <a:lnTo>
                  <a:pt x="180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4" y="717"/>
                </a:lnTo>
                <a:lnTo>
                  <a:pt x="164" y="716"/>
                </a:lnTo>
                <a:lnTo>
                  <a:pt x="164" y="715"/>
                </a:lnTo>
                <a:lnTo>
                  <a:pt x="166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68" y="711"/>
                </a:lnTo>
                <a:lnTo>
                  <a:pt x="170" y="711"/>
                </a:lnTo>
                <a:lnTo>
                  <a:pt x="171" y="712"/>
                </a:lnTo>
                <a:lnTo>
                  <a:pt x="171" y="714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8" y="712"/>
                </a:lnTo>
                <a:lnTo>
                  <a:pt x="180" y="712"/>
                </a:lnTo>
                <a:lnTo>
                  <a:pt x="180" y="711"/>
                </a:lnTo>
                <a:lnTo>
                  <a:pt x="180" y="712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5" y="713"/>
                </a:lnTo>
                <a:lnTo>
                  <a:pt x="187" y="712"/>
                </a:lnTo>
                <a:lnTo>
                  <a:pt x="188" y="711"/>
                </a:lnTo>
                <a:lnTo>
                  <a:pt x="189" y="711"/>
                </a:lnTo>
                <a:lnTo>
                  <a:pt x="189" y="710"/>
                </a:lnTo>
                <a:lnTo>
                  <a:pt x="188" y="710"/>
                </a:lnTo>
                <a:lnTo>
                  <a:pt x="188" y="709"/>
                </a:lnTo>
                <a:lnTo>
                  <a:pt x="189" y="708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197" y="705"/>
                </a:lnTo>
                <a:lnTo>
                  <a:pt x="202" y="705"/>
                </a:lnTo>
                <a:lnTo>
                  <a:pt x="203" y="705"/>
                </a:lnTo>
                <a:lnTo>
                  <a:pt x="207" y="704"/>
                </a:lnTo>
                <a:lnTo>
                  <a:pt x="211" y="704"/>
                </a:lnTo>
                <a:lnTo>
                  <a:pt x="212" y="704"/>
                </a:lnTo>
                <a:lnTo>
                  <a:pt x="213" y="704"/>
                </a:lnTo>
                <a:lnTo>
                  <a:pt x="216" y="704"/>
                </a:lnTo>
                <a:lnTo>
                  <a:pt x="219" y="704"/>
                </a:lnTo>
                <a:lnTo>
                  <a:pt x="219" y="702"/>
                </a:lnTo>
                <a:lnTo>
                  <a:pt x="220" y="700"/>
                </a:lnTo>
                <a:lnTo>
                  <a:pt x="221" y="700"/>
                </a:lnTo>
                <a:lnTo>
                  <a:pt x="221" y="698"/>
                </a:lnTo>
                <a:lnTo>
                  <a:pt x="221" y="697"/>
                </a:lnTo>
                <a:lnTo>
                  <a:pt x="221" y="696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1" y="691"/>
                </a:lnTo>
                <a:lnTo>
                  <a:pt x="222" y="691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20" y="689"/>
                </a:lnTo>
                <a:lnTo>
                  <a:pt x="220" y="688"/>
                </a:lnTo>
                <a:lnTo>
                  <a:pt x="221" y="688"/>
                </a:lnTo>
                <a:lnTo>
                  <a:pt x="221" y="687"/>
                </a:lnTo>
                <a:lnTo>
                  <a:pt x="220" y="687"/>
                </a:lnTo>
                <a:lnTo>
                  <a:pt x="219" y="687"/>
                </a:lnTo>
                <a:lnTo>
                  <a:pt x="219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19" y="684"/>
                </a:lnTo>
                <a:lnTo>
                  <a:pt x="219" y="683"/>
                </a:lnTo>
                <a:lnTo>
                  <a:pt x="217" y="683"/>
                </a:lnTo>
                <a:lnTo>
                  <a:pt x="216" y="683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0"/>
                </a:lnTo>
                <a:lnTo>
                  <a:pt x="214" y="690"/>
                </a:lnTo>
                <a:lnTo>
                  <a:pt x="213" y="689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6"/>
                </a:lnTo>
                <a:lnTo>
                  <a:pt x="209" y="686"/>
                </a:lnTo>
                <a:lnTo>
                  <a:pt x="209" y="685"/>
                </a:lnTo>
                <a:lnTo>
                  <a:pt x="209" y="684"/>
                </a:lnTo>
                <a:lnTo>
                  <a:pt x="209" y="683"/>
                </a:lnTo>
                <a:lnTo>
                  <a:pt x="210" y="683"/>
                </a:lnTo>
                <a:lnTo>
                  <a:pt x="210" y="682"/>
                </a:lnTo>
                <a:lnTo>
                  <a:pt x="211" y="681"/>
                </a:lnTo>
                <a:lnTo>
                  <a:pt x="211" y="680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6"/>
                </a:lnTo>
                <a:lnTo>
                  <a:pt x="211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200" y="677"/>
                </a:lnTo>
                <a:lnTo>
                  <a:pt x="199" y="677"/>
                </a:lnTo>
                <a:lnTo>
                  <a:pt x="199" y="676"/>
                </a:lnTo>
                <a:lnTo>
                  <a:pt x="197" y="676"/>
                </a:lnTo>
                <a:lnTo>
                  <a:pt x="196" y="675"/>
                </a:lnTo>
                <a:lnTo>
                  <a:pt x="196" y="674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3"/>
                </a:lnTo>
                <a:lnTo>
                  <a:pt x="190" y="674"/>
                </a:lnTo>
                <a:lnTo>
                  <a:pt x="191" y="674"/>
                </a:lnTo>
                <a:lnTo>
                  <a:pt x="191" y="676"/>
                </a:lnTo>
                <a:lnTo>
                  <a:pt x="193" y="675"/>
                </a:lnTo>
                <a:lnTo>
                  <a:pt x="195" y="675"/>
                </a:lnTo>
                <a:lnTo>
                  <a:pt x="196" y="675"/>
                </a:lnTo>
                <a:lnTo>
                  <a:pt x="197" y="676"/>
                </a:lnTo>
                <a:lnTo>
                  <a:pt x="199" y="677"/>
                </a:lnTo>
                <a:lnTo>
                  <a:pt x="200" y="678"/>
                </a:lnTo>
                <a:lnTo>
                  <a:pt x="201" y="679"/>
                </a:lnTo>
                <a:lnTo>
                  <a:pt x="201" y="680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90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3" y="687"/>
                </a:lnTo>
                <a:lnTo>
                  <a:pt x="192" y="687"/>
                </a:lnTo>
                <a:lnTo>
                  <a:pt x="192" y="686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90" y="686"/>
                </a:lnTo>
                <a:lnTo>
                  <a:pt x="189" y="687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80" y="697"/>
                </a:lnTo>
                <a:lnTo>
                  <a:pt x="179" y="697"/>
                </a:lnTo>
                <a:lnTo>
                  <a:pt x="179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5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5" y="688"/>
                </a:lnTo>
                <a:lnTo>
                  <a:pt x="155" y="687"/>
                </a:lnTo>
                <a:lnTo>
                  <a:pt x="154" y="687"/>
                </a:lnTo>
                <a:lnTo>
                  <a:pt x="155" y="687"/>
                </a:lnTo>
                <a:lnTo>
                  <a:pt x="155" y="686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3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4" y="673"/>
                </a:lnTo>
                <a:lnTo>
                  <a:pt x="144" y="672"/>
                </a:lnTo>
                <a:lnTo>
                  <a:pt x="145" y="670"/>
                </a:lnTo>
                <a:lnTo>
                  <a:pt x="146" y="670"/>
                </a:lnTo>
                <a:lnTo>
                  <a:pt x="147" y="669"/>
                </a:lnTo>
                <a:lnTo>
                  <a:pt x="147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1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9" y="658"/>
                </a:lnTo>
                <a:lnTo>
                  <a:pt x="128" y="656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3" y="653"/>
                </a:lnTo>
                <a:lnTo>
                  <a:pt x="122" y="652"/>
                </a:lnTo>
                <a:lnTo>
                  <a:pt x="122" y="651"/>
                </a:lnTo>
                <a:lnTo>
                  <a:pt x="121" y="651"/>
                </a:lnTo>
                <a:lnTo>
                  <a:pt x="121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7"/>
                </a:lnTo>
                <a:lnTo>
                  <a:pt x="118" y="646"/>
                </a:lnTo>
                <a:lnTo>
                  <a:pt x="116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1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5" y="641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3" y="639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20" y="630"/>
                </a:lnTo>
                <a:lnTo>
                  <a:pt x="120" y="629"/>
                </a:lnTo>
                <a:lnTo>
                  <a:pt x="120" y="627"/>
                </a:lnTo>
                <a:lnTo>
                  <a:pt x="121" y="625"/>
                </a:lnTo>
                <a:lnTo>
                  <a:pt x="122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9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27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40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8"/>
                </a:lnTo>
                <a:lnTo>
                  <a:pt x="145" y="607"/>
                </a:lnTo>
                <a:lnTo>
                  <a:pt x="146" y="606"/>
                </a:lnTo>
                <a:lnTo>
                  <a:pt x="148" y="604"/>
                </a:lnTo>
                <a:lnTo>
                  <a:pt x="149" y="604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6" y="601"/>
                </a:lnTo>
                <a:lnTo>
                  <a:pt x="158" y="600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1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9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5" y="584"/>
                </a:lnTo>
                <a:lnTo>
                  <a:pt x="187" y="582"/>
                </a:lnTo>
                <a:lnTo>
                  <a:pt x="187" y="580"/>
                </a:lnTo>
                <a:lnTo>
                  <a:pt x="188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3" y="574"/>
                </a:lnTo>
                <a:lnTo>
                  <a:pt x="194" y="573"/>
                </a:lnTo>
                <a:lnTo>
                  <a:pt x="195" y="573"/>
                </a:lnTo>
                <a:lnTo>
                  <a:pt x="196" y="573"/>
                </a:lnTo>
                <a:lnTo>
                  <a:pt x="197" y="572"/>
                </a:lnTo>
                <a:lnTo>
                  <a:pt x="201" y="571"/>
                </a:lnTo>
                <a:lnTo>
                  <a:pt x="202" y="571"/>
                </a:lnTo>
                <a:lnTo>
                  <a:pt x="204" y="570"/>
                </a:lnTo>
                <a:lnTo>
                  <a:pt x="206" y="569"/>
                </a:lnTo>
                <a:lnTo>
                  <a:pt x="207" y="569"/>
                </a:lnTo>
                <a:lnTo>
                  <a:pt x="208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3" y="568"/>
                </a:lnTo>
                <a:lnTo>
                  <a:pt x="213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5"/>
                </a:lnTo>
                <a:lnTo>
                  <a:pt x="219" y="563"/>
                </a:lnTo>
                <a:lnTo>
                  <a:pt x="220" y="562"/>
                </a:lnTo>
                <a:lnTo>
                  <a:pt x="222" y="560"/>
                </a:lnTo>
                <a:lnTo>
                  <a:pt x="222" y="559"/>
                </a:lnTo>
                <a:lnTo>
                  <a:pt x="223" y="559"/>
                </a:lnTo>
                <a:lnTo>
                  <a:pt x="224" y="558"/>
                </a:lnTo>
                <a:lnTo>
                  <a:pt x="225" y="557"/>
                </a:lnTo>
                <a:lnTo>
                  <a:pt x="226" y="556"/>
                </a:lnTo>
                <a:lnTo>
                  <a:pt x="227" y="555"/>
                </a:lnTo>
                <a:lnTo>
                  <a:pt x="228" y="554"/>
                </a:lnTo>
                <a:lnTo>
                  <a:pt x="230" y="552"/>
                </a:lnTo>
                <a:lnTo>
                  <a:pt x="231" y="550"/>
                </a:lnTo>
                <a:lnTo>
                  <a:pt x="232" y="550"/>
                </a:lnTo>
                <a:lnTo>
                  <a:pt x="232" y="549"/>
                </a:lnTo>
                <a:lnTo>
                  <a:pt x="233" y="549"/>
                </a:lnTo>
                <a:lnTo>
                  <a:pt x="235" y="547"/>
                </a:lnTo>
                <a:lnTo>
                  <a:pt x="237" y="546"/>
                </a:lnTo>
                <a:lnTo>
                  <a:pt x="238" y="544"/>
                </a:lnTo>
                <a:lnTo>
                  <a:pt x="239" y="544"/>
                </a:lnTo>
                <a:lnTo>
                  <a:pt x="240" y="543"/>
                </a:lnTo>
                <a:lnTo>
                  <a:pt x="242" y="542"/>
                </a:lnTo>
                <a:lnTo>
                  <a:pt x="242" y="541"/>
                </a:lnTo>
                <a:lnTo>
                  <a:pt x="243" y="541"/>
                </a:lnTo>
                <a:lnTo>
                  <a:pt x="245" y="539"/>
                </a:lnTo>
                <a:lnTo>
                  <a:pt x="246" y="538"/>
                </a:lnTo>
                <a:lnTo>
                  <a:pt x="247" y="538"/>
                </a:lnTo>
                <a:lnTo>
                  <a:pt x="248" y="536"/>
                </a:lnTo>
                <a:lnTo>
                  <a:pt x="249" y="536"/>
                </a:lnTo>
                <a:lnTo>
                  <a:pt x="250" y="535"/>
                </a:lnTo>
                <a:lnTo>
                  <a:pt x="251" y="534"/>
                </a:lnTo>
                <a:lnTo>
                  <a:pt x="252" y="533"/>
                </a:lnTo>
                <a:lnTo>
                  <a:pt x="255" y="530"/>
                </a:lnTo>
                <a:lnTo>
                  <a:pt x="257" y="529"/>
                </a:lnTo>
                <a:lnTo>
                  <a:pt x="259" y="528"/>
                </a:lnTo>
                <a:lnTo>
                  <a:pt x="259" y="527"/>
                </a:lnTo>
                <a:lnTo>
                  <a:pt x="260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3" y="524"/>
                </a:lnTo>
                <a:lnTo>
                  <a:pt x="264" y="524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8" y="522"/>
                </a:lnTo>
                <a:lnTo>
                  <a:pt x="271" y="520"/>
                </a:lnTo>
                <a:lnTo>
                  <a:pt x="275" y="517"/>
                </a:lnTo>
                <a:lnTo>
                  <a:pt x="276" y="517"/>
                </a:lnTo>
                <a:lnTo>
                  <a:pt x="278" y="515"/>
                </a:lnTo>
                <a:lnTo>
                  <a:pt x="279" y="515"/>
                </a:lnTo>
                <a:lnTo>
                  <a:pt x="280" y="516"/>
                </a:lnTo>
                <a:lnTo>
                  <a:pt x="281" y="516"/>
                </a:lnTo>
                <a:lnTo>
                  <a:pt x="282" y="516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3" y="519"/>
                </a:lnTo>
                <a:lnTo>
                  <a:pt x="283" y="520"/>
                </a:lnTo>
                <a:lnTo>
                  <a:pt x="283" y="521"/>
                </a:lnTo>
                <a:lnTo>
                  <a:pt x="282" y="521"/>
                </a:lnTo>
                <a:lnTo>
                  <a:pt x="282" y="522"/>
                </a:lnTo>
                <a:lnTo>
                  <a:pt x="282" y="523"/>
                </a:lnTo>
                <a:lnTo>
                  <a:pt x="283" y="524"/>
                </a:lnTo>
                <a:lnTo>
                  <a:pt x="283" y="525"/>
                </a:lnTo>
                <a:lnTo>
                  <a:pt x="284" y="525"/>
                </a:lnTo>
                <a:lnTo>
                  <a:pt x="285" y="525"/>
                </a:lnTo>
                <a:lnTo>
                  <a:pt x="285" y="526"/>
                </a:lnTo>
                <a:lnTo>
                  <a:pt x="284" y="526"/>
                </a:lnTo>
                <a:lnTo>
                  <a:pt x="284" y="527"/>
                </a:lnTo>
                <a:lnTo>
                  <a:pt x="283" y="527"/>
                </a:lnTo>
                <a:lnTo>
                  <a:pt x="282" y="527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4" y="529"/>
                </a:lnTo>
                <a:lnTo>
                  <a:pt x="284" y="530"/>
                </a:lnTo>
                <a:lnTo>
                  <a:pt x="284" y="531"/>
                </a:lnTo>
                <a:lnTo>
                  <a:pt x="283" y="532"/>
                </a:lnTo>
                <a:lnTo>
                  <a:pt x="284" y="533"/>
                </a:lnTo>
                <a:lnTo>
                  <a:pt x="284" y="534"/>
                </a:lnTo>
                <a:lnTo>
                  <a:pt x="283" y="534"/>
                </a:lnTo>
                <a:lnTo>
                  <a:pt x="284" y="534"/>
                </a:lnTo>
                <a:lnTo>
                  <a:pt x="284" y="535"/>
                </a:lnTo>
                <a:lnTo>
                  <a:pt x="285" y="536"/>
                </a:lnTo>
                <a:lnTo>
                  <a:pt x="285" y="537"/>
                </a:lnTo>
                <a:lnTo>
                  <a:pt x="286" y="537"/>
                </a:lnTo>
                <a:lnTo>
                  <a:pt x="287" y="538"/>
                </a:lnTo>
                <a:lnTo>
                  <a:pt x="286" y="538"/>
                </a:lnTo>
                <a:lnTo>
                  <a:pt x="286" y="539"/>
                </a:lnTo>
                <a:lnTo>
                  <a:pt x="287" y="540"/>
                </a:lnTo>
                <a:lnTo>
                  <a:pt x="288" y="540"/>
                </a:lnTo>
                <a:lnTo>
                  <a:pt x="288" y="541"/>
                </a:lnTo>
                <a:lnTo>
                  <a:pt x="289" y="542"/>
                </a:lnTo>
                <a:lnTo>
                  <a:pt x="290" y="542"/>
                </a:lnTo>
                <a:lnTo>
                  <a:pt x="291" y="543"/>
                </a:lnTo>
                <a:lnTo>
                  <a:pt x="290" y="543"/>
                </a:lnTo>
                <a:lnTo>
                  <a:pt x="291" y="544"/>
                </a:lnTo>
                <a:lnTo>
                  <a:pt x="292" y="544"/>
                </a:lnTo>
                <a:lnTo>
                  <a:pt x="293" y="544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2" y="547"/>
                </a:lnTo>
                <a:lnTo>
                  <a:pt x="291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3" y="551"/>
                </a:lnTo>
                <a:lnTo>
                  <a:pt x="294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1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3"/>
                </a:lnTo>
                <a:lnTo>
                  <a:pt x="297" y="553"/>
                </a:lnTo>
                <a:lnTo>
                  <a:pt x="296" y="553"/>
                </a:lnTo>
                <a:lnTo>
                  <a:pt x="296" y="554"/>
                </a:lnTo>
                <a:lnTo>
                  <a:pt x="297" y="555"/>
                </a:lnTo>
                <a:lnTo>
                  <a:pt x="297" y="556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2" y="559"/>
                </a:lnTo>
                <a:lnTo>
                  <a:pt x="293" y="560"/>
                </a:lnTo>
                <a:lnTo>
                  <a:pt x="292" y="560"/>
                </a:lnTo>
                <a:lnTo>
                  <a:pt x="292" y="561"/>
                </a:lnTo>
                <a:lnTo>
                  <a:pt x="293" y="561"/>
                </a:lnTo>
                <a:lnTo>
                  <a:pt x="294" y="561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7" y="560"/>
                </a:lnTo>
                <a:lnTo>
                  <a:pt x="297" y="559"/>
                </a:lnTo>
                <a:lnTo>
                  <a:pt x="298" y="559"/>
                </a:lnTo>
                <a:lnTo>
                  <a:pt x="298" y="558"/>
                </a:lnTo>
                <a:lnTo>
                  <a:pt x="297" y="558"/>
                </a:lnTo>
                <a:lnTo>
                  <a:pt x="298" y="557"/>
                </a:lnTo>
                <a:lnTo>
                  <a:pt x="299" y="557"/>
                </a:lnTo>
                <a:lnTo>
                  <a:pt x="300" y="557"/>
                </a:lnTo>
                <a:lnTo>
                  <a:pt x="300" y="556"/>
                </a:lnTo>
                <a:lnTo>
                  <a:pt x="301" y="555"/>
                </a:lnTo>
                <a:lnTo>
                  <a:pt x="302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1" y="552"/>
                </a:lnTo>
                <a:lnTo>
                  <a:pt x="302" y="552"/>
                </a:lnTo>
                <a:lnTo>
                  <a:pt x="302" y="551"/>
                </a:lnTo>
                <a:lnTo>
                  <a:pt x="301" y="551"/>
                </a:lnTo>
                <a:lnTo>
                  <a:pt x="301" y="550"/>
                </a:lnTo>
                <a:lnTo>
                  <a:pt x="302" y="550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4" y="547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4"/>
                </a:lnTo>
                <a:lnTo>
                  <a:pt x="307" y="544"/>
                </a:lnTo>
                <a:lnTo>
                  <a:pt x="307" y="543"/>
                </a:lnTo>
                <a:lnTo>
                  <a:pt x="306" y="542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7" y="538"/>
                </a:lnTo>
                <a:lnTo>
                  <a:pt x="306" y="538"/>
                </a:lnTo>
                <a:lnTo>
                  <a:pt x="306" y="537"/>
                </a:lnTo>
                <a:lnTo>
                  <a:pt x="305" y="537"/>
                </a:lnTo>
                <a:lnTo>
                  <a:pt x="304" y="536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4" y="532"/>
                </a:lnTo>
                <a:lnTo>
                  <a:pt x="303" y="532"/>
                </a:lnTo>
                <a:lnTo>
                  <a:pt x="302" y="532"/>
                </a:lnTo>
                <a:lnTo>
                  <a:pt x="301" y="531"/>
                </a:lnTo>
                <a:lnTo>
                  <a:pt x="301" y="530"/>
                </a:lnTo>
                <a:lnTo>
                  <a:pt x="302" y="530"/>
                </a:lnTo>
                <a:lnTo>
                  <a:pt x="302" y="529"/>
                </a:lnTo>
                <a:lnTo>
                  <a:pt x="301" y="529"/>
                </a:lnTo>
                <a:lnTo>
                  <a:pt x="302" y="528"/>
                </a:lnTo>
                <a:lnTo>
                  <a:pt x="301" y="528"/>
                </a:lnTo>
                <a:lnTo>
                  <a:pt x="301" y="527"/>
                </a:lnTo>
                <a:lnTo>
                  <a:pt x="302" y="527"/>
                </a:lnTo>
                <a:lnTo>
                  <a:pt x="302" y="526"/>
                </a:lnTo>
                <a:lnTo>
                  <a:pt x="300" y="525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4" y="522"/>
                </a:lnTo>
                <a:lnTo>
                  <a:pt x="305" y="522"/>
                </a:lnTo>
                <a:lnTo>
                  <a:pt x="304" y="521"/>
                </a:lnTo>
                <a:lnTo>
                  <a:pt x="303" y="521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3" y="516"/>
                </a:lnTo>
                <a:lnTo>
                  <a:pt x="304" y="516"/>
                </a:lnTo>
                <a:lnTo>
                  <a:pt x="304" y="515"/>
                </a:lnTo>
                <a:lnTo>
                  <a:pt x="304" y="514"/>
                </a:lnTo>
                <a:lnTo>
                  <a:pt x="303" y="514"/>
                </a:lnTo>
                <a:lnTo>
                  <a:pt x="302" y="514"/>
                </a:lnTo>
                <a:lnTo>
                  <a:pt x="302" y="512"/>
                </a:lnTo>
                <a:lnTo>
                  <a:pt x="303" y="511"/>
                </a:lnTo>
                <a:lnTo>
                  <a:pt x="303" y="510"/>
                </a:lnTo>
                <a:lnTo>
                  <a:pt x="304" y="510"/>
                </a:lnTo>
                <a:lnTo>
                  <a:pt x="305" y="510"/>
                </a:lnTo>
                <a:lnTo>
                  <a:pt x="305" y="509"/>
                </a:lnTo>
                <a:lnTo>
                  <a:pt x="306" y="509"/>
                </a:lnTo>
                <a:lnTo>
                  <a:pt x="307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9" y="505"/>
                </a:lnTo>
                <a:lnTo>
                  <a:pt x="309" y="504"/>
                </a:lnTo>
                <a:lnTo>
                  <a:pt x="309" y="503"/>
                </a:lnTo>
                <a:lnTo>
                  <a:pt x="309" y="502"/>
                </a:lnTo>
                <a:lnTo>
                  <a:pt x="310" y="502"/>
                </a:lnTo>
                <a:lnTo>
                  <a:pt x="310" y="501"/>
                </a:lnTo>
                <a:lnTo>
                  <a:pt x="310" y="500"/>
                </a:lnTo>
                <a:lnTo>
                  <a:pt x="311" y="498"/>
                </a:lnTo>
                <a:lnTo>
                  <a:pt x="311" y="497"/>
                </a:lnTo>
                <a:lnTo>
                  <a:pt x="310" y="496"/>
                </a:lnTo>
                <a:lnTo>
                  <a:pt x="310" y="495"/>
                </a:lnTo>
                <a:lnTo>
                  <a:pt x="310" y="494"/>
                </a:lnTo>
                <a:lnTo>
                  <a:pt x="310" y="493"/>
                </a:lnTo>
                <a:lnTo>
                  <a:pt x="311" y="492"/>
                </a:lnTo>
                <a:lnTo>
                  <a:pt x="311" y="491"/>
                </a:lnTo>
                <a:lnTo>
                  <a:pt x="312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3" y="484"/>
                </a:lnTo>
                <a:lnTo>
                  <a:pt x="314" y="484"/>
                </a:lnTo>
                <a:lnTo>
                  <a:pt x="315" y="484"/>
                </a:lnTo>
                <a:lnTo>
                  <a:pt x="316" y="483"/>
                </a:lnTo>
                <a:lnTo>
                  <a:pt x="316" y="484"/>
                </a:lnTo>
                <a:lnTo>
                  <a:pt x="317" y="483"/>
                </a:lnTo>
                <a:lnTo>
                  <a:pt x="318" y="482"/>
                </a:lnTo>
                <a:lnTo>
                  <a:pt x="318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9"/>
                </a:lnTo>
                <a:lnTo>
                  <a:pt x="319" y="478"/>
                </a:lnTo>
                <a:lnTo>
                  <a:pt x="319" y="476"/>
                </a:lnTo>
                <a:lnTo>
                  <a:pt x="319" y="475"/>
                </a:lnTo>
                <a:lnTo>
                  <a:pt x="322" y="475"/>
                </a:lnTo>
                <a:lnTo>
                  <a:pt x="323" y="475"/>
                </a:lnTo>
                <a:lnTo>
                  <a:pt x="323" y="474"/>
                </a:lnTo>
                <a:lnTo>
                  <a:pt x="322" y="474"/>
                </a:lnTo>
                <a:lnTo>
                  <a:pt x="322" y="473"/>
                </a:lnTo>
                <a:lnTo>
                  <a:pt x="322" y="472"/>
                </a:lnTo>
                <a:lnTo>
                  <a:pt x="323" y="471"/>
                </a:lnTo>
                <a:lnTo>
                  <a:pt x="323" y="469"/>
                </a:lnTo>
                <a:lnTo>
                  <a:pt x="324" y="469"/>
                </a:lnTo>
                <a:lnTo>
                  <a:pt x="325" y="468"/>
                </a:lnTo>
                <a:lnTo>
                  <a:pt x="326" y="467"/>
                </a:lnTo>
                <a:lnTo>
                  <a:pt x="327" y="466"/>
                </a:lnTo>
                <a:lnTo>
                  <a:pt x="328" y="465"/>
                </a:lnTo>
                <a:lnTo>
                  <a:pt x="328" y="464"/>
                </a:lnTo>
                <a:lnTo>
                  <a:pt x="328" y="463"/>
                </a:lnTo>
                <a:lnTo>
                  <a:pt x="329" y="463"/>
                </a:lnTo>
                <a:lnTo>
                  <a:pt x="329" y="462"/>
                </a:lnTo>
                <a:lnTo>
                  <a:pt x="328" y="462"/>
                </a:lnTo>
                <a:lnTo>
                  <a:pt x="328" y="461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8"/>
                </a:lnTo>
                <a:lnTo>
                  <a:pt x="328" y="457"/>
                </a:lnTo>
                <a:lnTo>
                  <a:pt x="327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1" y="454"/>
                </a:lnTo>
                <a:lnTo>
                  <a:pt x="331" y="453"/>
                </a:lnTo>
                <a:lnTo>
                  <a:pt x="331" y="452"/>
                </a:lnTo>
                <a:lnTo>
                  <a:pt x="332" y="452"/>
                </a:lnTo>
                <a:lnTo>
                  <a:pt x="332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49"/>
                </a:lnTo>
                <a:lnTo>
                  <a:pt x="339" y="450"/>
                </a:lnTo>
                <a:lnTo>
                  <a:pt x="341" y="451"/>
                </a:lnTo>
                <a:lnTo>
                  <a:pt x="341" y="450"/>
                </a:lnTo>
                <a:lnTo>
                  <a:pt x="342" y="450"/>
                </a:lnTo>
                <a:lnTo>
                  <a:pt x="342" y="451"/>
                </a:lnTo>
                <a:lnTo>
                  <a:pt x="344" y="451"/>
                </a:lnTo>
                <a:lnTo>
                  <a:pt x="344" y="450"/>
                </a:lnTo>
                <a:lnTo>
                  <a:pt x="345" y="449"/>
                </a:lnTo>
                <a:lnTo>
                  <a:pt x="345" y="450"/>
                </a:lnTo>
                <a:lnTo>
                  <a:pt x="346" y="450"/>
                </a:lnTo>
                <a:lnTo>
                  <a:pt x="347" y="449"/>
                </a:lnTo>
                <a:lnTo>
                  <a:pt x="348" y="449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2"/>
                </a:lnTo>
                <a:lnTo>
                  <a:pt x="350" y="453"/>
                </a:lnTo>
                <a:lnTo>
                  <a:pt x="351" y="453"/>
                </a:lnTo>
                <a:lnTo>
                  <a:pt x="352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5" y="454"/>
                </a:lnTo>
                <a:lnTo>
                  <a:pt x="355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8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0"/>
                </a:lnTo>
                <a:lnTo>
                  <a:pt x="361" y="450"/>
                </a:lnTo>
                <a:lnTo>
                  <a:pt x="361" y="449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4" y="448"/>
                </a:lnTo>
                <a:lnTo>
                  <a:pt x="364" y="447"/>
                </a:lnTo>
                <a:lnTo>
                  <a:pt x="364" y="446"/>
                </a:lnTo>
                <a:lnTo>
                  <a:pt x="365" y="446"/>
                </a:lnTo>
                <a:lnTo>
                  <a:pt x="365" y="445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2"/>
                </a:lnTo>
                <a:lnTo>
                  <a:pt x="366" y="442"/>
                </a:lnTo>
                <a:lnTo>
                  <a:pt x="366" y="441"/>
                </a:lnTo>
                <a:lnTo>
                  <a:pt x="364" y="441"/>
                </a:lnTo>
                <a:lnTo>
                  <a:pt x="364" y="440"/>
                </a:lnTo>
                <a:lnTo>
                  <a:pt x="365" y="440"/>
                </a:lnTo>
                <a:lnTo>
                  <a:pt x="365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8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8" y="435"/>
                </a:lnTo>
                <a:lnTo>
                  <a:pt x="368" y="434"/>
                </a:lnTo>
                <a:lnTo>
                  <a:pt x="367" y="434"/>
                </a:lnTo>
                <a:lnTo>
                  <a:pt x="367" y="433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9" y="430"/>
                </a:lnTo>
                <a:lnTo>
                  <a:pt x="369" y="431"/>
                </a:lnTo>
                <a:lnTo>
                  <a:pt x="370" y="431"/>
                </a:lnTo>
                <a:lnTo>
                  <a:pt x="370" y="430"/>
                </a:lnTo>
                <a:lnTo>
                  <a:pt x="369" y="430"/>
                </a:lnTo>
                <a:lnTo>
                  <a:pt x="369" y="429"/>
                </a:lnTo>
                <a:lnTo>
                  <a:pt x="370" y="429"/>
                </a:lnTo>
                <a:lnTo>
                  <a:pt x="370" y="428"/>
                </a:lnTo>
                <a:lnTo>
                  <a:pt x="369" y="428"/>
                </a:lnTo>
                <a:lnTo>
                  <a:pt x="369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8" y="422"/>
                </a:lnTo>
                <a:lnTo>
                  <a:pt x="369" y="422"/>
                </a:lnTo>
                <a:lnTo>
                  <a:pt x="369" y="421"/>
                </a:lnTo>
                <a:lnTo>
                  <a:pt x="369" y="420"/>
                </a:lnTo>
                <a:lnTo>
                  <a:pt x="368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7"/>
                </a:lnTo>
                <a:lnTo>
                  <a:pt x="366" y="417"/>
                </a:lnTo>
                <a:lnTo>
                  <a:pt x="367" y="417"/>
                </a:lnTo>
                <a:lnTo>
                  <a:pt x="367" y="416"/>
                </a:lnTo>
                <a:lnTo>
                  <a:pt x="366" y="416"/>
                </a:lnTo>
                <a:lnTo>
                  <a:pt x="365" y="416"/>
                </a:lnTo>
                <a:lnTo>
                  <a:pt x="365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6" y="410"/>
                </a:lnTo>
                <a:lnTo>
                  <a:pt x="365" y="410"/>
                </a:lnTo>
                <a:lnTo>
                  <a:pt x="364" y="410"/>
                </a:lnTo>
                <a:lnTo>
                  <a:pt x="364" y="409"/>
                </a:lnTo>
                <a:lnTo>
                  <a:pt x="365" y="409"/>
                </a:lnTo>
                <a:lnTo>
                  <a:pt x="366" y="409"/>
                </a:lnTo>
                <a:lnTo>
                  <a:pt x="366" y="408"/>
                </a:lnTo>
                <a:lnTo>
                  <a:pt x="365" y="408"/>
                </a:lnTo>
                <a:lnTo>
                  <a:pt x="365" y="407"/>
                </a:lnTo>
                <a:lnTo>
                  <a:pt x="366" y="407"/>
                </a:lnTo>
                <a:lnTo>
                  <a:pt x="365" y="407"/>
                </a:lnTo>
                <a:lnTo>
                  <a:pt x="365" y="406"/>
                </a:lnTo>
                <a:lnTo>
                  <a:pt x="365" y="407"/>
                </a:lnTo>
                <a:lnTo>
                  <a:pt x="364" y="407"/>
                </a:lnTo>
                <a:lnTo>
                  <a:pt x="363" y="407"/>
                </a:lnTo>
                <a:lnTo>
                  <a:pt x="363" y="406"/>
                </a:lnTo>
                <a:lnTo>
                  <a:pt x="362" y="405"/>
                </a:lnTo>
                <a:lnTo>
                  <a:pt x="361" y="405"/>
                </a:lnTo>
                <a:lnTo>
                  <a:pt x="361" y="404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4"/>
                </a:lnTo>
                <a:lnTo>
                  <a:pt x="358" y="404"/>
                </a:lnTo>
                <a:lnTo>
                  <a:pt x="357" y="404"/>
                </a:lnTo>
                <a:lnTo>
                  <a:pt x="357" y="403"/>
                </a:lnTo>
                <a:lnTo>
                  <a:pt x="357" y="402"/>
                </a:lnTo>
                <a:lnTo>
                  <a:pt x="356" y="402"/>
                </a:lnTo>
                <a:lnTo>
                  <a:pt x="356" y="401"/>
                </a:lnTo>
                <a:lnTo>
                  <a:pt x="356" y="399"/>
                </a:lnTo>
                <a:lnTo>
                  <a:pt x="357" y="399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60" y="399"/>
                </a:lnTo>
                <a:lnTo>
                  <a:pt x="360" y="400"/>
                </a:lnTo>
                <a:lnTo>
                  <a:pt x="361" y="400"/>
                </a:lnTo>
                <a:lnTo>
                  <a:pt x="362" y="401"/>
                </a:lnTo>
                <a:lnTo>
                  <a:pt x="361" y="401"/>
                </a:lnTo>
                <a:lnTo>
                  <a:pt x="361" y="402"/>
                </a:lnTo>
                <a:lnTo>
                  <a:pt x="362" y="403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2" y="401"/>
                </a:lnTo>
                <a:lnTo>
                  <a:pt x="363" y="401"/>
                </a:lnTo>
                <a:lnTo>
                  <a:pt x="363" y="400"/>
                </a:lnTo>
                <a:lnTo>
                  <a:pt x="364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6"/>
                </a:lnTo>
                <a:lnTo>
                  <a:pt x="364" y="395"/>
                </a:lnTo>
                <a:lnTo>
                  <a:pt x="364" y="394"/>
                </a:lnTo>
                <a:lnTo>
                  <a:pt x="365" y="394"/>
                </a:lnTo>
                <a:lnTo>
                  <a:pt x="365" y="393"/>
                </a:lnTo>
                <a:lnTo>
                  <a:pt x="364" y="393"/>
                </a:lnTo>
                <a:lnTo>
                  <a:pt x="364" y="392"/>
                </a:lnTo>
                <a:lnTo>
                  <a:pt x="363" y="392"/>
                </a:lnTo>
                <a:lnTo>
                  <a:pt x="363" y="391"/>
                </a:lnTo>
                <a:lnTo>
                  <a:pt x="364" y="391"/>
                </a:lnTo>
                <a:lnTo>
                  <a:pt x="364" y="390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4" y="385"/>
                </a:lnTo>
                <a:lnTo>
                  <a:pt x="363" y="385"/>
                </a:lnTo>
                <a:lnTo>
                  <a:pt x="363" y="384"/>
                </a:lnTo>
                <a:lnTo>
                  <a:pt x="362" y="384"/>
                </a:lnTo>
                <a:lnTo>
                  <a:pt x="361" y="384"/>
                </a:lnTo>
                <a:lnTo>
                  <a:pt x="361" y="383"/>
                </a:lnTo>
                <a:lnTo>
                  <a:pt x="361" y="382"/>
                </a:lnTo>
                <a:lnTo>
                  <a:pt x="362" y="382"/>
                </a:lnTo>
                <a:lnTo>
                  <a:pt x="364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1"/>
                </a:lnTo>
                <a:lnTo>
                  <a:pt x="366" y="380"/>
                </a:lnTo>
                <a:lnTo>
                  <a:pt x="365" y="380"/>
                </a:lnTo>
                <a:lnTo>
                  <a:pt x="365" y="379"/>
                </a:lnTo>
                <a:lnTo>
                  <a:pt x="366" y="379"/>
                </a:lnTo>
                <a:lnTo>
                  <a:pt x="367" y="379"/>
                </a:lnTo>
                <a:lnTo>
                  <a:pt x="367" y="378"/>
                </a:lnTo>
                <a:lnTo>
                  <a:pt x="366" y="378"/>
                </a:lnTo>
                <a:lnTo>
                  <a:pt x="366" y="377"/>
                </a:lnTo>
                <a:lnTo>
                  <a:pt x="366" y="376"/>
                </a:lnTo>
                <a:lnTo>
                  <a:pt x="365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3"/>
                </a:lnTo>
                <a:lnTo>
                  <a:pt x="364" y="373"/>
                </a:lnTo>
                <a:lnTo>
                  <a:pt x="364" y="372"/>
                </a:lnTo>
                <a:lnTo>
                  <a:pt x="363" y="372"/>
                </a:lnTo>
                <a:lnTo>
                  <a:pt x="363" y="371"/>
                </a:lnTo>
                <a:lnTo>
                  <a:pt x="362" y="371"/>
                </a:lnTo>
                <a:lnTo>
                  <a:pt x="361" y="370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9"/>
                </a:lnTo>
                <a:lnTo>
                  <a:pt x="366" y="369"/>
                </a:lnTo>
                <a:lnTo>
                  <a:pt x="366" y="368"/>
                </a:lnTo>
                <a:lnTo>
                  <a:pt x="367" y="368"/>
                </a:lnTo>
                <a:lnTo>
                  <a:pt x="366" y="367"/>
                </a:lnTo>
                <a:lnTo>
                  <a:pt x="366" y="366"/>
                </a:lnTo>
                <a:lnTo>
                  <a:pt x="367" y="366"/>
                </a:lnTo>
                <a:lnTo>
                  <a:pt x="369" y="366"/>
                </a:lnTo>
                <a:lnTo>
                  <a:pt x="370" y="366"/>
                </a:lnTo>
                <a:lnTo>
                  <a:pt x="370" y="365"/>
                </a:lnTo>
                <a:lnTo>
                  <a:pt x="371" y="365"/>
                </a:lnTo>
                <a:lnTo>
                  <a:pt x="371" y="364"/>
                </a:lnTo>
                <a:lnTo>
                  <a:pt x="372" y="363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70" y="361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69" y="359"/>
                </a:lnTo>
                <a:lnTo>
                  <a:pt x="370" y="359"/>
                </a:lnTo>
                <a:lnTo>
                  <a:pt x="371" y="359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4" y="360"/>
                </a:lnTo>
                <a:lnTo>
                  <a:pt x="375" y="359"/>
                </a:lnTo>
                <a:lnTo>
                  <a:pt x="375" y="358"/>
                </a:lnTo>
                <a:lnTo>
                  <a:pt x="374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1" y="356"/>
                </a:lnTo>
                <a:lnTo>
                  <a:pt x="371" y="355"/>
                </a:lnTo>
                <a:lnTo>
                  <a:pt x="370" y="355"/>
                </a:lnTo>
                <a:lnTo>
                  <a:pt x="369" y="355"/>
                </a:lnTo>
                <a:lnTo>
                  <a:pt x="368" y="355"/>
                </a:lnTo>
                <a:lnTo>
                  <a:pt x="369" y="354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2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2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78" y="350"/>
                </a:lnTo>
                <a:lnTo>
                  <a:pt x="377" y="350"/>
                </a:lnTo>
                <a:lnTo>
                  <a:pt x="376" y="350"/>
                </a:lnTo>
                <a:lnTo>
                  <a:pt x="375" y="349"/>
                </a:lnTo>
                <a:lnTo>
                  <a:pt x="375" y="348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4" y="343"/>
                </a:lnTo>
                <a:lnTo>
                  <a:pt x="384" y="342"/>
                </a:lnTo>
                <a:lnTo>
                  <a:pt x="384" y="341"/>
                </a:lnTo>
                <a:lnTo>
                  <a:pt x="385" y="341"/>
                </a:lnTo>
                <a:lnTo>
                  <a:pt x="385" y="342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9"/>
                </a:lnTo>
                <a:lnTo>
                  <a:pt x="384" y="338"/>
                </a:lnTo>
                <a:lnTo>
                  <a:pt x="385" y="338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8" y="335"/>
                </a:lnTo>
                <a:lnTo>
                  <a:pt x="388" y="334"/>
                </a:lnTo>
                <a:lnTo>
                  <a:pt x="389" y="333"/>
                </a:lnTo>
                <a:lnTo>
                  <a:pt x="390" y="333"/>
                </a:lnTo>
                <a:lnTo>
                  <a:pt x="391" y="333"/>
                </a:lnTo>
                <a:lnTo>
                  <a:pt x="392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0"/>
                </a:lnTo>
                <a:lnTo>
                  <a:pt x="391" y="329"/>
                </a:lnTo>
                <a:lnTo>
                  <a:pt x="392" y="329"/>
                </a:lnTo>
                <a:lnTo>
                  <a:pt x="393" y="329"/>
                </a:lnTo>
                <a:lnTo>
                  <a:pt x="394" y="329"/>
                </a:lnTo>
                <a:lnTo>
                  <a:pt x="394" y="328"/>
                </a:lnTo>
                <a:lnTo>
                  <a:pt x="393" y="328"/>
                </a:lnTo>
                <a:lnTo>
                  <a:pt x="392" y="328"/>
                </a:lnTo>
                <a:lnTo>
                  <a:pt x="392" y="327"/>
                </a:lnTo>
                <a:lnTo>
                  <a:pt x="391" y="327"/>
                </a:lnTo>
                <a:lnTo>
                  <a:pt x="392" y="327"/>
                </a:lnTo>
                <a:lnTo>
                  <a:pt x="393" y="327"/>
                </a:lnTo>
                <a:lnTo>
                  <a:pt x="393" y="326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2"/>
                </a:lnTo>
                <a:lnTo>
                  <a:pt x="393" y="322"/>
                </a:lnTo>
                <a:lnTo>
                  <a:pt x="394" y="323"/>
                </a:lnTo>
                <a:lnTo>
                  <a:pt x="395" y="324"/>
                </a:lnTo>
                <a:lnTo>
                  <a:pt x="396" y="324"/>
                </a:lnTo>
                <a:lnTo>
                  <a:pt x="397" y="324"/>
                </a:lnTo>
                <a:lnTo>
                  <a:pt x="397" y="323"/>
                </a:lnTo>
                <a:lnTo>
                  <a:pt x="396" y="322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400" y="319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3" y="319"/>
                </a:lnTo>
                <a:lnTo>
                  <a:pt x="403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6"/>
                </a:lnTo>
                <a:lnTo>
                  <a:pt x="406" y="316"/>
                </a:lnTo>
                <a:lnTo>
                  <a:pt x="407" y="316"/>
                </a:lnTo>
                <a:lnTo>
                  <a:pt x="408" y="316"/>
                </a:lnTo>
                <a:lnTo>
                  <a:pt x="408" y="315"/>
                </a:lnTo>
                <a:lnTo>
                  <a:pt x="407" y="315"/>
                </a:lnTo>
                <a:lnTo>
                  <a:pt x="406" y="315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9" y="313"/>
                </a:lnTo>
                <a:lnTo>
                  <a:pt x="410" y="313"/>
                </a:lnTo>
                <a:lnTo>
                  <a:pt x="410" y="312"/>
                </a:lnTo>
                <a:lnTo>
                  <a:pt x="411" y="312"/>
                </a:lnTo>
                <a:lnTo>
                  <a:pt x="412" y="312"/>
                </a:lnTo>
                <a:lnTo>
                  <a:pt x="412" y="313"/>
                </a:lnTo>
                <a:lnTo>
                  <a:pt x="411" y="313"/>
                </a:lnTo>
                <a:lnTo>
                  <a:pt x="412" y="313"/>
                </a:lnTo>
                <a:lnTo>
                  <a:pt x="413" y="313"/>
                </a:lnTo>
                <a:lnTo>
                  <a:pt x="414" y="313"/>
                </a:lnTo>
                <a:lnTo>
                  <a:pt x="413" y="312"/>
                </a:lnTo>
                <a:lnTo>
                  <a:pt x="414" y="312"/>
                </a:lnTo>
                <a:lnTo>
                  <a:pt x="414" y="311"/>
                </a:lnTo>
                <a:lnTo>
                  <a:pt x="415" y="311"/>
                </a:lnTo>
                <a:lnTo>
                  <a:pt x="416" y="311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5"/>
                </a:lnTo>
                <a:lnTo>
                  <a:pt x="418" y="304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9" y="294"/>
                </a:lnTo>
                <a:lnTo>
                  <a:pt x="419" y="293"/>
                </a:lnTo>
                <a:lnTo>
                  <a:pt x="418" y="293"/>
                </a:lnTo>
                <a:lnTo>
                  <a:pt x="418" y="292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7"/>
                </a:lnTo>
                <a:lnTo>
                  <a:pt x="421" y="286"/>
                </a:lnTo>
                <a:lnTo>
                  <a:pt x="420" y="286"/>
                </a:lnTo>
                <a:lnTo>
                  <a:pt x="420" y="285"/>
                </a:lnTo>
                <a:lnTo>
                  <a:pt x="419" y="285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4" y="283"/>
                </a:lnTo>
                <a:lnTo>
                  <a:pt x="425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7" y="281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7" y="278"/>
                </a:lnTo>
                <a:lnTo>
                  <a:pt x="426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7" y="278"/>
                </a:lnTo>
                <a:lnTo>
                  <a:pt x="428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6" y="271"/>
                </a:lnTo>
                <a:lnTo>
                  <a:pt x="437" y="270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7" y="257"/>
                </a:lnTo>
                <a:lnTo>
                  <a:pt x="436" y="257"/>
                </a:lnTo>
                <a:lnTo>
                  <a:pt x="435" y="257"/>
                </a:lnTo>
                <a:lnTo>
                  <a:pt x="436" y="257"/>
                </a:lnTo>
                <a:lnTo>
                  <a:pt x="436" y="256"/>
                </a:lnTo>
                <a:lnTo>
                  <a:pt x="437" y="256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1" y="251"/>
                </a:lnTo>
                <a:lnTo>
                  <a:pt x="430" y="251"/>
                </a:lnTo>
                <a:lnTo>
                  <a:pt x="430" y="252"/>
                </a:lnTo>
                <a:lnTo>
                  <a:pt x="429" y="251"/>
                </a:lnTo>
                <a:lnTo>
                  <a:pt x="428" y="250"/>
                </a:lnTo>
                <a:lnTo>
                  <a:pt x="429" y="250"/>
                </a:lnTo>
                <a:lnTo>
                  <a:pt x="428" y="249"/>
                </a:lnTo>
                <a:lnTo>
                  <a:pt x="428" y="250"/>
                </a:lnTo>
                <a:lnTo>
                  <a:pt x="427" y="250"/>
                </a:lnTo>
                <a:lnTo>
                  <a:pt x="427" y="249"/>
                </a:lnTo>
                <a:lnTo>
                  <a:pt x="428" y="249"/>
                </a:lnTo>
                <a:lnTo>
                  <a:pt x="427" y="249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5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2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40"/>
                </a:lnTo>
                <a:lnTo>
                  <a:pt x="418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3" y="238"/>
                </a:lnTo>
                <a:lnTo>
                  <a:pt x="414" y="238"/>
                </a:lnTo>
                <a:lnTo>
                  <a:pt x="413" y="237"/>
                </a:lnTo>
                <a:lnTo>
                  <a:pt x="413" y="236"/>
                </a:lnTo>
                <a:lnTo>
                  <a:pt x="412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09" y="232"/>
                </a:lnTo>
                <a:lnTo>
                  <a:pt x="408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2" y="225"/>
                </a:lnTo>
                <a:lnTo>
                  <a:pt x="403" y="225"/>
                </a:lnTo>
                <a:lnTo>
                  <a:pt x="402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2"/>
                </a:lnTo>
                <a:lnTo>
                  <a:pt x="400" y="222"/>
                </a:lnTo>
                <a:lnTo>
                  <a:pt x="399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9"/>
                </a:lnTo>
                <a:lnTo>
                  <a:pt x="396" y="218"/>
                </a:lnTo>
                <a:lnTo>
                  <a:pt x="397" y="218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4" y="215"/>
                </a:lnTo>
                <a:lnTo>
                  <a:pt x="394" y="214"/>
                </a:lnTo>
                <a:lnTo>
                  <a:pt x="393" y="214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1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6" y="199"/>
                </a:lnTo>
                <a:lnTo>
                  <a:pt x="375" y="199"/>
                </a:lnTo>
                <a:lnTo>
                  <a:pt x="374" y="200"/>
                </a:lnTo>
                <a:lnTo>
                  <a:pt x="373" y="200"/>
                </a:lnTo>
                <a:lnTo>
                  <a:pt x="373" y="201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7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8"/>
                </a:lnTo>
                <a:lnTo>
                  <a:pt x="351" y="199"/>
                </a:lnTo>
                <a:lnTo>
                  <a:pt x="350" y="200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7" y="223"/>
                </a:lnTo>
                <a:lnTo>
                  <a:pt x="326" y="223"/>
                </a:lnTo>
                <a:lnTo>
                  <a:pt x="326" y="222"/>
                </a:lnTo>
                <a:lnTo>
                  <a:pt x="325" y="222"/>
                </a:lnTo>
                <a:lnTo>
                  <a:pt x="325" y="223"/>
                </a:lnTo>
                <a:lnTo>
                  <a:pt x="323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9"/>
                </a:lnTo>
                <a:lnTo>
                  <a:pt x="314" y="229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30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5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6" y="226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7" y="228"/>
                </a:lnTo>
                <a:lnTo>
                  <a:pt x="276" y="228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1" y="230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3" y="230"/>
                </a:lnTo>
                <a:lnTo>
                  <a:pt x="252" y="230"/>
                </a:lnTo>
                <a:lnTo>
                  <a:pt x="250" y="231"/>
                </a:lnTo>
                <a:lnTo>
                  <a:pt x="248" y="232"/>
                </a:lnTo>
                <a:lnTo>
                  <a:pt x="247" y="232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8" y="223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4"/>
                </a:lnTo>
                <a:lnTo>
                  <a:pt x="210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7"/>
                </a:lnTo>
                <a:lnTo>
                  <a:pt x="189" y="237"/>
                </a:lnTo>
                <a:lnTo>
                  <a:pt x="189" y="238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1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30"/>
                </a:lnTo>
                <a:lnTo>
                  <a:pt x="161" y="229"/>
                </a:lnTo>
                <a:lnTo>
                  <a:pt x="161" y="228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1" y="214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5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8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39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8" y="166"/>
                </a:lnTo>
                <a:lnTo>
                  <a:pt x="139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7"/>
                </a:lnTo>
                <a:lnTo>
                  <a:pt x="131" y="146"/>
                </a:lnTo>
                <a:lnTo>
                  <a:pt x="132" y="146"/>
                </a:lnTo>
                <a:lnTo>
                  <a:pt x="132" y="147"/>
                </a:lnTo>
                <a:lnTo>
                  <a:pt x="133" y="147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7" y="145"/>
                </a:lnTo>
                <a:lnTo>
                  <a:pt x="138" y="145"/>
                </a:lnTo>
                <a:lnTo>
                  <a:pt x="138" y="146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3"/>
                </a:lnTo>
                <a:lnTo>
                  <a:pt x="142" y="134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7" y="127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5" y="123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7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3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81" y="118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4" y="124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8"/>
                </a:lnTo>
                <a:lnTo>
                  <a:pt x="69" y="128"/>
                </a:lnTo>
                <a:lnTo>
                  <a:pt x="69" y="130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8"/>
                </a:lnTo>
                <a:lnTo>
                  <a:pt x="48" y="128"/>
                </a:lnTo>
                <a:lnTo>
                  <a:pt x="48" y="127"/>
                </a:lnTo>
                <a:lnTo>
                  <a:pt x="48" y="126"/>
                </a:lnTo>
                <a:lnTo>
                  <a:pt x="48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30" y="113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1" y="102"/>
                </a:lnTo>
                <a:lnTo>
                  <a:pt x="10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2" y="101"/>
                </a:lnTo>
                <a:lnTo>
                  <a:pt x="1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5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5" y="33"/>
                </a:lnTo>
                <a:lnTo>
                  <a:pt x="44" y="33"/>
                </a:lnTo>
                <a:lnTo>
                  <a:pt x="44" y="32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0"/>
                </a:lnTo>
                <a:lnTo>
                  <a:pt x="37" y="30"/>
                </a:lnTo>
                <a:lnTo>
                  <a:pt x="37" y="29"/>
                </a:lnTo>
                <a:lnTo>
                  <a:pt x="36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2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4" y="18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1" y="17"/>
                </a:lnTo>
                <a:lnTo>
                  <a:pt x="52" y="17"/>
                </a:lnTo>
                <a:lnTo>
                  <a:pt x="53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6" y="15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2" y="13"/>
                </a:lnTo>
                <a:lnTo>
                  <a:pt x="63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8" y="13"/>
                </a:lnTo>
                <a:lnTo>
                  <a:pt x="70" y="13"/>
                </a:lnTo>
                <a:lnTo>
                  <a:pt x="73" y="13"/>
                </a:lnTo>
                <a:lnTo>
                  <a:pt x="75" y="13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2" y="9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6"/>
                </a:lnTo>
                <a:lnTo>
                  <a:pt x="106" y="7"/>
                </a:lnTo>
                <a:lnTo>
                  <a:pt x="107" y="8"/>
                </a:lnTo>
                <a:lnTo>
                  <a:pt x="107" y="9"/>
                </a:lnTo>
                <a:lnTo>
                  <a:pt x="108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1" y="11"/>
                </a:lnTo>
                <a:lnTo>
                  <a:pt x="112" y="11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3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8" y="11"/>
                </a:lnTo>
                <a:lnTo>
                  <a:pt x="149" y="11"/>
                </a:lnTo>
                <a:lnTo>
                  <a:pt x="149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10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3" y="5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200" y="2"/>
                </a:lnTo>
                <a:lnTo>
                  <a:pt x="201" y="2"/>
                </a:lnTo>
                <a:close/>
              </a:path>
            </a:pathLst>
          </a:custGeom>
          <a:solidFill>
            <a:srgbClr val="F9FC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65048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1"/>
                </a:lnTo>
                <a:lnTo>
                  <a:pt x="81" y="21"/>
                </a:lnTo>
                <a:lnTo>
                  <a:pt x="82" y="22"/>
                </a:lnTo>
                <a:lnTo>
                  <a:pt x="84" y="22"/>
                </a:lnTo>
                <a:lnTo>
                  <a:pt x="85" y="23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0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7"/>
                </a:lnTo>
                <a:lnTo>
                  <a:pt x="104" y="38"/>
                </a:lnTo>
                <a:lnTo>
                  <a:pt x="104" y="40"/>
                </a:lnTo>
                <a:lnTo>
                  <a:pt x="104" y="41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3" y="44"/>
                </a:lnTo>
                <a:lnTo>
                  <a:pt x="93" y="45"/>
                </a:lnTo>
                <a:lnTo>
                  <a:pt x="93" y="52"/>
                </a:lnTo>
                <a:lnTo>
                  <a:pt x="97" y="54"/>
                </a:lnTo>
                <a:lnTo>
                  <a:pt x="95" y="56"/>
                </a:lnTo>
                <a:lnTo>
                  <a:pt x="98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4" y="59"/>
                </a:lnTo>
                <a:lnTo>
                  <a:pt x="91" y="59"/>
                </a:lnTo>
                <a:lnTo>
                  <a:pt x="90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88" y="66"/>
                </a:lnTo>
                <a:lnTo>
                  <a:pt x="87" y="66"/>
                </a:lnTo>
                <a:lnTo>
                  <a:pt x="87" y="65"/>
                </a:lnTo>
                <a:lnTo>
                  <a:pt x="87" y="66"/>
                </a:lnTo>
                <a:lnTo>
                  <a:pt x="85" y="66"/>
                </a:lnTo>
                <a:lnTo>
                  <a:pt x="83" y="67"/>
                </a:lnTo>
                <a:lnTo>
                  <a:pt x="84" y="68"/>
                </a:lnTo>
                <a:lnTo>
                  <a:pt x="85" y="69"/>
                </a:lnTo>
                <a:lnTo>
                  <a:pt x="87" y="72"/>
                </a:lnTo>
                <a:lnTo>
                  <a:pt x="88" y="72"/>
                </a:lnTo>
                <a:lnTo>
                  <a:pt x="89" y="73"/>
                </a:lnTo>
                <a:lnTo>
                  <a:pt x="93" y="76"/>
                </a:lnTo>
                <a:lnTo>
                  <a:pt x="91" y="78"/>
                </a:lnTo>
                <a:lnTo>
                  <a:pt x="92" y="78"/>
                </a:lnTo>
                <a:lnTo>
                  <a:pt x="94" y="82"/>
                </a:lnTo>
                <a:lnTo>
                  <a:pt x="99" y="88"/>
                </a:lnTo>
                <a:lnTo>
                  <a:pt x="99" y="89"/>
                </a:lnTo>
                <a:lnTo>
                  <a:pt x="100" y="89"/>
                </a:lnTo>
                <a:lnTo>
                  <a:pt x="103" y="99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6" y="106"/>
                </a:lnTo>
                <a:lnTo>
                  <a:pt x="84" y="106"/>
                </a:lnTo>
                <a:lnTo>
                  <a:pt x="83" y="106"/>
                </a:lnTo>
                <a:lnTo>
                  <a:pt x="81" y="106"/>
                </a:lnTo>
                <a:lnTo>
                  <a:pt x="80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3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2" y="110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6" y="120"/>
                </a:lnTo>
                <a:lnTo>
                  <a:pt x="45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3" y="106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1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7"/>
                </a:lnTo>
                <a:lnTo>
                  <a:pt x="14" y="97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0" y="86"/>
                </a:lnTo>
                <a:lnTo>
                  <a:pt x="9" y="86"/>
                </a:lnTo>
                <a:lnTo>
                  <a:pt x="9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5" y="81"/>
                </a:lnTo>
                <a:lnTo>
                  <a:pt x="5" y="80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3" y="79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4"/>
                </a:lnTo>
                <a:lnTo>
                  <a:pt x="17" y="74"/>
                </a:lnTo>
                <a:lnTo>
                  <a:pt x="17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4" y="60"/>
                </a:lnTo>
                <a:lnTo>
                  <a:pt x="25" y="60"/>
                </a:lnTo>
                <a:lnTo>
                  <a:pt x="26" y="61"/>
                </a:lnTo>
                <a:lnTo>
                  <a:pt x="27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2"/>
                </a:lnTo>
                <a:lnTo>
                  <a:pt x="24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8"/>
                </a:lnTo>
                <a:lnTo>
                  <a:pt x="43" y="38"/>
                </a:lnTo>
                <a:lnTo>
                  <a:pt x="45" y="37"/>
                </a:lnTo>
                <a:lnTo>
                  <a:pt x="45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4" y="30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39" y="25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3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5" y="13"/>
                </a:lnTo>
                <a:lnTo>
                  <a:pt x="23" y="12"/>
                </a:lnTo>
                <a:lnTo>
                  <a:pt x="23" y="11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30" y="5"/>
                </a:lnTo>
                <a:lnTo>
                  <a:pt x="31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5" y="2"/>
                </a:lnTo>
                <a:lnTo>
                  <a:pt x="36" y="2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9" y="5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50468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6"/>
                </a:lnTo>
                <a:lnTo>
                  <a:pt x="262" y="6"/>
                </a:lnTo>
                <a:lnTo>
                  <a:pt x="262" y="7"/>
                </a:lnTo>
                <a:lnTo>
                  <a:pt x="261" y="8"/>
                </a:lnTo>
                <a:lnTo>
                  <a:pt x="260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1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7" y="15"/>
                </a:lnTo>
                <a:lnTo>
                  <a:pt x="257" y="16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4" y="43"/>
                </a:lnTo>
                <a:lnTo>
                  <a:pt x="281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5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4" y="50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09" y="65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6"/>
                </a:lnTo>
                <a:lnTo>
                  <a:pt x="311" y="66"/>
                </a:lnTo>
                <a:lnTo>
                  <a:pt x="311" y="67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7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1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6"/>
                </a:lnTo>
                <a:lnTo>
                  <a:pt x="357" y="96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5"/>
                </a:lnTo>
                <a:lnTo>
                  <a:pt x="365" y="116"/>
                </a:lnTo>
                <a:lnTo>
                  <a:pt x="365" y="117"/>
                </a:lnTo>
                <a:lnTo>
                  <a:pt x="366" y="118"/>
                </a:lnTo>
                <a:lnTo>
                  <a:pt x="366" y="119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4"/>
                </a:lnTo>
                <a:lnTo>
                  <a:pt x="369" y="125"/>
                </a:lnTo>
                <a:lnTo>
                  <a:pt x="370" y="126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8" y="140"/>
                </a:lnTo>
                <a:lnTo>
                  <a:pt x="378" y="141"/>
                </a:lnTo>
                <a:lnTo>
                  <a:pt x="379" y="142"/>
                </a:lnTo>
                <a:lnTo>
                  <a:pt x="379" y="144"/>
                </a:lnTo>
                <a:lnTo>
                  <a:pt x="380" y="144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7" y="167"/>
                </a:lnTo>
                <a:lnTo>
                  <a:pt x="386" y="167"/>
                </a:lnTo>
                <a:lnTo>
                  <a:pt x="387" y="167"/>
                </a:lnTo>
                <a:lnTo>
                  <a:pt x="388" y="167"/>
                </a:lnTo>
                <a:lnTo>
                  <a:pt x="388" y="169"/>
                </a:lnTo>
                <a:lnTo>
                  <a:pt x="389" y="169"/>
                </a:lnTo>
                <a:lnTo>
                  <a:pt x="389" y="170"/>
                </a:lnTo>
                <a:lnTo>
                  <a:pt x="389" y="169"/>
                </a:lnTo>
                <a:lnTo>
                  <a:pt x="390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4"/>
                </a:lnTo>
                <a:lnTo>
                  <a:pt x="393" y="174"/>
                </a:lnTo>
                <a:lnTo>
                  <a:pt x="394" y="176"/>
                </a:lnTo>
                <a:lnTo>
                  <a:pt x="394" y="177"/>
                </a:lnTo>
                <a:lnTo>
                  <a:pt x="394" y="178"/>
                </a:lnTo>
                <a:lnTo>
                  <a:pt x="395" y="179"/>
                </a:lnTo>
                <a:lnTo>
                  <a:pt x="394" y="179"/>
                </a:lnTo>
                <a:lnTo>
                  <a:pt x="393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3"/>
                </a:lnTo>
                <a:lnTo>
                  <a:pt x="392" y="183"/>
                </a:lnTo>
                <a:lnTo>
                  <a:pt x="392" y="184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3" y="184"/>
                </a:lnTo>
                <a:lnTo>
                  <a:pt x="393" y="183"/>
                </a:lnTo>
                <a:lnTo>
                  <a:pt x="394" y="183"/>
                </a:lnTo>
                <a:lnTo>
                  <a:pt x="395" y="183"/>
                </a:lnTo>
                <a:lnTo>
                  <a:pt x="395" y="182"/>
                </a:lnTo>
                <a:lnTo>
                  <a:pt x="395" y="183"/>
                </a:lnTo>
                <a:lnTo>
                  <a:pt x="396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400" y="190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4"/>
                </a:lnTo>
                <a:lnTo>
                  <a:pt x="408" y="215"/>
                </a:lnTo>
                <a:lnTo>
                  <a:pt x="409" y="216"/>
                </a:lnTo>
                <a:lnTo>
                  <a:pt x="410" y="216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1" y="217"/>
                </a:lnTo>
                <a:lnTo>
                  <a:pt x="411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2" y="226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30"/>
                </a:lnTo>
                <a:lnTo>
                  <a:pt x="412" y="231"/>
                </a:lnTo>
                <a:lnTo>
                  <a:pt x="413" y="231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0"/>
                </a:lnTo>
                <a:lnTo>
                  <a:pt x="415" y="252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8" y="260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6"/>
                </a:lnTo>
                <a:lnTo>
                  <a:pt x="430" y="266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0" y="276"/>
                </a:lnTo>
                <a:lnTo>
                  <a:pt x="453" y="278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5"/>
                </a:lnTo>
                <a:lnTo>
                  <a:pt x="457" y="287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2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1" y="305"/>
                </a:lnTo>
                <a:lnTo>
                  <a:pt x="462" y="305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11"/>
                </a:lnTo>
                <a:lnTo>
                  <a:pt x="472" y="310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8" y="321"/>
                </a:lnTo>
                <a:lnTo>
                  <a:pt x="489" y="321"/>
                </a:lnTo>
                <a:lnTo>
                  <a:pt x="491" y="323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2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8" y="356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8"/>
                </a:lnTo>
                <a:lnTo>
                  <a:pt x="467" y="348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5" y="335"/>
                </a:lnTo>
                <a:lnTo>
                  <a:pt x="442" y="336"/>
                </a:lnTo>
                <a:lnTo>
                  <a:pt x="441" y="336"/>
                </a:lnTo>
                <a:lnTo>
                  <a:pt x="440" y="337"/>
                </a:lnTo>
                <a:lnTo>
                  <a:pt x="438" y="338"/>
                </a:lnTo>
                <a:lnTo>
                  <a:pt x="437" y="338"/>
                </a:lnTo>
                <a:lnTo>
                  <a:pt x="437" y="339"/>
                </a:lnTo>
                <a:lnTo>
                  <a:pt x="436" y="339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5"/>
                </a:lnTo>
                <a:lnTo>
                  <a:pt x="429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9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39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8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7" y="373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40" y="375"/>
                </a:lnTo>
                <a:lnTo>
                  <a:pt x="439" y="375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7" y="376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4" y="380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7" y="396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9" y="424"/>
                </a:lnTo>
                <a:lnTo>
                  <a:pt x="398" y="424"/>
                </a:lnTo>
                <a:lnTo>
                  <a:pt x="398" y="425"/>
                </a:lnTo>
                <a:lnTo>
                  <a:pt x="399" y="425"/>
                </a:lnTo>
                <a:lnTo>
                  <a:pt x="398" y="426"/>
                </a:lnTo>
                <a:lnTo>
                  <a:pt x="398" y="425"/>
                </a:lnTo>
                <a:lnTo>
                  <a:pt x="398" y="426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2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2" y="437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1" y="436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5" y="439"/>
                </a:lnTo>
                <a:lnTo>
                  <a:pt x="384" y="439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1" y="440"/>
                </a:lnTo>
                <a:lnTo>
                  <a:pt x="380" y="440"/>
                </a:lnTo>
                <a:lnTo>
                  <a:pt x="379" y="441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8" y="444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7" y="434"/>
                </a:lnTo>
                <a:lnTo>
                  <a:pt x="366" y="434"/>
                </a:lnTo>
                <a:lnTo>
                  <a:pt x="365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4" y="431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1" y="429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7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3" y="407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09"/>
                </a:lnTo>
                <a:lnTo>
                  <a:pt x="289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7" y="408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5" y="405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4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2" y="399"/>
                </a:lnTo>
                <a:lnTo>
                  <a:pt x="231" y="398"/>
                </a:lnTo>
                <a:lnTo>
                  <a:pt x="230" y="399"/>
                </a:lnTo>
                <a:lnTo>
                  <a:pt x="229" y="400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4" y="393"/>
                </a:lnTo>
                <a:lnTo>
                  <a:pt x="213" y="393"/>
                </a:lnTo>
                <a:lnTo>
                  <a:pt x="213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6"/>
                </a:lnTo>
                <a:lnTo>
                  <a:pt x="219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5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8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7" y="365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5" y="346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1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4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7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5" y="302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300"/>
                </a:lnTo>
                <a:lnTo>
                  <a:pt x="206" y="299"/>
                </a:lnTo>
                <a:lnTo>
                  <a:pt x="207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90"/>
                </a:lnTo>
                <a:lnTo>
                  <a:pt x="208" y="289"/>
                </a:lnTo>
                <a:lnTo>
                  <a:pt x="209" y="289"/>
                </a:lnTo>
                <a:lnTo>
                  <a:pt x="210" y="288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1"/>
                </a:lnTo>
                <a:lnTo>
                  <a:pt x="202" y="270"/>
                </a:lnTo>
                <a:lnTo>
                  <a:pt x="202" y="269"/>
                </a:lnTo>
                <a:lnTo>
                  <a:pt x="202" y="270"/>
                </a:lnTo>
                <a:lnTo>
                  <a:pt x="203" y="270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0"/>
                </a:lnTo>
                <a:lnTo>
                  <a:pt x="205" y="261"/>
                </a:lnTo>
                <a:lnTo>
                  <a:pt x="205" y="262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4" y="261"/>
                </a:lnTo>
                <a:lnTo>
                  <a:pt x="215" y="261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2"/>
                </a:lnTo>
                <a:lnTo>
                  <a:pt x="228" y="261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5"/>
                </a:lnTo>
                <a:lnTo>
                  <a:pt x="231" y="265"/>
                </a:lnTo>
                <a:lnTo>
                  <a:pt x="231" y="264"/>
                </a:lnTo>
                <a:lnTo>
                  <a:pt x="230" y="264"/>
                </a:lnTo>
                <a:lnTo>
                  <a:pt x="231" y="264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7" y="273"/>
                </a:lnTo>
                <a:lnTo>
                  <a:pt x="249" y="272"/>
                </a:lnTo>
                <a:lnTo>
                  <a:pt x="250" y="270"/>
                </a:lnTo>
                <a:lnTo>
                  <a:pt x="251" y="271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6" y="262"/>
                </a:lnTo>
                <a:lnTo>
                  <a:pt x="257" y="263"/>
                </a:lnTo>
                <a:lnTo>
                  <a:pt x="258" y="262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8" y="257"/>
                </a:lnTo>
                <a:lnTo>
                  <a:pt x="258" y="256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7"/>
                </a:lnTo>
                <a:lnTo>
                  <a:pt x="257" y="246"/>
                </a:lnTo>
                <a:lnTo>
                  <a:pt x="257" y="244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4" y="235"/>
                </a:lnTo>
                <a:lnTo>
                  <a:pt x="253" y="236"/>
                </a:lnTo>
                <a:lnTo>
                  <a:pt x="252" y="236"/>
                </a:lnTo>
                <a:lnTo>
                  <a:pt x="252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40" y="225"/>
                </a:lnTo>
                <a:lnTo>
                  <a:pt x="241" y="225"/>
                </a:lnTo>
                <a:lnTo>
                  <a:pt x="241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3" y="224"/>
                </a:lnTo>
                <a:lnTo>
                  <a:pt x="232" y="224"/>
                </a:lnTo>
                <a:lnTo>
                  <a:pt x="231" y="224"/>
                </a:lnTo>
                <a:lnTo>
                  <a:pt x="230" y="223"/>
                </a:lnTo>
                <a:lnTo>
                  <a:pt x="229" y="224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2"/>
                </a:lnTo>
                <a:lnTo>
                  <a:pt x="225" y="222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5" y="225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9"/>
                </a:lnTo>
                <a:lnTo>
                  <a:pt x="215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7" y="245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4" y="246"/>
                </a:lnTo>
                <a:lnTo>
                  <a:pt x="212" y="246"/>
                </a:lnTo>
                <a:lnTo>
                  <a:pt x="211" y="246"/>
                </a:lnTo>
                <a:lnTo>
                  <a:pt x="210" y="246"/>
                </a:lnTo>
                <a:lnTo>
                  <a:pt x="209" y="245"/>
                </a:lnTo>
                <a:lnTo>
                  <a:pt x="207" y="245"/>
                </a:lnTo>
                <a:lnTo>
                  <a:pt x="207" y="244"/>
                </a:lnTo>
                <a:lnTo>
                  <a:pt x="206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6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8"/>
                </a:lnTo>
                <a:lnTo>
                  <a:pt x="176" y="237"/>
                </a:lnTo>
                <a:lnTo>
                  <a:pt x="176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3"/>
                </a:lnTo>
                <a:lnTo>
                  <a:pt x="171" y="234"/>
                </a:lnTo>
                <a:lnTo>
                  <a:pt x="170" y="233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6"/>
                </a:lnTo>
                <a:lnTo>
                  <a:pt x="169" y="225"/>
                </a:lnTo>
                <a:lnTo>
                  <a:pt x="170" y="224"/>
                </a:lnTo>
                <a:lnTo>
                  <a:pt x="172" y="224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8" y="198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4" y="196"/>
                </a:lnTo>
                <a:lnTo>
                  <a:pt x="164" y="195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1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6" y="202"/>
                </a:lnTo>
                <a:lnTo>
                  <a:pt x="155" y="203"/>
                </a:lnTo>
                <a:lnTo>
                  <a:pt x="154" y="203"/>
                </a:lnTo>
                <a:lnTo>
                  <a:pt x="152" y="202"/>
                </a:lnTo>
                <a:lnTo>
                  <a:pt x="152" y="203"/>
                </a:lnTo>
                <a:lnTo>
                  <a:pt x="152" y="204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8" y="169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9" y="157"/>
                </a:lnTo>
                <a:lnTo>
                  <a:pt x="159" y="156"/>
                </a:lnTo>
                <a:lnTo>
                  <a:pt x="158" y="155"/>
                </a:lnTo>
                <a:lnTo>
                  <a:pt x="159" y="154"/>
                </a:lnTo>
                <a:lnTo>
                  <a:pt x="163" y="150"/>
                </a:lnTo>
                <a:lnTo>
                  <a:pt x="163" y="149"/>
                </a:lnTo>
                <a:lnTo>
                  <a:pt x="163" y="147"/>
                </a:lnTo>
                <a:lnTo>
                  <a:pt x="163" y="146"/>
                </a:lnTo>
                <a:lnTo>
                  <a:pt x="163" y="145"/>
                </a:lnTo>
                <a:lnTo>
                  <a:pt x="162" y="144"/>
                </a:lnTo>
                <a:lnTo>
                  <a:pt x="163" y="143"/>
                </a:lnTo>
                <a:lnTo>
                  <a:pt x="164" y="143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4" y="139"/>
                </a:lnTo>
                <a:lnTo>
                  <a:pt x="154" y="140"/>
                </a:lnTo>
                <a:lnTo>
                  <a:pt x="153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3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30" y="143"/>
                </a:lnTo>
                <a:lnTo>
                  <a:pt x="129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6" y="136"/>
                </a:lnTo>
                <a:lnTo>
                  <a:pt x="126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28"/>
                </a:lnTo>
                <a:lnTo>
                  <a:pt x="126" y="127"/>
                </a:lnTo>
                <a:lnTo>
                  <a:pt x="124" y="126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4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9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4" y="112"/>
                </a:lnTo>
                <a:lnTo>
                  <a:pt x="94" y="111"/>
                </a:lnTo>
                <a:lnTo>
                  <a:pt x="93" y="110"/>
                </a:lnTo>
                <a:lnTo>
                  <a:pt x="93" y="109"/>
                </a:lnTo>
                <a:lnTo>
                  <a:pt x="93" y="110"/>
                </a:lnTo>
                <a:lnTo>
                  <a:pt x="92" y="110"/>
                </a:lnTo>
                <a:lnTo>
                  <a:pt x="91" y="109"/>
                </a:lnTo>
                <a:lnTo>
                  <a:pt x="92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8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3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9" y="109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1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4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3"/>
                </a:lnTo>
                <a:lnTo>
                  <a:pt x="0" y="42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4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6" y="23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41" y="20"/>
                </a:lnTo>
                <a:lnTo>
                  <a:pt x="40" y="17"/>
                </a:lnTo>
                <a:lnTo>
                  <a:pt x="40" y="16"/>
                </a:lnTo>
                <a:lnTo>
                  <a:pt x="41" y="17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9" y="23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3" y="27"/>
                </a:lnTo>
                <a:lnTo>
                  <a:pt x="54" y="27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6" y="48"/>
                </a:lnTo>
                <a:lnTo>
                  <a:pt x="65" y="49"/>
                </a:lnTo>
                <a:lnTo>
                  <a:pt x="64" y="50"/>
                </a:lnTo>
                <a:lnTo>
                  <a:pt x="65" y="50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2" y="66"/>
                </a:lnTo>
                <a:lnTo>
                  <a:pt x="72" y="67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1" y="65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5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7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0" y="66"/>
                </a:lnTo>
                <a:lnTo>
                  <a:pt x="101" y="66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6" y="65"/>
                </a:lnTo>
                <a:lnTo>
                  <a:pt x="117" y="65"/>
                </a:lnTo>
                <a:lnTo>
                  <a:pt x="117" y="64"/>
                </a:lnTo>
                <a:lnTo>
                  <a:pt x="118" y="64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3" y="60"/>
                </a:lnTo>
                <a:lnTo>
                  <a:pt x="126" y="61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30" y="49"/>
                </a:lnTo>
                <a:lnTo>
                  <a:pt x="131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9"/>
                </a:lnTo>
                <a:lnTo>
                  <a:pt x="153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2"/>
                </a:lnTo>
                <a:lnTo>
                  <a:pt x="158" y="53"/>
                </a:lnTo>
                <a:lnTo>
                  <a:pt x="158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59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4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60" y="66"/>
                </a:lnTo>
                <a:lnTo>
                  <a:pt x="159" y="66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3"/>
                </a:lnTo>
                <a:lnTo>
                  <a:pt x="163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5" y="77"/>
                </a:lnTo>
                <a:lnTo>
                  <a:pt x="167" y="77"/>
                </a:lnTo>
                <a:lnTo>
                  <a:pt x="168" y="77"/>
                </a:lnTo>
                <a:lnTo>
                  <a:pt x="167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4"/>
                </a:lnTo>
                <a:lnTo>
                  <a:pt x="187" y="63"/>
                </a:lnTo>
                <a:lnTo>
                  <a:pt x="188" y="63"/>
                </a:lnTo>
                <a:lnTo>
                  <a:pt x="188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2" y="48"/>
                </a:lnTo>
                <a:lnTo>
                  <a:pt x="193" y="48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5" y="43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200" y="43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2" y="25"/>
                </a:lnTo>
                <a:lnTo>
                  <a:pt x="222" y="23"/>
                </a:lnTo>
                <a:lnTo>
                  <a:pt x="222" y="22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30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5" y="9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50" y="8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5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65948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65804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660200" y="1866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3"/>
                </a:move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659840" y="184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559040" y="174132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88" y="23"/>
                </a:lnTo>
                <a:lnTo>
                  <a:pt x="190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21"/>
                </a:lnTo>
                <a:lnTo>
                  <a:pt x="248" y="20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5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9" y="25"/>
                </a:lnTo>
                <a:lnTo>
                  <a:pt x="268" y="25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1"/>
                </a:lnTo>
                <a:lnTo>
                  <a:pt x="292" y="52"/>
                </a:lnTo>
                <a:lnTo>
                  <a:pt x="290" y="70"/>
                </a:lnTo>
                <a:lnTo>
                  <a:pt x="290" y="74"/>
                </a:lnTo>
                <a:lnTo>
                  <a:pt x="290" y="76"/>
                </a:lnTo>
                <a:lnTo>
                  <a:pt x="289" y="83"/>
                </a:lnTo>
                <a:lnTo>
                  <a:pt x="293" y="83"/>
                </a:lnTo>
                <a:lnTo>
                  <a:pt x="293" y="79"/>
                </a:lnTo>
                <a:lnTo>
                  <a:pt x="296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6" y="89"/>
                </a:lnTo>
                <a:lnTo>
                  <a:pt x="308" y="90"/>
                </a:lnTo>
                <a:lnTo>
                  <a:pt x="311" y="93"/>
                </a:lnTo>
                <a:lnTo>
                  <a:pt x="312" y="95"/>
                </a:lnTo>
                <a:lnTo>
                  <a:pt x="313" y="95"/>
                </a:lnTo>
                <a:lnTo>
                  <a:pt x="316" y="98"/>
                </a:lnTo>
                <a:lnTo>
                  <a:pt x="317" y="101"/>
                </a:lnTo>
                <a:lnTo>
                  <a:pt x="318" y="103"/>
                </a:lnTo>
                <a:lnTo>
                  <a:pt x="320" y="106"/>
                </a:lnTo>
                <a:lnTo>
                  <a:pt x="322" y="110"/>
                </a:lnTo>
                <a:lnTo>
                  <a:pt x="325" y="114"/>
                </a:lnTo>
                <a:lnTo>
                  <a:pt x="325" y="115"/>
                </a:lnTo>
                <a:lnTo>
                  <a:pt x="326" y="115"/>
                </a:lnTo>
                <a:lnTo>
                  <a:pt x="327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30"/>
                </a:lnTo>
                <a:lnTo>
                  <a:pt x="353" y="131"/>
                </a:lnTo>
                <a:lnTo>
                  <a:pt x="353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0" y="134"/>
                </a:lnTo>
                <a:lnTo>
                  <a:pt x="369" y="134"/>
                </a:lnTo>
                <a:lnTo>
                  <a:pt x="368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6"/>
                </a:lnTo>
                <a:lnTo>
                  <a:pt x="363" y="137"/>
                </a:lnTo>
                <a:lnTo>
                  <a:pt x="364" y="137"/>
                </a:lnTo>
                <a:lnTo>
                  <a:pt x="363" y="137"/>
                </a:lnTo>
                <a:lnTo>
                  <a:pt x="362" y="138"/>
                </a:lnTo>
                <a:lnTo>
                  <a:pt x="361" y="138"/>
                </a:lnTo>
                <a:lnTo>
                  <a:pt x="359" y="139"/>
                </a:lnTo>
                <a:lnTo>
                  <a:pt x="358" y="139"/>
                </a:lnTo>
                <a:lnTo>
                  <a:pt x="357" y="139"/>
                </a:lnTo>
                <a:lnTo>
                  <a:pt x="357" y="140"/>
                </a:lnTo>
                <a:lnTo>
                  <a:pt x="356" y="140"/>
                </a:lnTo>
                <a:lnTo>
                  <a:pt x="356" y="141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2" y="144"/>
                </a:lnTo>
                <a:lnTo>
                  <a:pt x="351" y="145"/>
                </a:lnTo>
                <a:lnTo>
                  <a:pt x="351" y="146"/>
                </a:lnTo>
                <a:lnTo>
                  <a:pt x="350" y="146"/>
                </a:lnTo>
                <a:lnTo>
                  <a:pt x="349" y="147"/>
                </a:lnTo>
                <a:lnTo>
                  <a:pt x="349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5" y="152"/>
                </a:lnTo>
                <a:lnTo>
                  <a:pt x="345" y="153"/>
                </a:lnTo>
                <a:lnTo>
                  <a:pt x="344" y="153"/>
                </a:lnTo>
                <a:lnTo>
                  <a:pt x="343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4"/>
                </a:lnTo>
                <a:lnTo>
                  <a:pt x="333" y="165"/>
                </a:lnTo>
                <a:lnTo>
                  <a:pt x="332" y="166"/>
                </a:lnTo>
                <a:lnTo>
                  <a:pt x="331" y="165"/>
                </a:lnTo>
                <a:lnTo>
                  <a:pt x="330" y="165"/>
                </a:lnTo>
                <a:lnTo>
                  <a:pt x="329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19" y="168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7" y="170"/>
                </a:lnTo>
                <a:lnTo>
                  <a:pt x="317" y="171"/>
                </a:lnTo>
                <a:lnTo>
                  <a:pt x="316" y="171"/>
                </a:lnTo>
                <a:lnTo>
                  <a:pt x="315" y="171"/>
                </a:lnTo>
                <a:lnTo>
                  <a:pt x="316" y="170"/>
                </a:lnTo>
                <a:lnTo>
                  <a:pt x="315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79"/>
                </a:lnTo>
                <a:lnTo>
                  <a:pt x="308" y="180"/>
                </a:lnTo>
                <a:lnTo>
                  <a:pt x="309" y="180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4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6" y="177"/>
                </a:lnTo>
                <a:lnTo>
                  <a:pt x="316" y="178"/>
                </a:lnTo>
                <a:lnTo>
                  <a:pt x="315" y="177"/>
                </a:lnTo>
                <a:lnTo>
                  <a:pt x="316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1"/>
                </a:lnTo>
                <a:lnTo>
                  <a:pt x="317" y="180"/>
                </a:lnTo>
                <a:lnTo>
                  <a:pt x="317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5" y="173"/>
                </a:lnTo>
                <a:lnTo>
                  <a:pt x="326" y="172"/>
                </a:lnTo>
                <a:lnTo>
                  <a:pt x="327" y="172"/>
                </a:lnTo>
                <a:lnTo>
                  <a:pt x="328" y="171"/>
                </a:lnTo>
                <a:lnTo>
                  <a:pt x="329" y="170"/>
                </a:lnTo>
                <a:lnTo>
                  <a:pt x="330" y="169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69"/>
                </a:lnTo>
                <a:lnTo>
                  <a:pt x="338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70"/>
                </a:lnTo>
                <a:lnTo>
                  <a:pt x="337" y="171"/>
                </a:lnTo>
                <a:lnTo>
                  <a:pt x="337" y="172"/>
                </a:lnTo>
                <a:lnTo>
                  <a:pt x="337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3"/>
                </a:lnTo>
                <a:lnTo>
                  <a:pt x="343" y="172"/>
                </a:lnTo>
                <a:lnTo>
                  <a:pt x="342" y="172"/>
                </a:lnTo>
                <a:lnTo>
                  <a:pt x="342" y="171"/>
                </a:lnTo>
                <a:lnTo>
                  <a:pt x="343" y="171"/>
                </a:lnTo>
                <a:lnTo>
                  <a:pt x="343" y="170"/>
                </a:lnTo>
                <a:lnTo>
                  <a:pt x="343" y="169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8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7" y="165"/>
                </a:lnTo>
                <a:lnTo>
                  <a:pt x="338" y="165"/>
                </a:lnTo>
                <a:lnTo>
                  <a:pt x="339" y="164"/>
                </a:lnTo>
                <a:lnTo>
                  <a:pt x="339" y="163"/>
                </a:lnTo>
                <a:lnTo>
                  <a:pt x="340" y="163"/>
                </a:lnTo>
                <a:lnTo>
                  <a:pt x="340" y="162"/>
                </a:lnTo>
                <a:lnTo>
                  <a:pt x="341" y="161"/>
                </a:lnTo>
                <a:lnTo>
                  <a:pt x="343" y="161"/>
                </a:lnTo>
                <a:lnTo>
                  <a:pt x="343" y="160"/>
                </a:lnTo>
                <a:lnTo>
                  <a:pt x="344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59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9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0"/>
                </a:lnTo>
                <a:lnTo>
                  <a:pt x="356" y="161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7" y="164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5" y="179"/>
                </a:lnTo>
                <a:lnTo>
                  <a:pt x="356" y="180"/>
                </a:lnTo>
                <a:lnTo>
                  <a:pt x="353" y="182"/>
                </a:lnTo>
                <a:lnTo>
                  <a:pt x="353" y="183"/>
                </a:lnTo>
                <a:lnTo>
                  <a:pt x="352" y="183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3" y="189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4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7" y="194"/>
                </a:lnTo>
                <a:lnTo>
                  <a:pt x="358" y="194"/>
                </a:lnTo>
                <a:lnTo>
                  <a:pt x="358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5" y="197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5" y="206"/>
                </a:lnTo>
                <a:lnTo>
                  <a:pt x="345" y="207"/>
                </a:lnTo>
                <a:lnTo>
                  <a:pt x="344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39" y="205"/>
                </a:lnTo>
                <a:lnTo>
                  <a:pt x="339" y="204"/>
                </a:lnTo>
                <a:lnTo>
                  <a:pt x="340" y="203"/>
                </a:lnTo>
                <a:lnTo>
                  <a:pt x="340" y="202"/>
                </a:lnTo>
                <a:lnTo>
                  <a:pt x="340" y="200"/>
                </a:lnTo>
                <a:lnTo>
                  <a:pt x="340" y="199"/>
                </a:lnTo>
                <a:lnTo>
                  <a:pt x="341" y="198"/>
                </a:lnTo>
                <a:lnTo>
                  <a:pt x="341" y="197"/>
                </a:lnTo>
                <a:lnTo>
                  <a:pt x="340" y="196"/>
                </a:lnTo>
                <a:lnTo>
                  <a:pt x="340" y="195"/>
                </a:lnTo>
                <a:lnTo>
                  <a:pt x="341" y="194"/>
                </a:lnTo>
                <a:lnTo>
                  <a:pt x="341" y="193"/>
                </a:lnTo>
                <a:lnTo>
                  <a:pt x="341" y="192"/>
                </a:lnTo>
                <a:lnTo>
                  <a:pt x="342" y="191"/>
                </a:lnTo>
                <a:lnTo>
                  <a:pt x="343" y="191"/>
                </a:lnTo>
                <a:lnTo>
                  <a:pt x="343" y="190"/>
                </a:lnTo>
                <a:lnTo>
                  <a:pt x="344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0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0" y="188"/>
                </a:lnTo>
                <a:lnTo>
                  <a:pt x="341" y="188"/>
                </a:lnTo>
                <a:lnTo>
                  <a:pt x="341" y="187"/>
                </a:lnTo>
                <a:lnTo>
                  <a:pt x="341" y="186"/>
                </a:lnTo>
                <a:lnTo>
                  <a:pt x="340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0" y="185"/>
                </a:lnTo>
                <a:lnTo>
                  <a:pt x="339" y="185"/>
                </a:lnTo>
                <a:lnTo>
                  <a:pt x="339" y="186"/>
                </a:lnTo>
                <a:lnTo>
                  <a:pt x="338" y="186"/>
                </a:lnTo>
                <a:lnTo>
                  <a:pt x="338" y="187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4"/>
                </a:lnTo>
                <a:lnTo>
                  <a:pt x="339" y="196"/>
                </a:lnTo>
                <a:lnTo>
                  <a:pt x="339" y="198"/>
                </a:lnTo>
                <a:lnTo>
                  <a:pt x="338" y="200"/>
                </a:lnTo>
                <a:lnTo>
                  <a:pt x="338" y="201"/>
                </a:lnTo>
                <a:lnTo>
                  <a:pt x="337" y="202"/>
                </a:lnTo>
                <a:lnTo>
                  <a:pt x="337" y="203"/>
                </a:lnTo>
                <a:lnTo>
                  <a:pt x="337" y="205"/>
                </a:lnTo>
                <a:lnTo>
                  <a:pt x="337" y="207"/>
                </a:lnTo>
                <a:lnTo>
                  <a:pt x="336" y="207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8"/>
                </a:lnTo>
                <a:lnTo>
                  <a:pt x="329" y="207"/>
                </a:lnTo>
                <a:lnTo>
                  <a:pt x="329" y="206"/>
                </a:lnTo>
                <a:lnTo>
                  <a:pt x="328" y="206"/>
                </a:lnTo>
                <a:lnTo>
                  <a:pt x="327" y="205"/>
                </a:lnTo>
                <a:lnTo>
                  <a:pt x="326" y="204"/>
                </a:lnTo>
                <a:lnTo>
                  <a:pt x="325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6"/>
                </a:lnTo>
                <a:lnTo>
                  <a:pt x="319" y="196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2"/>
                </a:lnTo>
                <a:lnTo>
                  <a:pt x="316" y="202"/>
                </a:lnTo>
                <a:lnTo>
                  <a:pt x="316" y="204"/>
                </a:lnTo>
                <a:lnTo>
                  <a:pt x="317" y="204"/>
                </a:lnTo>
                <a:lnTo>
                  <a:pt x="318" y="206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0" y="206"/>
                </a:lnTo>
                <a:lnTo>
                  <a:pt x="321" y="206"/>
                </a:lnTo>
                <a:lnTo>
                  <a:pt x="320" y="206"/>
                </a:lnTo>
                <a:lnTo>
                  <a:pt x="320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0" y="209"/>
                </a:lnTo>
                <a:lnTo>
                  <a:pt x="318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3" y="207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1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0"/>
                </a:lnTo>
                <a:lnTo>
                  <a:pt x="317" y="210"/>
                </a:lnTo>
                <a:lnTo>
                  <a:pt x="318" y="211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7" y="213"/>
                </a:lnTo>
                <a:lnTo>
                  <a:pt x="326" y="213"/>
                </a:lnTo>
                <a:lnTo>
                  <a:pt x="325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3" y="218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7" y="219"/>
                </a:lnTo>
                <a:lnTo>
                  <a:pt x="318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19" y="221"/>
                </a:lnTo>
                <a:lnTo>
                  <a:pt x="318" y="220"/>
                </a:lnTo>
                <a:lnTo>
                  <a:pt x="318" y="218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1" y="219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8"/>
                </a:lnTo>
                <a:lnTo>
                  <a:pt x="328" y="218"/>
                </a:lnTo>
                <a:lnTo>
                  <a:pt x="328" y="217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0" y="224"/>
                </a:lnTo>
                <a:lnTo>
                  <a:pt x="329" y="224"/>
                </a:lnTo>
                <a:lnTo>
                  <a:pt x="329" y="225"/>
                </a:lnTo>
                <a:lnTo>
                  <a:pt x="330" y="226"/>
                </a:lnTo>
                <a:lnTo>
                  <a:pt x="331" y="227"/>
                </a:lnTo>
                <a:lnTo>
                  <a:pt x="331" y="226"/>
                </a:lnTo>
                <a:lnTo>
                  <a:pt x="332" y="227"/>
                </a:lnTo>
                <a:lnTo>
                  <a:pt x="333" y="227"/>
                </a:lnTo>
                <a:lnTo>
                  <a:pt x="332" y="228"/>
                </a:lnTo>
                <a:lnTo>
                  <a:pt x="332" y="229"/>
                </a:lnTo>
                <a:lnTo>
                  <a:pt x="334" y="229"/>
                </a:lnTo>
                <a:lnTo>
                  <a:pt x="333" y="230"/>
                </a:lnTo>
                <a:lnTo>
                  <a:pt x="332" y="231"/>
                </a:lnTo>
                <a:lnTo>
                  <a:pt x="332" y="232"/>
                </a:lnTo>
                <a:lnTo>
                  <a:pt x="331" y="232"/>
                </a:lnTo>
                <a:lnTo>
                  <a:pt x="331" y="231"/>
                </a:lnTo>
                <a:lnTo>
                  <a:pt x="330" y="231"/>
                </a:lnTo>
                <a:lnTo>
                  <a:pt x="330" y="232"/>
                </a:lnTo>
                <a:lnTo>
                  <a:pt x="329" y="233"/>
                </a:lnTo>
                <a:lnTo>
                  <a:pt x="328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6" y="233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5" y="229"/>
                </a:lnTo>
                <a:lnTo>
                  <a:pt x="316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9" y="233"/>
                </a:lnTo>
                <a:lnTo>
                  <a:pt x="320" y="233"/>
                </a:lnTo>
                <a:lnTo>
                  <a:pt x="320" y="232"/>
                </a:lnTo>
                <a:lnTo>
                  <a:pt x="321" y="232"/>
                </a:lnTo>
                <a:lnTo>
                  <a:pt x="322" y="233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8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8"/>
                </a:lnTo>
                <a:lnTo>
                  <a:pt x="329" y="239"/>
                </a:lnTo>
                <a:lnTo>
                  <a:pt x="328" y="239"/>
                </a:lnTo>
                <a:lnTo>
                  <a:pt x="329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3"/>
                </a:lnTo>
                <a:lnTo>
                  <a:pt x="330" y="243"/>
                </a:lnTo>
                <a:lnTo>
                  <a:pt x="330" y="244"/>
                </a:lnTo>
                <a:lnTo>
                  <a:pt x="330" y="245"/>
                </a:lnTo>
                <a:lnTo>
                  <a:pt x="329" y="250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6" y="253"/>
                </a:lnTo>
                <a:lnTo>
                  <a:pt x="326" y="252"/>
                </a:lnTo>
                <a:lnTo>
                  <a:pt x="326" y="251"/>
                </a:lnTo>
                <a:lnTo>
                  <a:pt x="325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20" y="254"/>
                </a:lnTo>
                <a:lnTo>
                  <a:pt x="318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4"/>
                </a:lnTo>
                <a:lnTo>
                  <a:pt x="313" y="255"/>
                </a:lnTo>
                <a:lnTo>
                  <a:pt x="312" y="256"/>
                </a:lnTo>
                <a:lnTo>
                  <a:pt x="314" y="257"/>
                </a:lnTo>
                <a:lnTo>
                  <a:pt x="316" y="257"/>
                </a:lnTo>
                <a:lnTo>
                  <a:pt x="317" y="257"/>
                </a:lnTo>
                <a:lnTo>
                  <a:pt x="318" y="258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5"/>
                </a:lnTo>
                <a:lnTo>
                  <a:pt x="322" y="266"/>
                </a:lnTo>
                <a:lnTo>
                  <a:pt x="322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2" y="281"/>
                </a:lnTo>
                <a:lnTo>
                  <a:pt x="323" y="281"/>
                </a:lnTo>
                <a:lnTo>
                  <a:pt x="323" y="282"/>
                </a:lnTo>
                <a:lnTo>
                  <a:pt x="324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6" y="286"/>
                </a:lnTo>
                <a:lnTo>
                  <a:pt x="327" y="286"/>
                </a:lnTo>
                <a:lnTo>
                  <a:pt x="327" y="287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6" y="297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2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8" y="294"/>
                </a:lnTo>
                <a:lnTo>
                  <a:pt x="316" y="293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5" y="316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89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2"/>
                </a:lnTo>
                <a:lnTo>
                  <a:pt x="283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7"/>
                </a:lnTo>
                <a:lnTo>
                  <a:pt x="287" y="286"/>
                </a:lnTo>
                <a:lnTo>
                  <a:pt x="287" y="285"/>
                </a:lnTo>
                <a:lnTo>
                  <a:pt x="286" y="285"/>
                </a:lnTo>
                <a:lnTo>
                  <a:pt x="285" y="286"/>
                </a:lnTo>
                <a:lnTo>
                  <a:pt x="285" y="287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5" y="287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3" y="291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2" y="294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10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5"/>
                </a:lnTo>
                <a:lnTo>
                  <a:pt x="269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7" y="340"/>
                </a:lnTo>
                <a:lnTo>
                  <a:pt x="256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5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7" y="350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5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3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9" y="365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6" y="372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7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8"/>
                </a:lnTo>
                <a:lnTo>
                  <a:pt x="237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4" y="390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90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8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9" y="391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9" y="396"/>
                </a:lnTo>
                <a:lnTo>
                  <a:pt x="228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7" y="406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5" y="408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8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6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2"/>
                </a:lnTo>
                <a:lnTo>
                  <a:pt x="216" y="403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10" y="390"/>
                </a:lnTo>
                <a:lnTo>
                  <a:pt x="210" y="389"/>
                </a:lnTo>
                <a:lnTo>
                  <a:pt x="210" y="388"/>
                </a:lnTo>
                <a:lnTo>
                  <a:pt x="209" y="388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0" y="387"/>
                </a:lnTo>
                <a:lnTo>
                  <a:pt x="191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1"/>
                </a:lnTo>
                <a:lnTo>
                  <a:pt x="179" y="391"/>
                </a:lnTo>
                <a:lnTo>
                  <a:pt x="179" y="390"/>
                </a:lnTo>
                <a:lnTo>
                  <a:pt x="178" y="389"/>
                </a:lnTo>
                <a:lnTo>
                  <a:pt x="177" y="390"/>
                </a:lnTo>
                <a:lnTo>
                  <a:pt x="176" y="390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3"/>
                </a:lnTo>
                <a:lnTo>
                  <a:pt x="174" y="394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6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8" y="396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3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5" y="390"/>
                </a:lnTo>
                <a:lnTo>
                  <a:pt x="155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5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6" y="363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4" y="373"/>
                </a:lnTo>
                <a:lnTo>
                  <a:pt x="123" y="374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2" y="385"/>
                </a:lnTo>
                <a:lnTo>
                  <a:pt x="100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6" y="360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6"/>
                </a:lnTo>
                <a:lnTo>
                  <a:pt x="65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69" y="314"/>
                </a:lnTo>
                <a:lnTo>
                  <a:pt x="69" y="313"/>
                </a:lnTo>
                <a:lnTo>
                  <a:pt x="69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2" y="299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8"/>
                </a:lnTo>
                <a:lnTo>
                  <a:pt x="43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7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8" y="281"/>
                </a:lnTo>
                <a:lnTo>
                  <a:pt x="39" y="281"/>
                </a:lnTo>
                <a:lnTo>
                  <a:pt x="38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39" y="279"/>
                </a:lnTo>
                <a:lnTo>
                  <a:pt x="39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4"/>
                </a:lnTo>
                <a:lnTo>
                  <a:pt x="36" y="275"/>
                </a:lnTo>
                <a:lnTo>
                  <a:pt x="35" y="274"/>
                </a:lnTo>
                <a:lnTo>
                  <a:pt x="34" y="274"/>
                </a:lnTo>
                <a:lnTo>
                  <a:pt x="35" y="274"/>
                </a:lnTo>
                <a:lnTo>
                  <a:pt x="36" y="274"/>
                </a:lnTo>
                <a:lnTo>
                  <a:pt x="36" y="273"/>
                </a:lnTo>
                <a:lnTo>
                  <a:pt x="37" y="273"/>
                </a:lnTo>
                <a:lnTo>
                  <a:pt x="37" y="272"/>
                </a:lnTo>
                <a:lnTo>
                  <a:pt x="36" y="272"/>
                </a:lnTo>
                <a:lnTo>
                  <a:pt x="35" y="271"/>
                </a:lnTo>
                <a:lnTo>
                  <a:pt x="35" y="270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4" y="268"/>
                </a:lnTo>
                <a:lnTo>
                  <a:pt x="34" y="267"/>
                </a:lnTo>
                <a:lnTo>
                  <a:pt x="34" y="266"/>
                </a:lnTo>
                <a:lnTo>
                  <a:pt x="35" y="266"/>
                </a:lnTo>
                <a:lnTo>
                  <a:pt x="35" y="265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4" y="262"/>
                </a:lnTo>
                <a:lnTo>
                  <a:pt x="35" y="262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6" y="261"/>
                </a:lnTo>
                <a:lnTo>
                  <a:pt x="35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5" y="254"/>
                </a:lnTo>
                <a:lnTo>
                  <a:pt x="34" y="254"/>
                </a:lnTo>
                <a:lnTo>
                  <a:pt x="33" y="253"/>
                </a:lnTo>
                <a:lnTo>
                  <a:pt x="32" y="253"/>
                </a:lnTo>
                <a:lnTo>
                  <a:pt x="32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3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6"/>
                </a:lnTo>
                <a:lnTo>
                  <a:pt x="31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7" y="232"/>
                </a:lnTo>
                <a:lnTo>
                  <a:pt x="16" y="232"/>
                </a:lnTo>
                <a:lnTo>
                  <a:pt x="15" y="232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7" y="229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5"/>
                </a:lnTo>
                <a:lnTo>
                  <a:pt x="9" y="224"/>
                </a:lnTo>
                <a:lnTo>
                  <a:pt x="8" y="223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1"/>
                </a:lnTo>
                <a:lnTo>
                  <a:pt x="8" y="222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6" y="222"/>
                </a:lnTo>
                <a:lnTo>
                  <a:pt x="6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0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0" y="203"/>
                </a:lnTo>
                <a:lnTo>
                  <a:pt x="1" y="202"/>
                </a:lnTo>
                <a:lnTo>
                  <a:pt x="1" y="201"/>
                </a:lnTo>
                <a:lnTo>
                  <a:pt x="1" y="200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9" y="194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1" y="194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3" y="191"/>
                </a:lnTo>
                <a:lnTo>
                  <a:pt x="12" y="191"/>
                </a:lnTo>
                <a:lnTo>
                  <a:pt x="12" y="190"/>
                </a:lnTo>
                <a:lnTo>
                  <a:pt x="13" y="190"/>
                </a:lnTo>
                <a:lnTo>
                  <a:pt x="14" y="189"/>
                </a:lnTo>
                <a:lnTo>
                  <a:pt x="13" y="189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5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2"/>
                </a:lnTo>
                <a:lnTo>
                  <a:pt x="15" y="183"/>
                </a:lnTo>
                <a:lnTo>
                  <a:pt x="15" y="182"/>
                </a:lnTo>
                <a:lnTo>
                  <a:pt x="16" y="182"/>
                </a:lnTo>
                <a:lnTo>
                  <a:pt x="16" y="181"/>
                </a:lnTo>
                <a:lnTo>
                  <a:pt x="16" y="180"/>
                </a:lnTo>
                <a:lnTo>
                  <a:pt x="17" y="180"/>
                </a:lnTo>
                <a:lnTo>
                  <a:pt x="17" y="179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79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6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3"/>
                </a:lnTo>
                <a:lnTo>
                  <a:pt x="31" y="172"/>
                </a:lnTo>
                <a:lnTo>
                  <a:pt x="31" y="171"/>
                </a:lnTo>
                <a:lnTo>
                  <a:pt x="32" y="171"/>
                </a:lnTo>
                <a:lnTo>
                  <a:pt x="31" y="171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0"/>
                </a:lnTo>
                <a:lnTo>
                  <a:pt x="35" y="171"/>
                </a:lnTo>
                <a:lnTo>
                  <a:pt x="36" y="171"/>
                </a:lnTo>
                <a:lnTo>
                  <a:pt x="36" y="170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38" y="170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0" y="170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7"/>
                </a:lnTo>
                <a:lnTo>
                  <a:pt x="55" y="157"/>
                </a:lnTo>
                <a:lnTo>
                  <a:pt x="56" y="157"/>
                </a:lnTo>
                <a:lnTo>
                  <a:pt x="56" y="156"/>
                </a:lnTo>
                <a:lnTo>
                  <a:pt x="57" y="155"/>
                </a:lnTo>
                <a:lnTo>
                  <a:pt x="58" y="154"/>
                </a:lnTo>
                <a:lnTo>
                  <a:pt x="59" y="153"/>
                </a:lnTo>
                <a:lnTo>
                  <a:pt x="59" y="152"/>
                </a:lnTo>
                <a:lnTo>
                  <a:pt x="59" y="151"/>
                </a:lnTo>
                <a:lnTo>
                  <a:pt x="60" y="150"/>
                </a:lnTo>
                <a:lnTo>
                  <a:pt x="61" y="150"/>
                </a:lnTo>
                <a:lnTo>
                  <a:pt x="62" y="150"/>
                </a:lnTo>
                <a:lnTo>
                  <a:pt x="62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3"/>
                </a:lnTo>
                <a:lnTo>
                  <a:pt x="63" y="142"/>
                </a:lnTo>
                <a:lnTo>
                  <a:pt x="63" y="141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5" y="136"/>
                </a:lnTo>
                <a:lnTo>
                  <a:pt x="66" y="136"/>
                </a:lnTo>
                <a:lnTo>
                  <a:pt x="67" y="136"/>
                </a:lnTo>
                <a:lnTo>
                  <a:pt x="67" y="137"/>
                </a:lnTo>
                <a:lnTo>
                  <a:pt x="68" y="136"/>
                </a:lnTo>
                <a:lnTo>
                  <a:pt x="68" y="135"/>
                </a:lnTo>
                <a:lnTo>
                  <a:pt x="69" y="135"/>
                </a:lnTo>
                <a:lnTo>
                  <a:pt x="70" y="134"/>
                </a:lnTo>
                <a:lnTo>
                  <a:pt x="70" y="133"/>
                </a:lnTo>
                <a:lnTo>
                  <a:pt x="71" y="133"/>
                </a:lnTo>
                <a:lnTo>
                  <a:pt x="73" y="132"/>
                </a:lnTo>
                <a:lnTo>
                  <a:pt x="73" y="131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4" y="127"/>
                </a:lnTo>
                <a:lnTo>
                  <a:pt x="75" y="127"/>
                </a:lnTo>
                <a:lnTo>
                  <a:pt x="75" y="126"/>
                </a:lnTo>
                <a:lnTo>
                  <a:pt x="76" y="126"/>
                </a:lnTo>
                <a:lnTo>
                  <a:pt x="77" y="126"/>
                </a:lnTo>
                <a:lnTo>
                  <a:pt x="77" y="127"/>
                </a:lnTo>
                <a:lnTo>
                  <a:pt x="78" y="127"/>
                </a:lnTo>
                <a:lnTo>
                  <a:pt x="78" y="126"/>
                </a:lnTo>
                <a:lnTo>
                  <a:pt x="77" y="126"/>
                </a:lnTo>
                <a:lnTo>
                  <a:pt x="77" y="125"/>
                </a:lnTo>
                <a:lnTo>
                  <a:pt x="78" y="125"/>
                </a:lnTo>
                <a:lnTo>
                  <a:pt x="77" y="125"/>
                </a:lnTo>
                <a:lnTo>
                  <a:pt x="77" y="124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8" y="117"/>
                </a:lnTo>
                <a:lnTo>
                  <a:pt x="77" y="117"/>
                </a:lnTo>
                <a:lnTo>
                  <a:pt x="77" y="116"/>
                </a:lnTo>
                <a:lnTo>
                  <a:pt x="78" y="116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8" y="114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4" y="107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7" y="105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6" y="106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3" y="104"/>
                </a:lnTo>
                <a:lnTo>
                  <a:pt x="74" y="104"/>
                </a:lnTo>
                <a:lnTo>
                  <a:pt x="75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6" y="92"/>
                </a:lnTo>
                <a:lnTo>
                  <a:pt x="76" y="91"/>
                </a:lnTo>
                <a:lnTo>
                  <a:pt x="77" y="90"/>
                </a:lnTo>
                <a:lnTo>
                  <a:pt x="77" y="89"/>
                </a:lnTo>
                <a:lnTo>
                  <a:pt x="76" y="89"/>
                </a:lnTo>
                <a:lnTo>
                  <a:pt x="76" y="88"/>
                </a:lnTo>
                <a:lnTo>
                  <a:pt x="77" y="88"/>
                </a:lnTo>
                <a:lnTo>
                  <a:pt x="78" y="88"/>
                </a:lnTo>
                <a:lnTo>
                  <a:pt x="78" y="87"/>
                </a:lnTo>
                <a:lnTo>
                  <a:pt x="79" y="87"/>
                </a:lnTo>
                <a:lnTo>
                  <a:pt x="79" y="86"/>
                </a:lnTo>
                <a:lnTo>
                  <a:pt x="80" y="86"/>
                </a:lnTo>
                <a:lnTo>
                  <a:pt x="81" y="85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3" y="85"/>
                </a:lnTo>
                <a:lnTo>
                  <a:pt x="84" y="85"/>
                </a:lnTo>
                <a:lnTo>
                  <a:pt x="84" y="84"/>
                </a:lnTo>
                <a:lnTo>
                  <a:pt x="85" y="85"/>
                </a:lnTo>
                <a:lnTo>
                  <a:pt x="86" y="85"/>
                </a:lnTo>
                <a:lnTo>
                  <a:pt x="86" y="86"/>
                </a:lnTo>
                <a:lnTo>
                  <a:pt x="86" y="87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1" y="88"/>
                </a:lnTo>
                <a:lnTo>
                  <a:pt x="92" y="89"/>
                </a:lnTo>
                <a:lnTo>
                  <a:pt x="93" y="90"/>
                </a:lnTo>
                <a:lnTo>
                  <a:pt x="93" y="89"/>
                </a:lnTo>
                <a:lnTo>
                  <a:pt x="94" y="88"/>
                </a:lnTo>
                <a:lnTo>
                  <a:pt x="95" y="87"/>
                </a:lnTo>
                <a:lnTo>
                  <a:pt x="96" y="88"/>
                </a:lnTo>
                <a:lnTo>
                  <a:pt x="97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8" y="90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3" y="85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20" y="85"/>
                </a:lnTo>
                <a:lnTo>
                  <a:pt x="121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1"/>
                </a:lnTo>
                <a:lnTo>
                  <a:pt x="122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79"/>
                </a:lnTo>
                <a:lnTo>
                  <a:pt x="121" y="78"/>
                </a:lnTo>
                <a:lnTo>
                  <a:pt x="120" y="78"/>
                </a:lnTo>
                <a:lnTo>
                  <a:pt x="120" y="77"/>
                </a:lnTo>
                <a:lnTo>
                  <a:pt x="120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1" y="58"/>
                </a:lnTo>
                <a:lnTo>
                  <a:pt x="112" y="57"/>
                </a:lnTo>
                <a:lnTo>
                  <a:pt x="112" y="58"/>
                </a:lnTo>
                <a:lnTo>
                  <a:pt x="113" y="57"/>
                </a:lnTo>
                <a:lnTo>
                  <a:pt x="114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1" y="43"/>
                </a:lnTo>
                <a:lnTo>
                  <a:pt x="132" y="43"/>
                </a:lnTo>
                <a:lnTo>
                  <a:pt x="132" y="42"/>
                </a:lnTo>
                <a:lnTo>
                  <a:pt x="131" y="42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3"/>
                </a:lnTo>
                <a:lnTo>
                  <a:pt x="140" y="32"/>
                </a:lnTo>
                <a:lnTo>
                  <a:pt x="139" y="32"/>
                </a:lnTo>
                <a:lnTo>
                  <a:pt x="138" y="32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4"/>
                </a:lnTo>
                <a:lnTo>
                  <a:pt x="142" y="23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7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676760" y="1847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67748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678920" y="184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7460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742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7676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753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85040" y="1843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87920" y="179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6"/>
                </a:move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8792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7"/>
                </a:move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89720" y="178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91160" y="178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69512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695480" y="1796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3"/>
                </a:move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8" y="5"/>
                </a:move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69404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5" y="1"/>
                </a:move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2"/>
                </a:move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702320" y="178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69944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70304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456800" y="1613520"/>
            <a:ext cx="155160" cy="194040"/>
          </a:xfrm>
          <a:custGeom>
            <a:avLst/>
            <a:gdLst/>
            <a:ahLst/>
            <a:rect l="0" t="0" r="r" b="b"/>
            <a:pathLst>
              <a:path w="431" h="539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5"/>
                </a:lnTo>
                <a:lnTo>
                  <a:pt x="364" y="215"/>
                </a:lnTo>
                <a:lnTo>
                  <a:pt x="365" y="215"/>
                </a:lnTo>
                <a:lnTo>
                  <a:pt x="365" y="216"/>
                </a:lnTo>
                <a:lnTo>
                  <a:pt x="364" y="216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3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9" y="212"/>
                </a:lnTo>
                <a:lnTo>
                  <a:pt x="348" y="212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7" y="217"/>
                </a:lnTo>
                <a:lnTo>
                  <a:pt x="337" y="218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7" y="221"/>
                </a:lnTo>
                <a:lnTo>
                  <a:pt x="336" y="221"/>
                </a:lnTo>
                <a:lnTo>
                  <a:pt x="336" y="220"/>
                </a:lnTo>
                <a:lnTo>
                  <a:pt x="336" y="221"/>
                </a:lnTo>
                <a:lnTo>
                  <a:pt x="335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9"/>
                </a:lnTo>
                <a:lnTo>
                  <a:pt x="343" y="240"/>
                </a:lnTo>
                <a:lnTo>
                  <a:pt x="342" y="240"/>
                </a:lnTo>
                <a:lnTo>
                  <a:pt x="342" y="241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0"/>
                </a:lnTo>
                <a:lnTo>
                  <a:pt x="340" y="251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6" y="252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3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8" y="258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4" y="262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3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5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5" y="279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2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6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2" y="317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1" y="326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3" y="336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5"/>
                </a:lnTo>
                <a:lnTo>
                  <a:pt x="347" y="344"/>
                </a:lnTo>
                <a:lnTo>
                  <a:pt x="348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49"/>
                </a:lnTo>
                <a:lnTo>
                  <a:pt x="366" y="350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7" y="347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8" y="354"/>
                </a:lnTo>
                <a:lnTo>
                  <a:pt x="409" y="354"/>
                </a:lnTo>
                <a:lnTo>
                  <a:pt x="409" y="355"/>
                </a:lnTo>
                <a:lnTo>
                  <a:pt x="408" y="355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6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5" y="364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1" y="364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6" y="379"/>
                </a:lnTo>
                <a:lnTo>
                  <a:pt x="426" y="380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3" y="388"/>
                </a:lnTo>
                <a:lnTo>
                  <a:pt x="422" y="388"/>
                </a:lnTo>
                <a:lnTo>
                  <a:pt x="423" y="388"/>
                </a:lnTo>
                <a:lnTo>
                  <a:pt x="424" y="388"/>
                </a:lnTo>
                <a:lnTo>
                  <a:pt x="424" y="389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8"/>
                </a:lnTo>
                <a:lnTo>
                  <a:pt x="416" y="398"/>
                </a:lnTo>
                <a:lnTo>
                  <a:pt x="416" y="399"/>
                </a:lnTo>
                <a:lnTo>
                  <a:pt x="415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6" y="405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4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5" y="420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8"/>
                </a:lnTo>
                <a:lnTo>
                  <a:pt x="409" y="439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5" y="441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1"/>
                </a:lnTo>
                <a:lnTo>
                  <a:pt x="397" y="442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5"/>
                </a:lnTo>
                <a:lnTo>
                  <a:pt x="376" y="444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2" y="471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3" y="477"/>
                </a:lnTo>
                <a:lnTo>
                  <a:pt x="362" y="477"/>
                </a:lnTo>
                <a:lnTo>
                  <a:pt x="363" y="478"/>
                </a:lnTo>
                <a:lnTo>
                  <a:pt x="363" y="479"/>
                </a:lnTo>
                <a:lnTo>
                  <a:pt x="363" y="480"/>
                </a:lnTo>
                <a:lnTo>
                  <a:pt x="362" y="480"/>
                </a:lnTo>
                <a:lnTo>
                  <a:pt x="362" y="481"/>
                </a:lnTo>
                <a:lnTo>
                  <a:pt x="363" y="481"/>
                </a:lnTo>
                <a:lnTo>
                  <a:pt x="362" y="481"/>
                </a:lnTo>
                <a:lnTo>
                  <a:pt x="362" y="482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8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6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50" y="501"/>
                </a:lnTo>
                <a:lnTo>
                  <a:pt x="350" y="502"/>
                </a:lnTo>
                <a:lnTo>
                  <a:pt x="349" y="503"/>
                </a:lnTo>
                <a:lnTo>
                  <a:pt x="348" y="504"/>
                </a:lnTo>
                <a:lnTo>
                  <a:pt x="348" y="505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10"/>
                </a:lnTo>
                <a:lnTo>
                  <a:pt x="342" y="511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7" y="526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300" y="539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1"/>
                </a:lnTo>
                <a:lnTo>
                  <a:pt x="285" y="520"/>
                </a:lnTo>
                <a:lnTo>
                  <a:pt x="282" y="520"/>
                </a:lnTo>
                <a:lnTo>
                  <a:pt x="282" y="521"/>
                </a:lnTo>
                <a:lnTo>
                  <a:pt x="281" y="521"/>
                </a:lnTo>
                <a:lnTo>
                  <a:pt x="281" y="522"/>
                </a:lnTo>
                <a:lnTo>
                  <a:pt x="280" y="521"/>
                </a:lnTo>
                <a:lnTo>
                  <a:pt x="278" y="521"/>
                </a:lnTo>
                <a:lnTo>
                  <a:pt x="277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2" y="522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1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29" y="492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4" y="496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7" y="494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3" y="490"/>
                </a:lnTo>
                <a:lnTo>
                  <a:pt x="203" y="491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1" y="503"/>
                </a:lnTo>
                <a:lnTo>
                  <a:pt x="201" y="504"/>
                </a:lnTo>
                <a:lnTo>
                  <a:pt x="202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6"/>
                </a:lnTo>
                <a:lnTo>
                  <a:pt x="199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2" y="521"/>
                </a:lnTo>
                <a:lnTo>
                  <a:pt x="171" y="520"/>
                </a:lnTo>
                <a:lnTo>
                  <a:pt x="171" y="519"/>
                </a:lnTo>
                <a:lnTo>
                  <a:pt x="172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7" y="521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7"/>
                </a:lnTo>
                <a:lnTo>
                  <a:pt x="162" y="515"/>
                </a:lnTo>
                <a:lnTo>
                  <a:pt x="161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3"/>
                </a:lnTo>
                <a:lnTo>
                  <a:pt x="164" y="503"/>
                </a:lnTo>
                <a:lnTo>
                  <a:pt x="165" y="503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8" y="497"/>
                </a:lnTo>
                <a:lnTo>
                  <a:pt x="169" y="497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80" y="489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2" y="486"/>
                </a:lnTo>
                <a:lnTo>
                  <a:pt x="182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80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4" y="477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59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6"/>
                </a:lnTo>
                <a:lnTo>
                  <a:pt x="128" y="497"/>
                </a:lnTo>
                <a:lnTo>
                  <a:pt x="127" y="497"/>
                </a:lnTo>
                <a:lnTo>
                  <a:pt x="126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3" y="488"/>
                </a:lnTo>
                <a:lnTo>
                  <a:pt x="113" y="487"/>
                </a:lnTo>
                <a:lnTo>
                  <a:pt x="108" y="481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6"/>
                </a:lnTo>
                <a:lnTo>
                  <a:pt x="107" y="455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3" y="436"/>
                </a:lnTo>
                <a:lnTo>
                  <a:pt x="93" y="435"/>
                </a:lnTo>
                <a:lnTo>
                  <a:pt x="94" y="434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3"/>
                </a:lnTo>
                <a:lnTo>
                  <a:pt x="94" y="433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400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7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5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1" y="380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5" y="378"/>
                </a:lnTo>
                <a:lnTo>
                  <a:pt x="106" y="379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2" y="363"/>
                </a:lnTo>
                <a:lnTo>
                  <a:pt x="81" y="363"/>
                </a:lnTo>
                <a:lnTo>
                  <a:pt x="81" y="364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79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4" y="360"/>
                </a:lnTo>
                <a:lnTo>
                  <a:pt x="63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6" y="347"/>
                </a:lnTo>
                <a:lnTo>
                  <a:pt x="56" y="348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3"/>
                </a:lnTo>
                <a:lnTo>
                  <a:pt x="53" y="342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50" y="339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5" y="330"/>
                </a:lnTo>
                <a:lnTo>
                  <a:pt x="46" y="329"/>
                </a:lnTo>
                <a:lnTo>
                  <a:pt x="46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1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79" y="294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7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5"/>
                </a:lnTo>
                <a:lnTo>
                  <a:pt x="96" y="264"/>
                </a:lnTo>
                <a:lnTo>
                  <a:pt x="95" y="264"/>
                </a:lnTo>
                <a:lnTo>
                  <a:pt x="95" y="263"/>
                </a:lnTo>
                <a:lnTo>
                  <a:pt x="94" y="261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2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5"/>
                </a:lnTo>
                <a:lnTo>
                  <a:pt x="89" y="217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1"/>
                </a:lnTo>
                <a:lnTo>
                  <a:pt x="86" y="221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4" y="222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2" y="230"/>
                </a:lnTo>
                <a:lnTo>
                  <a:pt x="62" y="231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2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5" y="214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5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2"/>
                </a:lnTo>
                <a:lnTo>
                  <a:pt x="30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5" y="179"/>
                </a:lnTo>
                <a:lnTo>
                  <a:pt x="14" y="180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7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5" y="167"/>
                </a:lnTo>
                <a:lnTo>
                  <a:pt x="4" y="166"/>
                </a:lnTo>
                <a:lnTo>
                  <a:pt x="4" y="165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0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3" y="156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6" y="162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2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3" y="156"/>
                </a:lnTo>
                <a:lnTo>
                  <a:pt x="34" y="156"/>
                </a:lnTo>
                <a:lnTo>
                  <a:pt x="35" y="156"/>
                </a:lnTo>
                <a:lnTo>
                  <a:pt x="36" y="155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40" y="146"/>
                </a:lnTo>
                <a:lnTo>
                  <a:pt x="41" y="146"/>
                </a:lnTo>
                <a:lnTo>
                  <a:pt x="41" y="145"/>
                </a:lnTo>
                <a:lnTo>
                  <a:pt x="40" y="145"/>
                </a:lnTo>
                <a:lnTo>
                  <a:pt x="41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40" y="129"/>
                </a:lnTo>
                <a:lnTo>
                  <a:pt x="40" y="128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7" y="113"/>
                </a:lnTo>
                <a:lnTo>
                  <a:pt x="59" y="112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1"/>
                </a:lnTo>
                <a:lnTo>
                  <a:pt x="65" y="111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2"/>
                </a:lnTo>
                <a:lnTo>
                  <a:pt x="68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4" y="79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8" y="63"/>
                </a:lnTo>
                <a:lnTo>
                  <a:pt x="69" y="63"/>
                </a:lnTo>
                <a:lnTo>
                  <a:pt x="70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60"/>
                </a:lnTo>
                <a:lnTo>
                  <a:pt x="81" y="59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8" y="64"/>
                </a:lnTo>
                <a:lnTo>
                  <a:pt x="88" y="66"/>
                </a:lnTo>
                <a:lnTo>
                  <a:pt x="87" y="66"/>
                </a:lnTo>
                <a:lnTo>
                  <a:pt x="88" y="66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0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6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4"/>
                </a:lnTo>
                <a:lnTo>
                  <a:pt x="99" y="75"/>
                </a:lnTo>
                <a:lnTo>
                  <a:pt x="100" y="76"/>
                </a:lnTo>
                <a:lnTo>
                  <a:pt x="100" y="77"/>
                </a:lnTo>
                <a:lnTo>
                  <a:pt x="101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3" y="78"/>
                </a:lnTo>
                <a:lnTo>
                  <a:pt x="104" y="79"/>
                </a:lnTo>
                <a:lnTo>
                  <a:pt x="105" y="79"/>
                </a:lnTo>
                <a:lnTo>
                  <a:pt x="106" y="80"/>
                </a:lnTo>
                <a:lnTo>
                  <a:pt x="106" y="82"/>
                </a:lnTo>
                <a:lnTo>
                  <a:pt x="107" y="82"/>
                </a:lnTo>
                <a:lnTo>
                  <a:pt x="106" y="85"/>
                </a:lnTo>
                <a:lnTo>
                  <a:pt x="105" y="85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3"/>
                </a:lnTo>
                <a:lnTo>
                  <a:pt x="113" y="94"/>
                </a:lnTo>
                <a:lnTo>
                  <a:pt x="114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6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4" y="90"/>
                </a:lnTo>
                <a:lnTo>
                  <a:pt x="135" y="90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4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78"/>
                </a:lnTo>
                <a:lnTo>
                  <a:pt x="149" y="79"/>
                </a:lnTo>
                <a:lnTo>
                  <a:pt x="150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8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7"/>
                </a:lnTo>
                <a:lnTo>
                  <a:pt x="156" y="66"/>
                </a:lnTo>
                <a:lnTo>
                  <a:pt x="156" y="65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5" y="62"/>
                </a:lnTo>
                <a:lnTo>
                  <a:pt x="154" y="62"/>
                </a:lnTo>
                <a:lnTo>
                  <a:pt x="154" y="61"/>
                </a:lnTo>
                <a:lnTo>
                  <a:pt x="153" y="61"/>
                </a:lnTo>
                <a:lnTo>
                  <a:pt x="153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6"/>
                </a:lnTo>
                <a:lnTo>
                  <a:pt x="150" y="56"/>
                </a:lnTo>
                <a:lnTo>
                  <a:pt x="149" y="56"/>
                </a:lnTo>
                <a:lnTo>
                  <a:pt x="150" y="56"/>
                </a:lnTo>
                <a:lnTo>
                  <a:pt x="150" y="55"/>
                </a:lnTo>
                <a:lnTo>
                  <a:pt x="149" y="55"/>
                </a:lnTo>
                <a:lnTo>
                  <a:pt x="149" y="54"/>
                </a:lnTo>
                <a:lnTo>
                  <a:pt x="149" y="52"/>
                </a:lnTo>
                <a:lnTo>
                  <a:pt x="150" y="50"/>
                </a:lnTo>
                <a:lnTo>
                  <a:pt x="151" y="49"/>
                </a:lnTo>
                <a:lnTo>
                  <a:pt x="152" y="49"/>
                </a:lnTo>
                <a:lnTo>
                  <a:pt x="152" y="48"/>
                </a:lnTo>
                <a:lnTo>
                  <a:pt x="151" y="48"/>
                </a:lnTo>
                <a:lnTo>
                  <a:pt x="151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3" y="38"/>
                </a:lnTo>
                <a:lnTo>
                  <a:pt x="154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7"/>
                </a:lnTo>
                <a:lnTo>
                  <a:pt x="150" y="37"/>
                </a:lnTo>
                <a:lnTo>
                  <a:pt x="148" y="37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6" y="37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8"/>
                </a:lnTo>
                <a:lnTo>
                  <a:pt x="141" y="37"/>
                </a:lnTo>
                <a:lnTo>
                  <a:pt x="142" y="37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40" y="39"/>
                </a:lnTo>
                <a:lnTo>
                  <a:pt x="139" y="39"/>
                </a:lnTo>
                <a:lnTo>
                  <a:pt x="138" y="39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4" y="38"/>
                </a:lnTo>
                <a:lnTo>
                  <a:pt x="133" y="38"/>
                </a:lnTo>
                <a:lnTo>
                  <a:pt x="134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30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19" y="27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20" y="14"/>
                </a:lnTo>
                <a:lnTo>
                  <a:pt x="119" y="13"/>
                </a:lnTo>
                <a:lnTo>
                  <a:pt x="118" y="12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7" y="10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4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6"/>
                </a:lnTo>
                <a:lnTo>
                  <a:pt x="189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3" y="42"/>
                </a:lnTo>
                <a:lnTo>
                  <a:pt x="194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5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8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2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1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5" y="60"/>
                </a:lnTo>
                <a:lnTo>
                  <a:pt x="224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6" y="61"/>
                </a:lnTo>
                <a:lnTo>
                  <a:pt x="227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2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5" y="67"/>
                </a:lnTo>
                <a:lnTo>
                  <a:pt x="246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7" y="63"/>
                </a:lnTo>
                <a:lnTo>
                  <a:pt x="247" y="64"/>
                </a:lnTo>
                <a:lnTo>
                  <a:pt x="249" y="65"/>
                </a:lnTo>
                <a:lnTo>
                  <a:pt x="250" y="66"/>
                </a:lnTo>
                <a:lnTo>
                  <a:pt x="251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9"/>
                </a:lnTo>
                <a:lnTo>
                  <a:pt x="250" y="70"/>
                </a:lnTo>
                <a:lnTo>
                  <a:pt x="251" y="71"/>
                </a:lnTo>
                <a:lnTo>
                  <a:pt x="252" y="72"/>
                </a:lnTo>
                <a:lnTo>
                  <a:pt x="251" y="72"/>
                </a:lnTo>
                <a:lnTo>
                  <a:pt x="251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7" y="77"/>
                </a:lnTo>
                <a:lnTo>
                  <a:pt x="259" y="78"/>
                </a:lnTo>
                <a:lnTo>
                  <a:pt x="259" y="79"/>
                </a:lnTo>
                <a:lnTo>
                  <a:pt x="259" y="82"/>
                </a:lnTo>
                <a:lnTo>
                  <a:pt x="259" y="84"/>
                </a:lnTo>
                <a:lnTo>
                  <a:pt x="259" y="85"/>
                </a:lnTo>
                <a:lnTo>
                  <a:pt x="258" y="85"/>
                </a:lnTo>
                <a:lnTo>
                  <a:pt x="258" y="86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7" y="96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4" y="95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3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18"/>
                </a:lnTo>
                <a:lnTo>
                  <a:pt x="292" y="121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1" y="148"/>
                </a:lnTo>
                <a:lnTo>
                  <a:pt x="281" y="149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3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8" y="148"/>
                </a:lnTo>
                <a:lnTo>
                  <a:pt x="298" y="147"/>
                </a:lnTo>
                <a:lnTo>
                  <a:pt x="298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6"/>
                </a:lnTo>
                <a:lnTo>
                  <a:pt x="304" y="176"/>
                </a:lnTo>
                <a:lnTo>
                  <a:pt x="303" y="177"/>
                </a:lnTo>
                <a:lnTo>
                  <a:pt x="303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4" y="185"/>
                </a:lnTo>
                <a:lnTo>
                  <a:pt x="305" y="186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19" y="199"/>
                </a:lnTo>
                <a:lnTo>
                  <a:pt x="320" y="199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6"/>
                </a:lnTo>
                <a:lnTo>
                  <a:pt x="341" y="196"/>
                </a:lnTo>
                <a:lnTo>
                  <a:pt x="341" y="197"/>
                </a:lnTo>
                <a:lnTo>
                  <a:pt x="343" y="197"/>
                </a:lnTo>
                <a:lnTo>
                  <a:pt x="344" y="198"/>
                </a:lnTo>
                <a:lnTo>
                  <a:pt x="345" y="198"/>
                </a:lnTo>
                <a:lnTo>
                  <a:pt x="346" y="198"/>
                </a:lnTo>
                <a:lnTo>
                  <a:pt x="348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1" y="197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8" y="193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4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6" y="187"/>
                </a:lnTo>
                <a:lnTo>
                  <a:pt x="386" y="188"/>
                </a:lnTo>
                <a:lnTo>
                  <a:pt x="387" y="188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1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2" y="207"/>
                </a:lnTo>
                <a:lnTo>
                  <a:pt x="392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3"/>
                </a:lnTo>
                <a:lnTo>
                  <a:pt x="391" y="214"/>
                </a:lnTo>
                <a:lnTo>
                  <a:pt x="390" y="213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5" y="222"/>
                </a:lnTo>
                <a:lnTo>
                  <a:pt x="384" y="221"/>
                </a:lnTo>
                <a:lnTo>
                  <a:pt x="383" y="223"/>
                </a:lnTo>
                <a:lnTo>
                  <a:pt x="381" y="224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54896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55004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53960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3"/>
                </a:move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591440" y="1967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591800" y="196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48812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4"/>
                </a:lnTo>
                <a:lnTo>
                  <a:pt x="262" y="5"/>
                </a:lnTo>
                <a:lnTo>
                  <a:pt x="261" y="5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8" y="11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3" y="22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1" y="31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8" y="72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4" y="87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80"/>
                </a:lnTo>
                <a:lnTo>
                  <a:pt x="321" y="79"/>
                </a:lnTo>
                <a:lnTo>
                  <a:pt x="322" y="80"/>
                </a:lnTo>
                <a:lnTo>
                  <a:pt x="323" y="80"/>
                </a:lnTo>
                <a:lnTo>
                  <a:pt x="323" y="79"/>
                </a:lnTo>
                <a:lnTo>
                  <a:pt x="323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3" y="69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2" y="95"/>
                </a:lnTo>
                <a:lnTo>
                  <a:pt x="352" y="96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9"/>
                </a:lnTo>
                <a:lnTo>
                  <a:pt x="355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2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4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1" y="99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6"/>
                </a:lnTo>
                <a:lnTo>
                  <a:pt x="374" y="96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9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8" y="93"/>
                </a:lnTo>
                <a:lnTo>
                  <a:pt x="387" y="93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3"/>
                </a:lnTo>
                <a:lnTo>
                  <a:pt x="406" y="94"/>
                </a:lnTo>
                <a:lnTo>
                  <a:pt x="407" y="94"/>
                </a:lnTo>
                <a:lnTo>
                  <a:pt x="407" y="95"/>
                </a:lnTo>
                <a:lnTo>
                  <a:pt x="407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9"/>
                </a:lnTo>
                <a:lnTo>
                  <a:pt x="413" y="108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3" y="110"/>
                </a:lnTo>
                <a:lnTo>
                  <a:pt x="413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11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7" y="110"/>
                </a:lnTo>
                <a:lnTo>
                  <a:pt x="406" y="111"/>
                </a:lnTo>
                <a:lnTo>
                  <a:pt x="406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3" y="110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6"/>
                </a:lnTo>
                <a:lnTo>
                  <a:pt x="403" y="106"/>
                </a:lnTo>
                <a:lnTo>
                  <a:pt x="402" y="106"/>
                </a:lnTo>
                <a:lnTo>
                  <a:pt x="403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5"/>
                </a:lnTo>
                <a:lnTo>
                  <a:pt x="401" y="106"/>
                </a:lnTo>
                <a:lnTo>
                  <a:pt x="401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3" y="112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4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6" y="111"/>
                </a:lnTo>
                <a:lnTo>
                  <a:pt x="407" y="111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0"/>
                </a:lnTo>
                <a:lnTo>
                  <a:pt x="410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1" y="126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4" y="138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4"/>
                </a:lnTo>
                <a:lnTo>
                  <a:pt x="396" y="143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4" y="143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5" y="144"/>
                </a:lnTo>
                <a:lnTo>
                  <a:pt x="386" y="144"/>
                </a:lnTo>
                <a:lnTo>
                  <a:pt x="386" y="145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7"/>
                </a:lnTo>
                <a:lnTo>
                  <a:pt x="382" y="147"/>
                </a:lnTo>
                <a:lnTo>
                  <a:pt x="382" y="148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8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3" y="173"/>
                </a:lnTo>
                <a:lnTo>
                  <a:pt x="382" y="173"/>
                </a:lnTo>
                <a:lnTo>
                  <a:pt x="383" y="173"/>
                </a:lnTo>
                <a:lnTo>
                  <a:pt x="383" y="172"/>
                </a:lnTo>
                <a:lnTo>
                  <a:pt x="384" y="172"/>
                </a:lnTo>
                <a:lnTo>
                  <a:pt x="384" y="171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80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0"/>
                </a:lnTo>
                <a:lnTo>
                  <a:pt x="367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2" y="178"/>
                </a:lnTo>
                <a:lnTo>
                  <a:pt x="363" y="178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1"/>
                </a:lnTo>
                <a:lnTo>
                  <a:pt x="372" y="171"/>
                </a:lnTo>
                <a:lnTo>
                  <a:pt x="372" y="170"/>
                </a:lnTo>
                <a:lnTo>
                  <a:pt x="373" y="170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5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9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7" y="169"/>
                </a:lnTo>
                <a:lnTo>
                  <a:pt x="366" y="169"/>
                </a:lnTo>
                <a:lnTo>
                  <a:pt x="365" y="170"/>
                </a:lnTo>
                <a:lnTo>
                  <a:pt x="364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60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0"/>
                </a:lnTo>
                <a:lnTo>
                  <a:pt x="357" y="160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1"/>
                </a:lnTo>
                <a:lnTo>
                  <a:pt x="363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2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3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8" y="160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1" y="162"/>
                </a:lnTo>
                <a:lnTo>
                  <a:pt x="352" y="162"/>
                </a:lnTo>
                <a:lnTo>
                  <a:pt x="352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39" y="161"/>
                </a:lnTo>
                <a:lnTo>
                  <a:pt x="340" y="161"/>
                </a:lnTo>
                <a:lnTo>
                  <a:pt x="340" y="160"/>
                </a:lnTo>
                <a:lnTo>
                  <a:pt x="340" y="161"/>
                </a:lnTo>
                <a:lnTo>
                  <a:pt x="341" y="160"/>
                </a:lnTo>
                <a:lnTo>
                  <a:pt x="342" y="160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3" y="163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5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2" y="166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80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6" y="174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81"/>
                </a:lnTo>
                <a:lnTo>
                  <a:pt x="357" y="180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7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2" y="201"/>
                </a:lnTo>
                <a:lnTo>
                  <a:pt x="353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61" y="193"/>
                </a:lnTo>
                <a:lnTo>
                  <a:pt x="361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8"/>
                </a:lnTo>
                <a:lnTo>
                  <a:pt x="363" y="197"/>
                </a:lnTo>
                <a:lnTo>
                  <a:pt x="364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8" y="203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4"/>
                </a:lnTo>
                <a:lnTo>
                  <a:pt x="357" y="205"/>
                </a:lnTo>
                <a:lnTo>
                  <a:pt x="357" y="206"/>
                </a:lnTo>
                <a:lnTo>
                  <a:pt x="357" y="207"/>
                </a:lnTo>
                <a:lnTo>
                  <a:pt x="358" y="207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8"/>
                </a:lnTo>
                <a:lnTo>
                  <a:pt x="341" y="218"/>
                </a:lnTo>
                <a:lnTo>
                  <a:pt x="340" y="219"/>
                </a:lnTo>
                <a:lnTo>
                  <a:pt x="339" y="220"/>
                </a:lnTo>
                <a:lnTo>
                  <a:pt x="339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3"/>
                </a:lnTo>
                <a:lnTo>
                  <a:pt x="341" y="234"/>
                </a:lnTo>
                <a:lnTo>
                  <a:pt x="342" y="234"/>
                </a:lnTo>
                <a:lnTo>
                  <a:pt x="346" y="235"/>
                </a:lnTo>
                <a:lnTo>
                  <a:pt x="347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8" y="242"/>
                </a:lnTo>
                <a:lnTo>
                  <a:pt x="347" y="244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9" y="271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4" y="274"/>
                </a:lnTo>
                <a:lnTo>
                  <a:pt x="334" y="275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9" y="279"/>
                </a:lnTo>
                <a:lnTo>
                  <a:pt x="339" y="281"/>
                </a:lnTo>
                <a:lnTo>
                  <a:pt x="340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40" y="290"/>
                </a:lnTo>
                <a:lnTo>
                  <a:pt x="340" y="291"/>
                </a:lnTo>
                <a:lnTo>
                  <a:pt x="341" y="292"/>
                </a:lnTo>
                <a:lnTo>
                  <a:pt x="342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6" y="293"/>
                </a:lnTo>
                <a:lnTo>
                  <a:pt x="335" y="294"/>
                </a:lnTo>
                <a:lnTo>
                  <a:pt x="334" y="294"/>
                </a:lnTo>
                <a:lnTo>
                  <a:pt x="334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5" y="297"/>
                </a:lnTo>
                <a:lnTo>
                  <a:pt x="335" y="296"/>
                </a:lnTo>
                <a:lnTo>
                  <a:pt x="336" y="296"/>
                </a:lnTo>
                <a:lnTo>
                  <a:pt x="336" y="297"/>
                </a:lnTo>
                <a:lnTo>
                  <a:pt x="337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1" y="298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1"/>
                </a:lnTo>
                <a:lnTo>
                  <a:pt x="326" y="290"/>
                </a:lnTo>
                <a:lnTo>
                  <a:pt x="327" y="289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9"/>
                </a:lnTo>
                <a:lnTo>
                  <a:pt x="321" y="288"/>
                </a:lnTo>
                <a:lnTo>
                  <a:pt x="322" y="286"/>
                </a:lnTo>
                <a:lnTo>
                  <a:pt x="322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6" y="287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5"/>
                </a:lnTo>
                <a:lnTo>
                  <a:pt x="316" y="295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0" y="289"/>
                </a:lnTo>
                <a:lnTo>
                  <a:pt x="309" y="290"/>
                </a:lnTo>
                <a:lnTo>
                  <a:pt x="309" y="289"/>
                </a:lnTo>
                <a:lnTo>
                  <a:pt x="309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5" y="291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7" y="307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2" y="306"/>
                </a:lnTo>
                <a:lnTo>
                  <a:pt x="311" y="306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5"/>
                </a:lnTo>
                <a:lnTo>
                  <a:pt x="312" y="315"/>
                </a:lnTo>
                <a:lnTo>
                  <a:pt x="312" y="316"/>
                </a:lnTo>
                <a:lnTo>
                  <a:pt x="312" y="317"/>
                </a:lnTo>
                <a:lnTo>
                  <a:pt x="312" y="318"/>
                </a:lnTo>
                <a:lnTo>
                  <a:pt x="313" y="319"/>
                </a:lnTo>
                <a:lnTo>
                  <a:pt x="311" y="320"/>
                </a:lnTo>
                <a:lnTo>
                  <a:pt x="311" y="321"/>
                </a:lnTo>
                <a:lnTo>
                  <a:pt x="310" y="322"/>
                </a:lnTo>
                <a:lnTo>
                  <a:pt x="310" y="321"/>
                </a:lnTo>
                <a:lnTo>
                  <a:pt x="310" y="320"/>
                </a:lnTo>
                <a:lnTo>
                  <a:pt x="309" y="320"/>
                </a:lnTo>
                <a:lnTo>
                  <a:pt x="308" y="320"/>
                </a:lnTo>
                <a:lnTo>
                  <a:pt x="307" y="319"/>
                </a:lnTo>
                <a:lnTo>
                  <a:pt x="305" y="319"/>
                </a:lnTo>
                <a:lnTo>
                  <a:pt x="304" y="320"/>
                </a:lnTo>
                <a:lnTo>
                  <a:pt x="303" y="320"/>
                </a:lnTo>
                <a:lnTo>
                  <a:pt x="303" y="321"/>
                </a:lnTo>
                <a:lnTo>
                  <a:pt x="302" y="320"/>
                </a:lnTo>
                <a:lnTo>
                  <a:pt x="301" y="319"/>
                </a:lnTo>
                <a:lnTo>
                  <a:pt x="300" y="319"/>
                </a:lnTo>
                <a:lnTo>
                  <a:pt x="300" y="318"/>
                </a:lnTo>
                <a:lnTo>
                  <a:pt x="299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7" y="316"/>
                </a:lnTo>
                <a:lnTo>
                  <a:pt x="296" y="317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6" y="321"/>
                </a:lnTo>
                <a:lnTo>
                  <a:pt x="297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6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8"/>
                </a:lnTo>
                <a:lnTo>
                  <a:pt x="292" y="328"/>
                </a:lnTo>
                <a:lnTo>
                  <a:pt x="292" y="327"/>
                </a:lnTo>
                <a:lnTo>
                  <a:pt x="291" y="327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1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2" y="318"/>
                </a:lnTo>
                <a:lnTo>
                  <a:pt x="293" y="317"/>
                </a:lnTo>
                <a:lnTo>
                  <a:pt x="293" y="316"/>
                </a:lnTo>
                <a:lnTo>
                  <a:pt x="292" y="316"/>
                </a:lnTo>
                <a:lnTo>
                  <a:pt x="293" y="317"/>
                </a:lnTo>
                <a:lnTo>
                  <a:pt x="292" y="317"/>
                </a:lnTo>
                <a:lnTo>
                  <a:pt x="291" y="317"/>
                </a:lnTo>
                <a:lnTo>
                  <a:pt x="292" y="316"/>
                </a:lnTo>
                <a:lnTo>
                  <a:pt x="291" y="316"/>
                </a:lnTo>
                <a:lnTo>
                  <a:pt x="289" y="317"/>
                </a:lnTo>
                <a:lnTo>
                  <a:pt x="287" y="317"/>
                </a:lnTo>
                <a:lnTo>
                  <a:pt x="286" y="316"/>
                </a:lnTo>
                <a:lnTo>
                  <a:pt x="287" y="316"/>
                </a:lnTo>
                <a:lnTo>
                  <a:pt x="289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4" y="316"/>
                </a:lnTo>
                <a:lnTo>
                  <a:pt x="283" y="316"/>
                </a:lnTo>
                <a:lnTo>
                  <a:pt x="284" y="315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10"/>
                </a:lnTo>
                <a:lnTo>
                  <a:pt x="283" y="311"/>
                </a:lnTo>
                <a:lnTo>
                  <a:pt x="283" y="310"/>
                </a:lnTo>
                <a:lnTo>
                  <a:pt x="282" y="311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4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5"/>
                </a:lnTo>
                <a:lnTo>
                  <a:pt x="276" y="314"/>
                </a:lnTo>
                <a:lnTo>
                  <a:pt x="277" y="315"/>
                </a:lnTo>
                <a:lnTo>
                  <a:pt x="277" y="314"/>
                </a:lnTo>
                <a:lnTo>
                  <a:pt x="278" y="315"/>
                </a:lnTo>
                <a:lnTo>
                  <a:pt x="279" y="315"/>
                </a:lnTo>
                <a:lnTo>
                  <a:pt x="279" y="316"/>
                </a:lnTo>
                <a:lnTo>
                  <a:pt x="280" y="316"/>
                </a:lnTo>
                <a:lnTo>
                  <a:pt x="280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8"/>
                </a:lnTo>
                <a:lnTo>
                  <a:pt x="284" y="319"/>
                </a:lnTo>
                <a:lnTo>
                  <a:pt x="283" y="320"/>
                </a:lnTo>
                <a:lnTo>
                  <a:pt x="284" y="320"/>
                </a:lnTo>
                <a:lnTo>
                  <a:pt x="284" y="321"/>
                </a:lnTo>
                <a:lnTo>
                  <a:pt x="284" y="322"/>
                </a:lnTo>
                <a:lnTo>
                  <a:pt x="283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2" y="327"/>
                </a:lnTo>
                <a:lnTo>
                  <a:pt x="283" y="327"/>
                </a:lnTo>
                <a:lnTo>
                  <a:pt x="282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8" y="329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3" y="337"/>
                </a:lnTo>
                <a:lnTo>
                  <a:pt x="284" y="337"/>
                </a:lnTo>
                <a:lnTo>
                  <a:pt x="285" y="336"/>
                </a:lnTo>
                <a:lnTo>
                  <a:pt x="285" y="335"/>
                </a:lnTo>
                <a:lnTo>
                  <a:pt x="284" y="335"/>
                </a:lnTo>
                <a:lnTo>
                  <a:pt x="285" y="335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7" y="335"/>
                </a:lnTo>
                <a:lnTo>
                  <a:pt x="286" y="335"/>
                </a:lnTo>
                <a:lnTo>
                  <a:pt x="286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5" y="343"/>
                </a:lnTo>
                <a:lnTo>
                  <a:pt x="286" y="342"/>
                </a:lnTo>
                <a:lnTo>
                  <a:pt x="286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5" y="345"/>
                </a:lnTo>
                <a:lnTo>
                  <a:pt x="284" y="345"/>
                </a:lnTo>
                <a:lnTo>
                  <a:pt x="284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4" y="349"/>
                </a:lnTo>
                <a:lnTo>
                  <a:pt x="284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80" y="352"/>
                </a:lnTo>
                <a:lnTo>
                  <a:pt x="279" y="352"/>
                </a:lnTo>
                <a:lnTo>
                  <a:pt x="277" y="352"/>
                </a:lnTo>
                <a:lnTo>
                  <a:pt x="277" y="351"/>
                </a:lnTo>
                <a:lnTo>
                  <a:pt x="276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7" y="353"/>
                </a:lnTo>
                <a:lnTo>
                  <a:pt x="266" y="353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60" y="354"/>
                </a:lnTo>
                <a:lnTo>
                  <a:pt x="259" y="354"/>
                </a:lnTo>
                <a:lnTo>
                  <a:pt x="258" y="354"/>
                </a:lnTo>
                <a:lnTo>
                  <a:pt x="259" y="353"/>
                </a:lnTo>
                <a:lnTo>
                  <a:pt x="259" y="352"/>
                </a:lnTo>
                <a:lnTo>
                  <a:pt x="259" y="351"/>
                </a:lnTo>
                <a:lnTo>
                  <a:pt x="258" y="351"/>
                </a:lnTo>
                <a:lnTo>
                  <a:pt x="258" y="350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9" y="346"/>
                </a:lnTo>
                <a:lnTo>
                  <a:pt x="258" y="346"/>
                </a:lnTo>
                <a:lnTo>
                  <a:pt x="259" y="345"/>
                </a:lnTo>
                <a:lnTo>
                  <a:pt x="258" y="345"/>
                </a:lnTo>
                <a:lnTo>
                  <a:pt x="258" y="344"/>
                </a:lnTo>
                <a:lnTo>
                  <a:pt x="258" y="343"/>
                </a:lnTo>
                <a:lnTo>
                  <a:pt x="257" y="343"/>
                </a:lnTo>
                <a:lnTo>
                  <a:pt x="256" y="343"/>
                </a:lnTo>
                <a:lnTo>
                  <a:pt x="256" y="344"/>
                </a:lnTo>
                <a:lnTo>
                  <a:pt x="257" y="344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7" y="346"/>
                </a:lnTo>
                <a:lnTo>
                  <a:pt x="257" y="347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4" y="359"/>
                </a:lnTo>
                <a:lnTo>
                  <a:pt x="255" y="359"/>
                </a:lnTo>
                <a:lnTo>
                  <a:pt x="255" y="360"/>
                </a:lnTo>
                <a:lnTo>
                  <a:pt x="254" y="360"/>
                </a:lnTo>
                <a:lnTo>
                  <a:pt x="254" y="361"/>
                </a:lnTo>
                <a:lnTo>
                  <a:pt x="255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60" y="360"/>
                </a:lnTo>
                <a:lnTo>
                  <a:pt x="260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2"/>
                </a:lnTo>
                <a:lnTo>
                  <a:pt x="262" y="363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6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7"/>
                </a:lnTo>
                <a:lnTo>
                  <a:pt x="262" y="367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2" y="370"/>
                </a:lnTo>
                <a:lnTo>
                  <a:pt x="261" y="370"/>
                </a:lnTo>
                <a:lnTo>
                  <a:pt x="260" y="371"/>
                </a:lnTo>
                <a:lnTo>
                  <a:pt x="260" y="372"/>
                </a:lnTo>
                <a:lnTo>
                  <a:pt x="259" y="373"/>
                </a:lnTo>
                <a:lnTo>
                  <a:pt x="258" y="373"/>
                </a:lnTo>
                <a:lnTo>
                  <a:pt x="257" y="373"/>
                </a:lnTo>
                <a:lnTo>
                  <a:pt x="257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4" y="372"/>
                </a:lnTo>
                <a:lnTo>
                  <a:pt x="253" y="374"/>
                </a:lnTo>
                <a:lnTo>
                  <a:pt x="253" y="375"/>
                </a:lnTo>
                <a:lnTo>
                  <a:pt x="254" y="375"/>
                </a:lnTo>
                <a:lnTo>
                  <a:pt x="254" y="376"/>
                </a:lnTo>
                <a:lnTo>
                  <a:pt x="255" y="378"/>
                </a:lnTo>
                <a:lnTo>
                  <a:pt x="256" y="378"/>
                </a:lnTo>
                <a:lnTo>
                  <a:pt x="256" y="377"/>
                </a:lnTo>
                <a:lnTo>
                  <a:pt x="257" y="377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3"/>
                </a:lnTo>
                <a:lnTo>
                  <a:pt x="254" y="384"/>
                </a:lnTo>
                <a:lnTo>
                  <a:pt x="254" y="385"/>
                </a:lnTo>
                <a:lnTo>
                  <a:pt x="254" y="384"/>
                </a:lnTo>
                <a:lnTo>
                  <a:pt x="253" y="384"/>
                </a:lnTo>
                <a:lnTo>
                  <a:pt x="253" y="385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7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8" y="385"/>
                </a:lnTo>
                <a:lnTo>
                  <a:pt x="247" y="382"/>
                </a:lnTo>
                <a:lnTo>
                  <a:pt x="245" y="380"/>
                </a:lnTo>
                <a:lnTo>
                  <a:pt x="244" y="379"/>
                </a:lnTo>
                <a:lnTo>
                  <a:pt x="243" y="379"/>
                </a:lnTo>
                <a:lnTo>
                  <a:pt x="242" y="378"/>
                </a:lnTo>
                <a:lnTo>
                  <a:pt x="241" y="378"/>
                </a:lnTo>
                <a:lnTo>
                  <a:pt x="241" y="377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5" y="377"/>
                </a:lnTo>
                <a:lnTo>
                  <a:pt x="236" y="377"/>
                </a:lnTo>
                <a:lnTo>
                  <a:pt x="236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5" y="377"/>
                </a:lnTo>
                <a:lnTo>
                  <a:pt x="234" y="378"/>
                </a:lnTo>
                <a:lnTo>
                  <a:pt x="233" y="379"/>
                </a:lnTo>
                <a:lnTo>
                  <a:pt x="233" y="380"/>
                </a:lnTo>
                <a:lnTo>
                  <a:pt x="233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2" y="382"/>
                </a:lnTo>
                <a:lnTo>
                  <a:pt x="222" y="383"/>
                </a:lnTo>
                <a:lnTo>
                  <a:pt x="221" y="383"/>
                </a:lnTo>
                <a:lnTo>
                  <a:pt x="220" y="384"/>
                </a:lnTo>
                <a:lnTo>
                  <a:pt x="219" y="384"/>
                </a:lnTo>
                <a:lnTo>
                  <a:pt x="218" y="385"/>
                </a:lnTo>
                <a:lnTo>
                  <a:pt x="218" y="386"/>
                </a:lnTo>
                <a:lnTo>
                  <a:pt x="217" y="387"/>
                </a:lnTo>
                <a:lnTo>
                  <a:pt x="216" y="386"/>
                </a:lnTo>
                <a:lnTo>
                  <a:pt x="215" y="386"/>
                </a:lnTo>
                <a:lnTo>
                  <a:pt x="214" y="385"/>
                </a:lnTo>
                <a:lnTo>
                  <a:pt x="214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0"/>
                </a:lnTo>
                <a:lnTo>
                  <a:pt x="213" y="379"/>
                </a:lnTo>
                <a:lnTo>
                  <a:pt x="213" y="378"/>
                </a:lnTo>
                <a:lnTo>
                  <a:pt x="212" y="378"/>
                </a:lnTo>
                <a:lnTo>
                  <a:pt x="212" y="377"/>
                </a:lnTo>
                <a:lnTo>
                  <a:pt x="212" y="376"/>
                </a:lnTo>
                <a:lnTo>
                  <a:pt x="213" y="376"/>
                </a:lnTo>
                <a:lnTo>
                  <a:pt x="214" y="375"/>
                </a:lnTo>
                <a:lnTo>
                  <a:pt x="213" y="375"/>
                </a:lnTo>
                <a:lnTo>
                  <a:pt x="213" y="374"/>
                </a:lnTo>
                <a:lnTo>
                  <a:pt x="212" y="374"/>
                </a:lnTo>
                <a:lnTo>
                  <a:pt x="211" y="376"/>
                </a:lnTo>
                <a:lnTo>
                  <a:pt x="211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80"/>
                </a:lnTo>
                <a:lnTo>
                  <a:pt x="206" y="381"/>
                </a:lnTo>
                <a:lnTo>
                  <a:pt x="206" y="382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2" y="383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0" y="387"/>
                </a:lnTo>
                <a:lnTo>
                  <a:pt x="202" y="389"/>
                </a:lnTo>
                <a:lnTo>
                  <a:pt x="202" y="390"/>
                </a:lnTo>
                <a:lnTo>
                  <a:pt x="201" y="391"/>
                </a:lnTo>
                <a:lnTo>
                  <a:pt x="200" y="392"/>
                </a:lnTo>
                <a:lnTo>
                  <a:pt x="199" y="392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8" y="396"/>
                </a:lnTo>
                <a:lnTo>
                  <a:pt x="197" y="396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89" y="393"/>
                </a:lnTo>
                <a:lnTo>
                  <a:pt x="188" y="393"/>
                </a:lnTo>
                <a:lnTo>
                  <a:pt x="187" y="392"/>
                </a:lnTo>
                <a:lnTo>
                  <a:pt x="187" y="393"/>
                </a:lnTo>
                <a:lnTo>
                  <a:pt x="187" y="394"/>
                </a:lnTo>
                <a:lnTo>
                  <a:pt x="188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8"/>
                </a:lnTo>
                <a:lnTo>
                  <a:pt x="185" y="397"/>
                </a:lnTo>
                <a:lnTo>
                  <a:pt x="186" y="398"/>
                </a:lnTo>
                <a:lnTo>
                  <a:pt x="187" y="399"/>
                </a:lnTo>
                <a:lnTo>
                  <a:pt x="186" y="399"/>
                </a:lnTo>
                <a:lnTo>
                  <a:pt x="185" y="399"/>
                </a:lnTo>
                <a:lnTo>
                  <a:pt x="186" y="400"/>
                </a:lnTo>
                <a:lnTo>
                  <a:pt x="187" y="400"/>
                </a:lnTo>
                <a:lnTo>
                  <a:pt x="187" y="401"/>
                </a:lnTo>
                <a:lnTo>
                  <a:pt x="188" y="401"/>
                </a:lnTo>
                <a:lnTo>
                  <a:pt x="190" y="401"/>
                </a:lnTo>
                <a:lnTo>
                  <a:pt x="191" y="401"/>
                </a:lnTo>
                <a:lnTo>
                  <a:pt x="192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1" y="399"/>
                </a:lnTo>
                <a:lnTo>
                  <a:pt x="201" y="400"/>
                </a:lnTo>
                <a:lnTo>
                  <a:pt x="202" y="400"/>
                </a:lnTo>
                <a:lnTo>
                  <a:pt x="202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1" y="404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200" y="406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5"/>
                </a:lnTo>
                <a:lnTo>
                  <a:pt x="205" y="406"/>
                </a:lnTo>
                <a:lnTo>
                  <a:pt x="206" y="407"/>
                </a:lnTo>
                <a:lnTo>
                  <a:pt x="206" y="408"/>
                </a:lnTo>
                <a:lnTo>
                  <a:pt x="206" y="409"/>
                </a:lnTo>
                <a:lnTo>
                  <a:pt x="207" y="409"/>
                </a:lnTo>
                <a:lnTo>
                  <a:pt x="208" y="410"/>
                </a:lnTo>
                <a:lnTo>
                  <a:pt x="207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3" y="415"/>
                </a:lnTo>
                <a:lnTo>
                  <a:pt x="202" y="416"/>
                </a:lnTo>
                <a:lnTo>
                  <a:pt x="201" y="416"/>
                </a:lnTo>
                <a:lnTo>
                  <a:pt x="201" y="417"/>
                </a:lnTo>
                <a:lnTo>
                  <a:pt x="200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8" y="420"/>
                </a:lnTo>
                <a:lnTo>
                  <a:pt x="197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3"/>
                </a:lnTo>
                <a:lnTo>
                  <a:pt x="194" y="424"/>
                </a:lnTo>
                <a:lnTo>
                  <a:pt x="194" y="425"/>
                </a:lnTo>
                <a:lnTo>
                  <a:pt x="193" y="426"/>
                </a:lnTo>
                <a:lnTo>
                  <a:pt x="192" y="425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2"/>
                </a:lnTo>
                <a:lnTo>
                  <a:pt x="193" y="423"/>
                </a:lnTo>
                <a:lnTo>
                  <a:pt x="192" y="423"/>
                </a:lnTo>
                <a:lnTo>
                  <a:pt x="192" y="422"/>
                </a:lnTo>
                <a:lnTo>
                  <a:pt x="192" y="421"/>
                </a:lnTo>
                <a:lnTo>
                  <a:pt x="191" y="421"/>
                </a:lnTo>
                <a:lnTo>
                  <a:pt x="192" y="421"/>
                </a:lnTo>
                <a:lnTo>
                  <a:pt x="191" y="420"/>
                </a:lnTo>
                <a:lnTo>
                  <a:pt x="191" y="421"/>
                </a:lnTo>
                <a:lnTo>
                  <a:pt x="191" y="422"/>
                </a:lnTo>
                <a:lnTo>
                  <a:pt x="192" y="423"/>
                </a:lnTo>
                <a:lnTo>
                  <a:pt x="192" y="424"/>
                </a:lnTo>
                <a:lnTo>
                  <a:pt x="191" y="424"/>
                </a:lnTo>
                <a:lnTo>
                  <a:pt x="191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1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7"/>
                </a:lnTo>
                <a:lnTo>
                  <a:pt x="187" y="437"/>
                </a:lnTo>
                <a:lnTo>
                  <a:pt x="186" y="438"/>
                </a:lnTo>
                <a:lnTo>
                  <a:pt x="186" y="439"/>
                </a:lnTo>
                <a:lnTo>
                  <a:pt x="185" y="438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80" y="442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8" y="442"/>
                </a:lnTo>
                <a:lnTo>
                  <a:pt x="178" y="443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5"/>
                </a:lnTo>
                <a:lnTo>
                  <a:pt x="175" y="446"/>
                </a:lnTo>
                <a:lnTo>
                  <a:pt x="175" y="447"/>
                </a:lnTo>
                <a:lnTo>
                  <a:pt x="175" y="449"/>
                </a:lnTo>
                <a:lnTo>
                  <a:pt x="175" y="450"/>
                </a:lnTo>
                <a:lnTo>
                  <a:pt x="175" y="451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9"/>
                </a:lnTo>
                <a:lnTo>
                  <a:pt x="173" y="447"/>
                </a:lnTo>
                <a:lnTo>
                  <a:pt x="174" y="446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5" y="444"/>
                </a:lnTo>
                <a:lnTo>
                  <a:pt x="174" y="444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3"/>
                </a:lnTo>
                <a:lnTo>
                  <a:pt x="176" y="442"/>
                </a:lnTo>
                <a:lnTo>
                  <a:pt x="177" y="441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5" y="441"/>
                </a:lnTo>
                <a:lnTo>
                  <a:pt x="174" y="440"/>
                </a:lnTo>
                <a:lnTo>
                  <a:pt x="174" y="439"/>
                </a:lnTo>
                <a:lnTo>
                  <a:pt x="174" y="438"/>
                </a:lnTo>
                <a:lnTo>
                  <a:pt x="175" y="438"/>
                </a:lnTo>
                <a:lnTo>
                  <a:pt x="175" y="437"/>
                </a:lnTo>
                <a:lnTo>
                  <a:pt x="175" y="438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1" y="439"/>
                </a:lnTo>
                <a:lnTo>
                  <a:pt x="170" y="439"/>
                </a:lnTo>
                <a:lnTo>
                  <a:pt x="170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8"/>
                </a:lnTo>
                <a:lnTo>
                  <a:pt x="170" y="438"/>
                </a:lnTo>
                <a:lnTo>
                  <a:pt x="170" y="439"/>
                </a:lnTo>
                <a:lnTo>
                  <a:pt x="169" y="440"/>
                </a:lnTo>
                <a:lnTo>
                  <a:pt x="168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9" y="445"/>
                </a:lnTo>
                <a:lnTo>
                  <a:pt x="168" y="445"/>
                </a:lnTo>
                <a:lnTo>
                  <a:pt x="169" y="446"/>
                </a:lnTo>
                <a:lnTo>
                  <a:pt x="169" y="447"/>
                </a:lnTo>
                <a:lnTo>
                  <a:pt x="168" y="447"/>
                </a:lnTo>
                <a:lnTo>
                  <a:pt x="167" y="447"/>
                </a:lnTo>
                <a:lnTo>
                  <a:pt x="167" y="449"/>
                </a:lnTo>
                <a:lnTo>
                  <a:pt x="166" y="450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3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0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7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2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50" y="453"/>
                </a:lnTo>
                <a:lnTo>
                  <a:pt x="149" y="454"/>
                </a:lnTo>
                <a:lnTo>
                  <a:pt x="150" y="455"/>
                </a:lnTo>
                <a:lnTo>
                  <a:pt x="151" y="456"/>
                </a:lnTo>
                <a:lnTo>
                  <a:pt x="151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8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4" y="470"/>
                </a:lnTo>
                <a:lnTo>
                  <a:pt x="152" y="470"/>
                </a:lnTo>
                <a:lnTo>
                  <a:pt x="152" y="471"/>
                </a:lnTo>
                <a:lnTo>
                  <a:pt x="152" y="472"/>
                </a:lnTo>
                <a:lnTo>
                  <a:pt x="151" y="472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4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7"/>
                </a:lnTo>
                <a:lnTo>
                  <a:pt x="139" y="486"/>
                </a:lnTo>
                <a:lnTo>
                  <a:pt x="139" y="485"/>
                </a:lnTo>
                <a:lnTo>
                  <a:pt x="138" y="485"/>
                </a:lnTo>
                <a:lnTo>
                  <a:pt x="137" y="485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9" y="476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8"/>
                </a:lnTo>
                <a:lnTo>
                  <a:pt x="129" y="479"/>
                </a:lnTo>
                <a:lnTo>
                  <a:pt x="131" y="480"/>
                </a:lnTo>
                <a:lnTo>
                  <a:pt x="129" y="480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6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7"/>
                </a:lnTo>
                <a:lnTo>
                  <a:pt x="103" y="456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0" y="456"/>
                </a:lnTo>
                <a:lnTo>
                  <a:pt x="101" y="455"/>
                </a:lnTo>
                <a:lnTo>
                  <a:pt x="101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2" y="447"/>
                </a:lnTo>
                <a:lnTo>
                  <a:pt x="102" y="445"/>
                </a:lnTo>
                <a:lnTo>
                  <a:pt x="102" y="444"/>
                </a:lnTo>
                <a:lnTo>
                  <a:pt x="101" y="444"/>
                </a:lnTo>
                <a:lnTo>
                  <a:pt x="102" y="442"/>
                </a:lnTo>
                <a:lnTo>
                  <a:pt x="102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41"/>
                </a:lnTo>
                <a:lnTo>
                  <a:pt x="100" y="440"/>
                </a:lnTo>
                <a:lnTo>
                  <a:pt x="100" y="439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2"/>
                </a:lnTo>
                <a:lnTo>
                  <a:pt x="98" y="431"/>
                </a:lnTo>
                <a:lnTo>
                  <a:pt x="97" y="431"/>
                </a:lnTo>
                <a:lnTo>
                  <a:pt x="97" y="430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99" y="427"/>
                </a:lnTo>
                <a:lnTo>
                  <a:pt x="100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9" y="417"/>
                </a:lnTo>
                <a:lnTo>
                  <a:pt x="98" y="416"/>
                </a:lnTo>
                <a:lnTo>
                  <a:pt x="98" y="415"/>
                </a:lnTo>
                <a:lnTo>
                  <a:pt x="99" y="415"/>
                </a:lnTo>
                <a:lnTo>
                  <a:pt x="98" y="415"/>
                </a:lnTo>
                <a:lnTo>
                  <a:pt x="98" y="414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8"/>
                </a:lnTo>
                <a:lnTo>
                  <a:pt x="90" y="397"/>
                </a:lnTo>
                <a:lnTo>
                  <a:pt x="89" y="396"/>
                </a:lnTo>
                <a:lnTo>
                  <a:pt x="90" y="395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1"/>
                </a:lnTo>
                <a:lnTo>
                  <a:pt x="89" y="390"/>
                </a:lnTo>
                <a:lnTo>
                  <a:pt x="88" y="391"/>
                </a:lnTo>
                <a:lnTo>
                  <a:pt x="87" y="392"/>
                </a:lnTo>
                <a:lnTo>
                  <a:pt x="87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5"/>
                </a:lnTo>
                <a:lnTo>
                  <a:pt x="67" y="376"/>
                </a:lnTo>
                <a:lnTo>
                  <a:pt x="66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79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2" y="379"/>
                </a:lnTo>
                <a:lnTo>
                  <a:pt x="61" y="379"/>
                </a:lnTo>
                <a:lnTo>
                  <a:pt x="61" y="378"/>
                </a:lnTo>
                <a:lnTo>
                  <a:pt x="60" y="378"/>
                </a:lnTo>
                <a:lnTo>
                  <a:pt x="59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9" y="360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6"/>
                </a:lnTo>
                <a:lnTo>
                  <a:pt x="51" y="355"/>
                </a:lnTo>
                <a:lnTo>
                  <a:pt x="52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3"/>
                </a:lnTo>
                <a:lnTo>
                  <a:pt x="49" y="352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1"/>
                </a:lnTo>
                <a:lnTo>
                  <a:pt x="48" y="352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4"/>
                </a:lnTo>
                <a:lnTo>
                  <a:pt x="46" y="355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7" y="360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6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4" y="355"/>
                </a:lnTo>
                <a:lnTo>
                  <a:pt x="33" y="354"/>
                </a:lnTo>
                <a:lnTo>
                  <a:pt x="32" y="354"/>
                </a:lnTo>
                <a:lnTo>
                  <a:pt x="32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3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2" y="354"/>
                </a:lnTo>
                <a:lnTo>
                  <a:pt x="21" y="354"/>
                </a:lnTo>
                <a:lnTo>
                  <a:pt x="20" y="354"/>
                </a:lnTo>
                <a:lnTo>
                  <a:pt x="20" y="353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8" y="350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6"/>
                </a:lnTo>
                <a:lnTo>
                  <a:pt x="5" y="345"/>
                </a:lnTo>
                <a:lnTo>
                  <a:pt x="4" y="345"/>
                </a:lnTo>
                <a:lnTo>
                  <a:pt x="4" y="344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7" y="342"/>
                </a:lnTo>
                <a:lnTo>
                  <a:pt x="6" y="342"/>
                </a:lnTo>
                <a:lnTo>
                  <a:pt x="6" y="341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6" y="330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4" y="328"/>
                </a:lnTo>
                <a:lnTo>
                  <a:pt x="3" y="328"/>
                </a:lnTo>
                <a:lnTo>
                  <a:pt x="3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4" y="325"/>
                </a:lnTo>
                <a:lnTo>
                  <a:pt x="4" y="324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2" y="323"/>
                </a:lnTo>
                <a:lnTo>
                  <a:pt x="1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6"/>
                </a:lnTo>
                <a:lnTo>
                  <a:pt x="3" y="316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10"/>
                </a:lnTo>
                <a:lnTo>
                  <a:pt x="12" y="309"/>
                </a:lnTo>
                <a:lnTo>
                  <a:pt x="12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7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1" y="267"/>
                </a:lnTo>
                <a:lnTo>
                  <a:pt x="22" y="268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4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4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6"/>
                </a:lnTo>
                <a:lnTo>
                  <a:pt x="37" y="247"/>
                </a:lnTo>
                <a:lnTo>
                  <a:pt x="37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20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7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2" y="168"/>
                </a:lnTo>
                <a:lnTo>
                  <a:pt x="61" y="167"/>
                </a:lnTo>
                <a:lnTo>
                  <a:pt x="61" y="166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2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7" y="109"/>
                </a:lnTo>
                <a:lnTo>
                  <a:pt x="118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3"/>
                </a:lnTo>
                <a:lnTo>
                  <a:pt x="105" y="72"/>
                </a:lnTo>
                <a:lnTo>
                  <a:pt x="106" y="72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5" y="70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29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2" y="45"/>
                </a:lnTo>
                <a:lnTo>
                  <a:pt x="133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4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40"/>
                </a:lnTo>
                <a:lnTo>
                  <a:pt x="145" y="39"/>
                </a:lnTo>
                <a:lnTo>
                  <a:pt x="146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5" y="38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2" y="47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40"/>
                </a:lnTo>
                <a:lnTo>
                  <a:pt x="180" y="39"/>
                </a:lnTo>
                <a:lnTo>
                  <a:pt x="181" y="39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3" y="39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8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9" y="35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4" y="35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6"/>
                </a:lnTo>
                <a:lnTo>
                  <a:pt x="203" y="35"/>
                </a:lnTo>
                <a:lnTo>
                  <a:pt x="204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5" y="30"/>
                </a:lnTo>
                <a:lnTo>
                  <a:pt x="205" y="31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0" y="23"/>
                </a:lnTo>
                <a:lnTo>
                  <a:pt x="220" y="24"/>
                </a:lnTo>
                <a:lnTo>
                  <a:pt x="221" y="24"/>
                </a:lnTo>
                <a:lnTo>
                  <a:pt x="221" y="23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39" y="8"/>
                </a:lnTo>
                <a:lnTo>
                  <a:pt x="240" y="8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609800" y="196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6"/>
                </a:move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615200" y="1957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61232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61628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63320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626720" y="1901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35360" y="1887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3212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41468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0"/>
                </a:move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8" y="4"/>
                </a:lnTo>
                <a:lnTo>
                  <a:pt x="288" y="5"/>
                </a:lnTo>
                <a:lnTo>
                  <a:pt x="289" y="5"/>
                </a:lnTo>
                <a:lnTo>
                  <a:pt x="289" y="6"/>
                </a:lnTo>
                <a:lnTo>
                  <a:pt x="289" y="7"/>
                </a:lnTo>
                <a:lnTo>
                  <a:pt x="290" y="7"/>
                </a:lnTo>
                <a:lnTo>
                  <a:pt x="290" y="8"/>
                </a:lnTo>
                <a:lnTo>
                  <a:pt x="291" y="8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2" y="8"/>
                </a:lnTo>
                <a:lnTo>
                  <a:pt x="293" y="8"/>
                </a:lnTo>
                <a:lnTo>
                  <a:pt x="293" y="9"/>
                </a:lnTo>
                <a:lnTo>
                  <a:pt x="292" y="9"/>
                </a:lnTo>
                <a:lnTo>
                  <a:pt x="292" y="10"/>
                </a:lnTo>
                <a:lnTo>
                  <a:pt x="292" y="11"/>
                </a:lnTo>
                <a:lnTo>
                  <a:pt x="293" y="12"/>
                </a:lnTo>
                <a:lnTo>
                  <a:pt x="293" y="11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0"/>
                </a:lnTo>
                <a:lnTo>
                  <a:pt x="296" y="9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7" y="19"/>
                </a:lnTo>
                <a:lnTo>
                  <a:pt x="297" y="20"/>
                </a:lnTo>
                <a:lnTo>
                  <a:pt x="296" y="20"/>
                </a:lnTo>
                <a:lnTo>
                  <a:pt x="295" y="21"/>
                </a:lnTo>
                <a:lnTo>
                  <a:pt x="295" y="22"/>
                </a:lnTo>
                <a:lnTo>
                  <a:pt x="294" y="23"/>
                </a:lnTo>
                <a:lnTo>
                  <a:pt x="293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6"/>
                </a:lnTo>
                <a:lnTo>
                  <a:pt x="291" y="26"/>
                </a:lnTo>
                <a:lnTo>
                  <a:pt x="291" y="27"/>
                </a:lnTo>
                <a:lnTo>
                  <a:pt x="290" y="27"/>
                </a:lnTo>
                <a:lnTo>
                  <a:pt x="290" y="28"/>
                </a:lnTo>
                <a:lnTo>
                  <a:pt x="289" y="28"/>
                </a:lnTo>
                <a:lnTo>
                  <a:pt x="289" y="29"/>
                </a:lnTo>
                <a:lnTo>
                  <a:pt x="288" y="29"/>
                </a:lnTo>
                <a:lnTo>
                  <a:pt x="288" y="28"/>
                </a:lnTo>
                <a:lnTo>
                  <a:pt x="287" y="28"/>
                </a:lnTo>
                <a:lnTo>
                  <a:pt x="287" y="27"/>
                </a:lnTo>
                <a:lnTo>
                  <a:pt x="286" y="28"/>
                </a:lnTo>
                <a:lnTo>
                  <a:pt x="285" y="28"/>
                </a:lnTo>
                <a:lnTo>
                  <a:pt x="285" y="29"/>
                </a:lnTo>
                <a:lnTo>
                  <a:pt x="284" y="30"/>
                </a:lnTo>
                <a:lnTo>
                  <a:pt x="284" y="31"/>
                </a:lnTo>
                <a:lnTo>
                  <a:pt x="283" y="31"/>
                </a:lnTo>
                <a:lnTo>
                  <a:pt x="282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0" y="34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8" y="37"/>
                </a:lnTo>
                <a:lnTo>
                  <a:pt x="278" y="38"/>
                </a:lnTo>
                <a:lnTo>
                  <a:pt x="277" y="38"/>
                </a:lnTo>
                <a:lnTo>
                  <a:pt x="276" y="38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79" y="41"/>
                </a:lnTo>
                <a:lnTo>
                  <a:pt x="278" y="41"/>
                </a:lnTo>
                <a:lnTo>
                  <a:pt x="278" y="42"/>
                </a:lnTo>
                <a:lnTo>
                  <a:pt x="277" y="42"/>
                </a:lnTo>
                <a:lnTo>
                  <a:pt x="277" y="44"/>
                </a:lnTo>
                <a:lnTo>
                  <a:pt x="277" y="45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3" y="51"/>
                </a:lnTo>
                <a:lnTo>
                  <a:pt x="283" y="52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4" y="49"/>
                </a:lnTo>
                <a:lnTo>
                  <a:pt x="285" y="49"/>
                </a:lnTo>
                <a:lnTo>
                  <a:pt x="286" y="49"/>
                </a:lnTo>
                <a:lnTo>
                  <a:pt x="287" y="49"/>
                </a:lnTo>
                <a:lnTo>
                  <a:pt x="286" y="48"/>
                </a:lnTo>
                <a:lnTo>
                  <a:pt x="287" y="48"/>
                </a:lnTo>
                <a:lnTo>
                  <a:pt x="287" y="49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8" y="50"/>
                </a:lnTo>
                <a:lnTo>
                  <a:pt x="288" y="51"/>
                </a:lnTo>
                <a:lnTo>
                  <a:pt x="289" y="52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1"/>
                </a:lnTo>
                <a:lnTo>
                  <a:pt x="294" y="50"/>
                </a:lnTo>
                <a:lnTo>
                  <a:pt x="295" y="49"/>
                </a:lnTo>
                <a:lnTo>
                  <a:pt x="295" y="48"/>
                </a:lnTo>
                <a:lnTo>
                  <a:pt x="296" y="48"/>
                </a:lnTo>
                <a:lnTo>
                  <a:pt x="297" y="47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302" y="43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6" y="42"/>
                </a:lnTo>
                <a:lnTo>
                  <a:pt x="307" y="41"/>
                </a:lnTo>
                <a:lnTo>
                  <a:pt x="307" y="40"/>
                </a:lnTo>
                <a:lnTo>
                  <a:pt x="308" y="40"/>
                </a:lnTo>
                <a:lnTo>
                  <a:pt x="309" y="40"/>
                </a:lnTo>
                <a:lnTo>
                  <a:pt x="310" y="39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3" y="39"/>
                </a:lnTo>
                <a:lnTo>
                  <a:pt x="314" y="39"/>
                </a:lnTo>
                <a:lnTo>
                  <a:pt x="314" y="38"/>
                </a:lnTo>
                <a:lnTo>
                  <a:pt x="316" y="38"/>
                </a:lnTo>
                <a:lnTo>
                  <a:pt x="317" y="37"/>
                </a:lnTo>
                <a:lnTo>
                  <a:pt x="318" y="38"/>
                </a:lnTo>
                <a:lnTo>
                  <a:pt x="318" y="37"/>
                </a:lnTo>
                <a:lnTo>
                  <a:pt x="319" y="36"/>
                </a:lnTo>
                <a:lnTo>
                  <a:pt x="318" y="35"/>
                </a:lnTo>
                <a:lnTo>
                  <a:pt x="318" y="34"/>
                </a:lnTo>
                <a:lnTo>
                  <a:pt x="317" y="33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19" y="31"/>
                </a:lnTo>
                <a:lnTo>
                  <a:pt x="320" y="31"/>
                </a:lnTo>
                <a:lnTo>
                  <a:pt x="320" y="30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7" y="27"/>
                </a:lnTo>
                <a:lnTo>
                  <a:pt x="316" y="26"/>
                </a:lnTo>
                <a:lnTo>
                  <a:pt x="315" y="26"/>
                </a:lnTo>
                <a:lnTo>
                  <a:pt x="315" y="25"/>
                </a:lnTo>
                <a:lnTo>
                  <a:pt x="314" y="25"/>
                </a:lnTo>
                <a:lnTo>
                  <a:pt x="315" y="24"/>
                </a:lnTo>
                <a:lnTo>
                  <a:pt x="316" y="24"/>
                </a:lnTo>
                <a:lnTo>
                  <a:pt x="317" y="23"/>
                </a:lnTo>
                <a:lnTo>
                  <a:pt x="317" y="22"/>
                </a:lnTo>
                <a:lnTo>
                  <a:pt x="318" y="22"/>
                </a:lnTo>
                <a:lnTo>
                  <a:pt x="319" y="22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19"/>
                </a:lnTo>
                <a:lnTo>
                  <a:pt x="319" y="18"/>
                </a:lnTo>
                <a:lnTo>
                  <a:pt x="320" y="18"/>
                </a:lnTo>
                <a:lnTo>
                  <a:pt x="320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4" y="15"/>
                </a:lnTo>
                <a:lnTo>
                  <a:pt x="325" y="15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8" y="16"/>
                </a:lnTo>
                <a:lnTo>
                  <a:pt x="329" y="16"/>
                </a:lnTo>
                <a:lnTo>
                  <a:pt x="330" y="16"/>
                </a:lnTo>
                <a:lnTo>
                  <a:pt x="331" y="16"/>
                </a:lnTo>
                <a:lnTo>
                  <a:pt x="331" y="17"/>
                </a:lnTo>
                <a:lnTo>
                  <a:pt x="331" y="18"/>
                </a:lnTo>
                <a:lnTo>
                  <a:pt x="332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20"/>
                </a:lnTo>
                <a:lnTo>
                  <a:pt x="331" y="22"/>
                </a:lnTo>
                <a:lnTo>
                  <a:pt x="330" y="22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1" y="25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5" y="25"/>
                </a:lnTo>
                <a:lnTo>
                  <a:pt x="335" y="26"/>
                </a:lnTo>
                <a:lnTo>
                  <a:pt x="335" y="25"/>
                </a:lnTo>
                <a:lnTo>
                  <a:pt x="336" y="25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39" y="22"/>
                </a:lnTo>
                <a:lnTo>
                  <a:pt x="340" y="22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4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7" y="24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7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49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1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4" y="41"/>
                </a:lnTo>
                <a:lnTo>
                  <a:pt x="355" y="41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0" y="52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3"/>
                </a:lnTo>
                <a:lnTo>
                  <a:pt x="377" y="52"/>
                </a:lnTo>
                <a:lnTo>
                  <a:pt x="377" y="53"/>
                </a:lnTo>
                <a:lnTo>
                  <a:pt x="378" y="53"/>
                </a:lnTo>
                <a:lnTo>
                  <a:pt x="378" y="52"/>
                </a:lnTo>
                <a:lnTo>
                  <a:pt x="379" y="51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1" y="51"/>
                </a:lnTo>
                <a:lnTo>
                  <a:pt x="382" y="51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2"/>
                </a:lnTo>
                <a:lnTo>
                  <a:pt x="397" y="52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7"/>
                </a:lnTo>
                <a:lnTo>
                  <a:pt x="411" y="57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6" y="69"/>
                </a:lnTo>
                <a:lnTo>
                  <a:pt x="417" y="69"/>
                </a:lnTo>
                <a:lnTo>
                  <a:pt x="416" y="69"/>
                </a:lnTo>
                <a:lnTo>
                  <a:pt x="416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7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5" y="76"/>
                </a:lnTo>
                <a:lnTo>
                  <a:pt x="416" y="76"/>
                </a:lnTo>
                <a:lnTo>
                  <a:pt x="415" y="77"/>
                </a:lnTo>
                <a:lnTo>
                  <a:pt x="414" y="77"/>
                </a:lnTo>
                <a:lnTo>
                  <a:pt x="414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80"/>
                </a:lnTo>
                <a:lnTo>
                  <a:pt x="414" y="81"/>
                </a:lnTo>
                <a:lnTo>
                  <a:pt x="413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3" y="87"/>
                </a:lnTo>
                <a:lnTo>
                  <a:pt x="403" y="88"/>
                </a:lnTo>
                <a:lnTo>
                  <a:pt x="403" y="89"/>
                </a:lnTo>
                <a:lnTo>
                  <a:pt x="402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2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5" y="106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8" y="110"/>
                </a:lnTo>
                <a:lnTo>
                  <a:pt x="408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10" y="109"/>
                </a:lnTo>
                <a:lnTo>
                  <a:pt x="410" y="108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0" y="110"/>
                </a:lnTo>
                <a:lnTo>
                  <a:pt x="411" y="111"/>
                </a:lnTo>
                <a:lnTo>
                  <a:pt x="412" y="112"/>
                </a:lnTo>
                <a:lnTo>
                  <a:pt x="412" y="111"/>
                </a:lnTo>
                <a:lnTo>
                  <a:pt x="413" y="111"/>
                </a:lnTo>
                <a:lnTo>
                  <a:pt x="414" y="111"/>
                </a:lnTo>
                <a:lnTo>
                  <a:pt x="415" y="112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7" y="119"/>
                </a:lnTo>
                <a:lnTo>
                  <a:pt x="418" y="119"/>
                </a:lnTo>
                <a:lnTo>
                  <a:pt x="419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3" y="132"/>
                </a:lnTo>
                <a:lnTo>
                  <a:pt x="433" y="133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5" y="137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5" y="140"/>
                </a:lnTo>
                <a:lnTo>
                  <a:pt x="436" y="141"/>
                </a:lnTo>
                <a:lnTo>
                  <a:pt x="437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7" y="146"/>
                </a:lnTo>
                <a:lnTo>
                  <a:pt x="438" y="148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6" y="151"/>
                </a:lnTo>
                <a:lnTo>
                  <a:pt x="437" y="151"/>
                </a:lnTo>
                <a:lnTo>
                  <a:pt x="437" y="152"/>
                </a:lnTo>
                <a:lnTo>
                  <a:pt x="437" y="153"/>
                </a:lnTo>
                <a:lnTo>
                  <a:pt x="436" y="153"/>
                </a:lnTo>
                <a:lnTo>
                  <a:pt x="436" y="154"/>
                </a:lnTo>
                <a:lnTo>
                  <a:pt x="436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7" y="158"/>
                </a:lnTo>
                <a:lnTo>
                  <a:pt x="437" y="157"/>
                </a:lnTo>
                <a:lnTo>
                  <a:pt x="437" y="158"/>
                </a:lnTo>
                <a:lnTo>
                  <a:pt x="438" y="159"/>
                </a:lnTo>
                <a:lnTo>
                  <a:pt x="439" y="159"/>
                </a:lnTo>
                <a:lnTo>
                  <a:pt x="439" y="160"/>
                </a:lnTo>
                <a:lnTo>
                  <a:pt x="438" y="160"/>
                </a:lnTo>
                <a:lnTo>
                  <a:pt x="438" y="161"/>
                </a:lnTo>
                <a:lnTo>
                  <a:pt x="437" y="161"/>
                </a:lnTo>
                <a:lnTo>
                  <a:pt x="436" y="161"/>
                </a:lnTo>
                <a:lnTo>
                  <a:pt x="437" y="161"/>
                </a:lnTo>
                <a:lnTo>
                  <a:pt x="438" y="162"/>
                </a:lnTo>
                <a:lnTo>
                  <a:pt x="438" y="161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1" y="165"/>
                </a:lnTo>
                <a:lnTo>
                  <a:pt x="441" y="166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0" y="168"/>
                </a:lnTo>
                <a:lnTo>
                  <a:pt x="441" y="168"/>
                </a:lnTo>
                <a:lnTo>
                  <a:pt x="440" y="168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2" y="178"/>
                </a:lnTo>
                <a:lnTo>
                  <a:pt x="441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1" y="180"/>
                </a:lnTo>
                <a:lnTo>
                  <a:pt x="442" y="180"/>
                </a:lnTo>
                <a:lnTo>
                  <a:pt x="441" y="180"/>
                </a:lnTo>
                <a:lnTo>
                  <a:pt x="441" y="181"/>
                </a:lnTo>
                <a:lnTo>
                  <a:pt x="440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3"/>
                </a:lnTo>
                <a:lnTo>
                  <a:pt x="435" y="184"/>
                </a:lnTo>
                <a:lnTo>
                  <a:pt x="434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0" y="187"/>
                </a:lnTo>
                <a:lnTo>
                  <a:pt x="430" y="188"/>
                </a:lnTo>
                <a:lnTo>
                  <a:pt x="429" y="188"/>
                </a:lnTo>
                <a:lnTo>
                  <a:pt x="428" y="188"/>
                </a:lnTo>
                <a:lnTo>
                  <a:pt x="428" y="189"/>
                </a:lnTo>
                <a:lnTo>
                  <a:pt x="427" y="189"/>
                </a:lnTo>
                <a:lnTo>
                  <a:pt x="428" y="190"/>
                </a:lnTo>
                <a:lnTo>
                  <a:pt x="429" y="191"/>
                </a:lnTo>
                <a:lnTo>
                  <a:pt x="429" y="192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6"/>
                </a:lnTo>
                <a:lnTo>
                  <a:pt x="431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1" y="199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3"/>
                </a:lnTo>
                <a:lnTo>
                  <a:pt x="426" y="204"/>
                </a:lnTo>
                <a:lnTo>
                  <a:pt x="425" y="204"/>
                </a:lnTo>
                <a:lnTo>
                  <a:pt x="425" y="203"/>
                </a:lnTo>
                <a:lnTo>
                  <a:pt x="425" y="204"/>
                </a:lnTo>
                <a:lnTo>
                  <a:pt x="424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2" y="204"/>
                </a:lnTo>
                <a:lnTo>
                  <a:pt x="422" y="205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6"/>
                </a:lnTo>
                <a:lnTo>
                  <a:pt x="411" y="207"/>
                </a:lnTo>
                <a:lnTo>
                  <a:pt x="410" y="207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0" y="211"/>
                </a:lnTo>
                <a:lnTo>
                  <a:pt x="409" y="211"/>
                </a:lnTo>
                <a:lnTo>
                  <a:pt x="409" y="210"/>
                </a:lnTo>
                <a:lnTo>
                  <a:pt x="408" y="211"/>
                </a:lnTo>
                <a:lnTo>
                  <a:pt x="407" y="212"/>
                </a:lnTo>
                <a:lnTo>
                  <a:pt x="407" y="213"/>
                </a:lnTo>
                <a:lnTo>
                  <a:pt x="407" y="214"/>
                </a:lnTo>
                <a:lnTo>
                  <a:pt x="408" y="215"/>
                </a:lnTo>
                <a:lnTo>
                  <a:pt x="407" y="215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6" y="215"/>
                </a:lnTo>
                <a:lnTo>
                  <a:pt x="405" y="215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7" y="215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5"/>
                </a:lnTo>
                <a:lnTo>
                  <a:pt x="392" y="216"/>
                </a:lnTo>
                <a:lnTo>
                  <a:pt x="391" y="217"/>
                </a:lnTo>
                <a:lnTo>
                  <a:pt x="390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8" y="218"/>
                </a:lnTo>
                <a:lnTo>
                  <a:pt x="387" y="218"/>
                </a:lnTo>
                <a:lnTo>
                  <a:pt x="387" y="219"/>
                </a:lnTo>
                <a:lnTo>
                  <a:pt x="387" y="218"/>
                </a:lnTo>
                <a:lnTo>
                  <a:pt x="386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19"/>
                </a:lnTo>
                <a:lnTo>
                  <a:pt x="384" y="220"/>
                </a:lnTo>
                <a:lnTo>
                  <a:pt x="383" y="220"/>
                </a:lnTo>
                <a:lnTo>
                  <a:pt x="382" y="220"/>
                </a:lnTo>
                <a:lnTo>
                  <a:pt x="382" y="221"/>
                </a:lnTo>
                <a:lnTo>
                  <a:pt x="381" y="221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80" y="226"/>
                </a:lnTo>
                <a:lnTo>
                  <a:pt x="380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29"/>
                </a:lnTo>
                <a:lnTo>
                  <a:pt x="377" y="229"/>
                </a:lnTo>
                <a:lnTo>
                  <a:pt x="377" y="230"/>
                </a:lnTo>
                <a:lnTo>
                  <a:pt x="377" y="231"/>
                </a:lnTo>
                <a:lnTo>
                  <a:pt x="376" y="232"/>
                </a:lnTo>
                <a:lnTo>
                  <a:pt x="375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3" y="225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7"/>
                </a:lnTo>
                <a:lnTo>
                  <a:pt x="361" y="218"/>
                </a:lnTo>
                <a:lnTo>
                  <a:pt x="360" y="218"/>
                </a:lnTo>
                <a:lnTo>
                  <a:pt x="360" y="219"/>
                </a:lnTo>
                <a:lnTo>
                  <a:pt x="360" y="218"/>
                </a:lnTo>
                <a:lnTo>
                  <a:pt x="359" y="218"/>
                </a:lnTo>
                <a:lnTo>
                  <a:pt x="359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5" y="214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2" y="218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6" y="222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3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7" y="223"/>
                </a:lnTo>
                <a:lnTo>
                  <a:pt x="337" y="224"/>
                </a:lnTo>
                <a:lnTo>
                  <a:pt x="337" y="225"/>
                </a:lnTo>
                <a:lnTo>
                  <a:pt x="336" y="225"/>
                </a:lnTo>
                <a:lnTo>
                  <a:pt x="333" y="225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8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7" y="235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3" y="236"/>
                </a:lnTo>
                <a:lnTo>
                  <a:pt x="333" y="237"/>
                </a:lnTo>
                <a:lnTo>
                  <a:pt x="333" y="238"/>
                </a:lnTo>
                <a:lnTo>
                  <a:pt x="332" y="238"/>
                </a:lnTo>
                <a:lnTo>
                  <a:pt x="332" y="239"/>
                </a:lnTo>
                <a:lnTo>
                  <a:pt x="332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7" y="241"/>
                </a:lnTo>
                <a:lnTo>
                  <a:pt x="326" y="242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5" y="244"/>
                </a:lnTo>
                <a:lnTo>
                  <a:pt x="324" y="245"/>
                </a:lnTo>
                <a:lnTo>
                  <a:pt x="323" y="245"/>
                </a:lnTo>
                <a:lnTo>
                  <a:pt x="322" y="244"/>
                </a:lnTo>
                <a:lnTo>
                  <a:pt x="321" y="244"/>
                </a:lnTo>
                <a:lnTo>
                  <a:pt x="320" y="244"/>
                </a:lnTo>
                <a:lnTo>
                  <a:pt x="319" y="243"/>
                </a:lnTo>
                <a:lnTo>
                  <a:pt x="318" y="243"/>
                </a:lnTo>
                <a:lnTo>
                  <a:pt x="318" y="244"/>
                </a:lnTo>
                <a:lnTo>
                  <a:pt x="318" y="245"/>
                </a:lnTo>
                <a:lnTo>
                  <a:pt x="317" y="245"/>
                </a:lnTo>
                <a:lnTo>
                  <a:pt x="317" y="246"/>
                </a:lnTo>
                <a:lnTo>
                  <a:pt x="317" y="247"/>
                </a:lnTo>
                <a:lnTo>
                  <a:pt x="318" y="248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6" y="250"/>
                </a:lnTo>
                <a:lnTo>
                  <a:pt x="315" y="249"/>
                </a:lnTo>
                <a:lnTo>
                  <a:pt x="315" y="248"/>
                </a:lnTo>
                <a:lnTo>
                  <a:pt x="314" y="247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1" y="246"/>
                </a:lnTo>
                <a:lnTo>
                  <a:pt x="310" y="247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09" y="250"/>
                </a:lnTo>
                <a:lnTo>
                  <a:pt x="309" y="249"/>
                </a:lnTo>
                <a:lnTo>
                  <a:pt x="308" y="250"/>
                </a:lnTo>
                <a:lnTo>
                  <a:pt x="308" y="251"/>
                </a:lnTo>
                <a:lnTo>
                  <a:pt x="309" y="251"/>
                </a:lnTo>
                <a:lnTo>
                  <a:pt x="309" y="252"/>
                </a:lnTo>
                <a:lnTo>
                  <a:pt x="310" y="252"/>
                </a:lnTo>
                <a:lnTo>
                  <a:pt x="309" y="252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11" y="258"/>
                </a:lnTo>
                <a:lnTo>
                  <a:pt x="312" y="258"/>
                </a:lnTo>
                <a:lnTo>
                  <a:pt x="313" y="258"/>
                </a:lnTo>
                <a:lnTo>
                  <a:pt x="313" y="259"/>
                </a:lnTo>
                <a:lnTo>
                  <a:pt x="314" y="258"/>
                </a:lnTo>
                <a:lnTo>
                  <a:pt x="315" y="257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8" y="265"/>
                </a:lnTo>
                <a:lnTo>
                  <a:pt x="318" y="266"/>
                </a:lnTo>
                <a:lnTo>
                  <a:pt x="318" y="267"/>
                </a:lnTo>
                <a:lnTo>
                  <a:pt x="318" y="268"/>
                </a:lnTo>
                <a:lnTo>
                  <a:pt x="319" y="268"/>
                </a:lnTo>
                <a:lnTo>
                  <a:pt x="319" y="269"/>
                </a:lnTo>
                <a:lnTo>
                  <a:pt x="319" y="270"/>
                </a:lnTo>
                <a:lnTo>
                  <a:pt x="320" y="270"/>
                </a:lnTo>
                <a:lnTo>
                  <a:pt x="320" y="271"/>
                </a:lnTo>
                <a:lnTo>
                  <a:pt x="320" y="272"/>
                </a:lnTo>
                <a:lnTo>
                  <a:pt x="319" y="273"/>
                </a:lnTo>
                <a:lnTo>
                  <a:pt x="318" y="274"/>
                </a:lnTo>
                <a:lnTo>
                  <a:pt x="317" y="274"/>
                </a:lnTo>
                <a:lnTo>
                  <a:pt x="318" y="275"/>
                </a:lnTo>
                <a:lnTo>
                  <a:pt x="317" y="275"/>
                </a:lnTo>
                <a:lnTo>
                  <a:pt x="317" y="276"/>
                </a:lnTo>
                <a:lnTo>
                  <a:pt x="317" y="277"/>
                </a:lnTo>
                <a:lnTo>
                  <a:pt x="317" y="279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1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2" y="287"/>
                </a:lnTo>
                <a:lnTo>
                  <a:pt x="322" y="288"/>
                </a:lnTo>
                <a:lnTo>
                  <a:pt x="322" y="289"/>
                </a:lnTo>
                <a:lnTo>
                  <a:pt x="321" y="289"/>
                </a:lnTo>
                <a:lnTo>
                  <a:pt x="321" y="290"/>
                </a:lnTo>
                <a:lnTo>
                  <a:pt x="320" y="291"/>
                </a:lnTo>
                <a:lnTo>
                  <a:pt x="319" y="292"/>
                </a:lnTo>
                <a:lnTo>
                  <a:pt x="319" y="293"/>
                </a:lnTo>
                <a:lnTo>
                  <a:pt x="318" y="293"/>
                </a:lnTo>
                <a:lnTo>
                  <a:pt x="317" y="293"/>
                </a:lnTo>
                <a:lnTo>
                  <a:pt x="316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6"/>
                </a:lnTo>
                <a:lnTo>
                  <a:pt x="314" y="296"/>
                </a:lnTo>
                <a:lnTo>
                  <a:pt x="314" y="297"/>
                </a:lnTo>
                <a:lnTo>
                  <a:pt x="313" y="297"/>
                </a:lnTo>
                <a:lnTo>
                  <a:pt x="313" y="298"/>
                </a:lnTo>
                <a:lnTo>
                  <a:pt x="312" y="299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4"/>
                </a:lnTo>
                <a:lnTo>
                  <a:pt x="313" y="304"/>
                </a:lnTo>
                <a:lnTo>
                  <a:pt x="312" y="304"/>
                </a:lnTo>
                <a:lnTo>
                  <a:pt x="311" y="305"/>
                </a:lnTo>
                <a:lnTo>
                  <a:pt x="310" y="305"/>
                </a:lnTo>
                <a:lnTo>
                  <a:pt x="309" y="305"/>
                </a:lnTo>
                <a:lnTo>
                  <a:pt x="309" y="306"/>
                </a:lnTo>
                <a:lnTo>
                  <a:pt x="308" y="306"/>
                </a:lnTo>
                <a:lnTo>
                  <a:pt x="308" y="307"/>
                </a:lnTo>
                <a:lnTo>
                  <a:pt x="307" y="307"/>
                </a:lnTo>
                <a:lnTo>
                  <a:pt x="306" y="308"/>
                </a:lnTo>
                <a:lnTo>
                  <a:pt x="305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1"/>
                </a:lnTo>
                <a:lnTo>
                  <a:pt x="297" y="312"/>
                </a:lnTo>
                <a:lnTo>
                  <a:pt x="296" y="312"/>
                </a:lnTo>
                <a:lnTo>
                  <a:pt x="296" y="313"/>
                </a:lnTo>
                <a:lnTo>
                  <a:pt x="294" y="313"/>
                </a:lnTo>
                <a:lnTo>
                  <a:pt x="293" y="313"/>
                </a:lnTo>
                <a:lnTo>
                  <a:pt x="293" y="312"/>
                </a:lnTo>
                <a:lnTo>
                  <a:pt x="292" y="312"/>
                </a:lnTo>
                <a:lnTo>
                  <a:pt x="292" y="313"/>
                </a:lnTo>
                <a:lnTo>
                  <a:pt x="291" y="313"/>
                </a:lnTo>
                <a:lnTo>
                  <a:pt x="290" y="313"/>
                </a:lnTo>
                <a:lnTo>
                  <a:pt x="289" y="313"/>
                </a:lnTo>
                <a:lnTo>
                  <a:pt x="289" y="314"/>
                </a:lnTo>
                <a:lnTo>
                  <a:pt x="288" y="314"/>
                </a:lnTo>
                <a:lnTo>
                  <a:pt x="287" y="314"/>
                </a:lnTo>
                <a:lnTo>
                  <a:pt x="287" y="315"/>
                </a:lnTo>
                <a:lnTo>
                  <a:pt x="286" y="316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6" y="316"/>
                </a:lnTo>
                <a:lnTo>
                  <a:pt x="285" y="316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1" y="315"/>
                </a:lnTo>
                <a:lnTo>
                  <a:pt x="281" y="316"/>
                </a:lnTo>
                <a:lnTo>
                  <a:pt x="280" y="316"/>
                </a:lnTo>
                <a:lnTo>
                  <a:pt x="280" y="317"/>
                </a:lnTo>
                <a:lnTo>
                  <a:pt x="279" y="317"/>
                </a:lnTo>
                <a:lnTo>
                  <a:pt x="279" y="318"/>
                </a:lnTo>
                <a:lnTo>
                  <a:pt x="278" y="318"/>
                </a:lnTo>
                <a:lnTo>
                  <a:pt x="277" y="318"/>
                </a:lnTo>
                <a:lnTo>
                  <a:pt x="277" y="319"/>
                </a:lnTo>
                <a:lnTo>
                  <a:pt x="277" y="320"/>
                </a:lnTo>
                <a:lnTo>
                  <a:pt x="276" y="320"/>
                </a:lnTo>
                <a:lnTo>
                  <a:pt x="276" y="321"/>
                </a:lnTo>
                <a:lnTo>
                  <a:pt x="275" y="321"/>
                </a:lnTo>
                <a:lnTo>
                  <a:pt x="274" y="322"/>
                </a:lnTo>
                <a:lnTo>
                  <a:pt x="274" y="323"/>
                </a:lnTo>
                <a:lnTo>
                  <a:pt x="273" y="324"/>
                </a:lnTo>
                <a:lnTo>
                  <a:pt x="273" y="325"/>
                </a:lnTo>
                <a:lnTo>
                  <a:pt x="272" y="325"/>
                </a:lnTo>
                <a:lnTo>
                  <a:pt x="271" y="326"/>
                </a:lnTo>
                <a:lnTo>
                  <a:pt x="271" y="327"/>
                </a:lnTo>
                <a:lnTo>
                  <a:pt x="271" y="328"/>
                </a:lnTo>
                <a:lnTo>
                  <a:pt x="270" y="328"/>
                </a:lnTo>
                <a:lnTo>
                  <a:pt x="269" y="328"/>
                </a:lnTo>
                <a:lnTo>
                  <a:pt x="269" y="329"/>
                </a:lnTo>
                <a:lnTo>
                  <a:pt x="268" y="329"/>
                </a:lnTo>
                <a:lnTo>
                  <a:pt x="268" y="330"/>
                </a:lnTo>
                <a:lnTo>
                  <a:pt x="268" y="331"/>
                </a:lnTo>
                <a:lnTo>
                  <a:pt x="267" y="331"/>
                </a:lnTo>
                <a:lnTo>
                  <a:pt x="267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8" y="336"/>
                </a:lnTo>
                <a:lnTo>
                  <a:pt x="268" y="337"/>
                </a:lnTo>
                <a:lnTo>
                  <a:pt x="268" y="338"/>
                </a:lnTo>
                <a:lnTo>
                  <a:pt x="269" y="338"/>
                </a:lnTo>
                <a:lnTo>
                  <a:pt x="269" y="339"/>
                </a:lnTo>
                <a:lnTo>
                  <a:pt x="268" y="339"/>
                </a:lnTo>
                <a:lnTo>
                  <a:pt x="267" y="340"/>
                </a:lnTo>
                <a:lnTo>
                  <a:pt x="266" y="341"/>
                </a:lnTo>
                <a:lnTo>
                  <a:pt x="266" y="342"/>
                </a:lnTo>
                <a:lnTo>
                  <a:pt x="265" y="342"/>
                </a:lnTo>
                <a:lnTo>
                  <a:pt x="265" y="343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5" y="346"/>
                </a:lnTo>
                <a:lnTo>
                  <a:pt x="265" y="347"/>
                </a:lnTo>
                <a:lnTo>
                  <a:pt x="266" y="348"/>
                </a:lnTo>
                <a:lnTo>
                  <a:pt x="266" y="349"/>
                </a:lnTo>
                <a:lnTo>
                  <a:pt x="267" y="349"/>
                </a:lnTo>
                <a:lnTo>
                  <a:pt x="268" y="349"/>
                </a:lnTo>
                <a:lnTo>
                  <a:pt x="268" y="350"/>
                </a:lnTo>
                <a:lnTo>
                  <a:pt x="267" y="350"/>
                </a:lnTo>
                <a:lnTo>
                  <a:pt x="268" y="350"/>
                </a:lnTo>
                <a:lnTo>
                  <a:pt x="268" y="351"/>
                </a:lnTo>
                <a:lnTo>
                  <a:pt x="269" y="351"/>
                </a:lnTo>
                <a:lnTo>
                  <a:pt x="269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8" y="357"/>
                </a:lnTo>
                <a:lnTo>
                  <a:pt x="267" y="358"/>
                </a:lnTo>
                <a:lnTo>
                  <a:pt x="267" y="359"/>
                </a:lnTo>
                <a:lnTo>
                  <a:pt x="266" y="359"/>
                </a:lnTo>
                <a:lnTo>
                  <a:pt x="266" y="360"/>
                </a:lnTo>
                <a:lnTo>
                  <a:pt x="267" y="359"/>
                </a:lnTo>
                <a:lnTo>
                  <a:pt x="267" y="360"/>
                </a:lnTo>
                <a:lnTo>
                  <a:pt x="268" y="360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1" y="365"/>
                </a:lnTo>
                <a:lnTo>
                  <a:pt x="272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6"/>
                </a:lnTo>
                <a:lnTo>
                  <a:pt x="272" y="367"/>
                </a:lnTo>
                <a:lnTo>
                  <a:pt x="273" y="367"/>
                </a:lnTo>
                <a:lnTo>
                  <a:pt x="273" y="368"/>
                </a:lnTo>
                <a:lnTo>
                  <a:pt x="273" y="367"/>
                </a:lnTo>
                <a:lnTo>
                  <a:pt x="274" y="367"/>
                </a:lnTo>
                <a:lnTo>
                  <a:pt x="275" y="367"/>
                </a:lnTo>
                <a:lnTo>
                  <a:pt x="276" y="367"/>
                </a:lnTo>
                <a:lnTo>
                  <a:pt x="276" y="368"/>
                </a:lnTo>
                <a:lnTo>
                  <a:pt x="275" y="368"/>
                </a:lnTo>
                <a:lnTo>
                  <a:pt x="276" y="368"/>
                </a:lnTo>
                <a:lnTo>
                  <a:pt x="276" y="369"/>
                </a:lnTo>
                <a:lnTo>
                  <a:pt x="277" y="369"/>
                </a:lnTo>
                <a:lnTo>
                  <a:pt x="276" y="369"/>
                </a:lnTo>
                <a:lnTo>
                  <a:pt x="276" y="368"/>
                </a:lnTo>
                <a:lnTo>
                  <a:pt x="275" y="368"/>
                </a:lnTo>
                <a:lnTo>
                  <a:pt x="275" y="369"/>
                </a:lnTo>
                <a:lnTo>
                  <a:pt x="275" y="370"/>
                </a:lnTo>
                <a:lnTo>
                  <a:pt x="275" y="371"/>
                </a:lnTo>
                <a:lnTo>
                  <a:pt x="274" y="371"/>
                </a:lnTo>
                <a:lnTo>
                  <a:pt x="273" y="372"/>
                </a:lnTo>
                <a:lnTo>
                  <a:pt x="273" y="373"/>
                </a:lnTo>
                <a:lnTo>
                  <a:pt x="272" y="374"/>
                </a:lnTo>
                <a:lnTo>
                  <a:pt x="272" y="375"/>
                </a:lnTo>
                <a:lnTo>
                  <a:pt x="273" y="375"/>
                </a:lnTo>
                <a:lnTo>
                  <a:pt x="273" y="376"/>
                </a:lnTo>
                <a:lnTo>
                  <a:pt x="273" y="377"/>
                </a:lnTo>
                <a:lnTo>
                  <a:pt x="273" y="378"/>
                </a:lnTo>
                <a:lnTo>
                  <a:pt x="272" y="378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8" y="376"/>
                </a:lnTo>
                <a:lnTo>
                  <a:pt x="268" y="375"/>
                </a:lnTo>
                <a:lnTo>
                  <a:pt x="268" y="376"/>
                </a:lnTo>
                <a:lnTo>
                  <a:pt x="267" y="376"/>
                </a:lnTo>
                <a:lnTo>
                  <a:pt x="266" y="375"/>
                </a:lnTo>
                <a:lnTo>
                  <a:pt x="265" y="375"/>
                </a:lnTo>
                <a:lnTo>
                  <a:pt x="264" y="375"/>
                </a:lnTo>
                <a:lnTo>
                  <a:pt x="264" y="376"/>
                </a:lnTo>
                <a:lnTo>
                  <a:pt x="264" y="377"/>
                </a:lnTo>
                <a:lnTo>
                  <a:pt x="263" y="377"/>
                </a:lnTo>
                <a:lnTo>
                  <a:pt x="263" y="379"/>
                </a:lnTo>
                <a:lnTo>
                  <a:pt x="262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1" y="381"/>
                </a:lnTo>
                <a:lnTo>
                  <a:pt x="260" y="381"/>
                </a:lnTo>
                <a:lnTo>
                  <a:pt x="259" y="381"/>
                </a:lnTo>
                <a:lnTo>
                  <a:pt x="259" y="382"/>
                </a:lnTo>
                <a:lnTo>
                  <a:pt x="259" y="383"/>
                </a:lnTo>
                <a:lnTo>
                  <a:pt x="258" y="383"/>
                </a:lnTo>
                <a:lnTo>
                  <a:pt x="257" y="384"/>
                </a:lnTo>
                <a:lnTo>
                  <a:pt x="258" y="384"/>
                </a:lnTo>
                <a:lnTo>
                  <a:pt x="258" y="385"/>
                </a:lnTo>
                <a:lnTo>
                  <a:pt x="257" y="385"/>
                </a:lnTo>
                <a:lnTo>
                  <a:pt x="256" y="385"/>
                </a:lnTo>
                <a:lnTo>
                  <a:pt x="256" y="386"/>
                </a:lnTo>
                <a:lnTo>
                  <a:pt x="255" y="386"/>
                </a:lnTo>
                <a:lnTo>
                  <a:pt x="256" y="386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4" y="388"/>
                </a:lnTo>
                <a:lnTo>
                  <a:pt x="254" y="389"/>
                </a:lnTo>
                <a:lnTo>
                  <a:pt x="254" y="390"/>
                </a:lnTo>
                <a:lnTo>
                  <a:pt x="253" y="390"/>
                </a:lnTo>
                <a:lnTo>
                  <a:pt x="254" y="391"/>
                </a:lnTo>
                <a:lnTo>
                  <a:pt x="253" y="392"/>
                </a:lnTo>
                <a:lnTo>
                  <a:pt x="253" y="393"/>
                </a:lnTo>
                <a:lnTo>
                  <a:pt x="253" y="394"/>
                </a:lnTo>
                <a:lnTo>
                  <a:pt x="253" y="395"/>
                </a:lnTo>
                <a:lnTo>
                  <a:pt x="252" y="395"/>
                </a:lnTo>
                <a:lnTo>
                  <a:pt x="253" y="395"/>
                </a:lnTo>
                <a:lnTo>
                  <a:pt x="254" y="395"/>
                </a:lnTo>
                <a:lnTo>
                  <a:pt x="254" y="396"/>
                </a:lnTo>
                <a:lnTo>
                  <a:pt x="253" y="396"/>
                </a:lnTo>
                <a:lnTo>
                  <a:pt x="254" y="396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3" y="399"/>
                </a:lnTo>
                <a:lnTo>
                  <a:pt x="254" y="399"/>
                </a:lnTo>
                <a:lnTo>
                  <a:pt x="254" y="400"/>
                </a:lnTo>
                <a:lnTo>
                  <a:pt x="255" y="400"/>
                </a:lnTo>
                <a:lnTo>
                  <a:pt x="256" y="400"/>
                </a:lnTo>
                <a:lnTo>
                  <a:pt x="255" y="400"/>
                </a:lnTo>
                <a:lnTo>
                  <a:pt x="256" y="399"/>
                </a:lnTo>
                <a:lnTo>
                  <a:pt x="256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399"/>
                </a:lnTo>
                <a:lnTo>
                  <a:pt x="260" y="399"/>
                </a:lnTo>
                <a:lnTo>
                  <a:pt x="261" y="399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2" y="403"/>
                </a:lnTo>
                <a:lnTo>
                  <a:pt x="262" y="404"/>
                </a:lnTo>
                <a:lnTo>
                  <a:pt x="262" y="405"/>
                </a:lnTo>
                <a:lnTo>
                  <a:pt x="261" y="406"/>
                </a:lnTo>
                <a:lnTo>
                  <a:pt x="260" y="406"/>
                </a:lnTo>
                <a:lnTo>
                  <a:pt x="260" y="407"/>
                </a:lnTo>
                <a:lnTo>
                  <a:pt x="259" y="407"/>
                </a:lnTo>
                <a:lnTo>
                  <a:pt x="258" y="408"/>
                </a:lnTo>
                <a:lnTo>
                  <a:pt x="258" y="409"/>
                </a:lnTo>
                <a:lnTo>
                  <a:pt x="257" y="409"/>
                </a:lnTo>
                <a:lnTo>
                  <a:pt x="256" y="409"/>
                </a:lnTo>
                <a:lnTo>
                  <a:pt x="256" y="410"/>
                </a:lnTo>
                <a:lnTo>
                  <a:pt x="256" y="411"/>
                </a:lnTo>
                <a:lnTo>
                  <a:pt x="255" y="411"/>
                </a:lnTo>
                <a:lnTo>
                  <a:pt x="254" y="411"/>
                </a:lnTo>
                <a:lnTo>
                  <a:pt x="255" y="411"/>
                </a:lnTo>
                <a:lnTo>
                  <a:pt x="255" y="412"/>
                </a:lnTo>
                <a:lnTo>
                  <a:pt x="254" y="412"/>
                </a:lnTo>
                <a:lnTo>
                  <a:pt x="254" y="413"/>
                </a:lnTo>
                <a:lnTo>
                  <a:pt x="253" y="412"/>
                </a:lnTo>
                <a:lnTo>
                  <a:pt x="253" y="413"/>
                </a:lnTo>
                <a:lnTo>
                  <a:pt x="252" y="414"/>
                </a:lnTo>
                <a:lnTo>
                  <a:pt x="252" y="415"/>
                </a:lnTo>
                <a:lnTo>
                  <a:pt x="251" y="416"/>
                </a:lnTo>
                <a:lnTo>
                  <a:pt x="250" y="416"/>
                </a:lnTo>
                <a:lnTo>
                  <a:pt x="250" y="417"/>
                </a:lnTo>
                <a:lnTo>
                  <a:pt x="250" y="418"/>
                </a:lnTo>
                <a:lnTo>
                  <a:pt x="251" y="419"/>
                </a:lnTo>
                <a:lnTo>
                  <a:pt x="251" y="420"/>
                </a:lnTo>
                <a:lnTo>
                  <a:pt x="251" y="421"/>
                </a:lnTo>
                <a:lnTo>
                  <a:pt x="250" y="421"/>
                </a:lnTo>
                <a:lnTo>
                  <a:pt x="249" y="420"/>
                </a:lnTo>
                <a:lnTo>
                  <a:pt x="249" y="421"/>
                </a:lnTo>
                <a:lnTo>
                  <a:pt x="248" y="421"/>
                </a:lnTo>
                <a:lnTo>
                  <a:pt x="247" y="421"/>
                </a:lnTo>
                <a:lnTo>
                  <a:pt x="247" y="422"/>
                </a:lnTo>
                <a:lnTo>
                  <a:pt x="247" y="423"/>
                </a:lnTo>
                <a:lnTo>
                  <a:pt x="246" y="423"/>
                </a:lnTo>
                <a:lnTo>
                  <a:pt x="245" y="424"/>
                </a:lnTo>
                <a:lnTo>
                  <a:pt x="244" y="425"/>
                </a:lnTo>
                <a:lnTo>
                  <a:pt x="243" y="425"/>
                </a:lnTo>
                <a:lnTo>
                  <a:pt x="242" y="425"/>
                </a:lnTo>
                <a:lnTo>
                  <a:pt x="241" y="426"/>
                </a:lnTo>
                <a:lnTo>
                  <a:pt x="241" y="427"/>
                </a:lnTo>
                <a:lnTo>
                  <a:pt x="240" y="426"/>
                </a:lnTo>
                <a:lnTo>
                  <a:pt x="239" y="427"/>
                </a:lnTo>
                <a:lnTo>
                  <a:pt x="239" y="426"/>
                </a:lnTo>
                <a:lnTo>
                  <a:pt x="238" y="426"/>
                </a:lnTo>
                <a:lnTo>
                  <a:pt x="237" y="426"/>
                </a:lnTo>
                <a:lnTo>
                  <a:pt x="237" y="427"/>
                </a:lnTo>
                <a:lnTo>
                  <a:pt x="236" y="427"/>
                </a:lnTo>
                <a:lnTo>
                  <a:pt x="236" y="426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4" y="428"/>
                </a:lnTo>
                <a:lnTo>
                  <a:pt x="233" y="429"/>
                </a:lnTo>
                <a:lnTo>
                  <a:pt x="232" y="429"/>
                </a:lnTo>
                <a:lnTo>
                  <a:pt x="231" y="430"/>
                </a:lnTo>
                <a:lnTo>
                  <a:pt x="230" y="430"/>
                </a:lnTo>
                <a:lnTo>
                  <a:pt x="230" y="431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4"/>
                </a:lnTo>
                <a:lnTo>
                  <a:pt x="231" y="435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3" y="438"/>
                </a:lnTo>
                <a:lnTo>
                  <a:pt x="234" y="438"/>
                </a:lnTo>
                <a:lnTo>
                  <a:pt x="234" y="439"/>
                </a:lnTo>
                <a:lnTo>
                  <a:pt x="234" y="440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3" y="440"/>
                </a:lnTo>
                <a:lnTo>
                  <a:pt x="232" y="440"/>
                </a:lnTo>
                <a:lnTo>
                  <a:pt x="232" y="441"/>
                </a:lnTo>
                <a:lnTo>
                  <a:pt x="231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8" y="443"/>
                </a:lnTo>
                <a:lnTo>
                  <a:pt x="229" y="444"/>
                </a:lnTo>
                <a:lnTo>
                  <a:pt x="228" y="444"/>
                </a:lnTo>
                <a:lnTo>
                  <a:pt x="228" y="445"/>
                </a:lnTo>
                <a:lnTo>
                  <a:pt x="228" y="446"/>
                </a:lnTo>
                <a:lnTo>
                  <a:pt x="228" y="447"/>
                </a:lnTo>
                <a:lnTo>
                  <a:pt x="227" y="447"/>
                </a:lnTo>
                <a:lnTo>
                  <a:pt x="226" y="447"/>
                </a:lnTo>
                <a:lnTo>
                  <a:pt x="226" y="448"/>
                </a:lnTo>
                <a:lnTo>
                  <a:pt x="225" y="447"/>
                </a:lnTo>
                <a:lnTo>
                  <a:pt x="224" y="447"/>
                </a:lnTo>
                <a:lnTo>
                  <a:pt x="224" y="448"/>
                </a:lnTo>
                <a:lnTo>
                  <a:pt x="223" y="448"/>
                </a:lnTo>
                <a:lnTo>
                  <a:pt x="223" y="449"/>
                </a:lnTo>
                <a:lnTo>
                  <a:pt x="224" y="450"/>
                </a:lnTo>
                <a:lnTo>
                  <a:pt x="223" y="450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4" y="452"/>
                </a:lnTo>
                <a:lnTo>
                  <a:pt x="224" y="453"/>
                </a:lnTo>
                <a:lnTo>
                  <a:pt x="224" y="454"/>
                </a:lnTo>
                <a:lnTo>
                  <a:pt x="223" y="453"/>
                </a:lnTo>
                <a:lnTo>
                  <a:pt x="223" y="454"/>
                </a:lnTo>
                <a:lnTo>
                  <a:pt x="222" y="455"/>
                </a:lnTo>
                <a:lnTo>
                  <a:pt x="222" y="456"/>
                </a:lnTo>
                <a:lnTo>
                  <a:pt x="222" y="457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4" y="461"/>
                </a:lnTo>
                <a:lnTo>
                  <a:pt x="223" y="462"/>
                </a:lnTo>
                <a:lnTo>
                  <a:pt x="223" y="463"/>
                </a:lnTo>
                <a:lnTo>
                  <a:pt x="222" y="463"/>
                </a:lnTo>
                <a:lnTo>
                  <a:pt x="221" y="463"/>
                </a:lnTo>
                <a:lnTo>
                  <a:pt x="221" y="464"/>
                </a:lnTo>
                <a:lnTo>
                  <a:pt x="221" y="466"/>
                </a:lnTo>
                <a:lnTo>
                  <a:pt x="220" y="467"/>
                </a:lnTo>
                <a:lnTo>
                  <a:pt x="219" y="467"/>
                </a:lnTo>
                <a:lnTo>
                  <a:pt x="219" y="468"/>
                </a:lnTo>
                <a:lnTo>
                  <a:pt x="218" y="468"/>
                </a:lnTo>
                <a:lnTo>
                  <a:pt x="218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0"/>
                </a:lnTo>
                <a:lnTo>
                  <a:pt x="220" y="470"/>
                </a:lnTo>
                <a:lnTo>
                  <a:pt x="219" y="471"/>
                </a:lnTo>
                <a:lnTo>
                  <a:pt x="219" y="472"/>
                </a:lnTo>
                <a:lnTo>
                  <a:pt x="219" y="473"/>
                </a:lnTo>
                <a:lnTo>
                  <a:pt x="220" y="474"/>
                </a:lnTo>
                <a:lnTo>
                  <a:pt x="220" y="475"/>
                </a:lnTo>
                <a:lnTo>
                  <a:pt x="220" y="476"/>
                </a:lnTo>
                <a:lnTo>
                  <a:pt x="219" y="477"/>
                </a:lnTo>
                <a:lnTo>
                  <a:pt x="219" y="476"/>
                </a:lnTo>
                <a:lnTo>
                  <a:pt x="218" y="476"/>
                </a:lnTo>
                <a:lnTo>
                  <a:pt x="218" y="477"/>
                </a:lnTo>
                <a:lnTo>
                  <a:pt x="218" y="478"/>
                </a:lnTo>
                <a:lnTo>
                  <a:pt x="219" y="478"/>
                </a:lnTo>
                <a:lnTo>
                  <a:pt x="218" y="479"/>
                </a:lnTo>
                <a:lnTo>
                  <a:pt x="217" y="480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3"/>
                </a:lnTo>
                <a:lnTo>
                  <a:pt x="217" y="484"/>
                </a:lnTo>
                <a:lnTo>
                  <a:pt x="218" y="484"/>
                </a:lnTo>
                <a:lnTo>
                  <a:pt x="218" y="486"/>
                </a:lnTo>
                <a:lnTo>
                  <a:pt x="218" y="487"/>
                </a:lnTo>
                <a:lnTo>
                  <a:pt x="219" y="487"/>
                </a:lnTo>
                <a:lnTo>
                  <a:pt x="219" y="488"/>
                </a:lnTo>
                <a:lnTo>
                  <a:pt x="218" y="488"/>
                </a:lnTo>
                <a:lnTo>
                  <a:pt x="218" y="489"/>
                </a:lnTo>
                <a:lnTo>
                  <a:pt x="217" y="490"/>
                </a:lnTo>
                <a:lnTo>
                  <a:pt x="216" y="489"/>
                </a:lnTo>
                <a:lnTo>
                  <a:pt x="216" y="490"/>
                </a:lnTo>
                <a:lnTo>
                  <a:pt x="215" y="491"/>
                </a:lnTo>
                <a:lnTo>
                  <a:pt x="215" y="490"/>
                </a:lnTo>
                <a:lnTo>
                  <a:pt x="214" y="490"/>
                </a:lnTo>
                <a:lnTo>
                  <a:pt x="213" y="490"/>
                </a:lnTo>
                <a:lnTo>
                  <a:pt x="213" y="491"/>
                </a:lnTo>
                <a:lnTo>
                  <a:pt x="214" y="492"/>
                </a:lnTo>
                <a:lnTo>
                  <a:pt x="213" y="494"/>
                </a:lnTo>
                <a:lnTo>
                  <a:pt x="212" y="494"/>
                </a:lnTo>
                <a:lnTo>
                  <a:pt x="212" y="495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09" y="496"/>
                </a:lnTo>
                <a:lnTo>
                  <a:pt x="209" y="497"/>
                </a:lnTo>
                <a:lnTo>
                  <a:pt x="208" y="498"/>
                </a:lnTo>
                <a:lnTo>
                  <a:pt x="207" y="498"/>
                </a:lnTo>
                <a:lnTo>
                  <a:pt x="207" y="497"/>
                </a:lnTo>
                <a:lnTo>
                  <a:pt x="206" y="497"/>
                </a:lnTo>
                <a:lnTo>
                  <a:pt x="206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4" y="503"/>
                </a:lnTo>
                <a:lnTo>
                  <a:pt x="205" y="504"/>
                </a:lnTo>
                <a:lnTo>
                  <a:pt x="206" y="504"/>
                </a:lnTo>
                <a:lnTo>
                  <a:pt x="206" y="505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6"/>
                </a:lnTo>
                <a:lnTo>
                  <a:pt x="208" y="507"/>
                </a:lnTo>
                <a:lnTo>
                  <a:pt x="207" y="507"/>
                </a:lnTo>
                <a:lnTo>
                  <a:pt x="206" y="507"/>
                </a:lnTo>
                <a:lnTo>
                  <a:pt x="207" y="508"/>
                </a:lnTo>
                <a:lnTo>
                  <a:pt x="207" y="509"/>
                </a:lnTo>
                <a:lnTo>
                  <a:pt x="208" y="509"/>
                </a:lnTo>
                <a:lnTo>
                  <a:pt x="207" y="509"/>
                </a:lnTo>
                <a:lnTo>
                  <a:pt x="207" y="510"/>
                </a:lnTo>
                <a:lnTo>
                  <a:pt x="207" y="511"/>
                </a:lnTo>
                <a:lnTo>
                  <a:pt x="208" y="511"/>
                </a:lnTo>
                <a:lnTo>
                  <a:pt x="209" y="511"/>
                </a:lnTo>
                <a:lnTo>
                  <a:pt x="210" y="511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5"/>
                </a:lnTo>
                <a:lnTo>
                  <a:pt x="209" y="516"/>
                </a:lnTo>
                <a:lnTo>
                  <a:pt x="208" y="517"/>
                </a:lnTo>
                <a:lnTo>
                  <a:pt x="207" y="517"/>
                </a:lnTo>
                <a:lnTo>
                  <a:pt x="206" y="518"/>
                </a:lnTo>
                <a:lnTo>
                  <a:pt x="207" y="518"/>
                </a:lnTo>
                <a:lnTo>
                  <a:pt x="207" y="519"/>
                </a:lnTo>
                <a:lnTo>
                  <a:pt x="207" y="520"/>
                </a:lnTo>
                <a:lnTo>
                  <a:pt x="208" y="520"/>
                </a:lnTo>
                <a:lnTo>
                  <a:pt x="209" y="520"/>
                </a:lnTo>
                <a:lnTo>
                  <a:pt x="209" y="521"/>
                </a:lnTo>
                <a:lnTo>
                  <a:pt x="210" y="522"/>
                </a:lnTo>
                <a:lnTo>
                  <a:pt x="210" y="523"/>
                </a:lnTo>
                <a:lnTo>
                  <a:pt x="211" y="523"/>
                </a:lnTo>
                <a:lnTo>
                  <a:pt x="211" y="524"/>
                </a:lnTo>
                <a:lnTo>
                  <a:pt x="210" y="524"/>
                </a:lnTo>
                <a:lnTo>
                  <a:pt x="209" y="524"/>
                </a:lnTo>
                <a:lnTo>
                  <a:pt x="208" y="524"/>
                </a:lnTo>
                <a:lnTo>
                  <a:pt x="208" y="523"/>
                </a:lnTo>
                <a:lnTo>
                  <a:pt x="207" y="522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8" y="525"/>
                </a:lnTo>
                <a:lnTo>
                  <a:pt x="208" y="526"/>
                </a:lnTo>
                <a:lnTo>
                  <a:pt x="208" y="527"/>
                </a:lnTo>
                <a:lnTo>
                  <a:pt x="208" y="526"/>
                </a:lnTo>
                <a:lnTo>
                  <a:pt x="207" y="526"/>
                </a:lnTo>
                <a:lnTo>
                  <a:pt x="207" y="527"/>
                </a:lnTo>
                <a:lnTo>
                  <a:pt x="207" y="528"/>
                </a:lnTo>
                <a:lnTo>
                  <a:pt x="208" y="529"/>
                </a:lnTo>
                <a:lnTo>
                  <a:pt x="207" y="529"/>
                </a:lnTo>
                <a:lnTo>
                  <a:pt x="207" y="530"/>
                </a:lnTo>
                <a:lnTo>
                  <a:pt x="208" y="530"/>
                </a:lnTo>
                <a:lnTo>
                  <a:pt x="208" y="531"/>
                </a:lnTo>
                <a:lnTo>
                  <a:pt x="209" y="531"/>
                </a:lnTo>
                <a:lnTo>
                  <a:pt x="210" y="532"/>
                </a:lnTo>
                <a:lnTo>
                  <a:pt x="209" y="532"/>
                </a:lnTo>
                <a:lnTo>
                  <a:pt x="208" y="533"/>
                </a:lnTo>
                <a:lnTo>
                  <a:pt x="207" y="533"/>
                </a:lnTo>
                <a:lnTo>
                  <a:pt x="206" y="533"/>
                </a:lnTo>
                <a:lnTo>
                  <a:pt x="206" y="534"/>
                </a:lnTo>
                <a:lnTo>
                  <a:pt x="205" y="534"/>
                </a:lnTo>
                <a:lnTo>
                  <a:pt x="205" y="533"/>
                </a:lnTo>
                <a:lnTo>
                  <a:pt x="206" y="533"/>
                </a:lnTo>
                <a:lnTo>
                  <a:pt x="206" y="532"/>
                </a:lnTo>
                <a:lnTo>
                  <a:pt x="205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29"/>
                </a:lnTo>
                <a:lnTo>
                  <a:pt x="202" y="529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2"/>
                </a:lnTo>
                <a:lnTo>
                  <a:pt x="200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8" y="534"/>
                </a:lnTo>
                <a:lnTo>
                  <a:pt x="199" y="535"/>
                </a:lnTo>
                <a:lnTo>
                  <a:pt x="198" y="535"/>
                </a:lnTo>
                <a:lnTo>
                  <a:pt x="199" y="536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7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8" y="543"/>
                </a:lnTo>
                <a:lnTo>
                  <a:pt x="197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9" y="551"/>
                </a:lnTo>
                <a:lnTo>
                  <a:pt x="200" y="550"/>
                </a:lnTo>
                <a:lnTo>
                  <a:pt x="201" y="551"/>
                </a:lnTo>
                <a:lnTo>
                  <a:pt x="200" y="551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3"/>
                </a:lnTo>
                <a:lnTo>
                  <a:pt x="197" y="554"/>
                </a:lnTo>
                <a:lnTo>
                  <a:pt x="197" y="553"/>
                </a:lnTo>
                <a:lnTo>
                  <a:pt x="196" y="554"/>
                </a:lnTo>
                <a:lnTo>
                  <a:pt x="197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3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4" y="565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8" y="565"/>
                </a:lnTo>
                <a:lnTo>
                  <a:pt x="197" y="565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2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2" y="558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3" y="549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1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1"/>
                </a:lnTo>
                <a:lnTo>
                  <a:pt x="164" y="541"/>
                </a:lnTo>
                <a:lnTo>
                  <a:pt x="163" y="542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0" y="544"/>
                </a:lnTo>
                <a:lnTo>
                  <a:pt x="160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59" y="547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4" y="545"/>
                </a:lnTo>
                <a:lnTo>
                  <a:pt x="153" y="545"/>
                </a:lnTo>
                <a:lnTo>
                  <a:pt x="152" y="545"/>
                </a:lnTo>
                <a:lnTo>
                  <a:pt x="152" y="546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7"/>
                </a:lnTo>
                <a:lnTo>
                  <a:pt x="149" y="548"/>
                </a:lnTo>
                <a:lnTo>
                  <a:pt x="148" y="548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2" y="551"/>
                </a:lnTo>
                <a:lnTo>
                  <a:pt x="142" y="552"/>
                </a:lnTo>
                <a:lnTo>
                  <a:pt x="141" y="552"/>
                </a:lnTo>
                <a:lnTo>
                  <a:pt x="140" y="552"/>
                </a:lnTo>
                <a:lnTo>
                  <a:pt x="140" y="553"/>
                </a:lnTo>
                <a:lnTo>
                  <a:pt x="139" y="552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9" y="554"/>
                </a:lnTo>
                <a:lnTo>
                  <a:pt x="138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7" y="554"/>
                </a:lnTo>
                <a:lnTo>
                  <a:pt x="137" y="553"/>
                </a:lnTo>
                <a:lnTo>
                  <a:pt x="136" y="553"/>
                </a:lnTo>
                <a:lnTo>
                  <a:pt x="136" y="552"/>
                </a:lnTo>
                <a:lnTo>
                  <a:pt x="136" y="551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2" y="550"/>
                </a:lnTo>
                <a:lnTo>
                  <a:pt x="133" y="550"/>
                </a:lnTo>
                <a:lnTo>
                  <a:pt x="132" y="550"/>
                </a:lnTo>
                <a:lnTo>
                  <a:pt x="132" y="551"/>
                </a:lnTo>
                <a:lnTo>
                  <a:pt x="132" y="552"/>
                </a:lnTo>
                <a:lnTo>
                  <a:pt x="131" y="552"/>
                </a:lnTo>
                <a:lnTo>
                  <a:pt x="131" y="553"/>
                </a:lnTo>
                <a:lnTo>
                  <a:pt x="131" y="552"/>
                </a:lnTo>
                <a:lnTo>
                  <a:pt x="130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8" y="553"/>
                </a:lnTo>
                <a:lnTo>
                  <a:pt x="129" y="553"/>
                </a:lnTo>
                <a:lnTo>
                  <a:pt x="128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4"/>
                </a:lnTo>
                <a:lnTo>
                  <a:pt x="124" y="555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19" y="556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8" y="561"/>
                </a:lnTo>
                <a:lnTo>
                  <a:pt x="118" y="563"/>
                </a:lnTo>
                <a:lnTo>
                  <a:pt x="117" y="563"/>
                </a:lnTo>
                <a:lnTo>
                  <a:pt x="117" y="564"/>
                </a:lnTo>
                <a:lnTo>
                  <a:pt x="116" y="564"/>
                </a:lnTo>
                <a:lnTo>
                  <a:pt x="116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4" y="560"/>
                </a:lnTo>
                <a:lnTo>
                  <a:pt x="113" y="561"/>
                </a:lnTo>
                <a:lnTo>
                  <a:pt x="112" y="561"/>
                </a:lnTo>
                <a:lnTo>
                  <a:pt x="112" y="562"/>
                </a:lnTo>
                <a:lnTo>
                  <a:pt x="111" y="561"/>
                </a:lnTo>
                <a:lnTo>
                  <a:pt x="110" y="561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3" y="560"/>
                </a:lnTo>
                <a:lnTo>
                  <a:pt x="104" y="560"/>
                </a:lnTo>
                <a:lnTo>
                  <a:pt x="104" y="561"/>
                </a:lnTo>
                <a:lnTo>
                  <a:pt x="103" y="561"/>
                </a:lnTo>
                <a:lnTo>
                  <a:pt x="103" y="562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3" y="565"/>
                </a:lnTo>
                <a:lnTo>
                  <a:pt x="103" y="566"/>
                </a:lnTo>
                <a:lnTo>
                  <a:pt x="103" y="565"/>
                </a:lnTo>
                <a:lnTo>
                  <a:pt x="102" y="565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8" y="562"/>
                </a:lnTo>
                <a:lnTo>
                  <a:pt x="97" y="563"/>
                </a:lnTo>
                <a:lnTo>
                  <a:pt x="96" y="563"/>
                </a:lnTo>
                <a:lnTo>
                  <a:pt x="95" y="564"/>
                </a:lnTo>
                <a:lnTo>
                  <a:pt x="94" y="563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7"/>
                </a:lnTo>
                <a:lnTo>
                  <a:pt x="81" y="568"/>
                </a:lnTo>
                <a:lnTo>
                  <a:pt x="80" y="569"/>
                </a:lnTo>
                <a:lnTo>
                  <a:pt x="80" y="570"/>
                </a:lnTo>
                <a:lnTo>
                  <a:pt x="79" y="570"/>
                </a:lnTo>
                <a:lnTo>
                  <a:pt x="79" y="571"/>
                </a:lnTo>
                <a:lnTo>
                  <a:pt x="78" y="571"/>
                </a:lnTo>
                <a:lnTo>
                  <a:pt x="77" y="572"/>
                </a:lnTo>
                <a:lnTo>
                  <a:pt x="76" y="573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2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5"/>
                </a:lnTo>
                <a:lnTo>
                  <a:pt x="72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69" y="563"/>
                </a:lnTo>
                <a:lnTo>
                  <a:pt x="69" y="562"/>
                </a:lnTo>
                <a:lnTo>
                  <a:pt x="68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6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5"/>
                </a:lnTo>
                <a:lnTo>
                  <a:pt x="55" y="555"/>
                </a:lnTo>
                <a:lnTo>
                  <a:pt x="54" y="556"/>
                </a:lnTo>
                <a:lnTo>
                  <a:pt x="53" y="556"/>
                </a:lnTo>
                <a:lnTo>
                  <a:pt x="53" y="555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3" y="551"/>
                </a:lnTo>
                <a:lnTo>
                  <a:pt x="54" y="552"/>
                </a:lnTo>
                <a:lnTo>
                  <a:pt x="54" y="551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7" y="551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2" y="549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5" y="547"/>
                </a:lnTo>
                <a:lnTo>
                  <a:pt x="66" y="547"/>
                </a:lnTo>
                <a:lnTo>
                  <a:pt x="66" y="546"/>
                </a:lnTo>
                <a:lnTo>
                  <a:pt x="67" y="546"/>
                </a:lnTo>
                <a:lnTo>
                  <a:pt x="68" y="545"/>
                </a:lnTo>
                <a:lnTo>
                  <a:pt x="68" y="544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7" y="542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8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1" y="535"/>
                </a:lnTo>
                <a:lnTo>
                  <a:pt x="72" y="534"/>
                </a:lnTo>
                <a:lnTo>
                  <a:pt x="73" y="534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3" y="527"/>
                </a:lnTo>
                <a:lnTo>
                  <a:pt x="73" y="526"/>
                </a:lnTo>
                <a:lnTo>
                  <a:pt x="74" y="526"/>
                </a:lnTo>
                <a:lnTo>
                  <a:pt x="73" y="525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3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6" y="516"/>
                </a:lnTo>
                <a:lnTo>
                  <a:pt x="87" y="516"/>
                </a:lnTo>
                <a:lnTo>
                  <a:pt x="86" y="515"/>
                </a:lnTo>
                <a:lnTo>
                  <a:pt x="87" y="515"/>
                </a:lnTo>
                <a:lnTo>
                  <a:pt x="87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1"/>
                </a:lnTo>
                <a:lnTo>
                  <a:pt x="92" y="512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7" y="511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2" y="508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3"/>
                </a:lnTo>
                <a:lnTo>
                  <a:pt x="99" y="502"/>
                </a:lnTo>
                <a:lnTo>
                  <a:pt x="100" y="501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0" y="498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5" y="496"/>
                </a:lnTo>
                <a:lnTo>
                  <a:pt x="104" y="496"/>
                </a:lnTo>
                <a:lnTo>
                  <a:pt x="104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89" y="479"/>
                </a:lnTo>
                <a:lnTo>
                  <a:pt x="89" y="478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7" y="477"/>
                </a:lnTo>
                <a:lnTo>
                  <a:pt x="87" y="476"/>
                </a:lnTo>
                <a:lnTo>
                  <a:pt x="86" y="476"/>
                </a:lnTo>
                <a:lnTo>
                  <a:pt x="85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3" y="478"/>
                </a:lnTo>
                <a:lnTo>
                  <a:pt x="83" y="479"/>
                </a:lnTo>
                <a:lnTo>
                  <a:pt x="84" y="479"/>
                </a:lnTo>
                <a:lnTo>
                  <a:pt x="83" y="480"/>
                </a:lnTo>
                <a:lnTo>
                  <a:pt x="82" y="480"/>
                </a:lnTo>
                <a:lnTo>
                  <a:pt x="81" y="481"/>
                </a:lnTo>
                <a:lnTo>
                  <a:pt x="80" y="480"/>
                </a:lnTo>
                <a:lnTo>
                  <a:pt x="79" y="480"/>
                </a:lnTo>
                <a:lnTo>
                  <a:pt x="80" y="480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7" y="480"/>
                </a:lnTo>
                <a:lnTo>
                  <a:pt x="77" y="481"/>
                </a:lnTo>
                <a:lnTo>
                  <a:pt x="77" y="482"/>
                </a:lnTo>
                <a:lnTo>
                  <a:pt x="76" y="483"/>
                </a:lnTo>
                <a:lnTo>
                  <a:pt x="76" y="484"/>
                </a:lnTo>
                <a:lnTo>
                  <a:pt x="75" y="486"/>
                </a:lnTo>
                <a:lnTo>
                  <a:pt x="75" y="484"/>
                </a:lnTo>
                <a:lnTo>
                  <a:pt x="74" y="484"/>
                </a:lnTo>
                <a:lnTo>
                  <a:pt x="74" y="486"/>
                </a:lnTo>
                <a:lnTo>
                  <a:pt x="73" y="487"/>
                </a:lnTo>
                <a:lnTo>
                  <a:pt x="72" y="487"/>
                </a:lnTo>
                <a:lnTo>
                  <a:pt x="72" y="488"/>
                </a:lnTo>
                <a:lnTo>
                  <a:pt x="71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5" y="486"/>
                </a:lnTo>
                <a:lnTo>
                  <a:pt x="65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4" y="489"/>
                </a:lnTo>
                <a:lnTo>
                  <a:pt x="64" y="490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90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7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8"/>
                </a:lnTo>
                <a:lnTo>
                  <a:pt x="49" y="489"/>
                </a:lnTo>
                <a:lnTo>
                  <a:pt x="48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3" y="491"/>
                </a:lnTo>
                <a:lnTo>
                  <a:pt x="42" y="492"/>
                </a:lnTo>
                <a:lnTo>
                  <a:pt x="42" y="493"/>
                </a:lnTo>
                <a:lnTo>
                  <a:pt x="41" y="494"/>
                </a:lnTo>
                <a:lnTo>
                  <a:pt x="40" y="494"/>
                </a:lnTo>
                <a:lnTo>
                  <a:pt x="40" y="493"/>
                </a:lnTo>
                <a:lnTo>
                  <a:pt x="40" y="492"/>
                </a:lnTo>
                <a:lnTo>
                  <a:pt x="39" y="492"/>
                </a:lnTo>
                <a:lnTo>
                  <a:pt x="39" y="491"/>
                </a:lnTo>
                <a:lnTo>
                  <a:pt x="40" y="491"/>
                </a:lnTo>
                <a:lnTo>
                  <a:pt x="40" y="490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41" y="480"/>
                </a:lnTo>
                <a:lnTo>
                  <a:pt x="41" y="479"/>
                </a:lnTo>
                <a:lnTo>
                  <a:pt x="42" y="479"/>
                </a:lnTo>
                <a:lnTo>
                  <a:pt x="41" y="479"/>
                </a:lnTo>
                <a:lnTo>
                  <a:pt x="40" y="479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8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2" y="473"/>
                </a:lnTo>
                <a:lnTo>
                  <a:pt x="32" y="471"/>
                </a:lnTo>
                <a:lnTo>
                  <a:pt x="33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5" y="464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7" y="464"/>
                </a:lnTo>
                <a:lnTo>
                  <a:pt x="36" y="464"/>
                </a:lnTo>
                <a:lnTo>
                  <a:pt x="36" y="463"/>
                </a:lnTo>
                <a:lnTo>
                  <a:pt x="37" y="462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5" y="460"/>
                </a:lnTo>
                <a:lnTo>
                  <a:pt x="36" y="459"/>
                </a:lnTo>
                <a:lnTo>
                  <a:pt x="36" y="458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3" y="455"/>
                </a:lnTo>
                <a:lnTo>
                  <a:pt x="33" y="454"/>
                </a:lnTo>
                <a:lnTo>
                  <a:pt x="32" y="452"/>
                </a:lnTo>
                <a:lnTo>
                  <a:pt x="32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0" y="448"/>
                </a:lnTo>
                <a:lnTo>
                  <a:pt x="30" y="446"/>
                </a:lnTo>
                <a:lnTo>
                  <a:pt x="30" y="445"/>
                </a:lnTo>
                <a:lnTo>
                  <a:pt x="30" y="444"/>
                </a:lnTo>
                <a:lnTo>
                  <a:pt x="30" y="443"/>
                </a:lnTo>
                <a:lnTo>
                  <a:pt x="31" y="443"/>
                </a:lnTo>
                <a:lnTo>
                  <a:pt x="31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4" y="437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1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39" y="425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39" y="420"/>
                </a:lnTo>
                <a:lnTo>
                  <a:pt x="40" y="419"/>
                </a:lnTo>
                <a:lnTo>
                  <a:pt x="39" y="419"/>
                </a:lnTo>
                <a:lnTo>
                  <a:pt x="40" y="419"/>
                </a:lnTo>
                <a:lnTo>
                  <a:pt x="40" y="418"/>
                </a:lnTo>
                <a:lnTo>
                  <a:pt x="40" y="417"/>
                </a:lnTo>
                <a:lnTo>
                  <a:pt x="39" y="417"/>
                </a:lnTo>
                <a:lnTo>
                  <a:pt x="39" y="416"/>
                </a:lnTo>
                <a:lnTo>
                  <a:pt x="38" y="416"/>
                </a:lnTo>
                <a:lnTo>
                  <a:pt x="38" y="415"/>
                </a:lnTo>
                <a:lnTo>
                  <a:pt x="39" y="415"/>
                </a:lnTo>
                <a:lnTo>
                  <a:pt x="39" y="414"/>
                </a:lnTo>
                <a:lnTo>
                  <a:pt x="40" y="414"/>
                </a:lnTo>
                <a:lnTo>
                  <a:pt x="40" y="413"/>
                </a:lnTo>
                <a:lnTo>
                  <a:pt x="41" y="412"/>
                </a:lnTo>
                <a:lnTo>
                  <a:pt x="41" y="411"/>
                </a:lnTo>
                <a:lnTo>
                  <a:pt x="41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9"/>
                </a:lnTo>
                <a:lnTo>
                  <a:pt x="44" y="408"/>
                </a:lnTo>
                <a:lnTo>
                  <a:pt x="44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8" y="407"/>
                </a:lnTo>
                <a:lnTo>
                  <a:pt x="47" y="407"/>
                </a:lnTo>
                <a:lnTo>
                  <a:pt x="47" y="406"/>
                </a:lnTo>
                <a:lnTo>
                  <a:pt x="48" y="406"/>
                </a:lnTo>
                <a:lnTo>
                  <a:pt x="49" y="406"/>
                </a:lnTo>
                <a:lnTo>
                  <a:pt x="50" y="405"/>
                </a:lnTo>
                <a:lnTo>
                  <a:pt x="51" y="405"/>
                </a:lnTo>
                <a:lnTo>
                  <a:pt x="52" y="405"/>
                </a:lnTo>
                <a:lnTo>
                  <a:pt x="52" y="404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7" y="400"/>
                </a:lnTo>
                <a:lnTo>
                  <a:pt x="57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4" y="396"/>
                </a:lnTo>
                <a:lnTo>
                  <a:pt x="54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4" y="399"/>
                </a:lnTo>
                <a:lnTo>
                  <a:pt x="43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1" y="398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399"/>
                </a:lnTo>
                <a:lnTo>
                  <a:pt x="36" y="400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2" y="400"/>
                </a:lnTo>
                <a:lnTo>
                  <a:pt x="32" y="399"/>
                </a:lnTo>
                <a:lnTo>
                  <a:pt x="33" y="399"/>
                </a:lnTo>
                <a:lnTo>
                  <a:pt x="34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6"/>
                </a:lnTo>
                <a:lnTo>
                  <a:pt x="35" y="396"/>
                </a:lnTo>
                <a:lnTo>
                  <a:pt x="35" y="395"/>
                </a:lnTo>
                <a:lnTo>
                  <a:pt x="36" y="393"/>
                </a:lnTo>
                <a:lnTo>
                  <a:pt x="36" y="392"/>
                </a:lnTo>
                <a:lnTo>
                  <a:pt x="36" y="391"/>
                </a:lnTo>
                <a:lnTo>
                  <a:pt x="37" y="391"/>
                </a:lnTo>
                <a:lnTo>
                  <a:pt x="38" y="391"/>
                </a:lnTo>
                <a:lnTo>
                  <a:pt x="38" y="390"/>
                </a:lnTo>
                <a:lnTo>
                  <a:pt x="40" y="389"/>
                </a:lnTo>
                <a:lnTo>
                  <a:pt x="40" y="388"/>
                </a:lnTo>
                <a:lnTo>
                  <a:pt x="39" y="388"/>
                </a:lnTo>
                <a:lnTo>
                  <a:pt x="39" y="387"/>
                </a:lnTo>
                <a:lnTo>
                  <a:pt x="40" y="387"/>
                </a:lnTo>
                <a:lnTo>
                  <a:pt x="40" y="386"/>
                </a:lnTo>
                <a:lnTo>
                  <a:pt x="41" y="385"/>
                </a:lnTo>
                <a:lnTo>
                  <a:pt x="41" y="384"/>
                </a:lnTo>
                <a:lnTo>
                  <a:pt x="41" y="383"/>
                </a:lnTo>
                <a:lnTo>
                  <a:pt x="42" y="382"/>
                </a:lnTo>
                <a:lnTo>
                  <a:pt x="41" y="381"/>
                </a:lnTo>
                <a:lnTo>
                  <a:pt x="41" y="380"/>
                </a:lnTo>
                <a:lnTo>
                  <a:pt x="41" y="379"/>
                </a:lnTo>
                <a:lnTo>
                  <a:pt x="40" y="378"/>
                </a:lnTo>
                <a:lnTo>
                  <a:pt x="41" y="378"/>
                </a:lnTo>
                <a:lnTo>
                  <a:pt x="41" y="377"/>
                </a:lnTo>
                <a:lnTo>
                  <a:pt x="42" y="376"/>
                </a:lnTo>
                <a:lnTo>
                  <a:pt x="43" y="375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5" y="373"/>
                </a:lnTo>
                <a:lnTo>
                  <a:pt x="46" y="373"/>
                </a:lnTo>
                <a:lnTo>
                  <a:pt x="46" y="371"/>
                </a:lnTo>
                <a:lnTo>
                  <a:pt x="46" y="370"/>
                </a:lnTo>
                <a:lnTo>
                  <a:pt x="46" y="369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6" y="367"/>
                </a:lnTo>
                <a:lnTo>
                  <a:pt x="46" y="368"/>
                </a:lnTo>
                <a:lnTo>
                  <a:pt x="45" y="367"/>
                </a:lnTo>
                <a:lnTo>
                  <a:pt x="44" y="367"/>
                </a:lnTo>
                <a:lnTo>
                  <a:pt x="44" y="366"/>
                </a:lnTo>
                <a:lnTo>
                  <a:pt x="45" y="366"/>
                </a:lnTo>
                <a:lnTo>
                  <a:pt x="45" y="365"/>
                </a:lnTo>
                <a:lnTo>
                  <a:pt x="45" y="364"/>
                </a:lnTo>
                <a:lnTo>
                  <a:pt x="45" y="363"/>
                </a:lnTo>
                <a:lnTo>
                  <a:pt x="46" y="362"/>
                </a:lnTo>
                <a:lnTo>
                  <a:pt x="46" y="361"/>
                </a:lnTo>
                <a:lnTo>
                  <a:pt x="46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4"/>
                </a:lnTo>
                <a:lnTo>
                  <a:pt x="37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49"/>
                </a:lnTo>
                <a:lnTo>
                  <a:pt x="26" y="349"/>
                </a:lnTo>
                <a:lnTo>
                  <a:pt x="26" y="350"/>
                </a:lnTo>
                <a:lnTo>
                  <a:pt x="25" y="349"/>
                </a:lnTo>
                <a:lnTo>
                  <a:pt x="25" y="348"/>
                </a:lnTo>
                <a:lnTo>
                  <a:pt x="25" y="345"/>
                </a:lnTo>
                <a:lnTo>
                  <a:pt x="25" y="344"/>
                </a:lnTo>
                <a:lnTo>
                  <a:pt x="25" y="343"/>
                </a:lnTo>
                <a:lnTo>
                  <a:pt x="24" y="342"/>
                </a:lnTo>
                <a:lnTo>
                  <a:pt x="24" y="340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6" y="329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29" y="321"/>
                </a:lnTo>
                <a:lnTo>
                  <a:pt x="30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7" y="317"/>
                </a:lnTo>
                <a:lnTo>
                  <a:pt x="27" y="316"/>
                </a:lnTo>
                <a:lnTo>
                  <a:pt x="26" y="315"/>
                </a:lnTo>
                <a:lnTo>
                  <a:pt x="25" y="314"/>
                </a:lnTo>
                <a:lnTo>
                  <a:pt x="25" y="312"/>
                </a:lnTo>
                <a:lnTo>
                  <a:pt x="24" y="312"/>
                </a:lnTo>
                <a:lnTo>
                  <a:pt x="23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0" y="306"/>
                </a:lnTo>
                <a:lnTo>
                  <a:pt x="20" y="305"/>
                </a:lnTo>
                <a:lnTo>
                  <a:pt x="20" y="304"/>
                </a:lnTo>
                <a:lnTo>
                  <a:pt x="19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7" y="302"/>
                </a:lnTo>
                <a:lnTo>
                  <a:pt x="17" y="301"/>
                </a:lnTo>
                <a:lnTo>
                  <a:pt x="18" y="300"/>
                </a:lnTo>
                <a:lnTo>
                  <a:pt x="19" y="299"/>
                </a:lnTo>
                <a:lnTo>
                  <a:pt x="19" y="298"/>
                </a:lnTo>
                <a:lnTo>
                  <a:pt x="20" y="298"/>
                </a:lnTo>
                <a:lnTo>
                  <a:pt x="20" y="297"/>
                </a:lnTo>
                <a:lnTo>
                  <a:pt x="20" y="298"/>
                </a:lnTo>
                <a:lnTo>
                  <a:pt x="21" y="297"/>
                </a:lnTo>
                <a:lnTo>
                  <a:pt x="22" y="294"/>
                </a:lnTo>
                <a:lnTo>
                  <a:pt x="22" y="292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5" y="286"/>
                </a:lnTo>
                <a:lnTo>
                  <a:pt x="26" y="285"/>
                </a:lnTo>
                <a:lnTo>
                  <a:pt x="26" y="284"/>
                </a:lnTo>
                <a:lnTo>
                  <a:pt x="25" y="284"/>
                </a:lnTo>
                <a:lnTo>
                  <a:pt x="24" y="284"/>
                </a:lnTo>
                <a:lnTo>
                  <a:pt x="24" y="283"/>
                </a:lnTo>
                <a:lnTo>
                  <a:pt x="24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2" y="276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5" y="278"/>
                </a:lnTo>
                <a:lnTo>
                  <a:pt x="14" y="278"/>
                </a:lnTo>
                <a:lnTo>
                  <a:pt x="14" y="279"/>
                </a:lnTo>
                <a:lnTo>
                  <a:pt x="13" y="279"/>
                </a:lnTo>
                <a:lnTo>
                  <a:pt x="12" y="279"/>
                </a:lnTo>
                <a:lnTo>
                  <a:pt x="12" y="278"/>
                </a:lnTo>
                <a:lnTo>
                  <a:pt x="12" y="279"/>
                </a:lnTo>
                <a:lnTo>
                  <a:pt x="11" y="280"/>
                </a:lnTo>
                <a:lnTo>
                  <a:pt x="10" y="280"/>
                </a:lnTo>
                <a:lnTo>
                  <a:pt x="8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2" y="275"/>
                </a:lnTo>
                <a:lnTo>
                  <a:pt x="2" y="274"/>
                </a:lnTo>
                <a:lnTo>
                  <a:pt x="3" y="274"/>
                </a:lnTo>
                <a:lnTo>
                  <a:pt x="3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3" y="271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1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1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4" y="262"/>
                </a:lnTo>
                <a:lnTo>
                  <a:pt x="4" y="260"/>
                </a:lnTo>
                <a:lnTo>
                  <a:pt x="3" y="261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0" y="257"/>
                </a:lnTo>
                <a:lnTo>
                  <a:pt x="1" y="257"/>
                </a:lnTo>
                <a:lnTo>
                  <a:pt x="1" y="256"/>
                </a:lnTo>
                <a:lnTo>
                  <a:pt x="1" y="255"/>
                </a:lnTo>
                <a:lnTo>
                  <a:pt x="2" y="255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2" y="250"/>
                </a:lnTo>
                <a:lnTo>
                  <a:pt x="2" y="249"/>
                </a:lnTo>
                <a:lnTo>
                  <a:pt x="3" y="249"/>
                </a:lnTo>
                <a:lnTo>
                  <a:pt x="4" y="248"/>
                </a:lnTo>
                <a:lnTo>
                  <a:pt x="6" y="247"/>
                </a:lnTo>
                <a:lnTo>
                  <a:pt x="6" y="246"/>
                </a:lnTo>
                <a:lnTo>
                  <a:pt x="7" y="246"/>
                </a:lnTo>
                <a:lnTo>
                  <a:pt x="7" y="244"/>
                </a:lnTo>
                <a:lnTo>
                  <a:pt x="8" y="243"/>
                </a:lnTo>
                <a:lnTo>
                  <a:pt x="8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0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6" y="233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5" y="225"/>
                </a:lnTo>
                <a:lnTo>
                  <a:pt x="14" y="226"/>
                </a:lnTo>
                <a:lnTo>
                  <a:pt x="13" y="225"/>
                </a:lnTo>
                <a:lnTo>
                  <a:pt x="13" y="224"/>
                </a:lnTo>
                <a:lnTo>
                  <a:pt x="13" y="223"/>
                </a:lnTo>
                <a:lnTo>
                  <a:pt x="14" y="222"/>
                </a:lnTo>
                <a:lnTo>
                  <a:pt x="15" y="220"/>
                </a:lnTo>
                <a:lnTo>
                  <a:pt x="15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19" y="216"/>
                </a:lnTo>
                <a:lnTo>
                  <a:pt x="19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4" y="215"/>
                </a:lnTo>
                <a:lnTo>
                  <a:pt x="24" y="214"/>
                </a:lnTo>
                <a:lnTo>
                  <a:pt x="24" y="213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0"/>
                </a:lnTo>
                <a:lnTo>
                  <a:pt x="35" y="210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39" y="203"/>
                </a:lnTo>
                <a:lnTo>
                  <a:pt x="40" y="203"/>
                </a:lnTo>
                <a:lnTo>
                  <a:pt x="40" y="202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4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3"/>
                </a:lnTo>
                <a:lnTo>
                  <a:pt x="47" y="192"/>
                </a:lnTo>
                <a:lnTo>
                  <a:pt x="47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89"/>
                </a:lnTo>
                <a:lnTo>
                  <a:pt x="49" y="188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1" y="186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7" y="183"/>
                </a:lnTo>
                <a:lnTo>
                  <a:pt x="57" y="182"/>
                </a:lnTo>
                <a:lnTo>
                  <a:pt x="58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59" y="177"/>
                </a:lnTo>
                <a:lnTo>
                  <a:pt x="60" y="177"/>
                </a:lnTo>
                <a:lnTo>
                  <a:pt x="60" y="176"/>
                </a:lnTo>
                <a:lnTo>
                  <a:pt x="61" y="176"/>
                </a:lnTo>
                <a:lnTo>
                  <a:pt x="61" y="175"/>
                </a:lnTo>
                <a:lnTo>
                  <a:pt x="60" y="175"/>
                </a:lnTo>
                <a:lnTo>
                  <a:pt x="60" y="174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1"/>
                </a:lnTo>
                <a:lnTo>
                  <a:pt x="60" y="172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7" y="164"/>
                </a:lnTo>
                <a:lnTo>
                  <a:pt x="58" y="164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0" y="159"/>
                </a:lnTo>
                <a:lnTo>
                  <a:pt x="50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6"/>
                </a:lnTo>
                <a:lnTo>
                  <a:pt x="45" y="155"/>
                </a:lnTo>
                <a:lnTo>
                  <a:pt x="46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2"/>
                </a:lnTo>
                <a:lnTo>
                  <a:pt x="49" y="151"/>
                </a:lnTo>
                <a:lnTo>
                  <a:pt x="50" y="150"/>
                </a:lnTo>
                <a:lnTo>
                  <a:pt x="49" y="149"/>
                </a:lnTo>
                <a:lnTo>
                  <a:pt x="49" y="148"/>
                </a:lnTo>
                <a:lnTo>
                  <a:pt x="49" y="147"/>
                </a:lnTo>
                <a:lnTo>
                  <a:pt x="50" y="146"/>
                </a:lnTo>
                <a:lnTo>
                  <a:pt x="49" y="146"/>
                </a:lnTo>
                <a:lnTo>
                  <a:pt x="49" y="145"/>
                </a:lnTo>
                <a:lnTo>
                  <a:pt x="50" y="145"/>
                </a:lnTo>
                <a:lnTo>
                  <a:pt x="50" y="144"/>
                </a:lnTo>
                <a:lnTo>
                  <a:pt x="49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50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1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0" y="132"/>
                </a:lnTo>
                <a:lnTo>
                  <a:pt x="50" y="131"/>
                </a:lnTo>
                <a:lnTo>
                  <a:pt x="51" y="131"/>
                </a:lnTo>
                <a:lnTo>
                  <a:pt x="51" y="130"/>
                </a:lnTo>
                <a:lnTo>
                  <a:pt x="51" y="129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1" y="126"/>
                </a:lnTo>
                <a:lnTo>
                  <a:pt x="51" y="127"/>
                </a:lnTo>
                <a:lnTo>
                  <a:pt x="50" y="127"/>
                </a:lnTo>
                <a:lnTo>
                  <a:pt x="49" y="127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5" y="126"/>
                </a:lnTo>
                <a:lnTo>
                  <a:pt x="45" y="127"/>
                </a:lnTo>
                <a:lnTo>
                  <a:pt x="44" y="126"/>
                </a:lnTo>
                <a:lnTo>
                  <a:pt x="44" y="125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5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99"/>
                </a:lnTo>
                <a:lnTo>
                  <a:pt x="34" y="100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6" y="97"/>
                </a:lnTo>
                <a:lnTo>
                  <a:pt x="37" y="97"/>
                </a:lnTo>
                <a:lnTo>
                  <a:pt x="38" y="96"/>
                </a:lnTo>
                <a:lnTo>
                  <a:pt x="38" y="95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1" y="92"/>
                </a:lnTo>
                <a:lnTo>
                  <a:pt x="42" y="92"/>
                </a:lnTo>
                <a:lnTo>
                  <a:pt x="43" y="91"/>
                </a:lnTo>
                <a:lnTo>
                  <a:pt x="44" y="90"/>
                </a:lnTo>
                <a:lnTo>
                  <a:pt x="44" y="89"/>
                </a:lnTo>
                <a:lnTo>
                  <a:pt x="45" y="88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2" y="87"/>
                </a:lnTo>
                <a:lnTo>
                  <a:pt x="53" y="87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6"/>
                </a:lnTo>
                <a:lnTo>
                  <a:pt x="58" y="86"/>
                </a:lnTo>
                <a:lnTo>
                  <a:pt x="58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0" y="81"/>
                </a:lnTo>
                <a:lnTo>
                  <a:pt x="61" y="81"/>
                </a:lnTo>
                <a:lnTo>
                  <a:pt x="61" y="80"/>
                </a:lnTo>
                <a:lnTo>
                  <a:pt x="61" y="79"/>
                </a:lnTo>
                <a:lnTo>
                  <a:pt x="60" y="79"/>
                </a:lnTo>
                <a:lnTo>
                  <a:pt x="60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4"/>
                </a:lnTo>
                <a:lnTo>
                  <a:pt x="62" y="73"/>
                </a:lnTo>
                <a:lnTo>
                  <a:pt x="63" y="74"/>
                </a:lnTo>
                <a:lnTo>
                  <a:pt x="63" y="73"/>
                </a:lnTo>
                <a:lnTo>
                  <a:pt x="64" y="73"/>
                </a:lnTo>
                <a:lnTo>
                  <a:pt x="65" y="73"/>
                </a:lnTo>
                <a:lnTo>
                  <a:pt x="65" y="72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7" y="75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2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7" y="74"/>
                </a:lnTo>
                <a:lnTo>
                  <a:pt x="78" y="74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2" y="72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1" y="69"/>
                </a:lnTo>
                <a:lnTo>
                  <a:pt x="102" y="69"/>
                </a:lnTo>
                <a:lnTo>
                  <a:pt x="104" y="69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4" y="72"/>
                </a:lnTo>
                <a:lnTo>
                  <a:pt x="105" y="72"/>
                </a:lnTo>
                <a:lnTo>
                  <a:pt x="106" y="73"/>
                </a:lnTo>
                <a:lnTo>
                  <a:pt x="106" y="72"/>
                </a:lnTo>
                <a:lnTo>
                  <a:pt x="107" y="71"/>
                </a:lnTo>
                <a:lnTo>
                  <a:pt x="108" y="71"/>
                </a:lnTo>
                <a:lnTo>
                  <a:pt x="108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68"/>
                </a:lnTo>
                <a:lnTo>
                  <a:pt x="119" y="67"/>
                </a:lnTo>
                <a:lnTo>
                  <a:pt x="120" y="67"/>
                </a:lnTo>
                <a:lnTo>
                  <a:pt x="121" y="67"/>
                </a:lnTo>
                <a:lnTo>
                  <a:pt x="122" y="66"/>
                </a:lnTo>
                <a:lnTo>
                  <a:pt x="122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2" y="61"/>
                </a:lnTo>
                <a:lnTo>
                  <a:pt x="122" y="60"/>
                </a:lnTo>
                <a:lnTo>
                  <a:pt x="121" y="60"/>
                </a:lnTo>
                <a:lnTo>
                  <a:pt x="120" y="60"/>
                </a:lnTo>
                <a:lnTo>
                  <a:pt x="120" y="61"/>
                </a:lnTo>
                <a:lnTo>
                  <a:pt x="119" y="62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7" y="65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5" y="62"/>
                </a:lnTo>
                <a:lnTo>
                  <a:pt x="115" y="61"/>
                </a:lnTo>
                <a:lnTo>
                  <a:pt x="116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8"/>
                </a:lnTo>
                <a:lnTo>
                  <a:pt x="118" y="57"/>
                </a:lnTo>
                <a:lnTo>
                  <a:pt x="118" y="56"/>
                </a:lnTo>
                <a:lnTo>
                  <a:pt x="118" y="55"/>
                </a:lnTo>
                <a:lnTo>
                  <a:pt x="119" y="55"/>
                </a:lnTo>
                <a:lnTo>
                  <a:pt x="119" y="56"/>
                </a:lnTo>
                <a:lnTo>
                  <a:pt x="120" y="56"/>
                </a:lnTo>
                <a:lnTo>
                  <a:pt x="119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7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8"/>
                </a:lnTo>
                <a:lnTo>
                  <a:pt x="125" y="58"/>
                </a:lnTo>
                <a:lnTo>
                  <a:pt x="124" y="58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4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1" y="54"/>
                </a:lnTo>
                <a:lnTo>
                  <a:pt x="131" y="53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5" y="52"/>
                </a:lnTo>
                <a:lnTo>
                  <a:pt x="136" y="52"/>
                </a:lnTo>
                <a:lnTo>
                  <a:pt x="136" y="53"/>
                </a:lnTo>
                <a:lnTo>
                  <a:pt x="137" y="53"/>
                </a:lnTo>
                <a:lnTo>
                  <a:pt x="136" y="54"/>
                </a:lnTo>
                <a:lnTo>
                  <a:pt x="136" y="55"/>
                </a:lnTo>
                <a:lnTo>
                  <a:pt x="135" y="56"/>
                </a:lnTo>
                <a:lnTo>
                  <a:pt x="136" y="56"/>
                </a:lnTo>
                <a:lnTo>
                  <a:pt x="136" y="57"/>
                </a:lnTo>
                <a:lnTo>
                  <a:pt x="136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9" y="58"/>
                </a:lnTo>
                <a:lnTo>
                  <a:pt x="140" y="57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1" y="54"/>
                </a:lnTo>
                <a:lnTo>
                  <a:pt x="142" y="53"/>
                </a:lnTo>
                <a:lnTo>
                  <a:pt x="141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2" y="48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8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7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2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3"/>
                </a:lnTo>
                <a:lnTo>
                  <a:pt x="152" y="42"/>
                </a:lnTo>
                <a:lnTo>
                  <a:pt x="152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6"/>
                </a:lnTo>
                <a:lnTo>
                  <a:pt x="154" y="46"/>
                </a:lnTo>
                <a:lnTo>
                  <a:pt x="155" y="45"/>
                </a:lnTo>
                <a:lnTo>
                  <a:pt x="155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0" y="44"/>
                </a:lnTo>
                <a:lnTo>
                  <a:pt x="160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5" y="40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0" y="34"/>
                </a:lnTo>
                <a:lnTo>
                  <a:pt x="171" y="34"/>
                </a:lnTo>
                <a:lnTo>
                  <a:pt x="171" y="33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0"/>
                </a:lnTo>
                <a:lnTo>
                  <a:pt x="170" y="30"/>
                </a:lnTo>
                <a:lnTo>
                  <a:pt x="170" y="29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1" y="26"/>
                </a:lnTo>
                <a:lnTo>
                  <a:pt x="172" y="26"/>
                </a:lnTo>
                <a:lnTo>
                  <a:pt x="173" y="26"/>
                </a:lnTo>
                <a:lnTo>
                  <a:pt x="173" y="25"/>
                </a:lnTo>
                <a:lnTo>
                  <a:pt x="174" y="24"/>
                </a:lnTo>
                <a:lnTo>
                  <a:pt x="175" y="24"/>
                </a:lnTo>
                <a:lnTo>
                  <a:pt x="178" y="24"/>
                </a:lnTo>
                <a:lnTo>
                  <a:pt x="181" y="24"/>
                </a:lnTo>
                <a:lnTo>
                  <a:pt x="182" y="24"/>
                </a:lnTo>
                <a:lnTo>
                  <a:pt x="184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3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0"/>
                </a:lnTo>
                <a:lnTo>
                  <a:pt x="201" y="31"/>
                </a:lnTo>
                <a:lnTo>
                  <a:pt x="202" y="33"/>
                </a:lnTo>
                <a:lnTo>
                  <a:pt x="203" y="33"/>
                </a:lnTo>
                <a:lnTo>
                  <a:pt x="204" y="33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11" y="36"/>
                </a:lnTo>
                <a:lnTo>
                  <a:pt x="212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8" y="34"/>
                </a:lnTo>
                <a:lnTo>
                  <a:pt x="220" y="33"/>
                </a:lnTo>
                <a:lnTo>
                  <a:pt x="221" y="33"/>
                </a:lnTo>
                <a:lnTo>
                  <a:pt x="222" y="33"/>
                </a:lnTo>
                <a:lnTo>
                  <a:pt x="222" y="32"/>
                </a:lnTo>
                <a:lnTo>
                  <a:pt x="223" y="32"/>
                </a:lnTo>
                <a:lnTo>
                  <a:pt x="223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29"/>
                </a:lnTo>
                <a:lnTo>
                  <a:pt x="226" y="28"/>
                </a:lnTo>
                <a:lnTo>
                  <a:pt x="227" y="27"/>
                </a:lnTo>
                <a:lnTo>
                  <a:pt x="228" y="27"/>
                </a:lnTo>
                <a:lnTo>
                  <a:pt x="228" y="26"/>
                </a:lnTo>
                <a:lnTo>
                  <a:pt x="229" y="26"/>
                </a:lnTo>
                <a:lnTo>
                  <a:pt x="230" y="26"/>
                </a:lnTo>
                <a:lnTo>
                  <a:pt x="230" y="25"/>
                </a:lnTo>
                <a:lnTo>
                  <a:pt x="231" y="25"/>
                </a:lnTo>
                <a:lnTo>
                  <a:pt x="232" y="25"/>
                </a:lnTo>
                <a:lnTo>
                  <a:pt x="237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39" y="27"/>
                </a:lnTo>
                <a:lnTo>
                  <a:pt x="239" y="28"/>
                </a:lnTo>
                <a:lnTo>
                  <a:pt x="240" y="28"/>
                </a:lnTo>
                <a:lnTo>
                  <a:pt x="240" y="29"/>
                </a:lnTo>
                <a:lnTo>
                  <a:pt x="241" y="29"/>
                </a:lnTo>
                <a:lnTo>
                  <a:pt x="241" y="30"/>
                </a:lnTo>
                <a:lnTo>
                  <a:pt x="242" y="30"/>
                </a:lnTo>
                <a:lnTo>
                  <a:pt x="243" y="29"/>
                </a:lnTo>
                <a:lnTo>
                  <a:pt x="244" y="28"/>
                </a:lnTo>
                <a:lnTo>
                  <a:pt x="245" y="28"/>
                </a:lnTo>
                <a:lnTo>
                  <a:pt x="245" y="27"/>
                </a:lnTo>
                <a:lnTo>
                  <a:pt x="246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9" y="24"/>
                </a:lnTo>
                <a:lnTo>
                  <a:pt x="250" y="24"/>
                </a:lnTo>
                <a:lnTo>
                  <a:pt x="250" y="23"/>
                </a:lnTo>
                <a:lnTo>
                  <a:pt x="251" y="23"/>
                </a:lnTo>
                <a:lnTo>
                  <a:pt x="252" y="23"/>
                </a:lnTo>
                <a:lnTo>
                  <a:pt x="253" y="22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8" y="20"/>
                </a:lnTo>
                <a:lnTo>
                  <a:pt x="259" y="19"/>
                </a:lnTo>
                <a:lnTo>
                  <a:pt x="259" y="18"/>
                </a:lnTo>
                <a:lnTo>
                  <a:pt x="260" y="18"/>
                </a:lnTo>
                <a:lnTo>
                  <a:pt x="261" y="18"/>
                </a:lnTo>
                <a:lnTo>
                  <a:pt x="261" y="17"/>
                </a:lnTo>
                <a:lnTo>
                  <a:pt x="262" y="17"/>
                </a:lnTo>
                <a:lnTo>
                  <a:pt x="263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2"/>
                </a:lnTo>
                <a:lnTo>
                  <a:pt x="269" y="8"/>
                </a:lnTo>
                <a:lnTo>
                  <a:pt x="269" y="6"/>
                </a:lnTo>
                <a:lnTo>
                  <a:pt x="270" y="4"/>
                </a:lnTo>
                <a:lnTo>
                  <a:pt x="271" y="3"/>
                </a:lnTo>
                <a:lnTo>
                  <a:pt x="271" y="1"/>
                </a:lnTo>
                <a:lnTo>
                  <a:pt x="272" y="1"/>
                </a:lnTo>
                <a:lnTo>
                  <a:pt x="273" y="0"/>
                </a:lnTo>
                <a:lnTo>
                  <a:pt x="274" y="0"/>
                </a:lnTo>
                <a:lnTo>
                  <a:pt x="276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620600" y="1577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45464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5" y="2"/>
                </a:ln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6" y="7"/>
                </a:lnTo>
                <a:lnTo>
                  <a:pt x="286" y="8"/>
                </a:lnTo>
                <a:lnTo>
                  <a:pt x="285" y="8"/>
                </a:lnTo>
                <a:lnTo>
                  <a:pt x="285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0" y="14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10" y="16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7" y="18"/>
                </a:lnTo>
                <a:lnTo>
                  <a:pt x="318" y="18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8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0"/>
                </a:lnTo>
                <a:lnTo>
                  <a:pt x="334" y="21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5"/>
                </a:lnTo>
                <a:lnTo>
                  <a:pt x="344" y="24"/>
                </a:lnTo>
                <a:lnTo>
                  <a:pt x="343" y="23"/>
                </a:lnTo>
                <a:lnTo>
                  <a:pt x="343" y="24"/>
                </a:lnTo>
                <a:lnTo>
                  <a:pt x="343" y="23"/>
                </a:lnTo>
                <a:lnTo>
                  <a:pt x="342" y="22"/>
                </a:lnTo>
                <a:lnTo>
                  <a:pt x="343" y="21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1"/>
                </a:lnTo>
                <a:lnTo>
                  <a:pt x="346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20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5" y="21"/>
                </a:lnTo>
                <a:lnTo>
                  <a:pt x="356" y="21"/>
                </a:lnTo>
                <a:lnTo>
                  <a:pt x="357" y="20"/>
                </a:lnTo>
                <a:lnTo>
                  <a:pt x="358" y="20"/>
                </a:lnTo>
                <a:lnTo>
                  <a:pt x="360" y="21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1" y="16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4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2" y="21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6" y="29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8" y="31"/>
                </a:lnTo>
                <a:lnTo>
                  <a:pt x="379" y="33"/>
                </a:lnTo>
                <a:lnTo>
                  <a:pt x="381" y="33"/>
                </a:lnTo>
                <a:lnTo>
                  <a:pt x="381" y="34"/>
                </a:lnTo>
                <a:lnTo>
                  <a:pt x="383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7" y="37"/>
                </a:lnTo>
                <a:lnTo>
                  <a:pt x="387" y="38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9"/>
                </a:lnTo>
                <a:lnTo>
                  <a:pt x="387" y="50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5" y="51"/>
                </a:lnTo>
                <a:lnTo>
                  <a:pt x="406" y="51"/>
                </a:lnTo>
                <a:lnTo>
                  <a:pt x="405" y="52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2" y="53"/>
                </a:lnTo>
                <a:lnTo>
                  <a:pt x="401" y="53"/>
                </a:lnTo>
                <a:lnTo>
                  <a:pt x="401" y="54"/>
                </a:lnTo>
                <a:lnTo>
                  <a:pt x="399" y="54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9" y="58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80" y="64"/>
                </a:lnTo>
                <a:lnTo>
                  <a:pt x="379" y="64"/>
                </a:lnTo>
                <a:lnTo>
                  <a:pt x="379" y="63"/>
                </a:lnTo>
                <a:lnTo>
                  <a:pt x="379" y="64"/>
                </a:lnTo>
                <a:lnTo>
                  <a:pt x="378" y="65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5" y="71"/>
                </a:lnTo>
                <a:lnTo>
                  <a:pt x="374" y="71"/>
                </a:lnTo>
                <a:lnTo>
                  <a:pt x="374" y="72"/>
                </a:lnTo>
                <a:lnTo>
                  <a:pt x="373" y="75"/>
                </a:lnTo>
                <a:lnTo>
                  <a:pt x="372" y="75"/>
                </a:lnTo>
                <a:lnTo>
                  <a:pt x="372" y="76"/>
                </a:lnTo>
                <a:lnTo>
                  <a:pt x="372" y="77"/>
                </a:lnTo>
                <a:lnTo>
                  <a:pt x="371" y="77"/>
                </a:lnTo>
                <a:lnTo>
                  <a:pt x="370" y="78"/>
                </a:lnTo>
                <a:lnTo>
                  <a:pt x="369" y="78"/>
                </a:lnTo>
                <a:lnTo>
                  <a:pt x="370" y="78"/>
                </a:lnTo>
                <a:lnTo>
                  <a:pt x="370" y="79"/>
                </a:lnTo>
                <a:lnTo>
                  <a:pt x="371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2" y="85"/>
                </a:lnTo>
                <a:lnTo>
                  <a:pt x="372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2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8" y="94"/>
                </a:lnTo>
                <a:lnTo>
                  <a:pt x="369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7"/>
                </a:lnTo>
                <a:lnTo>
                  <a:pt x="367" y="97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6" y="104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6" y="109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9"/>
                </a:lnTo>
                <a:lnTo>
                  <a:pt x="391" y="108"/>
                </a:lnTo>
                <a:lnTo>
                  <a:pt x="392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1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3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2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0" y="121"/>
                </a:lnTo>
                <a:lnTo>
                  <a:pt x="431" y="121"/>
                </a:lnTo>
                <a:lnTo>
                  <a:pt x="432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7" y="117"/>
                </a:lnTo>
                <a:lnTo>
                  <a:pt x="448" y="116"/>
                </a:lnTo>
                <a:lnTo>
                  <a:pt x="449" y="116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9" y="107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5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5" y="97"/>
                </a:lnTo>
                <a:lnTo>
                  <a:pt x="454" y="97"/>
                </a:lnTo>
                <a:lnTo>
                  <a:pt x="454" y="96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70" y="88"/>
                </a:lnTo>
                <a:lnTo>
                  <a:pt x="470" y="87"/>
                </a:lnTo>
                <a:lnTo>
                  <a:pt x="471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5"/>
                </a:lnTo>
                <a:lnTo>
                  <a:pt x="478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3"/>
                </a:lnTo>
                <a:lnTo>
                  <a:pt x="483" y="82"/>
                </a:lnTo>
                <a:lnTo>
                  <a:pt x="484" y="82"/>
                </a:lnTo>
                <a:lnTo>
                  <a:pt x="486" y="80"/>
                </a:lnTo>
                <a:lnTo>
                  <a:pt x="488" y="78"/>
                </a:lnTo>
                <a:lnTo>
                  <a:pt x="489" y="77"/>
                </a:lnTo>
                <a:lnTo>
                  <a:pt x="491" y="75"/>
                </a:lnTo>
                <a:lnTo>
                  <a:pt x="490" y="74"/>
                </a:lnTo>
                <a:lnTo>
                  <a:pt x="487" y="71"/>
                </a:lnTo>
                <a:lnTo>
                  <a:pt x="489" y="70"/>
                </a:lnTo>
                <a:lnTo>
                  <a:pt x="490" y="69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5" y="65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8" y="61"/>
                </a:lnTo>
                <a:lnTo>
                  <a:pt x="489" y="61"/>
                </a:lnTo>
                <a:lnTo>
                  <a:pt x="489" y="60"/>
                </a:lnTo>
                <a:lnTo>
                  <a:pt x="491" y="60"/>
                </a:lnTo>
                <a:lnTo>
                  <a:pt x="491" y="61"/>
                </a:lnTo>
                <a:lnTo>
                  <a:pt x="492" y="61"/>
                </a:lnTo>
                <a:lnTo>
                  <a:pt x="495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8" y="55"/>
                </a:lnTo>
                <a:lnTo>
                  <a:pt x="509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4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7" y="47"/>
                </a:lnTo>
                <a:lnTo>
                  <a:pt x="538" y="47"/>
                </a:lnTo>
                <a:lnTo>
                  <a:pt x="538" y="46"/>
                </a:lnTo>
                <a:lnTo>
                  <a:pt x="539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8"/>
                </a:lnTo>
                <a:lnTo>
                  <a:pt x="544" y="48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59"/>
                </a:lnTo>
                <a:lnTo>
                  <a:pt x="572" y="60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4"/>
                </a:lnTo>
                <a:lnTo>
                  <a:pt x="572" y="64"/>
                </a:lnTo>
                <a:lnTo>
                  <a:pt x="573" y="65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2"/>
                </a:lnTo>
                <a:lnTo>
                  <a:pt x="577" y="73"/>
                </a:lnTo>
                <a:lnTo>
                  <a:pt x="578" y="73"/>
                </a:lnTo>
                <a:lnTo>
                  <a:pt x="580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2"/>
                </a:lnTo>
                <a:lnTo>
                  <a:pt x="590" y="71"/>
                </a:lnTo>
                <a:lnTo>
                  <a:pt x="591" y="71"/>
                </a:lnTo>
                <a:lnTo>
                  <a:pt x="592" y="70"/>
                </a:lnTo>
                <a:lnTo>
                  <a:pt x="592" y="69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7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9"/>
                </a:lnTo>
                <a:lnTo>
                  <a:pt x="595" y="69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8" y="71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0"/>
                </a:lnTo>
                <a:lnTo>
                  <a:pt x="593" y="71"/>
                </a:lnTo>
                <a:lnTo>
                  <a:pt x="592" y="71"/>
                </a:lnTo>
                <a:lnTo>
                  <a:pt x="593" y="72"/>
                </a:lnTo>
                <a:lnTo>
                  <a:pt x="593" y="73"/>
                </a:lnTo>
                <a:lnTo>
                  <a:pt x="594" y="73"/>
                </a:lnTo>
                <a:lnTo>
                  <a:pt x="593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6" y="77"/>
                </a:lnTo>
                <a:lnTo>
                  <a:pt x="597" y="77"/>
                </a:lnTo>
                <a:lnTo>
                  <a:pt x="598" y="77"/>
                </a:lnTo>
                <a:lnTo>
                  <a:pt x="598" y="78"/>
                </a:lnTo>
                <a:lnTo>
                  <a:pt x="599" y="78"/>
                </a:lnTo>
                <a:lnTo>
                  <a:pt x="599" y="79"/>
                </a:lnTo>
                <a:lnTo>
                  <a:pt x="599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4"/>
                </a:lnTo>
                <a:lnTo>
                  <a:pt x="602" y="84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1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5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19" y="85"/>
                </a:lnTo>
                <a:lnTo>
                  <a:pt x="620" y="85"/>
                </a:lnTo>
                <a:lnTo>
                  <a:pt x="622" y="85"/>
                </a:lnTo>
                <a:lnTo>
                  <a:pt x="624" y="85"/>
                </a:lnTo>
                <a:lnTo>
                  <a:pt x="626" y="85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5"/>
                </a:lnTo>
                <a:lnTo>
                  <a:pt x="628" y="85"/>
                </a:lnTo>
                <a:lnTo>
                  <a:pt x="631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5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4"/>
                </a:lnTo>
                <a:lnTo>
                  <a:pt x="643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5"/>
                </a:lnTo>
                <a:lnTo>
                  <a:pt x="646" y="86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6"/>
                </a:lnTo>
                <a:lnTo>
                  <a:pt x="646" y="85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7" y="82"/>
                </a:lnTo>
                <a:lnTo>
                  <a:pt x="648" y="82"/>
                </a:lnTo>
                <a:lnTo>
                  <a:pt x="648" y="81"/>
                </a:lnTo>
                <a:lnTo>
                  <a:pt x="649" y="81"/>
                </a:lnTo>
                <a:lnTo>
                  <a:pt x="650" y="80"/>
                </a:lnTo>
                <a:lnTo>
                  <a:pt x="650" y="79"/>
                </a:lnTo>
                <a:lnTo>
                  <a:pt x="651" y="79"/>
                </a:lnTo>
                <a:lnTo>
                  <a:pt x="651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4" y="76"/>
                </a:lnTo>
                <a:lnTo>
                  <a:pt x="654" y="77"/>
                </a:lnTo>
                <a:lnTo>
                  <a:pt x="655" y="77"/>
                </a:lnTo>
                <a:lnTo>
                  <a:pt x="656" y="77"/>
                </a:lnTo>
                <a:lnTo>
                  <a:pt x="656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5"/>
                </a:lnTo>
                <a:lnTo>
                  <a:pt x="657" y="76"/>
                </a:lnTo>
                <a:lnTo>
                  <a:pt x="658" y="76"/>
                </a:lnTo>
                <a:lnTo>
                  <a:pt x="660" y="76"/>
                </a:lnTo>
                <a:lnTo>
                  <a:pt x="660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2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6"/>
                </a:lnTo>
                <a:lnTo>
                  <a:pt x="663" y="77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80"/>
                </a:lnTo>
                <a:lnTo>
                  <a:pt x="661" y="81"/>
                </a:lnTo>
                <a:lnTo>
                  <a:pt x="662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2" y="84"/>
                </a:lnTo>
                <a:lnTo>
                  <a:pt x="662" y="85"/>
                </a:lnTo>
                <a:lnTo>
                  <a:pt x="663" y="85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5"/>
                </a:lnTo>
                <a:lnTo>
                  <a:pt x="667" y="86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9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9"/>
                </a:lnTo>
                <a:lnTo>
                  <a:pt x="692" y="88"/>
                </a:lnTo>
                <a:lnTo>
                  <a:pt x="692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5" y="89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90"/>
                </a:lnTo>
                <a:lnTo>
                  <a:pt x="710" y="89"/>
                </a:lnTo>
                <a:lnTo>
                  <a:pt x="709" y="89"/>
                </a:lnTo>
                <a:lnTo>
                  <a:pt x="709" y="88"/>
                </a:lnTo>
                <a:lnTo>
                  <a:pt x="710" y="88"/>
                </a:lnTo>
                <a:lnTo>
                  <a:pt x="710" y="89"/>
                </a:lnTo>
                <a:lnTo>
                  <a:pt x="711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2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3"/>
                </a:lnTo>
                <a:lnTo>
                  <a:pt x="699" y="104"/>
                </a:lnTo>
                <a:lnTo>
                  <a:pt x="700" y="104"/>
                </a:lnTo>
                <a:lnTo>
                  <a:pt x="699" y="105"/>
                </a:lnTo>
                <a:lnTo>
                  <a:pt x="699" y="106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5" y="112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1" y="117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6" y="116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7"/>
                </a:lnTo>
                <a:lnTo>
                  <a:pt x="692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91" y="126"/>
                </a:lnTo>
                <a:lnTo>
                  <a:pt x="690" y="126"/>
                </a:lnTo>
                <a:lnTo>
                  <a:pt x="689" y="125"/>
                </a:lnTo>
                <a:lnTo>
                  <a:pt x="689" y="126"/>
                </a:lnTo>
                <a:lnTo>
                  <a:pt x="688" y="126"/>
                </a:lnTo>
                <a:lnTo>
                  <a:pt x="687" y="128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9"/>
                </a:lnTo>
                <a:lnTo>
                  <a:pt x="693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6" y="146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3" y="146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8" y="149"/>
                </a:lnTo>
                <a:lnTo>
                  <a:pt x="677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3" y="148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0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8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7"/>
                </a:lnTo>
                <a:lnTo>
                  <a:pt x="667" y="127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4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1"/>
                </a:lnTo>
                <a:lnTo>
                  <a:pt x="653" y="141"/>
                </a:lnTo>
                <a:lnTo>
                  <a:pt x="652" y="142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9" y="134"/>
                </a:lnTo>
                <a:lnTo>
                  <a:pt x="648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5"/>
                </a:lnTo>
                <a:lnTo>
                  <a:pt x="646" y="136"/>
                </a:lnTo>
                <a:lnTo>
                  <a:pt x="646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5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4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6" y="147"/>
                </a:lnTo>
                <a:lnTo>
                  <a:pt x="627" y="147"/>
                </a:lnTo>
                <a:lnTo>
                  <a:pt x="627" y="148"/>
                </a:lnTo>
                <a:lnTo>
                  <a:pt x="626" y="148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2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7" y="159"/>
                </a:lnTo>
                <a:lnTo>
                  <a:pt x="616" y="159"/>
                </a:lnTo>
                <a:lnTo>
                  <a:pt x="615" y="159"/>
                </a:lnTo>
                <a:lnTo>
                  <a:pt x="614" y="158"/>
                </a:lnTo>
                <a:lnTo>
                  <a:pt x="613" y="158"/>
                </a:lnTo>
                <a:lnTo>
                  <a:pt x="613" y="156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9" y="152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3" y="148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7"/>
                </a:lnTo>
                <a:lnTo>
                  <a:pt x="599" y="156"/>
                </a:lnTo>
                <a:lnTo>
                  <a:pt x="599" y="157"/>
                </a:lnTo>
                <a:lnTo>
                  <a:pt x="598" y="157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5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89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4"/>
                </a:lnTo>
                <a:lnTo>
                  <a:pt x="575" y="165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9"/>
                </a:lnTo>
                <a:lnTo>
                  <a:pt x="568" y="170"/>
                </a:lnTo>
                <a:lnTo>
                  <a:pt x="567" y="170"/>
                </a:lnTo>
                <a:lnTo>
                  <a:pt x="566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5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4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70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9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3" y="172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1" y="174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8" y="175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5" y="177"/>
                </a:lnTo>
                <a:lnTo>
                  <a:pt x="556" y="177"/>
                </a:lnTo>
                <a:lnTo>
                  <a:pt x="557" y="178"/>
                </a:lnTo>
                <a:lnTo>
                  <a:pt x="557" y="179"/>
                </a:lnTo>
                <a:lnTo>
                  <a:pt x="556" y="179"/>
                </a:lnTo>
                <a:lnTo>
                  <a:pt x="556" y="180"/>
                </a:lnTo>
                <a:lnTo>
                  <a:pt x="555" y="180"/>
                </a:lnTo>
                <a:lnTo>
                  <a:pt x="555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6" y="194"/>
                </a:lnTo>
                <a:lnTo>
                  <a:pt x="545" y="193"/>
                </a:lnTo>
                <a:lnTo>
                  <a:pt x="546" y="193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89"/>
                </a:lnTo>
                <a:lnTo>
                  <a:pt x="545" y="188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7"/>
                </a:lnTo>
                <a:lnTo>
                  <a:pt x="536" y="187"/>
                </a:lnTo>
                <a:lnTo>
                  <a:pt x="536" y="188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6" y="190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3" y="192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5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199"/>
                </a:lnTo>
                <a:lnTo>
                  <a:pt x="528" y="199"/>
                </a:lnTo>
                <a:lnTo>
                  <a:pt x="528" y="200"/>
                </a:lnTo>
                <a:lnTo>
                  <a:pt x="527" y="200"/>
                </a:lnTo>
                <a:lnTo>
                  <a:pt x="528" y="200"/>
                </a:lnTo>
                <a:lnTo>
                  <a:pt x="527" y="201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30" y="208"/>
                </a:lnTo>
                <a:lnTo>
                  <a:pt x="530" y="209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3"/>
                </a:lnTo>
                <a:lnTo>
                  <a:pt x="531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5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5" y="229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9"/>
                </a:lnTo>
                <a:lnTo>
                  <a:pt x="495" y="228"/>
                </a:lnTo>
                <a:lnTo>
                  <a:pt x="494" y="228"/>
                </a:lnTo>
                <a:lnTo>
                  <a:pt x="496" y="226"/>
                </a:lnTo>
                <a:lnTo>
                  <a:pt x="497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3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2" y="219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6" y="210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8" y="212"/>
                </a:lnTo>
                <a:lnTo>
                  <a:pt x="486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9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3"/>
                </a:lnTo>
                <a:lnTo>
                  <a:pt x="497" y="233"/>
                </a:lnTo>
                <a:lnTo>
                  <a:pt x="497" y="234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9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4" y="242"/>
                </a:lnTo>
                <a:lnTo>
                  <a:pt x="483" y="242"/>
                </a:lnTo>
                <a:lnTo>
                  <a:pt x="483" y="243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4"/>
                </a:lnTo>
                <a:lnTo>
                  <a:pt x="477" y="244"/>
                </a:lnTo>
                <a:lnTo>
                  <a:pt x="477" y="245"/>
                </a:lnTo>
                <a:lnTo>
                  <a:pt x="476" y="245"/>
                </a:lnTo>
                <a:lnTo>
                  <a:pt x="475" y="245"/>
                </a:lnTo>
                <a:lnTo>
                  <a:pt x="475" y="246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60"/>
                </a:lnTo>
                <a:lnTo>
                  <a:pt x="470" y="261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6" y="261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60"/>
                </a:lnTo>
                <a:lnTo>
                  <a:pt x="461" y="261"/>
                </a:lnTo>
                <a:lnTo>
                  <a:pt x="461" y="262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5"/>
                </a:lnTo>
                <a:lnTo>
                  <a:pt x="460" y="266"/>
                </a:lnTo>
                <a:lnTo>
                  <a:pt x="460" y="267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8" y="273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6" y="272"/>
                </a:lnTo>
                <a:lnTo>
                  <a:pt x="455" y="272"/>
                </a:lnTo>
                <a:lnTo>
                  <a:pt x="454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4" y="270"/>
                </a:lnTo>
                <a:lnTo>
                  <a:pt x="453" y="270"/>
                </a:lnTo>
                <a:lnTo>
                  <a:pt x="452" y="270"/>
                </a:lnTo>
                <a:lnTo>
                  <a:pt x="452" y="271"/>
                </a:lnTo>
                <a:lnTo>
                  <a:pt x="451" y="271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9" y="274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8" y="277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6" y="272"/>
                </a:lnTo>
                <a:lnTo>
                  <a:pt x="445" y="271"/>
                </a:lnTo>
                <a:lnTo>
                  <a:pt x="445" y="272"/>
                </a:lnTo>
                <a:lnTo>
                  <a:pt x="444" y="272"/>
                </a:lnTo>
                <a:lnTo>
                  <a:pt x="444" y="273"/>
                </a:lnTo>
                <a:lnTo>
                  <a:pt x="444" y="272"/>
                </a:lnTo>
                <a:lnTo>
                  <a:pt x="443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5"/>
                </a:lnTo>
                <a:lnTo>
                  <a:pt x="440" y="276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6"/>
                </a:lnTo>
                <a:lnTo>
                  <a:pt x="436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4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4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6" y="309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4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8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1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2"/>
                </a:lnTo>
                <a:lnTo>
                  <a:pt x="373" y="332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70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3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2" y="345"/>
                </a:lnTo>
                <a:lnTo>
                  <a:pt x="362" y="346"/>
                </a:lnTo>
                <a:lnTo>
                  <a:pt x="362" y="348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9" y="354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7" y="363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6"/>
                </a:lnTo>
                <a:lnTo>
                  <a:pt x="338" y="366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6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3" y="371"/>
                </a:lnTo>
                <a:lnTo>
                  <a:pt x="332" y="371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2"/>
                </a:lnTo>
                <a:lnTo>
                  <a:pt x="328" y="385"/>
                </a:lnTo>
                <a:lnTo>
                  <a:pt x="328" y="386"/>
                </a:lnTo>
                <a:lnTo>
                  <a:pt x="327" y="386"/>
                </a:lnTo>
                <a:lnTo>
                  <a:pt x="327" y="387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7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400"/>
                </a:lnTo>
                <a:lnTo>
                  <a:pt x="305" y="399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3" y="396"/>
                </a:lnTo>
                <a:lnTo>
                  <a:pt x="304" y="396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0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4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9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8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3" y="372"/>
                </a:lnTo>
                <a:lnTo>
                  <a:pt x="292" y="372"/>
                </a:lnTo>
                <a:lnTo>
                  <a:pt x="291" y="371"/>
                </a:lnTo>
                <a:lnTo>
                  <a:pt x="290" y="371"/>
                </a:lnTo>
                <a:lnTo>
                  <a:pt x="290" y="372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9" y="373"/>
                </a:lnTo>
                <a:lnTo>
                  <a:pt x="278" y="373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2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5"/>
                </a:lnTo>
                <a:lnTo>
                  <a:pt x="266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8" y="387"/>
                </a:lnTo>
                <a:lnTo>
                  <a:pt x="257" y="387"/>
                </a:lnTo>
                <a:lnTo>
                  <a:pt x="257" y="388"/>
                </a:lnTo>
                <a:lnTo>
                  <a:pt x="256" y="388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2" y="391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1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6" y="382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0"/>
                </a:lnTo>
                <a:lnTo>
                  <a:pt x="212" y="389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3"/>
                </a:lnTo>
                <a:lnTo>
                  <a:pt x="204" y="373"/>
                </a:lnTo>
                <a:lnTo>
                  <a:pt x="205" y="372"/>
                </a:lnTo>
                <a:lnTo>
                  <a:pt x="206" y="371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3" y="365"/>
                </a:lnTo>
                <a:lnTo>
                  <a:pt x="202" y="364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5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4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9" y="346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40"/>
                </a:lnTo>
                <a:lnTo>
                  <a:pt x="180" y="339"/>
                </a:lnTo>
                <a:lnTo>
                  <a:pt x="180" y="340"/>
                </a:lnTo>
                <a:lnTo>
                  <a:pt x="181" y="343"/>
                </a:lnTo>
                <a:lnTo>
                  <a:pt x="180" y="343"/>
                </a:lnTo>
                <a:lnTo>
                  <a:pt x="180" y="340"/>
                </a:lnTo>
                <a:lnTo>
                  <a:pt x="180" y="339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9" y="344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6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3"/>
                </a:lnTo>
                <a:lnTo>
                  <a:pt x="171" y="343"/>
                </a:lnTo>
                <a:lnTo>
                  <a:pt x="170" y="343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4" y="343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5"/>
                </a:lnTo>
                <a:lnTo>
                  <a:pt x="160" y="345"/>
                </a:lnTo>
                <a:lnTo>
                  <a:pt x="159" y="345"/>
                </a:lnTo>
                <a:lnTo>
                  <a:pt x="158" y="346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1" y="347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5"/>
                </a:lnTo>
                <a:lnTo>
                  <a:pt x="141" y="366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3" y="368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2"/>
                </a:lnTo>
                <a:lnTo>
                  <a:pt x="129" y="382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2" y="382"/>
                </a:lnTo>
                <a:lnTo>
                  <a:pt x="121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5" y="377"/>
                </a:lnTo>
                <a:lnTo>
                  <a:pt x="113" y="377"/>
                </a:lnTo>
                <a:lnTo>
                  <a:pt x="113" y="378"/>
                </a:lnTo>
                <a:lnTo>
                  <a:pt x="112" y="378"/>
                </a:lnTo>
                <a:lnTo>
                  <a:pt x="109" y="376"/>
                </a:lnTo>
                <a:lnTo>
                  <a:pt x="108" y="376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80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1" y="378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9" y="382"/>
                </a:lnTo>
                <a:lnTo>
                  <a:pt x="78" y="381"/>
                </a:lnTo>
                <a:lnTo>
                  <a:pt x="77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7" y="366"/>
                </a:lnTo>
                <a:lnTo>
                  <a:pt x="57" y="365"/>
                </a:lnTo>
                <a:lnTo>
                  <a:pt x="56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9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7" y="337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1" y="329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2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9" y="298"/>
                </a:lnTo>
                <a:lnTo>
                  <a:pt x="20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3"/>
                </a:lnTo>
                <a:lnTo>
                  <a:pt x="29" y="293"/>
                </a:lnTo>
                <a:lnTo>
                  <a:pt x="30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0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6" y="288"/>
                </a:lnTo>
                <a:lnTo>
                  <a:pt x="46" y="287"/>
                </a:lnTo>
                <a:lnTo>
                  <a:pt x="47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9" y="268"/>
                </a:lnTo>
                <a:lnTo>
                  <a:pt x="58" y="268"/>
                </a:lnTo>
                <a:lnTo>
                  <a:pt x="59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2"/>
                </a:lnTo>
                <a:lnTo>
                  <a:pt x="67" y="262"/>
                </a:lnTo>
                <a:lnTo>
                  <a:pt x="68" y="261"/>
                </a:lnTo>
                <a:lnTo>
                  <a:pt x="70" y="262"/>
                </a:lnTo>
                <a:lnTo>
                  <a:pt x="71" y="262"/>
                </a:lnTo>
                <a:lnTo>
                  <a:pt x="71" y="261"/>
                </a:lnTo>
                <a:lnTo>
                  <a:pt x="72" y="261"/>
                </a:lnTo>
                <a:lnTo>
                  <a:pt x="74" y="261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8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2"/>
                </a:lnTo>
                <a:lnTo>
                  <a:pt x="84" y="251"/>
                </a:lnTo>
                <a:lnTo>
                  <a:pt x="86" y="251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40"/>
                </a:lnTo>
                <a:lnTo>
                  <a:pt x="100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30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6" y="223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3" y="224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7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80" y="239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2"/>
                </a:lnTo>
                <a:lnTo>
                  <a:pt x="73" y="241"/>
                </a:lnTo>
                <a:lnTo>
                  <a:pt x="72" y="241"/>
                </a:lnTo>
                <a:lnTo>
                  <a:pt x="72" y="242"/>
                </a:lnTo>
                <a:lnTo>
                  <a:pt x="71" y="242"/>
                </a:lnTo>
                <a:lnTo>
                  <a:pt x="70" y="242"/>
                </a:lnTo>
                <a:lnTo>
                  <a:pt x="70" y="243"/>
                </a:lnTo>
                <a:lnTo>
                  <a:pt x="68" y="243"/>
                </a:lnTo>
                <a:lnTo>
                  <a:pt x="67" y="244"/>
                </a:lnTo>
                <a:lnTo>
                  <a:pt x="66" y="245"/>
                </a:lnTo>
                <a:lnTo>
                  <a:pt x="65" y="245"/>
                </a:lnTo>
                <a:lnTo>
                  <a:pt x="64" y="245"/>
                </a:lnTo>
                <a:lnTo>
                  <a:pt x="62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3"/>
                </a:lnTo>
                <a:lnTo>
                  <a:pt x="53" y="253"/>
                </a:lnTo>
                <a:lnTo>
                  <a:pt x="53" y="254"/>
                </a:lnTo>
                <a:lnTo>
                  <a:pt x="51" y="255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9" y="257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2"/>
                </a:lnTo>
                <a:lnTo>
                  <a:pt x="47" y="251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61" y="219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8"/>
                </a:lnTo>
                <a:lnTo>
                  <a:pt x="59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6" y="205"/>
                </a:lnTo>
                <a:lnTo>
                  <a:pt x="55" y="205"/>
                </a:lnTo>
                <a:lnTo>
                  <a:pt x="54" y="204"/>
                </a:lnTo>
                <a:lnTo>
                  <a:pt x="55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1"/>
                </a:lnTo>
                <a:lnTo>
                  <a:pt x="52" y="202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9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4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2" y="129"/>
                </a:lnTo>
                <a:lnTo>
                  <a:pt x="92" y="128"/>
                </a:lnTo>
                <a:lnTo>
                  <a:pt x="93" y="127"/>
                </a:lnTo>
                <a:lnTo>
                  <a:pt x="94" y="126"/>
                </a:lnTo>
                <a:lnTo>
                  <a:pt x="95" y="126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7"/>
                </a:lnTo>
                <a:lnTo>
                  <a:pt x="97" y="116"/>
                </a:lnTo>
                <a:lnTo>
                  <a:pt x="98" y="116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9"/>
                </a:lnTo>
                <a:lnTo>
                  <a:pt x="104" y="108"/>
                </a:lnTo>
                <a:lnTo>
                  <a:pt x="105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7" y="94"/>
                </a:lnTo>
                <a:lnTo>
                  <a:pt x="118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5"/>
                </a:lnTo>
                <a:lnTo>
                  <a:pt x="128" y="95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0" y="89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5"/>
                </a:lnTo>
                <a:lnTo>
                  <a:pt x="129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9" y="83"/>
                </a:lnTo>
                <a:lnTo>
                  <a:pt x="129" y="82"/>
                </a:lnTo>
                <a:lnTo>
                  <a:pt x="130" y="81"/>
                </a:lnTo>
                <a:lnTo>
                  <a:pt x="130" y="82"/>
                </a:lnTo>
                <a:lnTo>
                  <a:pt x="131" y="82"/>
                </a:lnTo>
                <a:lnTo>
                  <a:pt x="132" y="83"/>
                </a:lnTo>
                <a:lnTo>
                  <a:pt x="132" y="84"/>
                </a:lnTo>
                <a:lnTo>
                  <a:pt x="133" y="84"/>
                </a:lnTo>
                <a:lnTo>
                  <a:pt x="132" y="83"/>
                </a:lnTo>
                <a:lnTo>
                  <a:pt x="133" y="82"/>
                </a:lnTo>
                <a:lnTo>
                  <a:pt x="134" y="82"/>
                </a:lnTo>
                <a:lnTo>
                  <a:pt x="133" y="82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3" y="78"/>
                </a:lnTo>
                <a:lnTo>
                  <a:pt x="134" y="78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5" y="74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7" y="74"/>
                </a:lnTo>
                <a:lnTo>
                  <a:pt x="137" y="73"/>
                </a:lnTo>
                <a:lnTo>
                  <a:pt x="138" y="73"/>
                </a:lnTo>
                <a:lnTo>
                  <a:pt x="137" y="73"/>
                </a:lnTo>
                <a:lnTo>
                  <a:pt x="137" y="72"/>
                </a:lnTo>
                <a:lnTo>
                  <a:pt x="138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1" y="73"/>
                </a:lnTo>
                <a:lnTo>
                  <a:pt x="141" y="74"/>
                </a:lnTo>
                <a:lnTo>
                  <a:pt x="142" y="74"/>
                </a:lnTo>
                <a:lnTo>
                  <a:pt x="142" y="76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2" y="79"/>
                </a:lnTo>
                <a:lnTo>
                  <a:pt x="143" y="79"/>
                </a:lnTo>
                <a:lnTo>
                  <a:pt x="144" y="79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3"/>
                </a:lnTo>
                <a:lnTo>
                  <a:pt x="147" y="83"/>
                </a:lnTo>
                <a:lnTo>
                  <a:pt x="148" y="83"/>
                </a:lnTo>
                <a:lnTo>
                  <a:pt x="148" y="81"/>
                </a:lnTo>
                <a:lnTo>
                  <a:pt x="148" y="80"/>
                </a:lnTo>
                <a:lnTo>
                  <a:pt x="149" y="79"/>
                </a:lnTo>
                <a:lnTo>
                  <a:pt x="150" y="79"/>
                </a:lnTo>
                <a:lnTo>
                  <a:pt x="151" y="78"/>
                </a:lnTo>
                <a:lnTo>
                  <a:pt x="152" y="78"/>
                </a:lnTo>
                <a:lnTo>
                  <a:pt x="152" y="77"/>
                </a:lnTo>
                <a:lnTo>
                  <a:pt x="153" y="77"/>
                </a:lnTo>
                <a:lnTo>
                  <a:pt x="153" y="76"/>
                </a:lnTo>
                <a:lnTo>
                  <a:pt x="154" y="76"/>
                </a:lnTo>
                <a:lnTo>
                  <a:pt x="154" y="75"/>
                </a:lnTo>
                <a:lnTo>
                  <a:pt x="155" y="74"/>
                </a:lnTo>
                <a:lnTo>
                  <a:pt x="156" y="74"/>
                </a:lnTo>
                <a:lnTo>
                  <a:pt x="157" y="73"/>
                </a:lnTo>
                <a:lnTo>
                  <a:pt x="157" y="72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60" y="69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8" y="61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1" y="56"/>
                </a:lnTo>
                <a:lnTo>
                  <a:pt x="172" y="56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3"/>
                </a:lnTo>
                <a:lnTo>
                  <a:pt x="175" y="53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6"/>
                </a:lnTo>
                <a:lnTo>
                  <a:pt x="201" y="46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3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4" y="45"/>
                </a:lnTo>
                <a:lnTo>
                  <a:pt x="235" y="45"/>
                </a:lnTo>
                <a:lnTo>
                  <a:pt x="235" y="44"/>
                </a:lnTo>
                <a:lnTo>
                  <a:pt x="236" y="44"/>
                </a:lnTo>
                <a:lnTo>
                  <a:pt x="237" y="44"/>
                </a:lnTo>
                <a:lnTo>
                  <a:pt x="237" y="43"/>
                </a:lnTo>
                <a:lnTo>
                  <a:pt x="240" y="40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9" y="23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1"/>
                </a:lnTo>
                <a:lnTo>
                  <a:pt x="262" y="20"/>
                </a:lnTo>
                <a:lnTo>
                  <a:pt x="263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617000" y="15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598640" y="1496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47960" y="155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310280" y="155016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1"/>
                </a:moveTo>
                <a:lnTo>
                  <a:pt x="307" y="1"/>
                </a:ln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4"/>
                </a:lnTo>
                <a:lnTo>
                  <a:pt x="325" y="4"/>
                </a:lnTo>
                <a:lnTo>
                  <a:pt x="325" y="3"/>
                </a:lnTo>
                <a:lnTo>
                  <a:pt x="324" y="3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8" y="3"/>
                </a:lnTo>
                <a:lnTo>
                  <a:pt x="327" y="3"/>
                </a:lnTo>
                <a:lnTo>
                  <a:pt x="326" y="2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3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2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0"/>
                </a:lnTo>
                <a:lnTo>
                  <a:pt x="377" y="20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1" y="26"/>
                </a:lnTo>
                <a:lnTo>
                  <a:pt x="381" y="27"/>
                </a:lnTo>
                <a:lnTo>
                  <a:pt x="382" y="27"/>
                </a:lnTo>
                <a:lnTo>
                  <a:pt x="383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90" y="25"/>
                </a:lnTo>
                <a:lnTo>
                  <a:pt x="391" y="25"/>
                </a:lnTo>
                <a:lnTo>
                  <a:pt x="391" y="24"/>
                </a:lnTo>
                <a:lnTo>
                  <a:pt x="393" y="24"/>
                </a:lnTo>
                <a:lnTo>
                  <a:pt x="394" y="25"/>
                </a:lnTo>
                <a:lnTo>
                  <a:pt x="394" y="24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8" y="26"/>
                </a:lnTo>
                <a:lnTo>
                  <a:pt x="397" y="26"/>
                </a:lnTo>
                <a:lnTo>
                  <a:pt x="398" y="26"/>
                </a:lnTo>
                <a:lnTo>
                  <a:pt x="399" y="26"/>
                </a:lnTo>
                <a:lnTo>
                  <a:pt x="399" y="25"/>
                </a:lnTo>
                <a:lnTo>
                  <a:pt x="400" y="25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6"/>
                </a:lnTo>
                <a:lnTo>
                  <a:pt x="406" y="25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1" y="25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2" y="32"/>
                </a:lnTo>
                <a:lnTo>
                  <a:pt x="411" y="32"/>
                </a:lnTo>
                <a:lnTo>
                  <a:pt x="411" y="33"/>
                </a:lnTo>
                <a:lnTo>
                  <a:pt x="411" y="34"/>
                </a:lnTo>
                <a:lnTo>
                  <a:pt x="412" y="34"/>
                </a:lnTo>
                <a:lnTo>
                  <a:pt x="412" y="33"/>
                </a:lnTo>
                <a:lnTo>
                  <a:pt x="413" y="33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8" y="32"/>
                </a:lnTo>
                <a:lnTo>
                  <a:pt x="418" y="33"/>
                </a:lnTo>
                <a:lnTo>
                  <a:pt x="419" y="32"/>
                </a:lnTo>
                <a:lnTo>
                  <a:pt x="420" y="32"/>
                </a:lnTo>
                <a:lnTo>
                  <a:pt x="420" y="31"/>
                </a:lnTo>
                <a:lnTo>
                  <a:pt x="419" y="31"/>
                </a:lnTo>
                <a:lnTo>
                  <a:pt x="420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3"/>
                </a:lnTo>
                <a:lnTo>
                  <a:pt x="424" y="22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5"/>
                </a:lnTo>
                <a:lnTo>
                  <a:pt x="446" y="26"/>
                </a:lnTo>
                <a:lnTo>
                  <a:pt x="446" y="28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0" y="30"/>
                </a:lnTo>
                <a:lnTo>
                  <a:pt x="451" y="29"/>
                </a:lnTo>
                <a:lnTo>
                  <a:pt x="452" y="29"/>
                </a:lnTo>
                <a:lnTo>
                  <a:pt x="452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3" y="27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5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4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1" y="22"/>
                </a:lnTo>
                <a:lnTo>
                  <a:pt x="461" y="23"/>
                </a:lnTo>
                <a:lnTo>
                  <a:pt x="462" y="24"/>
                </a:lnTo>
                <a:lnTo>
                  <a:pt x="462" y="25"/>
                </a:lnTo>
                <a:lnTo>
                  <a:pt x="463" y="26"/>
                </a:lnTo>
                <a:lnTo>
                  <a:pt x="462" y="26"/>
                </a:lnTo>
                <a:lnTo>
                  <a:pt x="462" y="27"/>
                </a:lnTo>
                <a:lnTo>
                  <a:pt x="462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8" y="38"/>
                </a:lnTo>
                <a:lnTo>
                  <a:pt x="457" y="38"/>
                </a:lnTo>
                <a:lnTo>
                  <a:pt x="456" y="38"/>
                </a:lnTo>
                <a:lnTo>
                  <a:pt x="456" y="39"/>
                </a:lnTo>
                <a:lnTo>
                  <a:pt x="456" y="40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51" y="45"/>
                </a:lnTo>
                <a:lnTo>
                  <a:pt x="451" y="46"/>
                </a:lnTo>
                <a:lnTo>
                  <a:pt x="452" y="49"/>
                </a:lnTo>
                <a:lnTo>
                  <a:pt x="451" y="51"/>
                </a:lnTo>
                <a:lnTo>
                  <a:pt x="451" y="52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50" y="55"/>
                </a:lnTo>
                <a:lnTo>
                  <a:pt x="449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0" y="61"/>
                </a:lnTo>
                <a:lnTo>
                  <a:pt x="451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1"/>
                </a:lnTo>
                <a:lnTo>
                  <a:pt x="452" y="60"/>
                </a:lnTo>
                <a:lnTo>
                  <a:pt x="453" y="60"/>
                </a:lnTo>
                <a:lnTo>
                  <a:pt x="455" y="59"/>
                </a:lnTo>
                <a:lnTo>
                  <a:pt x="455" y="58"/>
                </a:lnTo>
                <a:lnTo>
                  <a:pt x="456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4" y="50"/>
                </a:lnTo>
                <a:lnTo>
                  <a:pt x="466" y="50"/>
                </a:lnTo>
                <a:lnTo>
                  <a:pt x="467" y="50"/>
                </a:lnTo>
                <a:lnTo>
                  <a:pt x="468" y="50"/>
                </a:lnTo>
                <a:lnTo>
                  <a:pt x="469" y="49"/>
                </a:lnTo>
                <a:lnTo>
                  <a:pt x="470" y="48"/>
                </a:lnTo>
                <a:lnTo>
                  <a:pt x="471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7"/>
                </a:lnTo>
                <a:lnTo>
                  <a:pt x="473" y="46"/>
                </a:lnTo>
                <a:lnTo>
                  <a:pt x="474" y="46"/>
                </a:lnTo>
                <a:lnTo>
                  <a:pt x="475" y="47"/>
                </a:lnTo>
                <a:lnTo>
                  <a:pt x="477" y="47"/>
                </a:lnTo>
                <a:lnTo>
                  <a:pt x="477" y="46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1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7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6" y="38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3" y="35"/>
                </a:lnTo>
                <a:lnTo>
                  <a:pt x="505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09" y="33"/>
                </a:lnTo>
                <a:lnTo>
                  <a:pt x="510" y="33"/>
                </a:lnTo>
                <a:lnTo>
                  <a:pt x="511" y="32"/>
                </a:lnTo>
                <a:lnTo>
                  <a:pt x="511" y="31"/>
                </a:lnTo>
                <a:lnTo>
                  <a:pt x="512" y="31"/>
                </a:lnTo>
                <a:lnTo>
                  <a:pt x="512" y="30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9" y="42"/>
                </a:lnTo>
                <a:lnTo>
                  <a:pt x="507" y="42"/>
                </a:lnTo>
                <a:lnTo>
                  <a:pt x="506" y="42"/>
                </a:lnTo>
                <a:lnTo>
                  <a:pt x="504" y="42"/>
                </a:lnTo>
                <a:lnTo>
                  <a:pt x="503" y="42"/>
                </a:lnTo>
                <a:lnTo>
                  <a:pt x="501" y="43"/>
                </a:lnTo>
                <a:lnTo>
                  <a:pt x="501" y="44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6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7" y="47"/>
                </a:lnTo>
                <a:lnTo>
                  <a:pt x="497" y="48"/>
                </a:lnTo>
                <a:lnTo>
                  <a:pt x="498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7" y="53"/>
                </a:lnTo>
                <a:lnTo>
                  <a:pt x="497" y="52"/>
                </a:lnTo>
                <a:lnTo>
                  <a:pt x="497" y="53"/>
                </a:lnTo>
                <a:lnTo>
                  <a:pt x="496" y="53"/>
                </a:lnTo>
                <a:lnTo>
                  <a:pt x="494" y="53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8" y="54"/>
                </a:lnTo>
                <a:lnTo>
                  <a:pt x="488" y="55"/>
                </a:lnTo>
                <a:lnTo>
                  <a:pt x="487" y="56"/>
                </a:lnTo>
                <a:lnTo>
                  <a:pt x="485" y="56"/>
                </a:lnTo>
                <a:lnTo>
                  <a:pt x="485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2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70" y="66"/>
                </a:lnTo>
                <a:lnTo>
                  <a:pt x="469" y="67"/>
                </a:lnTo>
                <a:lnTo>
                  <a:pt x="468" y="67"/>
                </a:lnTo>
                <a:lnTo>
                  <a:pt x="466" y="66"/>
                </a:lnTo>
                <a:lnTo>
                  <a:pt x="465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1" y="73"/>
                </a:lnTo>
                <a:lnTo>
                  <a:pt x="460" y="73"/>
                </a:lnTo>
                <a:lnTo>
                  <a:pt x="461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8" y="75"/>
                </a:lnTo>
                <a:lnTo>
                  <a:pt x="457" y="76"/>
                </a:lnTo>
                <a:lnTo>
                  <a:pt x="457" y="77"/>
                </a:lnTo>
                <a:lnTo>
                  <a:pt x="456" y="77"/>
                </a:lnTo>
                <a:lnTo>
                  <a:pt x="456" y="78"/>
                </a:lnTo>
                <a:lnTo>
                  <a:pt x="456" y="79"/>
                </a:lnTo>
                <a:lnTo>
                  <a:pt x="455" y="80"/>
                </a:lnTo>
                <a:lnTo>
                  <a:pt x="455" y="81"/>
                </a:lnTo>
                <a:lnTo>
                  <a:pt x="454" y="81"/>
                </a:lnTo>
                <a:lnTo>
                  <a:pt x="454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1" y="90"/>
                </a:lnTo>
                <a:lnTo>
                  <a:pt x="451" y="91"/>
                </a:lnTo>
                <a:lnTo>
                  <a:pt x="450" y="91"/>
                </a:lnTo>
                <a:lnTo>
                  <a:pt x="449" y="91"/>
                </a:lnTo>
                <a:lnTo>
                  <a:pt x="449" y="92"/>
                </a:lnTo>
                <a:lnTo>
                  <a:pt x="448" y="92"/>
                </a:lnTo>
                <a:lnTo>
                  <a:pt x="448" y="93"/>
                </a:lnTo>
                <a:lnTo>
                  <a:pt x="447" y="93"/>
                </a:lnTo>
                <a:lnTo>
                  <a:pt x="446" y="93"/>
                </a:lnTo>
                <a:lnTo>
                  <a:pt x="445" y="94"/>
                </a:lnTo>
                <a:lnTo>
                  <a:pt x="444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6" y="98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2" y="98"/>
                </a:lnTo>
                <a:lnTo>
                  <a:pt x="431" y="98"/>
                </a:lnTo>
                <a:lnTo>
                  <a:pt x="430" y="98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7" y="101"/>
                </a:lnTo>
                <a:lnTo>
                  <a:pt x="426" y="101"/>
                </a:lnTo>
                <a:lnTo>
                  <a:pt x="426" y="102"/>
                </a:lnTo>
                <a:lnTo>
                  <a:pt x="425" y="103"/>
                </a:lnTo>
                <a:lnTo>
                  <a:pt x="422" y="103"/>
                </a:lnTo>
                <a:lnTo>
                  <a:pt x="421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1" y="107"/>
                </a:lnTo>
                <a:lnTo>
                  <a:pt x="421" y="108"/>
                </a:lnTo>
                <a:lnTo>
                  <a:pt x="420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7" y="112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3" y="116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3" y="119"/>
                </a:lnTo>
                <a:lnTo>
                  <a:pt x="413" y="121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5" y="125"/>
                </a:lnTo>
                <a:lnTo>
                  <a:pt x="406" y="127"/>
                </a:lnTo>
                <a:lnTo>
                  <a:pt x="407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8" y="132"/>
                </a:lnTo>
                <a:lnTo>
                  <a:pt x="407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3" y="134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4" y="137"/>
                </a:lnTo>
                <a:lnTo>
                  <a:pt x="405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40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3" y="143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0" y="144"/>
                </a:lnTo>
                <a:lnTo>
                  <a:pt x="421" y="144"/>
                </a:lnTo>
                <a:lnTo>
                  <a:pt x="422" y="144"/>
                </a:lnTo>
                <a:lnTo>
                  <a:pt x="422" y="143"/>
                </a:lnTo>
                <a:lnTo>
                  <a:pt x="423" y="143"/>
                </a:lnTo>
                <a:lnTo>
                  <a:pt x="424" y="143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8" y="141"/>
                </a:lnTo>
                <a:lnTo>
                  <a:pt x="428" y="142"/>
                </a:lnTo>
                <a:lnTo>
                  <a:pt x="429" y="142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1" y="141"/>
                </a:lnTo>
                <a:lnTo>
                  <a:pt x="431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3" y="144"/>
                </a:lnTo>
                <a:lnTo>
                  <a:pt x="433" y="145"/>
                </a:lnTo>
                <a:lnTo>
                  <a:pt x="434" y="145"/>
                </a:lnTo>
                <a:lnTo>
                  <a:pt x="436" y="145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8" y="145"/>
                </a:lnTo>
                <a:lnTo>
                  <a:pt x="439" y="146"/>
                </a:lnTo>
                <a:lnTo>
                  <a:pt x="439" y="147"/>
                </a:lnTo>
                <a:lnTo>
                  <a:pt x="438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2" y="150"/>
                </a:lnTo>
                <a:lnTo>
                  <a:pt x="442" y="151"/>
                </a:lnTo>
                <a:lnTo>
                  <a:pt x="441" y="152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1" y="156"/>
                </a:lnTo>
                <a:lnTo>
                  <a:pt x="441" y="157"/>
                </a:lnTo>
                <a:lnTo>
                  <a:pt x="442" y="158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5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1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5" y="158"/>
                </a:lnTo>
                <a:lnTo>
                  <a:pt x="455" y="159"/>
                </a:lnTo>
                <a:lnTo>
                  <a:pt x="456" y="160"/>
                </a:lnTo>
                <a:lnTo>
                  <a:pt x="457" y="161"/>
                </a:lnTo>
                <a:lnTo>
                  <a:pt x="458" y="161"/>
                </a:lnTo>
                <a:lnTo>
                  <a:pt x="457" y="162"/>
                </a:lnTo>
                <a:lnTo>
                  <a:pt x="457" y="163"/>
                </a:lnTo>
                <a:lnTo>
                  <a:pt x="458" y="163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9" y="168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8" y="170"/>
                </a:lnTo>
                <a:lnTo>
                  <a:pt x="459" y="170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4" y="182"/>
                </a:lnTo>
                <a:lnTo>
                  <a:pt x="464" y="183"/>
                </a:lnTo>
                <a:lnTo>
                  <a:pt x="465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7" y="186"/>
                </a:lnTo>
                <a:lnTo>
                  <a:pt x="478" y="186"/>
                </a:lnTo>
                <a:lnTo>
                  <a:pt x="479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3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5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6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5"/>
                </a:lnTo>
                <a:lnTo>
                  <a:pt x="521" y="186"/>
                </a:lnTo>
                <a:lnTo>
                  <a:pt x="522" y="186"/>
                </a:lnTo>
                <a:lnTo>
                  <a:pt x="522" y="187"/>
                </a:lnTo>
                <a:lnTo>
                  <a:pt x="523" y="187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9"/>
                </a:lnTo>
                <a:lnTo>
                  <a:pt x="527" y="190"/>
                </a:lnTo>
                <a:lnTo>
                  <a:pt x="528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7"/>
                </a:lnTo>
                <a:lnTo>
                  <a:pt x="523" y="198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1" y="216"/>
                </a:lnTo>
                <a:lnTo>
                  <a:pt x="552" y="216"/>
                </a:lnTo>
                <a:lnTo>
                  <a:pt x="554" y="214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6" y="246"/>
                </a:lnTo>
                <a:lnTo>
                  <a:pt x="566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3" y="254"/>
                </a:lnTo>
                <a:lnTo>
                  <a:pt x="562" y="254"/>
                </a:lnTo>
                <a:lnTo>
                  <a:pt x="561" y="254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9" y="256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60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6"/>
                </a:lnTo>
                <a:lnTo>
                  <a:pt x="542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4" y="269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2" y="272"/>
                </a:lnTo>
                <a:lnTo>
                  <a:pt x="521" y="270"/>
                </a:lnTo>
                <a:lnTo>
                  <a:pt x="521" y="269"/>
                </a:lnTo>
                <a:lnTo>
                  <a:pt x="520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4"/>
                </a:lnTo>
                <a:lnTo>
                  <a:pt x="514" y="263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09" y="254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1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3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0" y="237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5" y="236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8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1" y="249"/>
                </a:lnTo>
                <a:lnTo>
                  <a:pt x="470" y="249"/>
                </a:lnTo>
                <a:lnTo>
                  <a:pt x="470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70" y="267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3" y="287"/>
                </a:lnTo>
                <a:lnTo>
                  <a:pt x="472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8"/>
                </a:lnTo>
                <a:lnTo>
                  <a:pt x="465" y="289"/>
                </a:lnTo>
                <a:lnTo>
                  <a:pt x="464" y="289"/>
                </a:lnTo>
                <a:lnTo>
                  <a:pt x="464" y="288"/>
                </a:lnTo>
                <a:lnTo>
                  <a:pt x="463" y="288"/>
                </a:lnTo>
                <a:lnTo>
                  <a:pt x="462" y="289"/>
                </a:lnTo>
                <a:lnTo>
                  <a:pt x="461" y="289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3"/>
                </a:lnTo>
                <a:lnTo>
                  <a:pt x="448" y="304"/>
                </a:lnTo>
                <a:lnTo>
                  <a:pt x="448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9" y="320"/>
                </a:lnTo>
                <a:lnTo>
                  <a:pt x="448" y="321"/>
                </a:lnTo>
                <a:lnTo>
                  <a:pt x="449" y="321"/>
                </a:lnTo>
                <a:lnTo>
                  <a:pt x="449" y="322"/>
                </a:lnTo>
                <a:lnTo>
                  <a:pt x="448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5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1"/>
                </a:lnTo>
                <a:lnTo>
                  <a:pt x="443" y="332"/>
                </a:lnTo>
                <a:lnTo>
                  <a:pt x="442" y="332"/>
                </a:lnTo>
                <a:lnTo>
                  <a:pt x="441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8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8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7" y="331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2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6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1"/>
                </a:lnTo>
                <a:lnTo>
                  <a:pt x="412" y="342"/>
                </a:lnTo>
                <a:lnTo>
                  <a:pt x="413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3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2" y="356"/>
                </a:lnTo>
                <a:lnTo>
                  <a:pt x="423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6" y="371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7" y="386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40" y="388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3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8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7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1" y="420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0" y="466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7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7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3" y="483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7" y="493"/>
                </a:lnTo>
                <a:lnTo>
                  <a:pt x="458" y="493"/>
                </a:lnTo>
                <a:lnTo>
                  <a:pt x="458" y="494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4" y="499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6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9" y="510"/>
                </a:lnTo>
                <a:lnTo>
                  <a:pt x="448" y="510"/>
                </a:lnTo>
                <a:lnTo>
                  <a:pt x="448" y="511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1"/>
                </a:lnTo>
                <a:lnTo>
                  <a:pt x="442" y="510"/>
                </a:lnTo>
                <a:lnTo>
                  <a:pt x="441" y="510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8" y="504"/>
                </a:lnTo>
                <a:lnTo>
                  <a:pt x="438" y="503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4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7" y="493"/>
                </a:lnTo>
                <a:lnTo>
                  <a:pt x="436" y="493"/>
                </a:lnTo>
                <a:lnTo>
                  <a:pt x="436" y="492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3" y="498"/>
                </a:lnTo>
                <a:lnTo>
                  <a:pt x="422" y="497"/>
                </a:lnTo>
                <a:lnTo>
                  <a:pt x="421" y="497"/>
                </a:lnTo>
                <a:lnTo>
                  <a:pt x="422" y="497"/>
                </a:lnTo>
                <a:lnTo>
                  <a:pt x="421" y="496"/>
                </a:lnTo>
                <a:lnTo>
                  <a:pt x="421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19" y="500"/>
                </a:lnTo>
                <a:lnTo>
                  <a:pt x="420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6" y="501"/>
                </a:lnTo>
                <a:lnTo>
                  <a:pt x="406" y="502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9" y="498"/>
                </a:lnTo>
                <a:lnTo>
                  <a:pt x="398" y="498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90" y="495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2" y="493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1" y="479"/>
                </a:lnTo>
                <a:lnTo>
                  <a:pt x="382" y="480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9" y="472"/>
                </a:lnTo>
                <a:lnTo>
                  <a:pt x="379" y="473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4"/>
                </a:lnTo>
                <a:lnTo>
                  <a:pt x="376" y="473"/>
                </a:lnTo>
                <a:lnTo>
                  <a:pt x="376" y="472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6" y="474"/>
                </a:lnTo>
                <a:lnTo>
                  <a:pt x="355" y="474"/>
                </a:lnTo>
                <a:lnTo>
                  <a:pt x="355" y="473"/>
                </a:lnTo>
                <a:lnTo>
                  <a:pt x="355" y="472"/>
                </a:lnTo>
                <a:lnTo>
                  <a:pt x="354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5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2"/>
                </a:lnTo>
                <a:lnTo>
                  <a:pt x="329" y="472"/>
                </a:lnTo>
                <a:lnTo>
                  <a:pt x="329" y="473"/>
                </a:lnTo>
                <a:lnTo>
                  <a:pt x="328" y="473"/>
                </a:lnTo>
                <a:lnTo>
                  <a:pt x="328" y="474"/>
                </a:lnTo>
                <a:lnTo>
                  <a:pt x="327" y="474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9" y="464"/>
                </a:lnTo>
                <a:lnTo>
                  <a:pt x="319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0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0"/>
                </a:lnTo>
                <a:lnTo>
                  <a:pt x="306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6"/>
                </a:lnTo>
                <a:lnTo>
                  <a:pt x="284" y="416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8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8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6" y="405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1" y="405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1" y="411"/>
                </a:lnTo>
                <a:lnTo>
                  <a:pt x="220" y="411"/>
                </a:lnTo>
                <a:lnTo>
                  <a:pt x="220" y="412"/>
                </a:lnTo>
                <a:lnTo>
                  <a:pt x="219" y="412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8" y="413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4" y="411"/>
                </a:lnTo>
                <a:lnTo>
                  <a:pt x="214" y="410"/>
                </a:lnTo>
                <a:lnTo>
                  <a:pt x="214" y="411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8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8"/>
                </a:lnTo>
                <a:lnTo>
                  <a:pt x="197" y="408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1"/>
                </a:lnTo>
                <a:lnTo>
                  <a:pt x="183" y="410"/>
                </a:lnTo>
                <a:lnTo>
                  <a:pt x="183" y="411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3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400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3" y="396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7" y="391"/>
                </a:lnTo>
                <a:lnTo>
                  <a:pt x="126" y="391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6" y="387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2" y="378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7" y="374"/>
                </a:lnTo>
                <a:lnTo>
                  <a:pt x="99" y="374"/>
                </a:lnTo>
                <a:lnTo>
                  <a:pt x="99" y="373"/>
                </a:lnTo>
                <a:lnTo>
                  <a:pt x="99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1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7"/>
                </a:lnTo>
                <a:lnTo>
                  <a:pt x="92" y="367"/>
                </a:lnTo>
                <a:lnTo>
                  <a:pt x="92" y="366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8" y="363"/>
                </a:lnTo>
                <a:lnTo>
                  <a:pt x="88" y="362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6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2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4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0" y="255"/>
                </a:lnTo>
                <a:lnTo>
                  <a:pt x="20" y="254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3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0" y="211"/>
                </a:lnTo>
                <a:lnTo>
                  <a:pt x="11" y="211"/>
                </a:lnTo>
                <a:lnTo>
                  <a:pt x="12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2" y="196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7"/>
                </a:lnTo>
                <a:lnTo>
                  <a:pt x="3" y="187"/>
                </a:lnTo>
                <a:lnTo>
                  <a:pt x="4" y="186"/>
                </a:lnTo>
                <a:lnTo>
                  <a:pt x="3" y="186"/>
                </a:lnTo>
                <a:lnTo>
                  <a:pt x="1" y="186"/>
                </a:lnTo>
                <a:lnTo>
                  <a:pt x="0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5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0" y="181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3" y="183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7" y="177"/>
                </a:lnTo>
                <a:lnTo>
                  <a:pt x="38" y="177"/>
                </a:lnTo>
                <a:lnTo>
                  <a:pt x="39" y="177"/>
                </a:lnTo>
                <a:lnTo>
                  <a:pt x="39" y="178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4" y="171"/>
                </a:lnTo>
                <a:lnTo>
                  <a:pt x="54" y="172"/>
                </a:lnTo>
                <a:lnTo>
                  <a:pt x="55" y="172"/>
                </a:lnTo>
                <a:lnTo>
                  <a:pt x="55" y="171"/>
                </a:lnTo>
                <a:lnTo>
                  <a:pt x="56" y="171"/>
                </a:lnTo>
                <a:lnTo>
                  <a:pt x="57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4" y="166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69" y="162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60"/>
                </a:lnTo>
                <a:lnTo>
                  <a:pt x="82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0" y="160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3" y="157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0" y="155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7" y="147"/>
                </a:lnTo>
                <a:lnTo>
                  <a:pt x="118" y="147"/>
                </a:lnTo>
                <a:lnTo>
                  <a:pt x="119" y="146"/>
                </a:lnTo>
                <a:lnTo>
                  <a:pt x="118" y="144"/>
                </a:lnTo>
                <a:lnTo>
                  <a:pt x="118" y="143"/>
                </a:lnTo>
                <a:lnTo>
                  <a:pt x="117" y="143"/>
                </a:lnTo>
                <a:lnTo>
                  <a:pt x="117" y="142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2" y="141"/>
                </a:lnTo>
                <a:lnTo>
                  <a:pt x="124" y="141"/>
                </a:lnTo>
                <a:lnTo>
                  <a:pt x="124" y="140"/>
                </a:lnTo>
                <a:lnTo>
                  <a:pt x="125" y="140"/>
                </a:lnTo>
                <a:lnTo>
                  <a:pt x="125" y="139"/>
                </a:lnTo>
                <a:lnTo>
                  <a:pt x="126" y="139"/>
                </a:lnTo>
                <a:lnTo>
                  <a:pt x="126" y="140"/>
                </a:lnTo>
                <a:lnTo>
                  <a:pt x="127" y="139"/>
                </a:lnTo>
                <a:lnTo>
                  <a:pt x="127" y="138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0" y="137"/>
                </a:lnTo>
                <a:lnTo>
                  <a:pt x="130" y="135"/>
                </a:lnTo>
                <a:lnTo>
                  <a:pt x="131" y="134"/>
                </a:lnTo>
                <a:lnTo>
                  <a:pt x="132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4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5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2" y="124"/>
                </a:lnTo>
                <a:lnTo>
                  <a:pt x="151" y="122"/>
                </a:lnTo>
                <a:lnTo>
                  <a:pt x="151" y="121"/>
                </a:lnTo>
                <a:lnTo>
                  <a:pt x="152" y="120"/>
                </a:lnTo>
                <a:lnTo>
                  <a:pt x="153" y="120"/>
                </a:lnTo>
                <a:lnTo>
                  <a:pt x="153" y="119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4" y="117"/>
                </a:lnTo>
                <a:lnTo>
                  <a:pt x="154" y="116"/>
                </a:lnTo>
                <a:lnTo>
                  <a:pt x="154" y="115"/>
                </a:lnTo>
                <a:lnTo>
                  <a:pt x="153" y="115"/>
                </a:lnTo>
                <a:lnTo>
                  <a:pt x="153" y="114"/>
                </a:lnTo>
                <a:lnTo>
                  <a:pt x="152" y="114"/>
                </a:lnTo>
                <a:lnTo>
                  <a:pt x="152" y="113"/>
                </a:lnTo>
                <a:lnTo>
                  <a:pt x="153" y="113"/>
                </a:lnTo>
                <a:lnTo>
                  <a:pt x="154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4"/>
                </a:lnTo>
                <a:lnTo>
                  <a:pt x="157" y="114"/>
                </a:lnTo>
                <a:lnTo>
                  <a:pt x="158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69" y="117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6"/>
                </a:lnTo>
                <a:lnTo>
                  <a:pt x="173" y="116"/>
                </a:lnTo>
                <a:lnTo>
                  <a:pt x="174" y="116"/>
                </a:lnTo>
                <a:lnTo>
                  <a:pt x="174" y="115"/>
                </a:lnTo>
                <a:lnTo>
                  <a:pt x="174" y="116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2" y="118"/>
                </a:lnTo>
                <a:lnTo>
                  <a:pt x="182" y="117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6" y="117"/>
                </a:lnTo>
                <a:lnTo>
                  <a:pt x="188" y="117"/>
                </a:lnTo>
                <a:lnTo>
                  <a:pt x="188" y="118"/>
                </a:lnTo>
                <a:lnTo>
                  <a:pt x="189" y="118"/>
                </a:lnTo>
                <a:lnTo>
                  <a:pt x="189" y="117"/>
                </a:lnTo>
                <a:lnTo>
                  <a:pt x="190" y="118"/>
                </a:lnTo>
                <a:lnTo>
                  <a:pt x="191" y="118"/>
                </a:lnTo>
                <a:lnTo>
                  <a:pt x="191" y="117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7" y="119"/>
                </a:lnTo>
                <a:lnTo>
                  <a:pt x="198" y="119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2" y="119"/>
                </a:lnTo>
                <a:lnTo>
                  <a:pt x="202" y="118"/>
                </a:lnTo>
                <a:lnTo>
                  <a:pt x="203" y="118"/>
                </a:lnTo>
                <a:lnTo>
                  <a:pt x="204" y="119"/>
                </a:lnTo>
                <a:lnTo>
                  <a:pt x="205" y="118"/>
                </a:lnTo>
                <a:lnTo>
                  <a:pt x="206" y="118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4" y="115"/>
                </a:lnTo>
                <a:lnTo>
                  <a:pt x="205" y="114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2"/>
                </a:lnTo>
                <a:lnTo>
                  <a:pt x="213" y="122"/>
                </a:lnTo>
                <a:lnTo>
                  <a:pt x="213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9" y="119"/>
                </a:lnTo>
                <a:lnTo>
                  <a:pt x="219" y="118"/>
                </a:lnTo>
                <a:lnTo>
                  <a:pt x="218" y="117"/>
                </a:lnTo>
                <a:lnTo>
                  <a:pt x="219" y="117"/>
                </a:lnTo>
                <a:lnTo>
                  <a:pt x="219" y="116"/>
                </a:lnTo>
                <a:lnTo>
                  <a:pt x="220" y="116"/>
                </a:lnTo>
                <a:lnTo>
                  <a:pt x="220" y="117"/>
                </a:lnTo>
                <a:lnTo>
                  <a:pt x="221" y="117"/>
                </a:lnTo>
                <a:lnTo>
                  <a:pt x="222" y="116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3" y="114"/>
                </a:lnTo>
                <a:lnTo>
                  <a:pt x="233" y="113"/>
                </a:lnTo>
                <a:lnTo>
                  <a:pt x="233" y="112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8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8" y="105"/>
                </a:lnTo>
                <a:lnTo>
                  <a:pt x="237" y="105"/>
                </a:lnTo>
                <a:lnTo>
                  <a:pt x="238" y="105"/>
                </a:lnTo>
                <a:lnTo>
                  <a:pt x="238" y="104"/>
                </a:lnTo>
                <a:lnTo>
                  <a:pt x="239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2" y="104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5" y="105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3" y="102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6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1" y="96"/>
                </a:lnTo>
                <a:lnTo>
                  <a:pt x="262" y="96"/>
                </a:lnTo>
                <a:lnTo>
                  <a:pt x="263" y="96"/>
                </a:lnTo>
                <a:lnTo>
                  <a:pt x="264" y="97"/>
                </a:lnTo>
                <a:lnTo>
                  <a:pt x="265" y="97"/>
                </a:lnTo>
                <a:lnTo>
                  <a:pt x="265" y="98"/>
                </a:lnTo>
                <a:lnTo>
                  <a:pt x="266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7" y="95"/>
                </a:lnTo>
                <a:lnTo>
                  <a:pt x="268" y="95"/>
                </a:lnTo>
                <a:lnTo>
                  <a:pt x="268" y="94"/>
                </a:lnTo>
                <a:lnTo>
                  <a:pt x="267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70" y="93"/>
                </a:lnTo>
                <a:lnTo>
                  <a:pt x="271" y="92"/>
                </a:lnTo>
                <a:lnTo>
                  <a:pt x="272" y="92"/>
                </a:lnTo>
                <a:lnTo>
                  <a:pt x="273" y="91"/>
                </a:lnTo>
                <a:lnTo>
                  <a:pt x="273" y="90"/>
                </a:lnTo>
                <a:lnTo>
                  <a:pt x="274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90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2" y="89"/>
                </a:lnTo>
                <a:lnTo>
                  <a:pt x="282" y="88"/>
                </a:lnTo>
                <a:lnTo>
                  <a:pt x="281" y="88"/>
                </a:lnTo>
                <a:lnTo>
                  <a:pt x="282" y="88"/>
                </a:lnTo>
                <a:lnTo>
                  <a:pt x="283" y="88"/>
                </a:lnTo>
                <a:lnTo>
                  <a:pt x="283" y="89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4" y="87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7" y="80"/>
                </a:lnTo>
                <a:lnTo>
                  <a:pt x="287" y="79"/>
                </a:lnTo>
                <a:lnTo>
                  <a:pt x="288" y="78"/>
                </a:lnTo>
                <a:lnTo>
                  <a:pt x="289" y="78"/>
                </a:lnTo>
                <a:lnTo>
                  <a:pt x="288" y="77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9" y="74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5" y="77"/>
                </a:lnTo>
                <a:lnTo>
                  <a:pt x="295" y="75"/>
                </a:lnTo>
                <a:lnTo>
                  <a:pt x="295" y="74"/>
                </a:lnTo>
                <a:lnTo>
                  <a:pt x="294" y="74"/>
                </a:lnTo>
                <a:lnTo>
                  <a:pt x="294" y="73"/>
                </a:lnTo>
                <a:lnTo>
                  <a:pt x="295" y="73"/>
                </a:lnTo>
                <a:lnTo>
                  <a:pt x="295" y="72"/>
                </a:lnTo>
                <a:lnTo>
                  <a:pt x="294" y="71"/>
                </a:lnTo>
                <a:lnTo>
                  <a:pt x="293" y="71"/>
                </a:lnTo>
                <a:lnTo>
                  <a:pt x="292" y="70"/>
                </a:lnTo>
                <a:lnTo>
                  <a:pt x="293" y="70"/>
                </a:lnTo>
                <a:lnTo>
                  <a:pt x="293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1"/>
                </a:lnTo>
                <a:lnTo>
                  <a:pt x="291" y="61"/>
                </a:lnTo>
                <a:lnTo>
                  <a:pt x="291" y="60"/>
                </a:lnTo>
                <a:lnTo>
                  <a:pt x="292" y="60"/>
                </a:lnTo>
                <a:lnTo>
                  <a:pt x="293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7" y="51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6" y="47"/>
                </a:lnTo>
                <a:lnTo>
                  <a:pt x="297" y="47"/>
                </a:lnTo>
                <a:lnTo>
                  <a:pt x="297" y="46"/>
                </a:lnTo>
                <a:lnTo>
                  <a:pt x="298" y="46"/>
                </a:lnTo>
                <a:lnTo>
                  <a:pt x="298" y="44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2"/>
                </a:lnTo>
                <a:lnTo>
                  <a:pt x="296" y="41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7" y="40"/>
                </a:lnTo>
                <a:lnTo>
                  <a:pt x="297" y="39"/>
                </a:lnTo>
                <a:lnTo>
                  <a:pt x="298" y="40"/>
                </a:lnTo>
                <a:lnTo>
                  <a:pt x="299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6"/>
                </a:lnTo>
                <a:lnTo>
                  <a:pt x="300" y="36"/>
                </a:lnTo>
                <a:lnTo>
                  <a:pt x="298" y="36"/>
                </a:lnTo>
                <a:lnTo>
                  <a:pt x="298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300" y="29"/>
                </a:lnTo>
                <a:lnTo>
                  <a:pt x="299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3" y="26"/>
                </a:lnTo>
                <a:lnTo>
                  <a:pt x="303" y="25"/>
                </a:lnTo>
                <a:lnTo>
                  <a:pt x="302" y="24"/>
                </a:lnTo>
                <a:lnTo>
                  <a:pt x="301" y="23"/>
                </a:lnTo>
                <a:lnTo>
                  <a:pt x="300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5"/>
                </a:lnTo>
                <a:lnTo>
                  <a:pt x="302" y="13"/>
                </a:lnTo>
                <a:lnTo>
                  <a:pt x="301" y="12"/>
                </a:lnTo>
                <a:lnTo>
                  <a:pt x="302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3"/>
                </a:lnTo>
                <a:lnTo>
                  <a:pt x="305" y="2"/>
                </a:lnTo>
                <a:lnTo>
                  <a:pt x="305" y="1"/>
                </a:lnTo>
                <a:lnTo>
                  <a:pt x="306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24548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5" y="0"/>
                </a:moveTo>
                <a:lnTo>
                  <a:pt x="115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4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0" y="5"/>
                </a:lnTo>
                <a:lnTo>
                  <a:pt x="141" y="4"/>
                </a:lnTo>
                <a:lnTo>
                  <a:pt x="141" y="5"/>
                </a:lnTo>
                <a:lnTo>
                  <a:pt x="142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7"/>
                </a:lnTo>
                <a:lnTo>
                  <a:pt x="201" y="8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3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5"/>
                </a:lnTo>
                <a:lnTo>
                  <a:pt x="232" y="4"/>
                </a:lnTo>
                <a:lnTo>
                  <a:pt x="233" y="3"/>
                </a:lnTo>
                <a:lnTo>
                  <a:pt x="234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7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6" y="10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3"/>
                </a:lnTo>
                <a:lnTo>
                  <a:pt x="260" y="34"/>
                </a:lnTo>
                <a:lnTo>
                  <a:pt x="259" y="35"/>
                </a:lnTo>
                <a:lnTo>
                  <a:pt x="259" y="36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4" y="39"/>
                </a:lnTo>
                <a:lnTo>
                  <a:pt x="264" y="40"/>
                </a:lnTo>
                <a:lnTo>
                  <a:pt x="263" y="40"/>
                </a:lnTo>
                <a:lnTo>
                  <a:pt x="263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7"/>
                </a:lnTo>
                <a:lnTo>
                  <a:pt x="273" y="48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4" y="50"/>
                </a:lnTo>
                <a:lnTo>
                  <a:pt x="274" y="51"/>
                </a:lnTo>
                <a:lnTo>
                  <a:pt x="274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7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2"/>
                </a:lnTo>
                <a:lnTo>
                  <a:pt x="280" y="53"/>
                </a:lnTo>
                <a:lnTo>
                  <a:pt x="279" y="54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2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4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89" y="70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1" y="68"/>
                </a:lnTo>
                <a:lnTo>
                  <a:pt x="292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6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1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7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2" y="82"/>
                </a:lnTo>
                <a:lnTo>
                  <a:pt x="333" y="81"/>
                </a:lnTo>
                <a:lnTo>
                  <a:pt x="333" y="82"/>
                </a:lnTo>
                <a:lnTo>
                  <a:pt x="334" y="83"/>
                </a:lnTo>
                <a:lnTo>
                  <a:pt x="334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2" y="89"/>
                </a:lnTo>
                <a:lnTo>
                  <a:pt x="341" y="89"/>
                </a:lnTo>
                <a:lnTo>
                  <a:pt x="340" y="88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3" y="89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6" y="90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50" y="92"/>
                </a:lnTo>
                <a:lnTo>
                  <a:pt x="350" y="93"/>
                </a:lnTo>
                <a:lnTo>
                  <a:pt x="351" y="93"/>
                </a:lnTo>
                <a:lnTo>
                  <a:pt x="353" y="94"/>
                </a:lnTo>
                <a:lnTo>
                  <a:pt x="354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3" y="93"/>
                </a:lnTo>
                <a:lnTo>
                  <a:pt x="363" y="92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7" y="90"/>
                </a:lnTo>
                <a:lnTo>
                  <a:pt x="376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90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2" y="91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9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2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5" y="95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7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4" y="90"/>
                </a:lnTo>
                <a:lnTo>
                  <a:pt x="405" y="90"/>
                </a:lnTo>
                <a:lnTo>
                  <a:pt x="406" y="89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6" y="91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7" y="87"/>
                </a:lnTo>
                <a:lnTo>
                  <a:pt x="418" y="87"/>
                </a:lnTo>
                <a:lnTo>
                  <a:pt x="419" y="87"/>
                </a:lnTo>
                <a:lnTo>
                  <a:pt x="420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5" y="90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0" y="91"/>
                </a:lnTo>
                <a:lnTo>
                  <a:pt x="431" y="91"/>
                </a:lnTo>
                <a:lnTo>
                  <a:pt x="432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2" y="89"/>
                </a:lnTo>
                <a:lnTo>
                  <a:pt x="432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40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7" y="95"/>
                </a:lnTo>
                <a:lnTo>
                  <a:pt x="448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8" y="98"/>
                </a:lnTo>
                <a:lnTo>
                  <a:pt x="448" y="99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99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7" y="101"/>
                </a:lnTo>
                <a:lnTo>
                  <a:pt x="459" y="101"/>
                </a:lnTo>
                <a:lnTo>
                  <a:pt x="460" y="100"/>
                </a:lnTo>
                <a:lnTo>
                  <a:pt x="461" y="100"/>
                </a:lnTo>
                <a:lnTo>
                  <a:pt x="460" y="100"/>
                </a:lnTo>
                <a:lnTo>
                  <a:pt x="461" y="99"/>
                </a:lnTo>
                <a:lnTo>
                  <a:pt x="462" y="99"/>
                </a:lnTo>
                <a:lnTo>
                  <a:pt x="463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6" y="96"/>
                </a:lnTo>
                <a:lnTo>
                  <a:pt x="468" y="96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9" y="97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3" y="93"/>
                </a:lnTo>
                <a:lnTo>
                  <a:pt x="472" y="93"/>
                </a:lnTo>
                <a:lnTo>
                  <a:pt x="472" y="92"/>
                </a:lnTo>
                <a:lnTo>
                  <a:pt x="473" y="92"/>
                </a:lnTo>
                <a:lnTo>
                  <a:pt x="473" y="93"/>
                </a:lnTo>
                <a:lnTo>
                  <a:pt x="474" y="93"/>
                </a:lnTo>
                <a:lnTo>
                  <a:pt x="475" y="93"/>
                </a:lnTo>
                <a:lnTo>
                  <a:pt x="475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7"/>
                </a:lnTo>
                <a:lnTo>
                  <a:pt x="484" y="87"/>
                </a:lnTo>
                <a:lnTo>
                  <a:pt x="485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2"/>
                </a:lnTo>
                <a:lnTo>
                  <a:pt x="488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6" y="105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9" y="109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6" y="118"/>
                </a:lnTo>
                <a:lnTo>
                  <a:pt x="485" y="118"/>
                </a:lnTo>
                <a:lnTo>
                  <a:pt x="485" y="117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7" y="124"/>
                </a:lnTo>
                <a:lnTo>
                  <a:pt x="488" y="125"/>
                </a:lnTo>
                <a:lnTo>
                  <a:pt x="489" y="125"/>
                </a:lnTo>
                <a:lnTo>
                  <a:pt x="490" y="126"/>
                </a:lnTo>
                <a:lnTo>
                  <a:pt x="490" y="127"/>
                </a:lnTo>
                <a:lnTo>
                  <a:pt x="489" y="128"/>
                </a:lnTo>
                <a:lnTo>
                  <a:pt x="488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7" y="131"/>
                </a:lnTo>
                <a:lnTo>
                  <a:pt x="488" y="132"/>
                </a:lnTo>
                <a:lnTo>
                  <a:pt x="489" y="132"/>
                </a:lnTo>
                <a:lnTo>
                  <a:pt x="490" y="133"/>
                </a:lnTo>
                <a:lnTo>
                  <a:pt x="491" y="133"/>
                </a:lnTo>
                <a:lnTo>
                  <a:pt x="492" y="133"/>
                </a:lnTo>
                <a:lnTo>
                  <a:pt x="492" y="134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8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9" y="145"/>
                </a:lnTo>
                <a:lnTo>
                  <a:pt x="499" y="146"/>
                </a:lnTo>
                <a:lnTo>
                  <a:pt x="499" y="145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3" y="142"/>
                </a:lnTo>
                <a:lnTo>
                  <a:pt x="503" y="143"/>
                </a:lnTo>
                <a:lnTo>
                  <a:pt x="504" y="144"/>
                </a:lnTo>
                <a:lnTo>
                  <a:pt x="505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6" y="152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5"/>
                </a:lnTo>
                <a:lnTo>
                  <a:pt x="507" y="156"/>
                </a:lnTo>
                <a:lnTo>
                  <a:pt x="508" y="156"/>
                </a:lnTo>
                <a:lnTo>
                  <a:pt x="508" y="155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4" y="145"/>
                </a:lnTo>
                <a:lnTo>
                  <a:pt x="525" y="145"/>
                </a:lnTo>
                <a:lnTo>
                  <a:pt x="526" y="145"/>
                </a:lnTo>
                <a:lnTo>
                  <a:pt x="527" y="146"/>
                </a:lnTo>
                <a:lnTo>
                  <a:pt x="528" y="146"/>
                </a:lnTo>
                <a:lnTo>
                  <a:pt x="528" y="147"/>
                </a:lnTo>
                <a:lnTo>
                  <a:pt x="529" y="147"/>
                </a:lnTo>
                <a:lnTo>
                  <a:pt x="530" y="146"/>
                </a:lnTo>
                <a:lnTo>
                  <a:pt x="530" y="147"/>
                </a:lnTo>
                <a:lnTo>
                  <a:pt x="530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4" y="154"/>
                </a:lnTo>
                <a:lnTo>
                  <a:pt x="535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7" y="157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50" y="157"/>
                </a:lnTo>
                <a:lnTo>
                  <a:pt x="551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7"/>
                </a:lnTo>
                <a:lnTo>
                  <a:pt x="554" y="156"/>
                </a:lnTo>
                <a:lnTo>
                  <a:pt x="555" y="156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6" y="154"/>
                </a:lnTo>
                <a:lnTo>
                  <a:pt x="556" y="155"/>
                </a:lnTo>
                <a:lnTo>
                  <a:pt x="557" y="156"/>
                </a:lnTo>
                <a:lnTo>
                  <a:pt x="556" y="156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9" y="155"/>
                </a:lnTo>
                <a:lnTo>
                  <a:pt x="559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2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2" y="160"/>
                </a:lnTo>
                <a:lnTo>
                  <a:pt x="562" y="161"/>
                </a:lnTo>
                <a:lnTo>
                  <a:pt x="562" y="162"/>
                </a:lnTo>
                <a:lnTo>
                  <a:pt x="561" y="161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9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7"/>
                </a:lnTo>
                <a:lnTo>
                  <a:pt x="570" y="176"/>
                </a:lnTo>
                <a:lnTo>
                  <a:pt x="571" y="176"/>
                </a:lnTo>
                <a:lnTo>
                  <a:pt x="572" y="176"/>
                </a:lnTo>
                <a:lnTo>
                  <a:pt x="572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5" y="178"/>
                </a:lnTo>
                <a:lnTo>
                  <a:pt x="576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8" y="179"/>
                </a:lnTo>
                <a:lnTo>
                  <a:pt x="579" y="179"/>
                </a:lnTo>
                <a:lnTo>
                  <a:pt x="579" y="178"/>
                </a:lnTo>
                <a:lnTo>
                  <a:pt x="580" y="179"/>
                </a:lnTo>
                <a:lnTo>
                  <a:pt x="579" y="179"/>
                </a:lnTo>
                <a:lnTo>
                  <a:pt x="578" y="180"/>
                </a:lnTo>
                <a:lnTo>
                  <a:pt x="579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3"/>
                </a:lnTo>
                <a:lnTo>
                  <a:pt x="582" y="184"/>
                </a:lnTo>
                <a:lnTo>
                  <a:pt x="583" y="184"/>
                </a:lnTo>
                <a:lnTo>
                  <a:pt x="583" y="185"/>
                </a:lnTo>
                <a:lnTo>
                  <a:pt x="584" y="185"/>
                </a:lnTo>
                <a:lnTo>
                  <a:pt x="583" y="185"/>
                </a:lnTo>
                <a:lnTo>
                  <a:pt x="584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6" y="183"/>
                </a:lnTo>
                <a:lnTo>
                  <a:pt x="588" y="183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1"/>
                </a:lnTo>
                <a:lnTo>
                  <a:pt x="597" y="182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600" y="182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1" y="179"/>
                </a:lnTo>
                <a:lnTo>
                  <a:pt x="601" y="178"/>
                </a:lnTo>
                <a:lnTo>
                  <a:pt x="602" y="179"/>
                </a:lnTo>
                <a:lnTo>
                  <a:pt x="601" y="179"/>
                </a:lnTo>
                <a:lnTo>
                  <a:pt x="602" y="179"/>
                </a:lnTo>
                <a:lnTo>
                  <a:pt x="603" y="180"/>
                </a:lnTo>
                <a:lnTo>
                  <a:pt x="603" y="179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8" y="180"/>
                </a:lnTo>
                <a:lnTo>
                  <a:pt x="608" y="179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9" y="177"/>
                </a:lnTo>
                <a:lnTo>
                  <a:pt x="608" y="177"/>
                </a:lnTo>
                <a:lnTo>
                  <a:pt x="608" y="176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0"/>
                </a:lnTo>
                <a:lnTo>
                  <a:pt x="614" y="171"/>
                </a:lnTo>
                <a:lnTo>
                  <a:pt x="615" y="171"/>
                </a:lnTo>
                <a:lnTo>
                  <a:pt x="615" y="172"/>
                </a:lnTo>
                <a:lnTo>
                  <a:pt x="615" y="173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7" y="174"/>
                </a:lnTo>
                <a:lnTo>
                  <a:pt x="618" y="174"/>
                </a:lnTo>
                <a:lnTo>
                  <a:pt x="618" y="175"/>
                </a:lnTo>
                <a:lnTo>
                  <a:pt x="618" y="176"/>
                </a:lnTo>
                <a:lnTo>
                  <a:pt x="619" y="175"/>
                </a:lnTo>
                <a:lnTo>
                  <a:pt x="620" y="175"/>
                </a:lnTo>
                <a:lnTo>
                  <a:pt x="620" y="176"/>
                </a:lnTo>
                <a:lnTo>
                  <a:pt x="619" y="176"/>
                </a:lnTo>
                <a:lnTo>
                  <a:pt x="619" y="177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79"/>
                </a:lnTo>
                <a:lnTo>
                  <a:pt x="618" y="180"/>
                </a:lnTo>
                <a:lnTo>
                  <a:pt x="619" y="180"/>
                </a:lnTo>
                <a:lnTo>
                  <a:pt x="618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9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8" y="187"/>
                </a:lnTo>
                <a:lnTo>
                  <a:pt x="618" y="188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2"/>
                </a:lnTo>
                <a:lnTo>
                  <a:pt x="622" y="192"/>
                </a:lnTo>
                <a:lnTo>
                  <a:pt x="622" y="193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1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7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6"/>
                </a:lnTo>
                <a:lnTo>
                  <a:pt x="637" y="197"/>
                </a:lnTo>
                <a:lnTo>
                  <a:pt x="638" y="197"/>
                </a:lnTo>
                <a:lnTo>
                  <a:pt x="638" y="196"/>
                </a:lnTo>
                <a:lnTo>
                  <a:pt x="638" y="197"/>
                </a:lnTo>
                <a:lnTo>
                  <a:pt x="639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1" y="200"/>
                </a:lnTo>
                <a:lnTo>
                  <a:pt x="641" y="201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4" y="205"/>
                </a:lnTo>
                <a:lnTo>
                  <a:pt x="645" y="205"/>
                </a:lnTo>
                <a:lnTo>
                  <a:pt x="646" y="205"/>
                </a:lnTo>
                <a:lnTo>
                  <a:pt x="646" y="206"/>
                </a:lnTo>
                <a:lnTo>
                  <a:pt x="647" y="207"/>
                </a:lnTo>
                <a:lnTo>
                  <a:pt x="647" y="208"/>
                </a:lnTo>
                <a:lnTo>
                  <a:pt x="648" y="208"/>
                </a:lnTo>
                <a:lnTo>
                  <a:pt x="648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8" y="212"/>
                </a:lnTo>
                <a:lnTo>
                  <a:pt x="648" y="213"/>
                </a:lnTo>
                <a:lnTo>
                  <a:pt x="648" y="212"/>
                </a:lnTo>
                <a:lnTo>
                  <a:pt x="648" y="213"/>
                </a:lnTo>
                <a:lnTo>
                  <a:pt x="649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1" y="217"/>
                </a:lnTo>
                <a:lnTo>
                  <a:pt x="652" y="218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2" y="216"/>
                </a:lnTo>
                <a:lnTo>
                  <a:pt x="653" y="215"/>
                </a:lnTo>
                <a:lnTo>
                  <a:pt x="653" y="216"/>
                </a:lnTo>
                <a:lnTo>
                  <a:pt x="653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1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4"/>
                </a:lnTo>
                <a:lnTo>
                  <a:pt x="665" y="214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7" y="218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0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9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2"/>
                </a:lnTo>
                <a:lnTo>
                  <a:pt x="680" y="223"/>
                </a:lnTo>
                <a:lnTo>
                  <a:pt x="681" y="223"/>
                </a:lnTo>
                <a:lnTo>
                  <a:pt x="682" y="223"/>
                </a:lnTo>
                <a:lnTo>
                  <a:pt x="682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5"/>
                </a:lnTo>
                <a:lnTo>
                  <a:pt x="684" y="226"/>
                </a:lnTo>
                <a:lnTo>
                  <a:pt x="684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90" y="229"/>
                </a:lnTo>
                <a:lnTo>
                  <a:pt x="689" y="230"/>
                </a:lnTo>
                <a:lnTo>
                  <a:pt x="690" y="230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6" y="237"/>
                </a:lnTo>
                <a:lnTo>
                  <a:pt x="695" y="237"/>
                </a:lnTo>
                <a:lnTo>
                  <a:pt x="695" y="236"/>
                </a:lnTo>
                <a:lnTo>
                  <a:pt x="694" y="237"/>
                </a:lnTo>
                <a:lnTo>
                  <a:pt x="693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3" y="243"/>
                </a:lnTo>
                <a:lnTo>
                  <a:pt x="683" y="244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81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6" y="247"/>
                </a:lnTo>
                <a:lnTo>
                  <a:pt x="676" y="248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7" y="251"/>
                </a:lnTo>
                <a:lnTo>
                  <a:pt x="676" y="251"/>
                </a:lnTo>
                <a:lnTo>
                  <a:pt x="676" y="252"/>
                </a:lnTo>
                <a:lnTo>
                  <a:pt x="677" y="252"/>
                </a:lnTo>
                <a:lnTo>
                  <a:pt x="677" y="253"/>
                </a:lnTo>
                <a:lnTo>
                  <a:pt x="676" y="253"/>
                </a:lnTo>
                <a:lnTo>
                  <a:pt x="676" y="254"/>
                </a:lnTo>
                <a:lnTo>
                  <a:pt x="677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4" y="257"/>
                </a:lnTo>
                <a:lnTo>
                  <a:pt x="673" y="258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8"/>
                </a:lnTo>
                <a:lnTo>
                  <a:pt x="669" y="259"/>
                </a:lnTo>
                <a:lnTo>
                  <a:pt x="669" y="260"/>
                </a:lnTo>
                <a:lnTo>
                  <a:pt x="668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7"/>
                </a:lnTo>
                <a:lnTo>
                  <a:pt x="671" y="268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2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6" y="274"/>
                </a:lnTo>
                <a:lnTo>
                  <a:pt x="677" y="274"/>
                </a:lnTo>
                <a:lnTo>
                  <a:pt x="678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2" y="281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2" y="289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2"/>
                </a:lnTo>
                <a:lnTo>
                  <a:pt x="683" y="291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2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1" y="303"/>
                </a:lnTo>
                <a:lnTo>
                  <a:pt x="682" y="303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4"/>
                </a:lnTo>
                <a:lnTo>
                  <a:pt x="688" y="305"/>
                </a:lnTo>
                <a:lnTo>
                  <a:pt x="688" y="306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8" y="308"/>
                </a:lnTo>
                <a:lnTo>
                  <a:pt x="689" y="308"/>
                </a:lnTo>
                <a:lnTo>
                  <a:pt x="690" y="308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2" y="310"/>
                </a:lnTo>
                <a:lnTo>
                  <a:pt x="691" y="310"/>
                </a:lnTo>
                <a:lnTo>
                  <a:pt x="692" y="311"/>
                </a:lnTo>
                <a:lnTo>
                  <a:pt x="692" y="312"/>
                </a:lnTo>
                <a:lnTo>
                  <a:pt x="693" y="311"/>
                </a:lnTo>
                <a:lnTo>
                  <a:pt x="693" y="312"/>
                </a:lnTo>
                <a:lnTo>
                  <a:pt x="694" y="312"/>
                </a:lnTo>
                <a:lnTo>
                  <a:pt x="694" y="313"/>
                </a:lnTo>
                <a:lnTo>
                  <a:pt x="695" y="313"/>
                </a:lnTo>
                <a:lnTo>
                  <a:pt x="695" y="314"/>
                </a:lnTo>
                <a:lnTo>
                  <a:pt x="694" y="314"/>
                </a:lnTo>
                <a:lnTo>
                  <a:pt x="695" y="314"/>
                </a:lnTo>
                <a:lnTo>
                  <a:pt x="695" y="315"/>
                </a:lnTo>
                <a:lnTo>
                  <a:pt x="694" y="315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5" y="319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7" y="321"/>
                </a:lnTo>
                <a:lnTo>
                  <a:pt x="697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7" y="326"/>
                </a:lnTo>
                <a:lnTo>
                  <a:pt x="697" y="327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7" y="329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1" y="347"/>
                </a:lnTo>
                <a:lnTo>
                  <a:pt x="701" y="348"/>
                </a:lnTo>
                <a:lnTo>
                  <a:pt x="700" y="349"/>
                </a:lnTo>
                <a:lnTo>
                  <a:pt x="701" y="349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699" y="353"/>
                </a:lnTo>
                <a:lnTo>
                  <a:pt x="699" y="354"/>
                </a:lnTo>
                <a:lnTo>
                  <a:pt x="698" y="354"/>
                </a:lnTo>
                <a:lnTo>
                  <a:pt x="697" y="355"/>
                </a:lnTo>
                <a:lnTo>
                  <a:pt x="696" y="356"/>
                </a:lnTo>
                <a:lnTo>
                  <a:pt x="695" y="358"/>
                </a:lnTo>
                <a:lnTo>
                  <a:pt x="695" y="359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1"/>
                </a:lnTo>
                <a:lnTo>
                  <a:pt x="672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7" y="355"/>
                </a:lnTo>
                <a:lnTo>
                  <a:pt x="666" y="354"/>
                </a:lnTo>
                <a:lnTo>
                  <a:pt x="664" y="353"/>
                </a:lnTo>
                <a:lnTo>
                  <a:pt x="663" y="351"/>
                </a:lnTo>
                <a:lnTo>
                  <a:pt x="662" y="351"/>
                </a:lnTo>
                <a:lnTo>
                  <a:pt x="661" y="350"/>
                </a:lnTo>
                <a:lnTo>
                  <a:pt x="659" y="350"/>
                </a:lnTo>
                <a:lnTo>
                  <a:pt x="658" y="351"/>
                </a:lnTo>
                <a:lnTo>
                  <a:pt x="656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9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2" y="355"/>
                </a:lnTo>
                <a:lnTo>
                  <a:pt x="642" y="356"/>
                </a:lnTo>
                <a:lnTo>
                  <a:pt x="641" y="356"/>
                </a:lnTo>
                <a:lnTo>
                  <a:pt x="641" y="358"/>
                </a:lnTo>
                <a:lnTo>
                  <a:pt x="642" y="358"/>
                </a:lnTo>
                <a:lnTo>
                  <a:pt x="641" y="359"/>
                </a:lnTo>
                <a:lnTo>
                  <a:pt x="641" y="360"/>
                </a:lnTo>
                <a:lnTo>
                  <a:pt x="641" y="361"/>
                </a:lnTo>
                <a:lnTo>
                  <a:pt x="641" y="360"/>
                </a:lnTo>
                <a:lnTo>
                  <a:pt x="642" y="361"/>
                </a:lnTo>
                <a:lnTo>
                  <a:pt x="642" y="362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3" y="369"/>
                </a:lnTo>
                <a:lnTo>
                  <a:pt x="633" y="370"/>
                </a:lnTo>
                <a:lnTo>
                  <a:pt x="632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9" y="372"/>
                </a:lnTo>
                <a:lnTo>
                  <a:pt x="628" y="371"/>
                </a:lnTo>
                <a:lnTo>
                  <a:pt x="628" y="372"/>
                </a:lnTo>
                <a:lnTo>
                  <a:pt x="628" y="373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8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3" y="383"/>
                </a:lnTo>
                <a:lnTo>
                  <a:pt x="612" y="383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8" y="384"/>
                </a:lnTo>
                <a:lnTo>
                  <a:pt x="607" y="384"/>
                </a:lnTo>
                <a:lnTo>
                  <a:pt x="607" y="385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7"/>
                </a:lnTo>
                <a:lnTo>
                  <a:pt x="585" y="397"/>
                </a:lnTo>
                <a:lnTo>
                  <a:pt x="584" y="397"/>
                </a:lnTo>
                <a:lnTo>
                  <a:pt x="583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2" y="402"/>
                </a:lnTo>
                <a:lnTo>
                  <a:pt x="561" y="402"/>
                </a:lnTo>
                <a:lnTo>
                  <a:pt x="560" y="402"/>
                </a:lnTo>
                <a:lnTo>
                  <a:pt x="560" y="403"/>
                </a:lnTo>
                <a:lnTo>
                  <a:pt x="559" y="403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5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3"/>
                </a:lnTo>
                <a:lnTo>
                  <a:pt x="538" y="402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3" y="401"/>
                </a:lnTo>
                <a:lnTo>
                  <a:pt x="533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4"/>
                </a:lnTo>
                <a:lnTo>
                  <a:pt x="531" y="414"/>
                </a:lnTo>
                <a:lnTo>
                  <a:pt x="530" y="414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6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6" y="417"/>
                </a:lnTo>
                <a:lnTo>
                  <a:pt x="516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2" y="434"/>
                </a:lnTo>
                <a:lnTo>
                  <a:pt x="501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7" y="384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3"/>
                </a:lnTo>
                <a:lnTo>
                  <a:pt x="480" y="382"/>
                </a:lnTo>
                <a:lnTo>
                  <a:pt x="481" y="382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8" y="360"/>
                </a:lnTo>
                <a:lnTo>
                  <a:pt x="468" y="359"/>
                </a:lnTo>
                <a:lnTo>
                  <a:pt x="469" y="358"/>
                </a:lnTo>
                <a:lnTo>
                  <a:pt x="469" y="356"/>
                </a:lnTo>
                <a:lnTo>
                  <a:pt x="470" y="356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70" y="354"/>
                </a:lnTo>
                <a:lnTo>
                  <a:pt x="469" y="354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2"/>
                </a:lnTo>
                <a:lnTo>
                  <a:pt x="471" y="352"/>
                </a:lnTo>
                <a:lnTo>
                  <a:pt x="471" y="351"/>
                </a:lnTo>
                <a:lnTo>
                  <a:pt x="470" y="350"/>
                </a:lnTo>
                <a:lnTo>
                  <a:pt x="469" y="350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5"/>
                </a:lnTo>
                <a:lnTo>
                  <a:pt x="463" y="356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2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3" y="390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7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9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4" y="359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2" y="372"/>
                </a:lnTo>
                <a:lnTo>
                  <a:pt x="392" y="373"/>
                </a:lnTo>
                <a:lnTo>
                  <a:pt x="391" y="373"/>
                </a:lnTo>
                <a:lnTo>
                  <a:pt x="391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5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6" y="356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4" y="355"/>
                </a:lnTo>
                <a:lnTo>
                  <a:pt x="323" y="355"/>
                </a:lnTo>
                <a:lnTo>
                  <a:pt x="323" y="354"/>
                </a:lnTo>
                <a:lnTo>
                  <a:pt x="323" y="353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3" y="345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60" y="330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5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1" y="327"/>
                </a:lnTo>
                <a:lnTo>
                  <a:pt x="230" y="327"/>
                </a:lnTo>
                <a:lnTo>
                  <a:pt x="230" y="326"/>
                </a:lnTo>
                <a:lnTo>
                  <a:pt x="231" y="325"/>
                </a:lnTo>
                <a:lnTo>
                  <a:pt x="231" y="324"/>
                </a:lnTo>
                <a:lnTo>
                  <a:pt x="230" y="324"/>
                </a:lnTo>
                <a:lnTo>
                  <a:pt x="230" y="323"/>
                </a:lnTo>
                <a:lnTo>
                  <a:pt x="231" y="323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2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3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3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8"/>
                </a:lnTo>
                <a:lnTo>
                  <a:pt x="208" y="328"/>
                </a:lnTo>
                <a:lnTo>
                  <a:pt x="207" y="327"/>
                </a:lnTo>
                <a:lnTo>
                  <a:pt x="206" y="327"/>
                </a:lnTo>
                <a:lnTo>
                  <a:pt x="206" y="326"/>
                </a:lnTo>
                <a:lnTo>
                  <a:pt x="206" y="327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2" y="329"/>
                </a:lnTo>
                <a:lnTo>
                  <a:pt x="201" y="329"/>
                </a:lnTo>
                <a:lnTo>
                  <a:pt x="201" y="328"/>
                </a:lnTo>
                <a:lnTo>
                  <a:pt x="199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4" y="343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6" y="344"/>
                </a:lnTo>
                <a:lnTo>
                  <a:pt x="196" y="346"/>
                </a:lnTo>
                <a:lnTo>
                  <a:pt x="196" y="347"/>
                </a:lnTo>
                <a:lnTo>
                  <a:pt x="195" y="347"/>
                </a:lnTo>
                <a:lnTo>
                  <a:pt x="196" y="347"/>
                </a:lnTo>
                <a:lnTo>
                  <a:pt x="196" y="348"/>
                </a:lnTo>
                <a:lnTo>
                  <a:pt x="197" y="348"/>
                </a:lnTo>
                <a:lnTo>
                  <a:pt x="197" y="350"/>
                </a:lnTo>
                <a:lnTo>
                  <a:pt x="198" y="350"/>
                </a:lnTo>
                <a:lnTo>
                  <a:pt x="199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4" y="353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5" y="356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6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5" y="371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8" y="358"/>
                </a:lnTo>
                <a:lnTo>
                  <a:pt x="158" y="356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3" y="358"/>
                </a:lnTo>
                <a:lnTo>
                  <a:pt x="142" y="358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5" y="359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5" y="368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2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7" y="388"/>
                </a:lnTo>
                <a:lnTo>
                  <a:pt x="96" y="388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4" y="413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1" y="399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8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8" y="378"/>
                </a:lnTo>
                <a:lnTo>
                  <a:pt x="49" y="377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6" y="353"/>
                </a:lnTo>
                <a:lnTo>
                  <a:pt x="27" y="353"/>
                </a:lnTo>
                <a:lnTo>
                  <a:pt x="28" y="353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1" y="350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5"/>
                </a:lnTo>
                <a:lnTo>
                  <a:pt x="15" y="356"/>
                </a:lnTo>
                <a:lnTo>
                  <a:pt x="16" y="356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7" y="362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9"/>
                </a:lnTo>
                <a:lnTo>
                  <a:pt x="5" y="358"/>
                </a:lnTo>
                <a:lnTo>
                  <a:pt x="5" y="356"/>
                </a:lnTo>
                <a:lnTo>
                  <a:pt x="5" y="355"/>
                </a:lnTo>
                <a:lnTo>
                  <a:pt x="6" y="354"/>
                </a:lnTo>
                <a:lnTo>
                  <a:pt x="5" y="353"/>
                </a:lnTo>
                <a:lnTo>
                  <a:pt x="4" y="353"/>
                </a:lnTo>
                <a:lnTo>
                  <a:pt x="4" y="352"/>
                </a:lnTo>
                <a:lnTo>
                  <a:pt x="4" y="351"/>
                </a:lnTo>
                <a:lnTo>
                  <a:pt x="3" y="351"/>
                </a:lnTo>
                <a:lnTo>
                  <a:pt x="3" y="352"/>
                </a:lnTo>
                <a:lnTo>
                  <a:pt x="3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3" y="346"/>
                </a:lnTo>
                <a:lnTo>
                  <a:pt x="13" y="347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7" y="336"/>
                </a:lnTo>
                <a:lnTo>
                  <a:pt x="17" y="337"/>
                </a:lnTo>
                <a:lnTo>
                  <a:pt x="17" y="336"/>
                </a:lnTo>
                <a:lnTo>
                  <a:pt x="16" y="336"/>
                </a:lnTo>
                <a:lnTo>
                  <a:pt x="16" y="335"/>
                </a:lnTo>
                <a:lnTo>
                  <a:pt x="16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2"/>
                </a:lnTo>
                <a:lnTo>
                  <a:pt x="15" y="330"/>
                </a:lnTo>
                <a:lnTo>
                  <a:pt x="15" y="329"/>
                </a:lnTo>
                <a:lnTo>
                  <a:pt x="15" y="328"/>
                </a:lnTo>
                <a:lnTo>
                  <a:pt x="14" y="328"/>
                </a:lnTo>
                <a:lnTo>
                  <a:pt x="14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8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20" y="308"/>
                </a:lnTo>
                <a:lnTo>
                  <a:pt x="19" y="308"/>
                </a:lnTo>
                <a:lnTo>
                  <a:pt x="18" y="309"/>
                </a:lnTo>
                <a:lnTo>
                  <a:pt x="18" y="308"/>
                </a:lnTo>
                <a:lnTo>
                  <a:pt x="18" y="307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5" y="304"/>
                </a:lnTo>
                <a:lnTo>
                  <a:pt x="15" y="303"/>
                </a:lnTo>
                <a:lnTo>
                  <a:pt x="14" y="303"/>
                </a:lnTo>
                <a:lnTo>
                  <a:pt x="14" y="302"/>
                </a:lnTo>
                <a:lnTo>
                  <a:pt x="13" y="302"/>
                </a:lnTo>
                <a:lnTo>
                  <a:pt x="12" y="302"/>
                </a:lnTo>
                <a:lnTo>
                  <a:pt x="12" y="301"/>
                </a:lnTo>
                <a:lnTo>
                  <a:pt x="11" y="301"/>
                </a:lnTo>
                <a:lnTo>
                  <a:pt x="11" y="300"/>
                </a:lnTo>
                <a:lnTo>
                  <a:pt x="10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6" y="292"/>
                </a:lnTo>
                <a:lnTo>
                  <a:pt x="5" y="291"/>
                </a:lnTo>
                <a:lnTo>
                  <a:pt x="5" y="290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4" y="286"/>
                </a:lnTo>
                <a:lnTo>
                  <a:pt x="5" y="285"/>
                </a:lnTo>
                <a:lnTo>
                  <a:pt x="6" y="284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1" y="284"/>
                </a:lnTo>
                <a:lnTo>
                  <a:pt x="11" y="283"/>
                </a:lnTo>
                <a:lnTo>
                  <a:pt x="13" y="283"/>
                </a:lnTo>
                <a:lnTo>
                  <a:pt x="14" y="283"/>
                </a:lnTo>
                <a:lnTo>
                  <a:pt x="14" y="284"/>
                </a:lnTo>
                <a:lnTo>
                  <a:pt x="15" y="284"/>
                </a:lnTo>
                <a:lnTo>
                  <a:pt x="15" y="285"/>
                </a:lnTo>
                <a:lnTo>
                  <a:pt x="16" y="285"/>
                </a:lnTo>
                <a:lnTo>
                  <a:pt x="15" y="284"/>
                </a:lnTo>
                <a:lnTo>
                  <a:pt x="16" y="284"/>
                </a:lnTo>
                <a:lnTo>
                  <a:pt x="17" y="285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6" y="279"/>
                </a:lnTo>
                <a:lnTo>
                  <a:pt x="26" y="278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6" y="274"/>
                </a:lnTo>
                <a:lnTo>
                  <a:pt x="27" y="274"/>
                </a:lnTo>
                <a:lnTo>
                  <a:pt x="29" y="274"/>
                </a:lnTo>
                <a:lnTo>
                  <a:pt x="30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2" y="280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3" y="282"/>
                </a:lnTo>
                <a:lnTo>
                  <a:pt x="32" y="282"/>
                </a:lnTo>
                <a:lnTo>
                  <a:pt x="33" y="283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3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0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6"/>
                </a:lnTo>
                <a:lnTo>
                  <a:pt x="49" y="275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4" y="270"/>
                </a:lnTo>
                <a:lnTo>
                  <a:pt x="54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71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6" y="269"/>
                </a:lnTo>
                <a:lnTo>
                  <a:pt x="68" y="269"/>
                </a:lnTo>
                <a:lnTo>
                  <a:pt x="68" y="270"/>
                </a:lnTo>
                <a:lnTo>
                  <a:pt x="68" y="271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3"/>
                </a:lnTo>
                <a:lnTo>
                  <a:pt x="64" y="273"/>
                </a:lnTo>
                <a:lnTo>
                  <a:pt x="65" y="273"/>
                </a:lnTo>
                <a:lnTo>
                  <a:pt x="65" y="274"/>
                </a:lnTo>
                <a:lnTo>
                  <a:pt x="66" y="275"/>
                </a:lnTo>
                <a:lnTo>
                  <a:pt x="66" y="276"/>
                </a:lnTo>
                <a:lnTo>
                  <a:pt x="65" y="276"/>
                </a:lnTo>
                <a:lnTo>
                  <a:pt x="66" y="276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70" y="280"/>
                </a:lnTo>
                <a:lnTo>
                  <a:pt x="70" y="281"/>
                </a:lnTo>
                <a:lnTo>
                  <a:pt x="71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8"/>
                </a:lnTo>
                <a:lnTo>
                  <a:pt x="75" y="279"/>
                </a:lnTo>
                <a:lnTo>
                  <a:pt x="75" y="278"/>
                </a:lnTo>
                <a:lnTo>
                  <a:pt x="76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2"/>
                </a:lnTo>
                <a:lnTo>
                  <a:pt x="86" y="271"/>
                </a:lnTo>
                <a:lnTo>
                  <a:pt x="87" y="271"/>
                </a:lnTo>
                <a:lnTo>
                  <a:pt x="87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9" y="276"/>
                </a:lnTo>
                <a:lnTo>
                  <a:pt x="89" y="277"/>
                </a:lnTo>
                <a:lnTo>
                  <a:pt x="90" y="277"/>
                </a:lnTo>
                <a:lnTo>
                  <a:pt x="90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9" y="284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2" y="280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99" y="271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5" y="267"/>
                </a:lnTo>
                <a:lnTo>
                  <a:pt x="105" y="266"/>
                </a:lnTo>
                <a:lnTo>
                  <a:pt x="106" y="267"/>
                </a:lnTo>
                <a:lnTo>
                  <a:pt x="106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7" y="259"/>
                </a:lnTo>
                <a:lnTo>
                  <a:pt x="117" y="258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7" y="257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1" y="255"/>
                </a:lnTo>
                <a:lnTo>
                  <a:pt x="120" y="255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2" y="254"/>
                </a:lnTo>
                <a:lnTo>
                  <a:pt x="122" y="253"/>
                </a:lnTo>
                <a:lnTo>
                  <a:pt x="122" y="252"/>
                </a:lnTo>
                <a:lnTo>
                  <a:pt x="123" y="252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8" y="247"/>
                </a:lnTo>
                <a:lnTo>
                  <a:pt x="129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3" y="245"/>
                </a:lnTo>
                <a:lnTo>
                  <a:pt x="134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8" y="242"/>
                </a:lnTo>
                <a:lnTo>
                  <a:pt x="139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2" y="244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8" y="245"/>
                </a:lnTo>
                <a:lnTo>
                  <a:pt x="148" y="246"/>
                </a:lnTo>
                <a:lnTo>
                  <a:pt x="149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2" y="253"/>
                </a:lnTo>
                <a:lnTo>
                  <a:pt x="153" y="253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3"/>
                </a:lnTo>
                <a:lnTo>
                  <a:pt x="161" y="241"/>
                </a:lnTo>
                <a:lnTo>
                  <a:pt x="160" y="240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2" y="236"/>
                </a:lnTo>
                <a:lnTo>
                  <a:pt x="162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60" y="233"/>
                </a:lnTo>
                <a:lnTo>
                  <a:pt x="160" y="234"/>
                </a:lnTo>
                <a:lnTo>
                  <a:pt x="159" y="234"/>
                </a:lnTo>
                <a:lnTo>
                  <a:pt x="160" y="233"/>
                </a:lnTo>
                <a:lnTo>
                  <a:pt x="160" y="232"/>
                </a:lnTo>
                <a:lnTo>
                  <a:pt x="160" y="230"/>
                </a:lnTo>
                <a:lnTo>
                  <a:pt x="160" y="229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4" y="214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09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6"/>
                </a:lnTo>
                <a:lnTo>
                  <a:pt x="162" y="205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2" y="200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1" y="188"/>
                </a:lnTo>
                <a:lnTo>
                  <a:pt x="150" y="188"/>
                </a:lnTo>
                <a:lnTo>
                  <a:pt x="151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6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2" y="179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8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6"/>
                </a:lnTo>
                <a:lnTo>
                  <a:pt x="133" y="175"/>
                </a:lnTo>
                <a:lnTo>
                  <a:pt x="132" y="175"/>
                </a:lnTo>
                <a:lnTo>
                  <a:pt x="131" y="176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3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5" y="169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4" y="164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1" y="160"/>
                </a:lnTo>
                <a:lnTo>
                  <a:pt x="120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6" y="158"/>
                </a:lnTo>
                <a:lnTo>
                  <a:pt x="115" y="158"/>
                </a:lnTo>
                <a:lnTo>
                  <a:pt x="114" y="159"/>
                </a:lnTo>
                <a:lnTo>
                  <a:pt x="113" y="159"/>
                </a:lnTo>
                <a:lnTo>
                  <a:pt x="113" y="160"/>
                </a:lnTo>
                <a:lnTo>
                  <a:pt x="113" y="159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2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1" y="153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2" y="151"/>
                </a:lnTo>
                <a:lnTo>
                  <a:pt x="111" y="151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5" y="150"/>
                </a:lnTo>
                <a:lnTo>
                  <a:pt x="115" y="149"/>
                </a:lnTo>
                <a:lnTo>
                  <a:pt x="115" y="148"/>
                </a:lnTo>
                <a:lnTo>
                  <a:pt x="114" y="148"/>
                </a:lnTo>
                <a:lnTo>
                  <a:pt x="114" y="147"/>
                </a:lnTo>
                <a:lnTo>
                  <a:pt x="114" y="146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2"/>
                </a:lnTo>
                <a:lnTo>
                  <a:pt x="111" y="142"/>
                </a:lnTo>
                <a:lnTo>
                  <a:pt x="111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4" y="134"/>
                </a:lnTo>
                <a:lnTo>
                  <a:pt x="113" y="133"/>
                </a:lnTo>
                <a:lnTo>
                  <a:pt x="114" y="133"/>
                </a:lnTo>
                <a:lnTo>
                  <a:pt x="113" y="133"/>
                </a:lnTo>
                <a:lnTo>
                  <a:pt x="113" y="132"/>
                </a:lnTo>
                <a:lnTo>
                  <a:pt x="112" y="131"/>
                </a:lnTo>
                <a:lnTo>
                  <a:pt x="111" y="131"/>
                </a:lnTo>
                <a:lnTo>
                  <a:pt x="111" y="130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3" y="118"/>
                </a:lnTo>
                <a:lnTo>
                  <a:pt x="112" y="117"/>
                </a:lnTo>
                <a:lnTo>
                  <a:pt x="111" y="117"/>
                </a:lnTo>
                <a:lnTo>
                  <a:pt x="111" y="116"/>
                </a:lnTo>
                <a:lnTo>
                  <a:pt x="111" y="115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8"/>
                </a:lnTo>
                <a:lnTo>
                  <a:pt x="110" y="108"/>
                </a:lnTo>
                <a:lnTo>
                  <a:pt x="109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6" y="105"/>
                </a:lnTo>
                <a:lnTo>
                  <a:pt x="106" y="104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8"/>
                </a:lnTo>
                <a:lnTo>
                  <a:pt x="103" y="97"/>
                </a:lnTo>
                <a:lnTo>
                  <a:pt x="104" y="96"/>
                </a:lnTo>
                <a:lnTo>
                  <a:pt x="104" y="95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5" y="87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7" y="84"/>
                </a:lnTo>
                <a:lnTo>
                  <a:pt x="107" y="82"/>
                </a:lnTo>
                <a:lnTo>
                  <a:pt x="107" y="81"/>
                </a:lnTo>
                <a:lnTo>
                  <a:pt x="108" y="81"/>
                </a:lnTo>
                <a:lnTo>
                  <a:pt x="109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0" y="77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5" y="73"/>
                </a:lnTo>
                <a:lnTo>
                  <a:pt x="114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4" y="71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1"/>
                </a:lnTo>
                <a:lnTo>
                  <a:pt x="133" y="70"/>
                </a:lnTo>
                <a:lnTo>
                  <a:pt x="134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8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1"/>
                </a:lnTo>
                <a:lnTo>
                  <a:pt x="145" y="72"/>
                </a:lnTo>
                <a:lnTo>
                  <a:pt x="146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9" y="74"/>
                </a:lnTo>
                <a:lnTo>
                  <a:pt x="150" y="74"/>
                </a:lnTo>
                <a:lnTo>
                  <a:pt x="151" y="74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6" y="70"/>
                </a:lnTo>
                <a:lnTo>
                  <a:pt x="156" y="69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6" y="64"/>
                </a:lnTo>
                <a:lnTo>
                  <a:pt x="165" y="64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2"/>
                </a:lnTo>
                <a:lnTo>
                  <a:pt x="161" y="60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2" y="57"/>
                </a:lnTo>
                <a:lnTo>
                  <a:pt x="163" y="57"/>
                </a:lnTo>
                <a:lnTo>
                  <a:pt x="163" y="56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1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2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0"/>
                </a:lnTo>
                <a:lnTo>
                  <a:pt x="147" y="39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8"/>
                </a:lnTo>
                <a:lnTo>
                  <a:pt x="136" y="37"/>
                </a:lnTo>
                <a:lnTo>
                  <a:pt x="136" y="36"/>
                </a:lnTo>
                <a:lnTo>
                  <a:pt x="135" y="36"/>
                </a:lnTo>
                <a:lnTo>
                  <a:pt x="134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9"/>
                </a:lnTo>
                <a:lnTo>
                  <a:pt x="127" y="37"/>
                </a:lnTo>
                <a:lnTo>
                  <a:pt x="126" y="37"/>
                </a:lnTo>
                <a:lnTo>
                  <a:pt x="126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3" y="17"/>
                </a:lnTo>
                <a:lnTo>
                  <a:pt x="112" y="17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3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25916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6" y="1"/>
                </a:move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7" y="8"/>
                </a:lnTo>
                <a:lnTo>
                  <a:pt x="198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5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7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4"/>
                </a:lnTo>
                <a:lnTo>
                  <a:pt x="289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4" y="49"/>
                </a:lnTo>
                <a:lnTo>
                  <a:pt x="305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2" y="48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5"/>
                </a:lnTo>
                <a:lnTo>
                  <a:pt x="317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4"/>
                </a:lnTo>
                <a:lnTo>
                  <a:pt x="316" y="65"/>
                </a:lnTo>
                <a:lnTo>
                  <a:pt x="316" y="64"/>
                </a:lnTo>
                <a:lnTo>
                  <a:pt x="317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2"/>
                </a:lnTo>
                <a:lnTo>
                  <a:pt x="382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7" y="49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2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8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9" y="66"/>
                </a:lnTo>
                <a:lnTo>
                  <a:pt x="379" y="65"/>
                </a:lnTo>
                <a:lnTo>
                  <a:pt x="380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90" y="71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3" y="58"/>
                </a:lnTo>
                <a:lnTo>
                  <a:pt x="404" y="58"/>
                </a:lnTo>
                <a:lnTo>
                  <a:pt x="405" y="57"/>
                </a:lnTo>
                <a:lnTo>
                  <a:pt x="405" y="55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3"/>
                </a:lnTo>
                <a:lnTo>
                  <a:pt x="416" y="43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7"/>
                </a:lnTo>
                <a:lnTo>
                  <a:pt x="430" y="38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5" y="58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1" y="61"/>
                </a:lnTo>
                <a:lnTo>
                  <a:pt x="440" y="61"/>
                </a:lnTo>
                <a:lnTo>
                  <a:pt x="439" y="61"/>
                </a:lnTo>
                <a:lnTo>
                  <a:pt x="439" y="62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8" y="64"/>
                </a:lnTo>
                <a:lnTo>
                  <a:pt x="439" y="64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4" y="76"/>
                </a:lnTo>
                <a:lnTo>
                  <a:pt x="443" y="76"/>
                </a:lnTo>
                <a:lnTo>
                  <a:pt x="443" y="75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2" y="104"/>
                </a:lnTo>
                <a:lnTo>
                  <a:pt x="443" y="104"/>
                </a:lnTo>
                <a:lnTo>
                  <a:pt x="443" y="105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50" y="107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3" y="106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7" y="110"/>
                </a:lnTo>
                <a:lnTo>
                  <a:pt x="458" y="110"/>
                </a:lnTo>
                <a:lnTo>
                  <a:pt x="458" y="109"/>
                </a:lnTo>
                <a:lnTo>
                  <a:pt x="459" y="109"/>
                </a:lnTo>
                <a:lnTo>
                  <a:pt x="460" y="109"/>
                </a:lnTo>
                <a:lnTo>
                  <a:pt x="460" y="110"/>
                </a:lnTo>
                <a:lnTo>
                  <a:pt x="459" y="110"/>
                </a:lnTo>
                <a:lnTo>
                  <a:pt x="459" y="111"/>
                </a:lnTo>
                <a:lnTo>
                  <a:pt x="460" y="111"/>
                </a:lnTo>
                <a:lnTo>
                  <a:pt x="460" y="112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2" y="112"/>
                </a:lnTo>
                <a:lnTo>
                  <a:pt x="462" y="113"/>
                </a:lnTo>
                <a:lnTo>
                  <a:pt x="463" y="112"/>
                </a:lnTo>
                <a:lnTo>
                  <a:pt x="464" y="112"/>
                </a:lnTo>
                <a:lnTo>
                  <a:pt x="464" y="111"/>
                </a:lnTo>
                <a:lnTo>
                  <a:pt x="465" y="111"/>
                </a:lnTo>
                <a:lnTo>
                  <a:pt x="466" y="111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7" y="114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1"/>
                </a:lnTo>
                <a:lnTo>
                  <a:pt x="468" y="122"/>
                </a:lnTo>
                <a:lnTo>
                  <a:pt x="469" y="121"/>
                </a:lnTo>
                <a:lnTo>
                  <a:pt x="470" y="121"/>
                </a:lnTo>
                <a:lnTo>
                  <a:pt x="470" y="120"/>
                </a:lnTo>
                <a:lnTo>
                  <a:pt x="470" y="121"/>
                </a:lnTo>
                <a:lnTo>
                  <a:pt x="471" y="121"/>
                </a:lnTo>
                <a:lnTo>
                  <a:pt x="471" y="120"/>
                </a:lnTo>
                <a:lnTo>
                  <a:pt x="472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2" y="124"/>
                </a:lnTo>
                <a:lnTo>
                  <a:pt x="473" y="125"/>
                </a:lnTo>
                <a:lnTo>
                  <a:pt x="473" y="126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7" y="127"/>
                </a:lnTo>
                <a:lnTo>
                  <a:pt x="477" y="128"/>
                </a:lnTo>
                <a:lnTo>
                  <a:pt x="476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1"/>
                </a:lnTo>
                <a:lnTo>
                  <a:pt x="477" y="132"/>
                </a:lnTo>
                <a:lnTo>
                  <a:pt x="478" y="133"/>
                </a:lnTo>
                <a:lnTo>
                  <a:pt x="478" y="132"/>
                </a:lnTo>
                <a:lnTo>
                  <a:pt x="479" y="133"/>
                </a:lnTo>
                <a:lnTo>
                  <a:pt x="480" y="133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5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4" y="139"/>
                </a:lnTo>
                <a:lnTo>
                  <a:pt x="485" y="139"/>
                </a:lnTo>
                <a:lnTo>
                  <a:pt x="485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2" y="146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3" y="149"/>
                </a:lnTo>
                <a:lnTo>
                  <a:pt x="482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3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6"/>
                </a:lnTo>
                <a:lnTo>
                  <a:pt x="482" y="157"/>
                </a:lnTo>
                <a:lnTo>
                  <a:pt x="481" y="158"/>
                </a:lnTo>
                <a:lnTo>
                  <a:pt x="480" y="158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9" y="162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1" y="170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3" y="178"/>
                </a:lnTo>
                <a:lnTo>
                  <a:pt x="493" y="177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7"/>
                </a:lnTo>
                <a:lnTo>
                  <a:pt x="490" y="188"/>
                </a:lnTo>
                <a:lnTo>
                  <a:pt x="490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4" y="194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5" y="211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8" y="216"/>
                </a:lnTo>
                <a:lnTo>
                  <a:pt x="467" y="216"/>
                </a:lnTo>
                <a:lnTo>
                  <a:pt x="466" y="217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4" y="216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5" y="221"/>
                </a:lnTo>
                <a:lnTo>
                  <a:pt x="455" y="220"/>
                </a:lnTo>
                <a:lnTo>
                  <a:pt x="454" y="220"/>
                </a:lnTo>
                <a:lnTo>
                  <a:pt x="453" y="220"/>
                </a:lnTo>
                <a:lnTo>
                  <a:pt x="452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3"/>
                </a:lnTo>
                <a:lnTo>
                  <a:pt x="450" y="223"/>
                </a:lnTo>
                <a:lnTo>
                  <a:pt x="448" y="225"/>
                </a:lnTo>
                <a:lnTo>
                  <a:pt x="448" y="226"/>
                </a:lnTo>
                <a:lnTo>
                  <a:pt x="447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8" y="231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50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4" y="244"/>
                </a:lnTo>
                <a:lnTo>
                  <a:pt x="443" y="245"/>
                </a:lnTo>
                <a:lnTo>
                  <a:pt x="444" y="245"/>
                </a:lnTo>
                <a:lnTo>
                  <a:pt x="444" y="246"/>
                </a:lnTo>
                <a:lnTo>
                  <a:pt x="444" y="247"/>
                </a:lnTo>
                <a:lnTo>
                  <a:pt x="443" y="247"/>
                </a:lnTo>
                <a:lnTo>
                  <a:pt x="441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2"/>
                </a:lnTo>
                <a:lnTo>
                  <a:pt x="439" y="252"/>
                </a:lnTo>
                <a:lnTo>
                  <a:pt x="439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59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6"/>
                </a:lnTo>
                <a:lnTo>
                  <a:pt x="437" y="268"/>
                </a:lnTo>
                <a:lnTo>
                  <a:pt x="437" y="269"/>
                </a:lnTo>
                <a:lnTo>
                  <a:pt x="436" y="271"/>
                </a:lnTo>
                <a:lnTo>
                  <a:pt x="436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5" y="275"/>
                </a:lnTo>
                <a:lnTo>
                  <a:pt x="434" y="276"/>
                </a:lnTo>
                <a:lnTo>
                  <a:pt x="435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50" y="284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2"/>
                </a:lnTo>
                <a:lnTo>
                  <a:pt x="457" y="283"/>
                </a:lnTo>
                <a:lnTo>
                  <a:pt x="458" y="283"/>
                </a:lnTo>
                <a:lnTo>
                  <a:pt x="459" y="282"/>
                </a:lnTo>
                <a:lnTo>
                  <a:pt x="459" y="281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2"/>
                </a:lnTo>
                <a:lnTo>
                  <a:pt x="457" y="295"/>
                </a:lnTo>
                <a:lnTo>
                  <a:pt x="457" y="296"/>
                </a:lnTo>
                <a:lnTo>
                  <a:pt x="457" y="297"/>
                </a:lnTo>
                <a:lnTo>
                  <a:pt x="456" y="298"/>
                </a:lnTo>
                <a:lnTo>
                  <a:pt x="455" y="298"/>
                </a:lnTo>
                <a:lnTo>
                  <a:pt x="455" y="300"/>
                </a:lnTo>
                <a:lnTo>
                  <a:pt x="454" y="303"/>
                </a:lnTo>
                <a:lnTo>
                  <a:pt x="453" y="304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4" y="314"/>
                </a:lnTo>
                <a:lnTo>
                  <a:pt x="454" y="315"/>
                </a:lnTo>
                <a:lnTo>
                  <a:pt x="454" y="316"/>
                </a:lnTo>
                <a:lnTo>
                  <a:pt x="455" y="316"/>
                </a:lnTo>
                <a:lnTo>
                  <a:pt x="456" y="317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4" y="324"/>
                </a:lnTo>
                <a:lnTo>
                  <a:pt x="464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0" y="335"/>
                </a:lnTo>
                <a:lnTo>
                  <a:pt x="459" y="335"/>
                </a:lnTo>
                <a:lnTo>
                  <a:pt x="458" y="337"/>
                </a:lnTo>
                <a:lnTo>
                  <a:pt x="458" y="338"/>
                </a:lnTo>
                <a:lnTo>
                  <a:pt x="457" y="339"/>
                </a:lnTo>
                <a:lnTo>
                  <a:pt x="456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8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2" y="358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60"/>
                </a:lnTo>
                <a:lnTo>
                  <a:pt x="470" y="359"/>
                </a:lnTo>
                <a:lnTo>
                  <a:pt x="470" y="360"/>
                </a:lnTo>
                <a:lnTo>
                  <a:pt x="471" y="360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7" y="363"/>
                </a:lnTo>
                <a:lnTo>
                  <a:pt x="477" y="364"/>
                </a:lnTo>
                <a:lnTo>
                  <a:pt x="478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8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9" y="377"/>
                </a:lnTo>
                <a:lnTo>
                  <a:pt x="479" y="379"/>
                </a:lnTo>
                <a:lnTo>
                  <a:pt x="478" y="379"/>
                </a:lnTo>
                <a:lnTo>
                  <a:pt x="479" y="379"/>
                </a:lnTo>
                <a:lnTo>
                  <a:pt x="479" y="380"/>
                </a:lnTo>
                <a:lnTo>
                  <a:pt x="479" y="381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3"/>
                </a:lnTo>
                <a:lnTo>
                  <a:pt x="474" y="384"/>
                </a:lnTo>
                <a:lnTo>
                  <a:pt x="473" y="384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3" y="394"/>
                </a:lnTo>
                <a:lnTo>
                  <a:pt x="472" y="394"/>
                </a:lnTo>
                <a:lnTo>
                  <a:pt x="472" y="395"/>
                </a:lnTo>
                <a:lnTo>
                  <a:pt x="473" y="395"/>
                </a:lnTo>
                <a:lnTo>
                  <a:pt x="473" y="396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5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5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90" y="410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7"/>
                </a:lnTo>
                <a:lnTo>
                  <a:pt x="478" y="417"/>
                </a:lnTo>
                <a:lnTo>
                  <a:pt x="477" y="416"/>
                </a:lnTo>
                <a:lnTo>
                  <a:pt x="477" y="415"/>
                </a:lnTo>
                <a:lnTo>
                  <a:pt x="476" y="416"/>
                </a:lnTo>
                <a:lnTo>
                  <a:pt x="475" y="415"/>
                </a:lnTo>
                <a:lnTo>
                  <a:pt x="475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3" y="421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8" y="444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70" y="472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1"/>
                </a:lnTo>
                <a:lnTo>
                  <a:pt x="465" y="481"/>
                </a:lnTo>
                <a:lnTo>
                  <a:pt x="464" y="481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8" y="489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5" y="490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2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3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8" y="490"/>
                </a:lnTo>
                <a:lnTo>
                  <a:pt x="427" y="490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5" y="485"/>
                </a:lnTo>
                <a:lnTo>
                  <a:pt x="414" y="484"/>
                </a:lnTo>
                <a:lnTo>
                  <a:pt x="414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8"/>
                </a:lnTo>
                <a:lnTo>
                  <a:pt x="408" y="476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5" y="475"/>
                </a:lnTo>
                <a:lnTo>
                  <a:pt x="404" y="475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4"/>
                </a:lnTo>
                <a:lnTo>
                  <a:pt x="400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4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90"/>
                </a:lnTo>
                <a:lnTo>
                  <a:pt x="382" y="491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3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9" y="498"/>
                </a:lnTo>
                <a:lnTo>
                  <a:pt x="369" y="499"/>
                </a:lnTo>
                <a:lnTo>
                  <a:pt x="368" y="500"/>
                </a:lnTo>
                <a:lnTo>
                  <a:pt x="369" y="500"/>
                </a:lnTo>
                <a:lnTo>
                  <a:pt x="369" y="501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2" y="503"/>
                </a:lnTo>
                <a:lnTo>
                  <a:pt x="382" y="504"/>
                </a:lnTo>
                <a:lnTo>
                  <a:pt x="382" y="505"/>
                </a:lnTo>
                <a:lnTo>
                  <a:pt x="383" y="505"/>
                </a:lnTo>
                <a:lnTo>
                  <a:pt x="383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8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9"/>
                </a:lnTo>
                <a:lnTo>
                  <a:pt x="380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79" y="524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79" y="526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80" y="534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7"/>
                </a:lnTo>
                <a:lnTo>
                  <a:pt x="365" y="537"/>
                </a:lnTo>
                <a:lnTo>
                  <a:pt x="364" y="537"/>
                </a:lnTo>
                <a:lnTo>
                  <a:pt x="363" y="537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4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3" y="511"/>
                </a:lnTo>
                <a:lnTo>
                  <a:pt x="332" y="511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8" y="512"/>
                </a:lnTo>
                <a:lnTo>
                  <a:pt x="327" y="512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7" y="510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3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6" y="547"/>
                </a:lnTo>
                <a:lnTo>
                  <a:pt x="295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7" y="549"/>
                </a:lnTo>
                <a:lnTo>
                  <a:pt x="277" y="548"/>
                </a:lnTo>
                <a:lnTo>
                  <a:pt x="276" y="548"/>
                </a:lnTo>
                <a:lnTo>
                  <a:pt x="275" y="549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7" y="549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8"/>
                </a:lnTo>
                <a:lnTo>
                  <a:pt x="257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3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2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8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1"/>
                </a:lnTo>
                <a:lnTo>
                  <a:pt x="242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2" y="535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4"/>
                </a:lnTo>
                <a:lnTo>
                  <a:pt x="242" y="523"/>
                </a:lnTo>
                <a:lnTo>
                  <a:pt x="243" y="523"/>
                </a:lnTo>
                <a:lnTo>
                  <a:pt x="242" y="522"/>
                </a:lnTo>
                <a:lnTo>
                  <a:pt x="241" y="523"/>
                </a:lnTo>
                <a:lnTo>
                  <a:pt x="240" y="523"/>
                </a:lnTo>
                <a:lnTo>
                  <a:pt x="238" y="522"/>
                </a:lnTo>
                <a:lnTo>
                  <a:pt x="238" y="521"/>
                </a:lnTo>
                <a:lnTo>
                  <a:pt x="239" y="520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6"/>
                </a:lnTo>
                <a:lnTo>
                  <a:pt x="231" y="516"/>
                </a:lnTo>
                <a:lnTo>
                  <a:pt x="229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7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09" y="522"/>
                </a:lnTo>
                <a:lnTo>
                  <a:pt x="209" y="523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5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0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6"/>
                </a:lnTo>
                <a:lnTo>
                  <a:pt x="198" y="515"/>
                </a:lnTo>
                <a:lnTo>
                  <a:pt x="197" y="515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89"/>
                </a:lnTo>
                <a:lnTo>
                  <a:pt x="216" y="488"/>
                </a:lnTo>
                <a:lnTo>
                  <a:pt x="218" y="489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4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6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1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3" y="436"/>
                </a:lnTo>
                <a:lnTo>
                  <a:pt x="242" y="437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6" y="438"/>
                </a:lnTo>
                <a:lnTo>
                  <a:pt x="227" y="438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9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2"/>
                </a:lnTo>
                <a:lnTo>
                  <a:pt x="225" y="411"/>
                </a:lnTo>
                <a:lnTo>
                  <a:pt x="224" y="411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7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5" y="403"/>
                </a:lnTo>
                <a:lnTo>
                  <a:pt x="225" y="402"/>
                </a:lnTo>
                <a:lnTo>
                  <a:pt x="226" y="402"/>
                </a:lnTo>
                <a:lnTo>
                  <a:pt x="226" y="401"/>
                </a:lnTo>
                <a:lnTo>
                  <a:pt x="226" y="400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2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09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200" y="388"/>
                </a:lnTo>
                <a:lnTo>
                  <a:pt x="200" y="387"/>
                </a:lnTo>
                <a:lnTo>
                  <a:pt x="198" y="385"/>
                </a:lnTo>
                <a:lnTo>
                  <a:pt x="198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7"/>
                </a:lnTo>
                <a:lnTo>
                  <a:pt x="125" y="419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4" y="422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9"/>
                </a:lnTo>
                <a:lnTo>
                  <a:pt x="116" y="418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6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7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3" y="436"/>
                </a:lnTo>
                <a:lnTo>
                  <a:pt x="92" y="436"/>
                </a:lnTo>
                <a:lnTo>
                  <a:pt x="90" y="437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2" y="414"/>
                </a:lnTo>
                <a:lnTo>
                  <a:pt x="62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2" y="407"/>
                </a:lnTo>
                <a:lnTo>
                  <a:pt x="62" y="406"/>
                </a:lnTo>
                <a:lnTo>
                  <a:pt x="62" y="405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1" y="404"/>
                </a:lnTo>
                <a:lnTo>
                  <a:pt x="62" y="404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7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4"/>
                </a:lnTo>
                <a:lnTo>
                  <a:pt x="47" y="394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6" y="384"/>
                </a:lnTo>
                <a:lnTo>
                  <a:pt x="46" y="383"/>
                </a:lnTo>
                <a:lnTo>
                  <a:pt x="47" y="383"/>
                </a:lnTo>
                <a:lnTo>
                  <a:pt x="48" y="382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2" y="377"/>
                </a:lnTo>
                <a:lnTo>
                  <a:pt x="53" y="376"/>
                </a:lnTo>
                <a:lnTo>
                  <a:pt x="54" y="375"/>
                </a:lnTo>
                <a:lnTo>
                  <a:pt x="53" y="375"/>
                </a:lnTo>
                <a:lnTo>
                  <a:pt x="52" y="375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5" y="371"/>
                </a:lnTo>
                <a:lnTo>
                  <a:pt x="54" y="371"/>
                </a:lnTo>
                <a:lnTo>
                  <a:pt x="54" y="370"/>
                </a:lnTo>
                <a:lnTo>
                  <a:pt x="53" y="369"/>
                </a:lnTo>
                <a:lnTo>
                  <a:pt x="54" y="369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6" y="366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2" y="356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9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0"/>
                </a:lnTo>
                <a:lnTo>
                  <a:pt x="49" y="350"/>
                </a:lnTo>
                <a:lnTo>
                  <a:pt x="50" y="351"/>
                </a:lnTo>
                <a:lnTo>
                  <a:pt x="52" y="351"/>
                </a:lnTo>
                <a:lnTo>
                  <a:pt x="53" y="350"/>
                </a:lnTo>
                <a:lnTo>
                  <a:pt x="54" y="350"/>
                </a:lnTo>
                <a:lnTo>
                  <a:pt x="55" y="349"/>
                </a:lnTo>
                <a:lnTo>
                  <a:pt x="54" y="349"/>
                </a:lnTo>
                <a:lnTo>
                  <a:pt x="54" y="348"/>
                </a:lnTo>
                <a:lnTo>
                  <a:pt x="55" y="348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8" y="346"/>
                </a:lnTo>
                <a:lnTo>
                  <a:pt x="59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4" y="344"/>
                </a:lnTo>
                <a:lnTo>
                  <a:pt x="65" y="344"/>
                </a:lnTo>
                <a:lnTo>
                  <a:pt x="65" y="345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6" y="343"/>
                </a:lnTo>
                <a:lnTo>
                  <a:pt x="66" y="342"/>
                </a:lnTo>
                <a:lnTo>
                  <a:pt x="66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9" y="334"/>
                </a:lnTo>
                <a:lnTo>
                  <a:pt x="58" y="334"/>
                </a:lnTo>
                <a:lnTo>
                  <a:pt x="59" y="332"/>
                </a:lnTo>
                <a:lnTo>
                  <a:pt x="59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7"/>
                </a:lnTo>
                <a:lnTo>
                  <a:pt x="66" y="327"/>
                </a:lnTo>
                <a:lnTo>
                  <a:pt x="66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8" y="326"/>
                </a:lnTo>
                <a:lnTo>
                  <a:pt x="69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7" y="323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8"/>
                </a:lnTo>
                <a:lnTo>
                  <a:pt x="66" y="318"/>
                </a:lnTo>
                <a:lnTo>
                  <a:pt x="66" y="317"/>
                </a:lnTo>
                <a:lnTo>
                  <a:pt x="66" y="315"/>
                </a:lnTo>
                <a:lnTo>
                  <a:pt x="66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3" y="314"/>
                </a:lnTo>
                <a:lnTo>
                  <a:pt x="64" y="314"/>
                </a:lnTo>
                <a:lnTo>
                  <a:pt x="63" y="314"/>
                </a:lnTo>
                <a:lnTo>
                  <a:pt x="63" y="315"/>
                </a:lnTo>
                <a:lnTo>
                  <a:pt x="63" y="314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2"/>
                </a:lnTo>
                <a:lnTo>
                  <a:pt x="62" y="312"/>
                </a:lnTo>
                <a:lnTo>
                  <a:pt x="61" y="312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2" y="307"/>
                </a:lnTo>
                <a:lnTo>
                  <a:pt x="62" y="306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5"/>
                </a:lnTo>
                <a:lnTo>
                  <a:pt x="57" y="304"/>
                </a:lnTo>
                <a:lnTo>
                  <a:pt x="56" y="304"/>
                </a:lnTo>
                <a:lnTo>
                  <a:pt x="56" y="305"/>
                </a:lnTo>
                <a:lnTo>
                  <a:pt x="55" y="305"/>
                </a:lnTo>
                <a:lnTo>
                  <a:pt x="55" y="304"/>
                </a:lnTo>
                <a:lnTo>
                  <a:pt x="55" y="305"/>
                </a:lnTo>
                <a:lnTo>
                  <a:pt x="54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50" y="306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29" y="313"/>
                </a:lnTo>
                <a:lnTo>
                  <a:pt x="28" y="313"/>
                </a:lnTo>
                <a:lnTo>
                  <a:pt x="29" y="311"/>
                </a:lnTo>
                <a:lnTo>
                  <a:pt x="30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8"/>
                </a:lnTo>
                <a:lnTo>
                  <a:pt x="28" y="308"/>
                </a:lnTo>
                <a:lnTo>
                  <a:pt x="27" y="308"/>
                </a:lnTo>
                <a:lnTo>
                  <a:pt x="26" y="308"/>
                </a:lnTo>
                <a:lnTo>
                  <a:pt x="25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2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9"/>
                </a:lnTo>
                <a:lnTo>
                  <a:pt x="10" y="318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8" y="317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3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1" y="311"/>
                </a:lnTo>
                <a:lnTo>
                  <a:pt x="2" y="310"/>
                </a:lnTo>
                <a:lnTo>
                  <a:pt x="3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1" y="307"/>
                </a:lnTo>
                <a:lnTo>
                  <a:pt x="11" y="306"/>
                </a:lnTo>
                <a:lnTo>
                  <a:pt x="12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299"/>
                </a:lnTo>
                <a:lnTo>
                  <a:pt x="13" y="298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8" y="294"/>
                </a:lnTo>
                <a:lnTo>
                  <a:pt x="18" y="293"/>
                </a:lnTo>
                <a:lnTo>
                  <a:pt x="18" y="292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4" y="287"/>
                </a:lnTo>
                <a:lnTo>
                  <a:pt x="23" y="286"/>
                </a:lnTo>
                <a:lnTo>
                  <a:pt x="24" y="286"/>
                </a:lnTo>
                <a:lnTo>
                  <a:pt x="25" y="287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9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0" y="279"/>
                </a:lnTo>
                <a:lnTo>
                  <a:pt x="31" y="279"/>
                </a:lnTo>
                <a:lnTo>
                  <a:pt x="32" y="278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1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30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4" y="276"/>
                </a:lnTo>
                <a:lnTo>
                  <a:pt x="34" y="277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2" y="276"/>
                </a:lnTo>
                <a:lnTo>
                  <a:pt x="42" y="277"/>
                </a:lnTo>
                <a:lnTo>
                  <a:pt x="41" y="277"/>
                </a:lnTo>
                <a:lnTo>
                  <a:pt x="42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6"/>
                </a:lnTo>
                <a:lnTo>
                  <a:pt x="44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7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1"/>
                </a:lnTo>
                <a:lnTo>
                  <a:pt x="48" y="270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4" y="266"/>
                </a:lnTo>
                <a:lnTo>
                  <a:pt x="54" y="265"/>
                </a:lnTo>
                <a:lnTo>
                  <a:pt x="55" y="264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1" y="263"/>
                </a:lnTo>
                <a:lnTo>
                  <a:pt x="61" y="262"/>
                </a:lnTo>
                <a:lnTo>
                  <a:pt x="60" y="262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7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8" y="248"/>
                </a:lnTo>
                <a:lnTo>
                  <a:pt x="57" y="247"/>
                </a:lnTo>
                <a:lnTo>
                  <a:pt x="57" y="246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3"/>
                </a:lnTo>
                <a:lnTo>
                  <a:pt x="51" y="241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9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29"/>
                </a:lnTo>
                <a:lnTo>
                  <a:pt x="48" y="228"/>
                </a:lnTo>
                <a:lnTo>
                  <a:pt x="47" y="227"/>
                </a:lnTo>
                <a:lnTo>
                  <a:pt x="48" y="226"/>
                </a:lnTo>
                <a:lnTo>
                  <a:pt x="47" y="225"/>
                </a:lnTo>
                <a:lnTo>
                  <a:pt x="47" y="224"/>
                </a:lnTo>
                <a:lnTo>
                  <a:pt x="46" y="222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9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7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2" y="195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3" y="193"/>
                </a:lnTo>
                <a:lnTo>
                  <a:pt x="53" y="192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5" y="191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0"/>
                </a:lnTo>
                <a:lnTo>
                  <a:pt x="52" y="189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9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3" y="174"/>
                </a:lnTo>
                <a:lnTo>
                  <a:pt x="42" y="174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7" y="154"/>
                </a:lnTo>
                <a:lnTo>
                  <a:pt x="46" y="154"/>
                </a:lnTo>
                <a:lnTo>
                  <a:pt x="45" y="154"/>
                </a:lnTo>
                <a:lnTo>
                  <a:pt x="44" y="155"/>
                </a:lnTo>
                <a:lnTo>
                  <a:pt x="43" y="155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2" y="150"/>
                </a:lnTo>
                <a:lnTo>
                  <a:pt x="43" y="150"/>
                </a:lnTo>
                <a:lnTo>
                  <a:pt x="44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3" y="146"/>
                </a:lnTo>
                <a:lnTo>
                  <a:pt x="44" y="147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6" y="144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39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3" y="120"/>
                </a:lnTo>
                <a:lnTo>
                  <a:pt x="44" y="119"/>
                </a:lnTo>
                <a:lnTo>
                  <a:pt x="45" y="118"/>
                </a:lnTo>
                <a:lnTo>
                  <a:pt x="45" y="117"/>
                </a:lnTo>
                <a:lnTo>
                  <a:pt x="46" y="117"/>
                </a:lnTo>
                <a:lnTo>
                  <a:pt x="46" y="116"/>
                </a:lnTo>
                <a:lnTo>
                  <a:pt x="45" y="116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1"/>
                </a:lnTo>
                <a:lnTo>
                  <a:pt x="48" y="110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6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3" y="107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2" y="104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5" y="77"/>
                </a:lnTo>
                <a:lnTo>
                  <a:pt x="54" y="77"/>
                </a:lnTo>
                <a:lnTo>
                  <a:pt x="54" y="76"/>
                </a:lnTo>
                <a:lnTo>
                  <a:pt x="54" y="75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7" y="70"/>
                </a:lnTo>
                <a:lnTo>
                  <a:pt x="57" y="69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6"/>
                </a:lnTo>
                <a:lnTo>
                  <a:pt x="59" y="66"/>
                </a:lnTo>
                <a:lnTo>
                  <a:pt x="59" y="65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4" y="58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4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4" y="47"/>
                </a:lnTo>
                <a:lnTo>
                  <a:pt x="85" y="47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8" y="43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7" y="37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4" y="36"/>
                </a:lnTo>
                <a:lnTo>
                  <a:pt x="105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31496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w="17" h="22">
                <a:moveTo>
                  <a:pt x="16" y="0"/>
                </a:move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417560" y="2077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37652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415400" y="2070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28760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9"/>
                </a:lnTo>
                <a:lnTo>
                  <a:pt x="362" y="18"/>
                </a:lnTo>
                <a:lnTo>
                  <a:pt x="362" y="17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7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8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89" y="12"/>
                </a:lnTo>
                <a:lnTo>
                  <a:pt x="390" y="12"/>
                </a:lnTo>
                <a:lnTo>
                  <a:pt x="391" y="12"/>
                </a:lnTo>
                <a:lnTo>
                  <a:pt x="392" y="13"/>
                </a:lnTo>
                <a:lnTo>
                  <a:pt x="392" y="14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1" y="23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9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4"/>
                </a:lnTo>
                <a:lnTo>
                  <a:pt x="432" y="14"/>
                </a:lnTo>
                <a:lnTo>
                  <a:pt x="433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0" y="11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6" y="18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5"/>
                </a:lnTo>
                <a:lnTo>
                  <a:pt x="445" y="44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9" y="51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3"/>
                </a:lnTo>
                <a:lnTo>
                  <a:pt x="434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7" y="85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8" y="88"/>
                </a:lnTo>
                <a:lnTo>
                  <a:pt x="409" y="88"/>
                </a:lnTo>
                <a:lnTo>
                  <a:pt x="409" y="89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4" y="91"/>
                </a:lnTo>
                <a:lnTo>
                  <a:pt x="415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1" y="98"/>
                </a:lnTo>
                <a:lnTo>
                  <a:pt x="452" y="98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7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8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6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5" y="88"/>
                </a:lnTo>
                <a:lnTo>
                  <a:pt x="475" y="89"/>
                </a:lnTo>
                <a:lnTo>
                  <a:pt x="476" y="89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6"/>
                </a:lnTo>
                <a:lnTo>
                  <a:pt x="493" y="85"/>
                </a:lnTo>
                <a:lnTo>
                  <a:pt x="494" y="85"/>
                </a:lnTo>
                <a:lnTo>
                  <a:pt x="495" y="85"/>
                </a:lnTo>
                <a:lnTo>
                  <a:pt x="495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1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0" y="78"/>
                </a:lnTo>
                <a:lnTo>
                  <a:pt x="511" y="78"/>
                </a:lnTo>
                <a:lnTo>
                  <a:pt x="511" y="79"/>
                </a:lnTo>
                <a:lnTo>
                  <a:pt x="512" y="79"/>
                </a:lnTo>
                <a:lnTo>
                  <a:pt x="512" y="80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6" y="82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29" y="85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6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50" y="86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3" y="83"/>
                </a:lnTo>
                <a:lnTo>
                  <a:pt x="552" y="84"/>
                </a:lnTo>
                <a:lnTo>
                  <a:pt x="551" y="83"/>
                </a:lnTo>
                <a:lnTo>
                  <a:pt x="550" y="83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3" y="66"/>
                </a:lnTo>
                <a:lnTo>
                  <a:pt x="553" y="65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3"/>
                </a:lnTo>
                <a:lnTo>
                  <a:pt x="557" y="64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2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3" y="64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5" y="67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79" y="69"/>
                </a:lnTo>
                <a:lnTo>
                  <a:pt x="579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7" y="66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89" y="68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1" y="71"/>
                </a:lnTo>
                <a:lnTo>
                  <a:pt x="592" y="71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4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2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1" y="96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5" y="105"/>
                </a:lnTo>
                <a:lnTo>
                  <a:pt x="645" y="106"/>
                </a:lnTo>
                <a:lnTo>
                  <a:pt x="646" y="105"/>
                </a:lnTo>
                <a:lnTo>
                  <a:pt x="647" y="104"/>
                </a:lnTo>
                <a:lnTo>
                  <a:pt x="648" y="105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4" y="122"/>
                </a:lnTo>
                <a:lnTo>
                  <a:pt x="655" y="122"/>
                </a:lnTo>
                <a:lnTo>
                  <a:pt x="655" y="123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8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40"/>
                </a:lnTo>
                <a:lnTo>
                  <a:pt x="657" y="141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60" y="163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70"/>
                </a:lnTo>
                <a:lnTo>
                  <a:pt x="660" y="170"/>
                </a:lnTo>
                <a:lnTo>
                  <a:pt x="661" y="169"/>
                </a:lnTo>
                <a:lnTo>
                  <a:pt x="662" y="170"/>
                </a:lnTo>
                <a:lnTo>
                  <a:pt x="663" y="170"/>
                </a:lnTo>
                <a:lnTo>
                  <a:pt x="664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9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3" y="202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2" y="206"/>
                </a:lnTo>
                <a:lnTo>
                  <a:pt x="661" y="206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3"/>
                </a:lnTo>
                <a:lnTo>
                  <a:pt x="656" y="203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1" y="211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9" y="211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7" y="212"/>
                </a:lnTo>
                <a:lnTo>
                  <a:pt x="647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8" y="217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5" y="221"/>
                </a:lnTo>
                <a:lnTo>
                  <a:pt x="644" y="222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8" y="233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6" y="264"/>
                </a:lnTo>
                <a:lnTo>
                  <a:pt x="606" y="266"/>
                </a:lnTo>
                <a:lnTo>
                  <a:pt x="605" y="266"/>
                </a:lnTo>
                <a:lnTo>
                  <a:pt x="604" y="264"/>
                </a:lnTo>
                <a:lnTo>
                  <a:pt x="603" y="264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6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3" y="278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4" y="279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49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9" y="291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3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6" y="282"/>
                </a:lnTo>
                <a:lnTo>
                  <a:pt x="515" y="282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5" y="277"/>
                </a:lnTo>
                <a:lnTo>
                  <a:pt x="505" y="276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9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9" y="279"/>
                </a:lnTo>
                <a:lnTo>
                  <a:pt x="488" y="279"/>
                </a:lnTo>
                <a:lnTo>
                  <a:pt x="488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0" y="287"/>
                </a:lnTo>
                <a:lnTo>
                  <a:pt x="471" y="286"/>
                </a:lnTo>
                <a:lnTo>
                  <a:pt x="471" y="287"/>
                </a:lnTo>
                <a:lnTo>
                  <a:pt x="472" y="287"/>
                </a:lnTo>
                <a:lnTo>
                  <a:pt x="472" y="288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3" y="298"/>
                </a:lnTo>
                <a:lnTo>
                  <a:pt x="473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3"/>
                </a:lnTo>
                <a:lnTo>
                  <a:pt x="474" y="303"/>
                </a:lnTo>
                <a:lnTo>
                  <a:pt x="473" y="304"/>
                </a:lnTo>
                <a:lnTo>
                  <a:pt x="473" y="305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9" y="300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2"/>
                </a:lnTo>
                <a:lnTo>
                  <a:pt x="463" y="281"/>
                </a:lnTo>
                <a:lnTo>
                  <a:pt x="463" y="282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80"/>
                </a:lnTo>
                <a:lnTo>
                  <a:pt x="465" y="279"/>
                </a:lnTo>
                <a:lnTo>
                  <a:pt x="464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0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2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6"/>
                </a:lnTo>
                <a:lnTo>
                  <a:pt x="443" y="287"/>
                </a:lnTo>
                <a:lnTo>
                  <a:pt x="442" y="287"/>
                </a:lnTo>
                <a:lnTo>
                  <a:pt x="442" y="288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39" y="295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5"/>
                </a:lnTo>
                <a:lnTo>
                  <a:pt x="444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1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6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1" y="312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3" y="305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4" y="306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9"/>
                </a:lnTo>
                <a:lnTo>
                  <a:pt x="396" y="310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8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7" y="308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9"/>
                </a:lnTo>
                <a:lnTo>
                  <a:pt x="354" y="299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6" y="310"/>
                </a:lnTo>
                <a:lnTo>
                  <a:pt x="355" y="310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6"/>
                </a:lnTo>
                <a:lnTo>
                  <a:pt x="354" y="327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4"/>
                </a:lnTo>
                <a:lnTo>
                  <a:pt x="349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6" y="354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1" y="347"/>
                </a:lnTo>
                <a:lnTo>
                  <a:pt x="340" y="344"/>
                </a:lnTo>
                <a:lnTo>
                  <a:pt x="338" y="344"/>
                </a:lnTo>
                <a:lnTo>
                  <a:pt x="338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1"/>
                </a:lnTo>
                <a:lnTo>
                  <a:pt x="335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7" y="360"/>
                </a:lnTo>
                <a:lnTo>
                  <a:pt x="337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1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69"/>
                </a:lnTo>
                <a:lnTo>
                  <a:pt x="326" y="370"/>
                </a:lnTo>
                <a:lnTo>
                  <a:pt x="326" y="371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2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2" y="356"/>
                </a:lnTo>
                <a:lnTo>
                  <a:pt x="311" y="356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7" y="349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9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9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9" y="370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9" y="383"/>
                </a:lnTo>
                <a:lnTo>
                  <a:pt x="268" y="383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4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3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2" y="366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5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3" y="391"/>
                </a:lnTo>
                <a:lnTo>
                  <a:pt x="233" y="390"/>
                </a:lnTo>
                <a:lnTo>
                  <a:pt x="233" y="389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5" y="392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5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2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9" y="411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9"/>
                </a:lnTo>
                <a:lnTo>
                  <a:pt x="178" y="409"/>
                </a:lnTo>
                <a:lnTo>
                  <a:pt x="177" y="409"/>
                </a:lnTo>
                <a:lnTo>
                  <a:pt x="175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10"/>
                </a:lnTo>
                <a:lnTo>
                  <a:pt x="168" y="410"/>
                </a:lnTo>
                <a:lnTo>
                  <a:pt x="167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2" y="415"/>
                </a:lnTo>
                <a:lnTo>
                  <a:pt x="151" y="415"/>
                </a:lnTo>
                <a:lnTo>
                  <a:pt x="151" y="416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8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39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4" y="409"/>
                </a:lnTo>
                <a:lnTo>
                  <a:pt x="123" y="409"/>
                </a:lnTo>
                <a:lnTo>
                  <a:pt x="123" y="410"/>
                </a:lnTo>
                <a:lnTo>
                  <a:pt x="123" y="411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6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1" y="434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2" y="444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8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2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50"/>
                </a:lnTo>
                <a:lnTo>
                  <a:pt x="63" y="450"/>
                </a:lnTo>
                <a:lnTo>
                  <a:pt x="63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60" y="452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6" y="454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7" y="480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9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0" y="501"/>
                </a:lnTo>
                <a:lnTo>
                  <a:pt x="61" y="501"/>
                </a:lnTo>
                <a:lnTo>
                  <a:pt x="61" y="500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8"/>
                </a:lnTo>
                <a:lnTo>
                  <a:pt x="72" y="508"/>
                </a:lnTo>
                <a:lnTo>
                  <a:pt x="72" y="507"/>
                </a:lnTo>
                <a:lnTo>
                  <a:pt x="73" y="506"/>
                </a:lnTo>
                <a:lnTo>
                  <a:pt x="74" y="508"/>
                </a:lnTo>
                <a:lnTo>
                  <a:pt x="75" y="508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7"/>
                </a:lnTo>
                <a:lnTo>
                  <a:pt x="61" y="538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8" y="538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5"/>
                </a:lnTo>
                <a:lnTo>
                  <a:pt x="20" y="525"/>
                </a:lnTo>
                <a:lnTo>
                  <a:pt x="20" y="524"/>
                </a:lnTo>
                <a:lnTo>
                  <a:pt x="21" y="524"/>
                </a:lnTo>
                <a:lnTo>
                  <a:pt x="22" y="524"/>
                </a:lnTo>
                <a:lnTo>
                  <a:pt x="22" y="522"/>
                </a:lnTo>
                <a:lnTo>
                  <a:pt x="23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29" y="531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10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4" y="494"/>
                </a:lnTo>
                <a:lnTo>
                  <a:pt x="13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2"/>
                </a:lnTo>
                <a:lnTo>
                  <a:pt x="13" y="492"/>
                </a:lnTo>
                <a:lnTo>
                  <a:pt x="13" y="493"/>
                </a:lnTo>
                <a:lnTo>
                  <a:pt x="12" y="493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1"/>
                </a:lnTo>
                <a:lnTo>
                  <a:pt x="8" y="490"/>
                </a:lnTo>
                <a:lnTo>
                  <a:pt x="8" y="489"/>
                </a:lnTo>
                <a:lnTo>
                  <a:pt x="9" y="488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2" y="467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3" y="463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4" y="416"/>
                </a:lnTo>
                <a:lnTo>
                  <a:pt x="24" y="415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2" y="417"/>
                </a:lnTo>
                <a:lnTo>
                  <a:pt x="19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8" y="402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7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4" y="398"/>
                </a:lnTo>
                <a:lnTo>
                  <a:pt x="16" y="398"/>
                </a:lnTo>
                <a:lnTo>
                  <a:pt x="16" y="397"/>
                </a:lnTo>
                <a:lnTo>
                  <a:pt x="18" y="397"/>
                </a:lnTo>
                <a:lnTo>
                  <a:pt x="19" y="396"/>
                </a:lnTo>
                <a:lnTo>
                  <a:pt x="20" y="397"/>
                </a:lnTo>
                <a:lnTo>
                  <a:pt x="21" y="397"/>
                </a:lnTo>
                <a:lnTo>
                  <a:pt x="22" y="396"/>
                </a:lnTo>
                <a:lnTo>
                  <a:pt x="23" y="395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3" y="389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7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1"/>
                </a:lnTo>
                <a:lnTo>
                  <a:pt x="43" y="372"/>
                </a:lnTo>
                <a:lnTo>
                  <a:pt x="43" y="373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2"/>
                </a:lnTo>
                <a:lnTo>
                  <a:pt x="66" y="371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1"/>
                </a:lnTo>
                <a:lnTo>
                  <a:pt x="63" y="342"/>
                </a:lnTo>
                <a:lnTo>
                  <a:pt x="64" y="344"/>
                </a:lnTo>
                <a:lnTo>
                  <a:pt x="65" y="344"/>
                </a:lnTo>
                <a:lnTo>
                  <a:pt x="66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8" y="339"/>
                </a:lnTo>
                <a:lnTo>
                  <a:pt x="69" y="340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1"/>
                </a:lnTo>
                <a:lnTo>
                  <a:pt x="83" y="342"/>
                </a:lnTo>
                <a:lnTo>
                  <a:pt x="84" y="342"/>
                </a:lnTo>
                <a:lnTo>
                  <a:pt x="85" y="342"/>
                </a:lnTo>
                <a:lnTo>
                  <a:pt x="85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0" y="344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8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2" y="335"/>
                </a:lnTo>
                <a:lnTo>
                  <a:pt x="93" y="334"/>
                </a:lnTo>
                <a:lnTo>
                  <a:pt x="92" y="334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4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4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0" y="301"/>
                </a:lnTo>
                <a:lnTo>
                  <a:pt x="102" y="302"/>
                </a:lnTo>
                <a:lnTo>
                  <a:pt x="102" y="303"/>
                </a:lnTo>
                <a:lnTo>
                  <a:pt x="102" y="304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4" y="299"/>
                </a:lnTo>
                <a:lnTo>
                  <a:pt x="115" y="299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8" y="296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3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8" y="275"/>
                </a:lnTo>
                <a:lnTo>
                  <a:pt x="149" y="274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8" y="255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5"/>
                </a:lnTo>
                <a:lnTo>
                  <a:pt x="194" y="174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5" y="155"/>
                </a:lnTo>
                <a:lnTo>
                  <a:pt x="204" y="155"/>
                </a:lnTo>
                <a:lnTo>
                  <a:pt x="203" y="154"/>
                </a:lnTo>
                <a:lnTo>
                  <a:pt x="204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2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0" y="127"/>
                </a:lnTo>
                <a:lnTo>
                  <a:pt x="211" y="127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6" y="118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5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09" y="99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2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2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2" y="38"/>
                </a:lnTo>
                <a:lnTo>
                  <a:pt x="253" y="38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9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5" y="51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0" y="61"/>
                </a:lnTo>
                <a:lnTo>
                  <a:pt x="300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0" y="46"/>
                </a:lnTo>
                <a:lnTo>
                  <a:pt x="301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3" y="31"/>
                </a:lnTo>
                <a:lnTo>
                  <a:pt x="303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8"/>
                </a:lnTo>
                <a:lnTo>
                  <a:pt x="289" y="27"/>
                </a:lnTo>
                <a:lnTo>
                  <a:pt x="288" y="27"/>
                </a:lnTo>
                <a:lnTo>
                  <a:pt x="289" y="26"/>
                </a:lnTo>
                <a:lnTo>
                  <a:pt x="289" y="25"/>
                </a:lnTo>
                <a:lnTo>
                  <a:pt x="288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8"/>
                </a:lnTo>
                <a:lnTo>
                  <a:pt x="303" y="17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8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427640" y="2076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470840" y="204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534920" y="2032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w="6" h="13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24512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11840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9"/>
                </a:lnTo>
                <a:lnTo>
                  <a:pt x="601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9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4" y="13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6"/>
                </a:lnTo>
                <a:lnTo>
                  <a:pt x="617" y="17"/>
                </a:lnTo>
                <a:lnTo>
                  <a:pt x="617" y="18"/>
                </a:lnTo>
                <a:lnTo>
                  <a:pt x="616" y="18"/>
                </a:lnTo>
                <a:lnTo>
                  <a:pt x="616" y="19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6" y="23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7"/>
                </a:lnTo>
                <a:lnTo>
                  <a:pt x="616" y="27"/>
                </a:lnTo>
                <a:lnTo>
                  <a:pt x="616" y="29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5" y="35"/>
                </a:lnTo>
                <a:lnTo>
                  <a:pt x="614" y="35"/>
                </a:lnTo>
                <a:lnTo>
                  <a:pt x="613" y="35"/>
                </a:lnTo>
                <a:lnTo>
                  <a:pt x="612" y="36"/>
                </a:lnTo>
                <a:lnTo>
                  <a:pt x="612" y="37"/>
                </a:lnTo>
                <a:lnTo>
                  <a:pt x="611" y="38"/>
                </a:lnTo>
                <a:lnTo>
                  <a:pt x="611" y="39"/>
                </a:lnTo>
                <a:lnTo>
                  <a:pt x="610" y="40"/>
                </a:lnTo>
                <a:lnTo>
                  <a:pt x="610" y="42"/>
                </a:lnTo>
                <a:lnTo>
                  <a:pt x="610" y="43"/>
                </a:lnTo>
                <a:lnTo>
                  <a:pt x="609" y="43"/>
                </a:lnTo>
                <a:lnTo>
                  <a:pt x="609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7"/>
                </a:lnTo>
                <a:lnTo>
                  <a:pt x="611" y="48"/>
                </a:lnTo>
                <a:lnTo>
                  <a:pt x="612" y="49"/>
                </a:lnTo>
                <a:lnTo>
                  <a:pt x="612" y="50"/>
                </a:lnTo>
                <a:lnTo>
                  <a:pt x="612" y="51"/>
                </a:lnTo>
                <a:lnTo>
                  <a:pt x="613" y="51"/>
                </a:lnTo>
                <a:lnTo>
                  <a:pt x="614" y="52"/>
                </a:lnTo>
                <a:lnTo>
                  <a:pt x="614" y="53"/>
                </a:lnTo>
                <a:lnTo>
                  <a:pt x="614" y="54"/>
                </a:lnTo>
                <a:lnTo>
                  <a:pt x="615" y="54"/>
                </a:lnTo>
                <a:lnTo>
                  <a:pt x="616" y="55"/>
                </a:lnTo>
                <a:lnTo>
                  <a:pt x="617" y="55"/>
                </a:lnTo>
                <a:lnTo>
                  <a:pt x="618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9" y="52"/>
                </a:lnTo>
                <a:lnTo>
                  <a:pt x="620" y="52"/>
                </a:lnTo>
                <a:lnTo>
                  <a:pt x="621" y="51"/>
                </a:lnTo>
                <a:lnTo>
                  <a:pt x="621" y="50"/>
                </a:lnTo>
                <a:lnTo>
                  <a:pt x="622" y="50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5" y="51"/>
                </a:lnTo>
                <a:lnTo>
                  <a:pt x="626" y="52"/>
                </a:lnTo>
                <a:lnTo>
                  <a:pt x="628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2"/>
                </a:lnTo>
                <a:lnTo>
                  <a:pt x="631" y="53"/>
                </a:lnTo>
                <a:lnTo>
                  <a:pt x="632" y="53"/>
                </a:lnTo>
                <a:lnTo>
                  <a:pt x="632" y="52"/>
                </a:lnTo>
                <a:lnTo>
                  <a:pt x="633" y="52"/>
                </a:lnTo>
                <a:lnTo>
                  <a:pt x="633" y="53"/>
                </a:lnTo>
                <a:lnTo>
                  <a:pt x="633" y="54"/>
                </a:lnTo>
                <a:lnTo>
                  <a:pt x="634" y="53"/>
                </a:lnTo>
                <a:lnTo>
                  <a:pt x="636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1" y="57"/>
                </a:lnTo>
                <a:lnTo>
                  <a:pt x="630" y="57"/>
                </a:lnTo>
                <a:lnTo>
                  <a:pt x="630" y="58"/>
                </a:lnTo>
                <a:lnTo>
                  <a:pt x="630" y="59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29" y="64"/>
                </a:lnTo>
                <a:lnTo>
                  <a:pt x="628" y="65"/>
                </a:lnTo>
                <a:lnTo>
                  <a:pt x="628" y="66"/>
                </a:lnTo>
                <a:lnTo>
                  <a:pt x="628" y="67"/>
                </a:lnTo>
                <a:lnTo>
                  <a:pt x="627" y="67"/>
                </a:lnTo>
                <a:lnTo>
                  <a:pt x="626" y="67"/>
                </a:lnTo>
                <a:lnTo>
                  <a:pt x="625" y="68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1" y="68"/>
                </a:lnTo>
                <a:lnTo>
                  <a:pt x="620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20" y="72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9"/>
                </a:lnTo>
                <a:lnTo>
                  <a:pt x="622" y="80"/>
                </a:lnTo>
                <a:lnTo>
                  <a:pt x="622" y="81"/>
                </a:lnTo>
                <a:lnTo>
                  <a:pt x="622" y="82"/>
                </a:lnTo>
                <a:lnTo>
                  <a:pt x="621" y="83"/>
                </a:lnTo>
                <a:lnTo>
                  <a:pt x="621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7"/>
                </a:lnTo>
                <a:lnTo>
                  <a:pt x="621" y="88"/>
                </a:lnTo>
                <a:lnTo>
                  <a:pt x="621" y="89"/>
                </a:lnTo>
                <a:lnTo>
                  <a:pt x="620" y="92"/>
                </a:lnTo>
                <a:lnTo>
                  <a:pt x="620" y="93"/>
                </a:lnTo>
                <a:lnTo>
                  <a:pt x="619" y="94"/>
                </a:lnTo>
                <a:lnTo>
                  <a:pt x="619" y="95"/>
                </a:lnTo>
                <a:lnTo>
                  <a:pt x="618" y="95"/>
                </a:lnTo>
                <a:lnTo>
                  <a:pt x="618" y="96"/>
                </a:lnTo>
                <a:lnTo>
                  <a:pt x="619" y="96"/>
                </a:lnTo>
                <a:lnTo>
                  <a:pt x="618" y="97"/>
                </a:lnTo>
                <a:lnTo>
                  <a:pt x="618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100"/>
                </a:lnTo>
                <a:lnTo>
                  <a:pt x="615" y="101"/>
                </a:lnTo>
                <a:lnTo>
                  <a:pt x="614" y="102"/>
                </a:lnTo>
                <a:lnTo>
                  <a:pt x="613" y="104"/>
                </a:lnTo>
                <a:lnTo>
                  <a:pt x="612" y="104"/>
                </a:lnTo>
                <a:lnTo>
                  <a:pt x="612" y="105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6"/>
                </a:lnTo>
                <a:lnTo>
                  <a:pt x="606" y="108"/>
                </a:lnTo>
                <a:lnTo>
                  <a:pt x="606" y="109"/>
                </a:lnTo>
                <a:lnTo>
                  <a:pt x="605" y="110"/>
                </a:lnTo>
                <a:lnTo>
                  <a:pt x="604" y="111"/>
                </a:lnTo>
                <a:lnTo>
                  <a:pt x="604" y="112"/>
                </a:lnTo>
                <a:lnTo>
                  <a:pt x="603" y="112"/>
                </a:lnTo>
                <a:lnTo>
                  <a:pt x="603" y="113"/>
                </a:lnTo>
                <a:lnTo>
                  <a:pt x="602" y="113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1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1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90" y="132"/>
                </a:lnTo>
                <a:lnTo>
                  <a:pt x="590" y="133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8" y="136"/>
                </a:lnTo>
                <a:lnTo>
                  <a:pt x="588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3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9" y="146"/>
                </a:lnTo>
                <a:lnTo>
                  <a:pt x="590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90" y="152"/>
                </a:lnTo>
                <a:lnTo>
                  <a:pt x="590" y="151"/>
                </a:lnTo>
                <a:lnTo>
                  <a:pt x="591" y="151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1" y="145"/>
                </a:lnTo>
                <a:lnTo>
                  <a:pt x="601" y="144"/>
                </a:lnTo>
                <a:lnTo>
                  <a:pt x="601" y="143"/>
                </a:lnTo>
                <a:lnTo>
                  <a:pt x="601" y="142"/>
                </a:lnTo>
                <a:lnTo>
                  <a:pt x="601" y="141"/>
                </a:lnTo>
                <a:lnTo>
                  <a:pt x="601" y="140"/>
                </a:lnTo>
                <a:lnTo>
                  <a:pt x="601" y="139"/>
                </a:lnTo>
                <a:lnTo>
                  <a:pt x="602" y="138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10" y="136"/>
                </a:lnTo>
                <a:lnTo>
                  <a:pt x="610" y="135"/>
                </a:lnTo>
                <a:lnTo>
                  <a:pt x="610" y="134"/>
                </a:lnTo>
                <a:lnTo>
                  <a:pt x="612" y="132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8" y="130"/>
                </a:lnTo>
                <a:lnTo>
                  <a:pt x="618" y="131"/>
                </a:lnTo>
                <a:lnTo>
                  <a:pt x="620" y="132"/>
                </a:lnTo>
                <a:lnTo>
                  <a:pt x="622" y="133"/>
                </a:lnTo>
                <a:lnTo>
                  <a:pt x="623" y="133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8" y="130"/>
                </a:lnTo>
                <a:lnTo>
                  <a:pt x="628" y="131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30" y="134"/>
                </a:lnTo>
                <a:lnTo>
                  <a:pt x="629" y="134"/>
                </a:lnTo>
                <a:lnTo>
                  <a:pt x="629" y="135"/>
                </a:lnTo>
                <a:lnTo>
                  <a:pt x="630" y="135"/>
                </a:lnTo>
                <a:lnTo>
                  <a:pt x="630" y="137"/>
                </a:lnTo>
                <a:lnTo>
                  <a:pt x="629" y="138"/>
                </a:lnTo>
                <a:lnTo>
                  <a:pt x="629" y="139"/>
                </a:lnTo>
                <a:lnTo>
                  <a:pt x="631" y="140"/>
                </a:lnTo>
                <a:lnTo>
                  <a:pt x="632" y="140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3" y="141"/>
                </a:lnTo>
                <a:lnTo>
                  <a:pt x="634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4"/>
                </a:lnTo>
                <a:lnTo>
                  <a:pt x="631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2" y="148"/>
                </a:lnTo>
                <a:lnTo>
                  <a:pt x="633" y="149"/>
                </a:lnTo>
                <a:lnTo>
                  <a:pt x="633" y="150"/>
                </a:lnTo>
                <a:lnTo>
                  <a:pt x="633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3" y="156"/>
                </a:lnTo>
                <a:lnTo>
                  <a:pt x="632" y="158"/>
                </a:lnTo>
                <a:lnTo>
                  <a:pt x="633" y="160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5" y="166"/>
                </a:lnTo>
                <a:lnTo>
                  <a:pt x="634" y="166"/>
                </a:lnTo>
                <a:lnTo>
                  <a:pt x="633" y="168"/>
                </a:lnTo>
                <a:lnTo>
                  <a:pt x="633" y="169"/>
                </a:lnTo>
                <a:lnTo>
                  <a:pt x="633" y="170"/>
                </a:lnTo>
                <a:lnTo>
                  <a:pt x="632" y="171"/>
                </a:lnTo>
                <a:lnTo>
                  <a:pt x="632" y="172"/>
                </a:lnTo>
                <a:lnTo>
                  <a:pt x="631" y="173"/>
                </a:lnTo>
                <a:lnTo>
                  <a:pt x="631" y="174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2" y="175"/>
                </a:lnTo>
                <a:lnTo>
                  <a:pt x="632" y="176"/>
                </a:lnTo>
                <a:lnTo>
                  <a:pt x="632" y="177"/>
                </a:lnTo>
                <a:lnTo>
                  <a:pt x="633" y="177"/>
                </a:lnTo>
                <a:lnTo>
                  <a:pt x="634" y="177"/>
                </a:lnTo>
                <a:lnTo>
                  <a:pt x="634" y="176"/>
                </a:lnTo>
                <a:lnTo>
                  <a:pt x="635" y="176"/>
                </a:lnTo>
                <a:lnTo>
                  <a:pt x="636" y="177"/>
                </a:lnTo>
                <a:lnTo>
                  <a:pt x="637" y="177"/>
                </a:lnTo>
                <a:lnTo>
                  <a:pt x="638" y="178"/>
                </a:lnTo>
                <a:lnTo>
                  <a:pt x="638" y="179"/>
                </a:lnTo>
                <a:lnTo>
                  <a:pt x="639" y="180"/>
                </a:lnTo>
                <a:lnTo>
                  <a:pt x="640" y="179"/>
                </a:lnTo>
                <a:lnTo>
                  <a:pt x="641" y="179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4" y="176"/>
                </a:lnTo>
                <a:lnTo>
                  <a:pt x="644" y="175"/>
                </a:lnTo>
                <a:lnTo>
                  <a:pt x="645" y="174"/>
                </a:lnTo>
                <a:lnTo>
                  <a:pt x="646" y="174"/>
                </a:lnTo>
                <a:lnTo>
                  <a:pt x="648" y="175"/>
                </a:lnTo>
                <a:lnTo>
                  <a:pt x="649" y="175"/>
                </a:lnTo>
                <a:lnTo>
                  <a:pt x="650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50" y="170"/>
                </a:lnTo>
                <a:lnTo>
                  <a:pt x="650" y="169"/>
                </a:lnTo>
                <a:lnTo>
                  <a:pt x="651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6"/>
                </a:lnTo>
                <a:lnTo>
                  <a:pt x="654" y="165"/>
                </a:lnTo>
                <a:lnTo>
                  <a:pt x="655" y="164"/>
                </a:lnTo>
                <a:lnTo>
                  <a:pt x="656" y="164"/>
                </a:lnTo>
                <a:lnTo>
                  <a:pt x="657" y="165"/>
                </a:lnTo>
                <a:lnTo>
                  <a:pt x="658" y="166"/>
                </a:lnTo>
                <a:lnTo>
                  <a:pt x="658" y="165"/>
                </a:lnTo>
                <a:lnTo>
                  <a:pt x="660" y="165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6"/>
                </a:lnTo>
                <a:lnTo>
                  <a:pt x="667" y="165"/>
                </a:lnTo>
                <a:lnTo>
                  <a:pt x="668" y="165"/>
                </a:lnTo>
                <a:lnTo>
                  <a:pt x="668" y="166"/>
                </a:lnTo>
                <a:lnTo>
                  <a:pt x="670" y="166"/>
                </a:lnTo>
                <a:lnTo>
                  <a:pt x="670" y="167"/>
                </a:lnTo>
                <a:lnTo>
                  <a:pt x="670" y="168"/>
                </a:lnTo>
                <a:lnTo>
                  <a:pt x="671" y="168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4" y="166"/>
                </a:lnTo>
                <a:lnTo>
                  <a:pt x="675" y="167"/>
                </a:lnTo>
                <a:lnTo>
                  <a:pt x="676" y="167"/>
                </a:lnTo>
                <a:lnTo>
                  <a:pt x="677" y="167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3" y="169"/>
                </a:lnTo>
                <a:lnTo>
                  <a:pt x="684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80"/>
                </a:lnTo>
                <a:lnTo>
                  <a:pt x="675" y="181"/>
                </a:lnTo>
                <a:lnTo>
                  <a:pt x="676" y="182"/>
                </a:lnTo>
                <a:lnTo>
                  <a:pt x="676" y="183"/>
                </a:lnTo>
                <a:lnTo>
                  <a:pt x="676" y="184"/>
                </a:lnTo>
                <a:lnTo>
                  <a:pt x="677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80" y="187"/>
                </a:lnTo>
                <a:lnTo>
                  <a:pt x="680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2" y="194"/>
                </a:lnTo>
                <a:lnTo>
                  <a:pt x="681" y="195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6"/>
                </a:lnTo>
                <a:lnTo>
                  <a:pt x="687" y="208"/>
                </a:lnTo>
                <a:lnTo>
                  <a:pt x="687" y="210"/>
                </a:lnTo>
                <a:lnTo>
                  <a:pt x="687" y="211"/>
                </a:lnTo>
                <a:lnTo>
                  <a:pt x="686" y="211"/>
                </a:lnTo>
                <a:lnTo>
                  <a:pt x="686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2" y="217"/>
                </a:lnTo>
                <a:lnTo>
                  <a:pt x="681" y="217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6" y="222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2"/>
                </a:lnTo>
                <a:lnTo>
                  <a:pt x="675" y="243"/>
                </a:lnTo>
                <a:lnTo>
                  <a:pt x="674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1" y="252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3"/>
                </a:lnTo>
                <a:lnTo>
                  <a:pt x="669" y="254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3"/>
                </a:lnTo>
                <a:lnTo>
                  <a:pt x="664" y="264"/>
                </a:lnTo>
                <a:lnTo>
                  <a:pt x="665" y="264"/>
                </a:lnTo>
                <a:lnTo>
                  <a:pt x="665" y="265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90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29" y="300"/>
                </a:lnTo>
                <a:lnTo>
                  <a:pt x="629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7" y="332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4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3"/>
                </a:lnTo>
                <a:lnTo>
                  <a:pt x="619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8" y="382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5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2" y="390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3"/>
                </a:lnTo>
                <a:lnTo>
                  <a:pt x="573" y="392"/>
                </a:lnTo>
                <a:lnTo>
                  <a:pt x="573" y="391"/>
                </a:lnTo>
                <a:lnTo>
                  <a:pt x="571" y="390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70" y="393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3"/>
                </a:lnTo>
                <a:lnTo>
                  <a:pt x="564" y="423"/>
                </a:lnTo>
                <a:lnTo>
                  <a:pt x="563" y="424"/>
                </a:lnTo>
                <a:lnTo>
                  <a:pt x="562" y="425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3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7" y="434"/>
                </a:lnTo>
                <a:lnTo>
                  <a:pt x="556" y="434"/>
                </a:lnTo>
                <a:lnTo>
                  <a:pt x="555" y="433"/>
                </a:lnTo>
                <a:lnTo>
                  <a:pt x="556" y="432"/>
                </a:lnTo>
                <a:lnTo>
                  <a:pt x="556" y="431"/>
                </a:lnTo>
                <a:lnTo>
                  <a:pt x="555" y="431"/>
                </a:lnTo>
                <a:lnTo>
                  <a:pt x="554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9" y="429"/>
                </a:lnTo>
                <a:lnTo>
                  <a:pt x="538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5" y="431"/>
                </a:lnTo>
                <a:lnTo>
                  <a:pt x="536" y="432"/>
                </a:lnTo>
                <a:lnTo>
                  <a:pt x="535" y="433"/>
                </a:lnTo>
                <a:lnTo>
                  <a:pt x="534" y="433"/>
                </a:lnTo>
                <a:lnTo>
                  <a:pt x="533" y="431"/>
                </a:lnTo>
                <a:lnTo>
                  <a:pt x="532" y="430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5" y="460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6" y="459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3" y="462"/>
                </a:lnTo>
                <a:lnTo>
                  <a:pt x="513" y="461"/>
                </a:lnTo>
                <a:lnTo>
                  <a:pt x="512" y="460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9" y="462"/>
                </a:lnTo>
                <a:lnTo>
                  <a:pt x="508" y="462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5" y="465"/>
                </a:lnTo>
                <a:lnTo>
                  <a:pt x="495" y="466"/>
                </a:lnTo>
                <a:lnTo>
                  <a:pt x="496" y="466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1" y="486"/>
                </a:lnTo>
                <a:lnTo>
                  <a:pt x="490" y="486"/>
                </a:lnTo>
                <a:lnTo>
                  <a:pt x="489" y="485"/>
                </a:lnTo>
                <a:lnTo>
                  <a:pt x="488" y="486"/>
                </a:lnTo>
                <a:lnTo>
                  <a:pt x="486" y="486"/>
                </a:lnTo>
                <a:lnTo>
                  <a:pt x="486" y="487"/>
                </a:lnTo>
                <a:lnTo>
                  <a:pt x="484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9" y="486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7" y="491"/>
                </a:lnTo>
                <a:lnTo>
                  <a:pt x="478" y="491"/>
                </a:lnTo>
                <a:lnTo>
                  <a:pt x="478" y="492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7"/>
                </a:lnTo>
                <a:lnTo>
                  <a:pt x="466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2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7" y="482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6" y="485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5" y="486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1" y="490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2" y="490"/>
                </a:lnTo>
                <a:lnTo>
                  <a:pt x="462" y="491"/>
                </a:lnTo>
                <a:lnTo>
                  <a:pt x="462" y="492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1" y="510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4" y="506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5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499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3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90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4"/>
                </a:lnTo>
                <a:lnTo>
                  <a:pt x="420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90"/>
                </a:lnTo>
                <a:lnTo>
                  <a:pt x="415" y="489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7" y="482"/>
                </a:lnTo>
                <a:lnTo>
                  <a:pt x="397" y="481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5"/>
                </a:lnTo>
                <a:lnTo>
                  <a:pt x="401" y="476"/>
                </a:lnTo>
                <a:lnTo>
                  <a:pt x="400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5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5" y="482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5"/>
                </a:lnTo>
                <a:lnTo>
                  <a:pt x="396" y="485"/>
                </a:lnTo>
                <a:lnTo>
                  <a:pt x="396" y="486"/>
                </a:lnTo>
                <a:lnTo>
                  <a:pt x="397" y="486"/>
                </a:lnTo>
                <a:lnTo>
                  <a:pt x="398" y="486"/>
                </a:lnTo>
                <a:lnTo>
                  <a:pt x="398" y="487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4" y="486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80"/>
                </a:lnTo>
                <a:lnTo>
                  <a:pt x="383" y="481"/>
                </a:lnTo>
                <a:lnTo>
                  <a:pt x="382" y="481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1" y="480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8"/>
                </a:lnTo>
                <a:lnTo>
                  <a:pt x="378" y="477"/>
                </a:lnTo>
                <a:lnTo>
                  <a:pt x="378" y="476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1" y="464"/>
                </a:lnTo>
                <a:lnTo>
                  <a:pt x="362" y="464"/>
                </a:lnTo>
                <a:lnTo>
                  <a:pt x="362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5" y="469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6" y="474"/>
                </a:lnTo>
                <a:lnTo>
                  <a:pt x="367" y="474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69" y="486"/>
                </a:lnTo>
                <a:lnTo>
                  <a:pt x="370" y="486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3" y="493"/>
                </a:lnTo>
                <a:lnTo>
                  <a:pt x="363" y="492"/>
                </a:lnTo>
                <a:lnTo>
                  <a:pt x="364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90"/>
                </a:lnTo>
                <a:lnTo>
                  <a:pt x="364" y="491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3" y="494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0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5" y="494"/>
                </a:lnTo>
                <a:lnTo>
                  <a:pt x="356" y="494"/>
                </a:lnTo>
                <a:lnTo>
                  <a:pt x="356" y="493"/>
                </a:lnTo>
                <a:lnTo>
                  <a:pt x="356" y="492"/>
                </a:lnTo>
                <a:lnTo>
                  <a:pt x="355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4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8" y="492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2" y="498"/>
                </a:lnTo>
                <a:lnTo>
                  <a:pt x="342" y="497"/>
                </a:lnTo>
                <a:lnTo>
                  <a:pt x="344" y="494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5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8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2" y="485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2" y="489"/>
                </a:lnTo>
                <a:lnTo>
                  <a:pt x="262" y="488"/>
                </a:lnTo>
                <a:lnTo>
                  <a:pt x="263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59" y="480"/>
                </a:lnTo>
                <a:lnTo>
                  <a:pt x="259" y="479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8" y="479"/>
                </a:lnTo>
                <a:lnTo>
                  <a:pt x="248" y="478"/>
                </a:lnTo>
                <a:lnTo>
                  <a:pt x="248" y="477"/>
                </a:lnTo>
                <a:lnTo>
                  <a:pt x="247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6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1" y="473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7" y="470"/>
                </a:lnTo>
                <a:lnTo>
                  <a:pt x="236" y="470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5" y="459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1" y="456"/>
                </a:lnTo>
                <a:lnTo>
                  <a:pt x="231" y="455"/>
                </a:lnTo>
                <a:lnTo>
                  <a:pt x="231" y="456"/>
                </a:lnTo>
                <a:lnTo>
                  <a:pt x="230" y="456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2" y="413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2"/>
                </a:lnTo>
                <a:lnTo>
                  <a:pt x="193" y="402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5" y="368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6" y="356"/>
                </a:lnTo>
                <a:lnTo>
                  <a:pt x="185" y="356"/>
                </a:lnTo>
                <a:lnTo>
                  <a:pt x="186" y="356"/>
                </a:lnTo>
                <a:lnTo>
                  <a:pt x="186" y="357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7" y="361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3" y="354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2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1" y="322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7"/>
                </a:lnTo>
                <a:lnTo>
                  <a:pt x="114" y="306"/>
                </a:lnTo>
                <a:lnTo>
                  <a:pt x="115" y="305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6" y="294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6" y="297"/>
                </a:lnTo>
                <a:lnTo>
                  <a:pt x="146" y="298"/>
                </a:lnTo>
                <a:lnTo>
                  <a:pt x="146" y="297"/>
                </a:lnTo>
                <a:lnTo>
                  <a:pt x="147" y="297"/>
                </a:lnTo>
                <a:lnTo>
                  <a:pt x="146" y="297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7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3" y="266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7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4"/>
                </a:lnTo>
                <a:lnTo>
                  <a:pt x="135" y="233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2" y="238"/>
                </a:lnTo>
                <a:lnTo>
                  <a:pt x="131" y="239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8" y="233"/>
                </a:lnTo>
                <a:lnTo>
                  <a:pt x="98" y="234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2" y="237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80" y="236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8" y="234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6"/>
                </a:lnTo>
                <a:lnTo>
                  <a:pt x="76" y="237"/>
                </a:lnTo>
                <a:lnTo>
                  <a:pt x="76" y="238"/>
                </a:lnTo>
                <a:lnTo>
                  <a:pt x="76" y="239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70" y="229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1" y="224"/>
                </a:lnTo>
                <a:lnTo>
                  <a:pt x="71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2" y="208"/>
                </a:lnTo>
                <a:lnTo>
                  <a:pt x="61" y="208"/>
                </a:lnTo>
                <a:lnTo>
                  <a:pt x="61" y="207"/>
                </a:lnTo>
                <a:lnTo>
                  <a:pt x="61" y="208"/>
                </a:lnTo>
                <a:lnTo>
                  <a:pt x="60" y="208"/>
                </a:lnTo>
                <a:lnTo>
                  <a:pt x="60" y="207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4"/>
                </a:lnTo>
                <a:lnTo>
                  <a:pt x="44" y="203"/>
                </a:lnTo>
                <a:lnTo>
                  <a:pt x="44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7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1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5" y="180"/>
                </a:lnTo>
                <a:lnTo>
                  <a:pt x="4" y="180"/>
                </a:lnTo>
                <a:lnTo>
                  <a:pt x="4" y="179"/>
                </a:lnTo>
                <a:lnTo>
                  <a:pt x="3" y="179"/>
                </a:lnTo>
                <a:lnTo>
                  <a:pt x="3" y="180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79"/>
                </a:lnTo>
                <a:lnTo>
                  <a:pt x="1" y="180"/>
                </a:lnTo>
                <a:lnTo>
                  <a:pt x="2" y="179"/>
                </a:lnTo>
                <a:lnTo>
                  <a:pt x="3" y="179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6" y="174"/>
                </a:lnTo>
                <a:lnTo>
                  <a:pt x="6" y="173"/>
                </a:lnTo>
                <a:lnTo>
                  <a:pt x="6" y="172"/>
                </a:lnTo>
                <a:lnTo>
                  <a:pt x="7" y="171"/>
                </a:lnTo>
                <a:lnTo>
                  <a:pt x="8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4" y="173"/>
                </a:lnTo>
                <a:lnTo>
                  <a:pt x="14" y="174"/>
                </a:lnTo>
                <a:lnTo>
                  <a:pt x="16" y="176"/>
                </a:lnTo>
                <a:lnTo>
                  <a:pt x="16" y="177"/>
                </a:lnTo>
                <a:lnTo>
                  <a:pt x="17" y="177"/>
                </a:lnTo>
                <a:lnTo>
                  <a:pt x="17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9"/>
                </a:lnTo>
                <a:lnTo>
                  <a:pt x="28" y="178"/>
                </a:lnTo>
                <a:lnTo>
                  <a:pt x="30" y="177"/>
                </a:lnTo>
                <a:lnTo>
                  <a:pt x="32" y="177"/>
                </a:lnTo>
                <a:lnTo>
                  <a:pt x="33" y="177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8" y="171"/>
                </a:lnTo>
                <a:lnTo>
                  <a:pt x="38" y="170"/>
                </a:lnTo>
                <a:lnTo>
                  <a:pt x="39" y="169"/>
                </a:lnTo>
                <a:lnTo>
                  <a:pt x="40" y="169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8" y="167"/>
                </a:lnTo>
                <a:lnTo>
                  <a:pt x="48" y="166"/>
                </a:lnTo>
                <a:lnTo>
                  <a:pt x="49" y="166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4" y="158"/>
                </a:lnTo>
                <a:lnTo>
                  <a:pt x="54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6"/>
                </a:lnTo>
                <a:lnTo>
                  <a:pt x="54" y="155"/>
                </a:lnTo>
                <a:lnTo>
                  <a:pt x="55" y="155"/>
                </a:lnTo>
                <a:lnTo>
                  <a:pt x="56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1"/>
                </a:lnTo>
                <a:lnTo>
                  <a:pt x="58" y="150"/>
                </a:lnTo>
                <a:lnTo>
                  <a:pt x="59" y="150"/>
                </a:lnTo>
                <a:lnTo>
                  <a:pt x="59" y="149"/>
                </a:lnTo>
                <a:lnTo>
                  <a:pt x="60" y="149"/>
                </a:lnTo>
                <a:lnTo>
                  <a:pt x="61" y="148"/>
                </a:lnTo>
                <a:lnTo>
                  <a:pt x="62" y="148"/>
                </a:lnTo>
                <a:lnTo>
                  <a:pt x="62" y="147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2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4" y="147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50"/>
                </a:lnTo>
                <a:lnTo>
                  <a:pt x="76" y="150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0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8"/>
                </a:lnTo>
                <a:lnTo>
                  <a:pt x="93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5" y="162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99" y="163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8"/>
                </a:lnTo>
                <a:lnTo>
                  <a:pt x="116" y="168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19" y="172"/>
                </a:lnTo>
                <a:lnTo>
                  <a:pt x="120" y="172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8" y="171"/>
                </a:lnTo>
                <a:lnTo>
                  <a:pt x="128" y="170"/>
                </a:lnTo>
                <a:lnTo>
                  <a:pt x="129" y="170"/>
                </a:lnTo>
                <a:lnTo>
                  <a:pt x="130" y="170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9"/>
                </a:lnTo>
                <a:lnTo>
                  <a:pt x="143" y="178"/>
                </a:lnTo>
                <a:lnTo>
                  <a:pt x="144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7" y="174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3" y="170"/>
                </a:lnTo>
                <a:lnTo>
                  <a:pt x="153" y="169"/>
                </a:lnTo>
                <a:lnTo>
                  <a:pt x="153" y="168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7"/>
                </a:lnTo>
                <a:lnTo>
                  <a:pt x="156" y="166"/>
                </a:lnTo>
                <a:lnTo>
                  <a:pt x="156" y="165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2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9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7" y="154"/>
                </a:lnTo>
                <a:lnTo>
                  <a:pt x="157" y="153"/>
                </a:lnTo>
                <a:lnTo>
                  <a:pt x="156" y="152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8" y="147"/>
                </a:lnTo>
                <a:lnTo>
                  <a:pt x="158" y="146"/>
                </a:lnTo>
                <a:lnTo>
                  <a:pt x="159" y="146"/>
                </a:lnTo>
                <a:lnTo>
                  <a:pt x="159" y="145"/>
                </a:lnTo>
                <a:lnTo>
                  <a:pt x="160" y="145"/>
                </a:lnTo>
                <a:lnTo>
                  <a:pt x="161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4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3" y="143"/>
                </a:lnTo>
                <a:lnTo>
                  <a:pt x="174" y="143"/>
                </a:lnTo>
                <a:lnTo>
                  <a:pt x="175" y="143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7" y="137"/>
                </a:lnTo>
                <a:lnTo>
                  <a:pt x="187" y="136"/>
                </a:lnTo>
                <a:lnTo>
                  <a:pt x="188" y="135"/>
                </a:lnTo>
                <a:lnTo>
                  <a:pt x="189" y="135"/>
                </a:lnTo>
                <a:lnTo>
                  <a:pt x="190" y="134"/>
                </a:lnTo>
                <a:lnTo>
                  <a:pt x="191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4" y="133"/>
                </a:lnTo>
                <a:lnTo>
                  <a:pt x="194" y="132"/>
                </a:lnTo>
                <a:lnTo>
                  <a:pt x="195" y="132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8" y="129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1" y="125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5" y="124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1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8"/>
                </a:lnTo>
                <a:lnTo>
                  <a:pt x="227" y="118"/>
                </a:lnTo>
                <a:lnTo>
                  <a:pt x="228" y="119"/>
                </a:lnTo>
                <a:lnTo>
                  <a:pt x="229" y="118"/>
                </a:lnTo>
                <a:lnTo>
                  <a:pt x="230" y="118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7" y="101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0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6" y="90"/>
                </a:lnTo>
                <a:lnTo>
                  <a:pt x="237" y="90"/>
                </a:lnTo>
                <a:lnTo>
                  <a:pt x="237" y="89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8" y="81"/>
                </a:lnTo>
                <a:lnTo>
                  <a:pt x="249" y="80"/>
                </a:lnTo>
                <a:lnTo>
                  <a:pt x="249" y="81"/>
                </a:lnTo>
                <a:lnTo>
                  <a:pt x="250" y="81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0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5" y="88"/>
                </a:lnTo>
                <a:lnTo>
                  <a:pt x="256" y="89"/>
                </a:lnTo>
                <a:lnTo>
                  <a:pt x="256" y="90"/>
                </a:lnTo>
                <a:lnTo>
                  <a:pt x="257" y="90"/>
                </a:lnTo>
                <a:lnTo>
                  <a:pt x="257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2"/>
                </a:lnTo>
                <a:lnTo>
                  <a:pt x="261" y="102"/>
                </a:lnTo>
                <a:lnTo>
                  <a:pt x="262" y="102"/>
                </a:lnTo>
                <a:lnTo>
                  <a:pt x="262" y="103"/>
                </a:lnTo>
                <a:lnTo>
                  <a:pt x="263" y="102"/>
                </a:lnTo>
                <a:lnTo>
                  <a:pt x="263" y="101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5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6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8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0" y="114"/>
                </a:lnTo>
                <a:lnTo>
                  <a:pt x="271" y="114"/>
                </a:lnTo>
                <a:lnTo>
                  <a:pt x="271" y="113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3" y="114"/>
                </a:lnTo>
                <a:lnTo>
                  <a:pt x="274" y="115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2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1" y="117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5" y="117"/>
                </a:lnTo>
                <a:lnTo>
                  <a:pt x="285" y="116"/>
                </a:lnTo>
                <a:lnTo>
                  <a:pt x="286" y="115"/>
                </a:lnTo>
                <a:lnTo>
                  <a:pt x="285" y="114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8" y="111"/>
                </a:lnTo>
                <a:lnTo>
                  <a:pt x="288" y="110"/>
                </a:lnTo>
                <a:lnTo>
                  <a:pt x="289" y="110"/>
                </a:lnTo>
                <a:lnTo>
                  <a:pt x="290" y="110"/>
                </a:lnTo>
                <a:lnTo>
                  <a:pt x="290" y="111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0" y="118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3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5" y="120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8" y="121"/>
                </a:lnTo>
                <a:lnTo>
                  <a:pt x="298" y="123"/>
                </a:lnTo>
                <a:lnTo>
                  <a:pt x="299" y="123"/>
                </a:lnTo>
                <a:lnTo>
                  <a:pt x="298" y="123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0" y="126"/>
                </a:lnTo>
                <a:lnTo>
                  <a:pt x="301" y="127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0" y="131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8" y="130"/>
                </a:lnTo>
                <a:lnTo>
                  <a:pt x="309" y="130"/>
                </a:lnTo>
                <a:lnTo>
                  <a:pt x="308" y="129"/>
                </a:lnTo>
                <a:lnTo>
                  <a:pt x="308" y="128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1" y="127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5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7" y="125"/>
                </a:lnTo>
                <a:lnTo>
                  <a:pt x="318" y="124"/>
                </a:lnTo>
                <a:lnTo>
                  <a:pt x="319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4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2"/>
                </a:lnTo>
                <a:lnTo>
                  <a:pt x="330" y="122"/>
                </a:lnTo>
                <a:lnTo>
                  <a:pt x="330" y="121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2" y="119"/>
                </a:lnTo>
                <a:lnTo>
                  <a:pt x="333" y="119"/>
                </a:lnTo>
                <a:lnTo>
                  <a:pt x="333" y="118"/>
                </a:lnTo>
                <a:lnTo>
                  <a:pt x="332" y="118"/>
                </a:lnTo>
                <a:lnTo>
                  <a:pt x="332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3" y="108"/>
                </a:lnTo>
                <a:lnTo>
                  <a:pt x="333" y="107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3" y="104"/>
                </a:lnTo>
                <a:lnTo>
                  <a:pt x="333" y="103"/>
                </a:lnTo>
                <a:lnTo>
                  <a:pt x="334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2"/>
                </a:lnTo>
                <a:lnTo>
                  <a:pt x="337" y="101"/>
                </a:lnTo>
                <a:lnTo>
                  <a:pt x="337" y="100"/>
                </a:lnTo>
                <a:lnTo>
                  <a:pt x="336" y="99"/>
                </a:lnTo>
                <a:lnTo>
                  <a:pt x="335" y="99"/>
                </a:lnTo>
                <a:lnTo>
                  <a:pt x="334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0" y="98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4"/>
                </a:lnTo>
                <a:lnTo>
                  <a:pt x="345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6" y="92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9" y="89"/>
                </a:lnTo>
                <a:lnTo>
                  <a:pt x="350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1"/>
                </a:lnTo>
                <a:lnTo>
                  <a:pt x="354" y="91"/>
                </a:lnTo>
                <a:lnTo>
                  <a:pt x="356" y="92"/>
                </a:lnTo>
                <a:lnTo>
                  <a:pt x="356" y="93"/>
                </a:lnTo>
                <a:lnTo>
                  <a:pt x="357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59" y="97"/>
                </a:lnTo>
                <a:lnTo>
                  <a:pt x="360" y="97"/>
                </a:lnTo>
                <a:lnTo>
                  <a:pt x="361" y="97"/>
                </a:lnTo>
                <a:lnTo>
                  <a:pt x="362" y="96"/>
                </a:lnTo>
                <a:lnTo>
                  <a:pt x="364" y="96"/>
                </a:lnTo>
                <a:lnTo>
                  <a:pt x="364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9"/>
                </a:lnTo>
                <a:lnTo>
                  <a:pt x="366" y="100"/>
                </a:lnTo>
                <a:lnTo>
                  <a:pt x="367" y="100"/>
                </a:lnTo>
                <a:lnTo>
                  <a:pt x="368" y="100"/>
                </a:lnTo>
                <a:lnTo>
                  <a:pt x="368" y="101"/>
                </a:lnTo>
                <a:lnTo>
                  <a:pt x="369" y="101"/>
                </a:lnTo>
                <a:lnTo>
                  <a:pt x="370" y="102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3" y="108"/>
                </a:lnTo>
                <a:lnTo>
                  <a:pt x="374" y="109"/>
                </a:lnTo>
                <a:lnTo>
                  <a:pt x="375" y="111"/>
                </a:lnTo>
                <a:lnTo>
                  <a:pt x="376" y="111"/>
                </a:lnTo>
                <a:lnTo>
                  <a:pt x="376" y="109"/>
                </a:lnTo>
                <a:lnTo>
                  <a:pt x="377" y="109"/>
                </a:lnTo>
                <a:lnTo>
                  <a:pt x="377" y="108"/>
                </a:lnTo>
                <a:lnTo>
                  <a:pt x="376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5" y="101"/>
                </a:lnTo>
                <a:lnTo>
                  <a:pt x="374" y="101"/>
                </a:lnTo>
                <a:lnTo>
                  <a:pt x="373" y="101"/>
                </a:lnTo>
                <a:lnTo>
                  <a:pt x="373" y="100"/>
                </a:lnTo>
                <a:lnTo>
                  <a:pt x="373" y="99"/>
                </a:lnTo>
                <a:lnTo>
                  <a:pt x="374" y="99"/>
                </a:lnTo>
                <a:lnTo>
                  <a:pt x="374" y="98"/>
                </a:lnTo>
                <a:lnTo>
                  <a:pt x="374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5" y="93"/>
                </a:lnTo>
                <a:lnTo>
                  <a:pt x="376" y="93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2" y="89"/>
                </a:lnTo>
                <a:lnTo>
                  <a:pt x="382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79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4"/>
                </a:lnTo>
                <a:lnTo>
                  <a:pt x="380" y="83"/>
                </a:lnTo>
                <a:lnTo>
                  <a:pt x="381" y="82"/>
                </a:lnTo>
                <a:lnTo>
                  <a:pt x="381" y="83"/>
                </a:lnTo>
                <a:lnTo>
                  <a:pt x="382" y="83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5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9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1" y="82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2" y="88"/>
                </a:lnTo>
                <a:lnTo>
                  <a:pt x="393" y="89"/>
                </a:lnTo>
                <a:lnTo>
                  <a:pt x="394" y="89"/>
                </a:lnTo>
                <a:lnTo>
                  <a:pt x="394" y="88"/>
                </a:lnTo>
                <a:lnTo>
                  <a:pt x="394" y="87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0" y="87"/>
                </a:lnTo>
                <a:lnTo>
                  <a:pt x="401" y="88"/>
                </a:lnTo>
                <a:lnTo>
                  <a:pt x="403" y="87"/>
                </a:lnTo>
                <a:lnTo>
                  <a:pt x="404" y="86"/>
                </a:lnTo>
                <a:lnTo>
                  <a:pt x="406" y="86"/>
                </a:lnTo>
                <a:lnTo>
                  <a:pt x="407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1" y="90"/>
                </a:lnTo>
                <a:lnTo>
                  <a:pt x="412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7" y="86"/>
                </a:lnTo>
                <a:lnTo>
                  <a:pt x="416" y="85"/>
                </a:lnTo>
                <a:lnTo>
                  <a:pt x="415" y="85"/>
                </a:lnTo>
                <a:lnTo>
                  <a:pt x="414" y="84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5" y="80"/>
                </a:lnTo>
                <a:lnTo>
                  <a:pt x="414" y="80"/>
                </a:lnTo>
                <a:lnTo>
                  <a:pt x="413" y="79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7" y="72"/>
                </a:lnTo>
                <a:lnTo>
                  <a:pt x="417" y="70"/>
                </a:lnTo>
                <a:lnTo>
                  <a:pt x="417" y="69"/>
                </a:lnTo>
                <a:lnTo>
                  <a:pt x="416" y="69"/>
                </a:lnTo>
                <a:lnTo>
                  <a:pt x="415" y="68"/>
                </a:lnTo>
                <a:lnTo>
                  <a:pt x="415" y="67"/>
                </a:lnTo>
                <a:lnTo>
                  <a:pt x="414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8"/>
                </a:lnTo>
                <a:lnTo>
                  <a:pt x="411" y="68"/>
                </a:lnTo>
                <a:lnTo>
                  <a:pt x="410" y="68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8" y="71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4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69"/>
                </a:lnTo>
                <a:lnTo>
                  <a:pt x="403" y="68"/>
                </a:lnTo>
                <a:lnTo>
                  <a:pt x="405" y="67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6" y="67"/>
                </a:lnTo>
                <a:lnTo>
                  <a:pt x="407" y="67"/>
                </a:lnTo>
                <a:lnTo>
                  <a:pt x="408" y="67"/>
                </a:lnTo>
                <a:lnTo>
                  <a:pt x="408" y="66"/>
                </a:lnTo>
                <a:lnTo>
                  <a:pt x="409" y="65"/>
                </a:lnTo>
                <a:lnTo>
                  <a:pt x="410" y="65"/>
                </a:lnTo>
                <a:lnTo>
                  <a:pt x="409" y="63"/>
                </a:lnTo>
                <a:lnTo>
                  <a:pt x="410" y="63"/>
                </a:lnTo>
                <a:lnTo>
                  <a:pt x="411" y="62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5" y="63"/>
                </a:lnTo>
                <a:lnTo>
                  <a:pt x="417" y="63"/>
                </a:lnTo>
                <a:lnTo>
                  <a:pt x="417" y="62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0" y="61"/>
                </a:lnTo>
                <a:lnTo>
                  <a:pt x="420" y="60"/>
                </a:lnTo>
                <a:lnTo>
                  <a:pt x="421" y="60"/>
                </a:lnTo>
                <a:lnTo>
                  <a:pt x="422" y="60"/>
                </a:lnTo>
                <a:lnTo>
                  <a:pt x="422" y="61"/>
                </a:lnTo>
                <a:lnTo>
                  <a:pt x="423" y="61"/>
                </a:lnTo>
                <a:lnTo>
                  <a:pt x="424" y="63"/>
                </a:lnTo>
                <a:lnTo>
                  <a:pt x="423" y="64"/>
                </a:lnTo>
                <a:lnTo>
                  <a:pt x="422" y="64"/>
                </a:lnTo>
                <a:lnTo>
                  <a:pt x="422" y="65"/>
                </a:lnTo>
                <a:lnTo>
                  <a:pt x="422" y="66"/>
                </a:lnTo>
                <a:lnTo>
                  <a:pt x="423" y="66"/>
                </a:lnTo>
                <a:lnTo>
                  <a:pt x="423" y="67"/>
                </a:lnTo>
                <a:lnTo>
                  <a:pt x="424" y="67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4" y="65"/>
                </a:lnTo>
                <a:lnTo>
                  <a:pt x="425" y="65"/>
                </a:lnTo>
                <a:lnTo>
                  <a:pt x="426" y="65"/>
                </a:lnTo>
                <a:lnTo>
                  <a:pt x="427" y="64"/>
                </a:lnTo>
                <a:lnTo>
                  <a:pt x="427" y="63"/>
                </a:lnTo>
                <a:lnTo>
                  <a:pt x="426" y="63"/>
                </a:lnTo>
                <a:lnTo>
                  <a:pt x="425" y="61"/>
                </a:lnTo>
                <a:lnTo>
                  <a:pt x="426" y="61"/>
                </a:lnTo>
                <a:lnTo>
                  <a:pt x="426" y="60"/>
                </a:lnTo>
                <a:lnTo>
                  <a:pt x="427" y="61"/>
                </a:lnTo>
                <a:lnTo>
                  <a:pt x="428" y="62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29" y="67"/>
                </a:lnTo>
                <a:lnTo>
                  <a:pt x="430" y="68"/>
                </a:lnTo>
                <a:lnTo>
                  <a:pt x="430" y="67"/>
                </a:lnTo>
                <a:lnTo>
                  <a:pt x="431" y="67"/>
                </a:lnTo>
                <a:lnTo>
                  <a:pt x="432" y="68"/>
                </a:lnTo>
                <a:lnTo>
                  <a:pt x="433" y="69"/>
                </a:lnTo>
                <a:lnTo>
                  <a:pt x="434" y="69"/>
                </a:lnTo>
                <a:lnTo>
                  <a:pt x="434" y="70"/>
                </a:lnTo>
                <a:lnTo>
                  <a:pt x="435" y="70"/>
                </a:lnTo>
                <a:lnTo>
                  <a:pt x="437" y="70"/>
                </a:lnTo>
                <a:lnTo>
                  <a:pt x="438" y="69"/>
                </a:lnTo>
                <a:lnTo>
                  <a:pt x="438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0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3"/>
                </a:lnTo>
                <a:lnTo>
                  <a:pt x="446" y="52"/>
                </a:lnTo>
                <a:lnTo>
                  <a:pt x="445" y="51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3"/>
                </a:lnTo>
                <a:lnTo>
                  <a:pt x="449" y="42"/>
                </a:lnTo>
                <a:lnTo>
                  <a:pt x="450" y="42"/>
                </a:lnTo>
                <a:lnTo>
                  <a:pt x="451" y="42"/>
                </a:lnTo>
                <a:lnTo>
                  <a:pt x="451" y="41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5" y="39"/>
                </a:lnTo>
                <a:lnTo>
                  <a:pt x="456" y="39"/>
                </a:lnTo>
                <a:lnTo>
                  <a:pt x="456" y="40"/>
                </a:lnTo>
                <a:lnTo>
                  <a:pt x="457" y="41"/>
                </a:lnTo>
                <a:lnTo>
                  <a:pt x="459" y="41"/>
                </a:lnTo>
                <a:lnTo>
                  <a:pt x="459" y="40"/>
                </a:lnTo>
                <a:lnTo>
                  <a:pt x="460" y="40"/>
                </a:lnTo>
                <a:lnTo>
                  <a:pt x="459" y="39"/>
                </a:lnTo>
                <a:lnTo>
                  <a:pt x="459" y="38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5" y="37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2" y="40"/>
                </a:lnTo>
                <a:lnTo>
                  <a:pt x="473" y="41"/>
                </a:lnTo>
                <a:lnTo>
                  <a:pt x="474" y="41"/>
                </a:lnTo>
                <a:lnTo>
                  <a:pt x="474" y="40"/>
                </a:lnTo>
                <a:lnTo>
                  <a:pt x="473" y="40"/>
                </a:lnTo>
                <a:lnTo>
                  <a:pt x="474" y="39"/>
                </a:lnTo>
                <a:lnTo>
                  <a:pt x="474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1" y="48"/>
                </a:lnTo>
                <a:lnTo>
                  <a:pt x="471" y="49"/>
                </a:lnTo>
                <a:lnTo>
                  <a:pt x="472" y="49"/>
                </a:lnTo>
                <a:lnTo>
                  <a:pt x="472" y="50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1" y="51"/>
                </a:lnTo>
                <a:lnTo>
                  <a:pt x="471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7" y="52"/>
                </a:lnTo>
                <a:lnTo>
                  <a:pt x="479" y="52"/>
                </a:lnTo>
                <a:lnTo>
                  <a:pt x="479" y="53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3" y="46"/>
                </a:lnTo>
                <a:lnTo>
                  <a:pt x="483" y="45"/>
                </a:lnTo>
                <a:lnTo>
                  <a:pt x="483" y="44"/>
                </a:lnTo>
                <a:lnTo>
                  <a:pt x="483" y="43"/>
                </a:lnTo>
                <a:lnTo>
                  <a:pt x="484" y="43"/>
                </a:lnTo>
                <a:lnTo>
                  <a:pt x="483" y="43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1" y="39"/>
                </a:lnTo>
                <a:lnTo>
                  <a:pt x="482" y="39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6"/>
                </a:lnTo>
                <a:lnTo>
                  <a:pt x="485" y="37"/>
                </a:lnTo>
                <a:lnTo>
                  <a:pt x="486" y="37"/>
                </a:lnTo>
                <a:lnTo>
                  <a:pt x="488" y="38"/>
                </a:lnTo>
                <a:lnTo>
                  <a:pt x="489" y="37"/>
                </a:lnTo>
                <a:lnTo>
                  <a:pt x="490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3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5"/>
                </a:lnTo>
                <a:lnTo>
                  <a:pt x="507" y="36"/>
                </a:lnTo>
                <a:lnTo>
                  <a:pt x="506" y="36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09" y="38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3" y="39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5" y="37"/>
                </a:lnTo>
                <a:lnTo>
                  <a:pt x="515" y="36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19" y="35"/>
                </a:lnTo>
                <a:lnTo>
                  <a:pt x="519" y="36"/>
                </a:lnTo>
                <a:lnTo>
                  <a:pt x="520" y="36"/>
                </a:lnTo>
                <a:lnTo>
                  <a:pt x="522" y="37"/>
                </a:lnTo>
                <a:lnTo>
                  <a:pt x="522" y="38"/>
                </a:lnTo>
                <a:lnTo>
                  <a:pt x="523" y="39"/>
                </a:lnTo>
                <a:lnTo>
                  <a:pt x="523" y="40"/>
                </a:lnTo>
                <a:lnTo>
                  <a:pt x="522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2" y="35"/>
                </a:lnTo>
                <a:lnTo>
                  <a:pt x="532" y="34"/>
                </a:lnTo>
                <a:lnTo>
                  <a:pt x="533" y="33"/>
                </a:lnTo>
                <a:lnTo>
                  <a:pt x="534" y="33"/>
                </a:lnTo>
                <a:lnTo>
                  <a:pt x="534" y="32"/>
                </a:lnTo>
                <a:lnTo>
                  <a:pt x="534" y="31"/>
                </a:lnTo>
                <a:lnTo>
                  <a:pt x="535" y="30"/>
                </a:lnTo>
                <a:lnTo>
                  <a:pt x="535" y="29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8" y="26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1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4" y="12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5" y="14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2" y="3"/>
                </a:lnTo>
                <a:lnTo>
                  <a:pt x="592" y="4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268520" y="2091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28868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279680" y="221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25520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337640" y="215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3"/>
                </a:move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9"/>
                </a:move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349880" y="2281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354200" y="2280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35420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5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419000" y="2558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44024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550760" y="233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549320" y="233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54932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4"/>
                </a:move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0"/>
                </a:move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1" y="5"/>
                </a:move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414576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2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9"/>
                </a:lnTo>
                <a:lnTo>
                  <a:pt x="322" y="19"/>
                </a:lnTo>
                <a:lnTo>
                  <a:pt x="322" y="20"/>
                </a:lnTo>
                <a:lnTo>
                  <a:pt x="323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1" y="24"/>
                </a:lnTo>
                <a:lnTo>
                  <a:pt x="332" y="24"/>
                </a:lnTo>
                <a:lnTo>
                  <a:pt x="334" y="24"/>
                </a:lnTo>
                <a:lnTo>
                  <a:pt x="335" y="24"/>
                </a:lnTo>
                <a:lnTo>
                  <a:pt x="336" y="25"/>
                </a:lnTo>
                <a:lnTo>
                  <a:pt x="337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4" y="30"/>
                </a:lnTo>
                <a:lnTo>
                  <a:pt x="344" y="31"/>
                </a:lnTo>
                <a:lnTo>
                  <a:pt x="345" y="31"/>
                </a:lnTo>
                <a:lnTo>
                  <a:pt x="346" y="32"/>
                </a:lnTo>
                <a:lnTo>
                  <a:pt x="346" y="33"/>
                </a:lnTo>
                <a:lnTo>
                  <a:pt x="347" y="33"/>
                </a:lnTo>
                <a:lnTo>
                  <a:pt x="349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2" y="36"/>
                </a:lnTo>
                <a:lnTo>
                  <a:pt x="352" y="37"/>
                </a:lnTo>
                <a:lnTo>
                  <a:pt x="353" y="37"/>
                </a:lnTo>
                <a:lnTo>
                  <a:pt x="353" y="38"/>
                </a:lnTo>
                <a:lnTo>
                  <a:pt x="353" y="39"/>
                </a:lnTo>
                <a:lnTo>
                  <a:pt x="352" y="39"/>
                </a:lnTo>
                <a:lnTo>
                  <a:pt x="352" y="40"/>
                </a:lnTo>
                <a:lnTo>
                  <a:pt x="353" y="40"/>
                </a:lnTo>
                <a:lnTo>
                  <a:pt x="354" y="41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8" y="41"/>
                </a:lnTo>
                <a:lnTo>
                  <a:pt x="358" y="42"/>
                </a:lnTo>
                <a:lnTo>
                  <a:pt x="359" y="42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9" y="46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60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1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3" y="52"/>
                </a:lnTo>
                <a:lnTo>
                  <a:pt x="373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9" y="50"/>
                </a:lnTo>
                <a:lnTo>
                  <a:pt x="380" y="50"/>
                </a:lnTo>
                <a:lnTo>
                  <a:pt x="380" y="51"/>
                </a:lnTo>
                <a:lnTo>
                  <a:pt x="381" y="51"/>
                </a:lnTo>
                <a:lnTo>
                  <a:pt x="382" y="51"/>
                </a:lnTo>
                <a:lnTo>
                  <a:pt x="382" y="50"/>
                </a:lnTo>
                <a:lnTo>
                  <a:pt x="383" y="50"/>
                </a:lnTo>
                <a:lnTo>
                  <a:pt x="385" y="50"/>
                </a:lnTo>
                <a:lnTo>
                  <a:pt x="385" y="49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1" y="51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2"/>
                </a:lnTo>
                <a:lnTo>
                  <a:pt x="399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1" y="66"/>
                </a:lnTo>
                <a:lnTo>
                  <a:pt x="400" y="67"/>
                </a:lnTo>
                <a:lnTo>
                  <a:pt x="400" y="68"/>
                </a:lnTo>
                <a:lnTo>
                  <a:pt x="401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7" y="69"/>
                </a:lnTo>
                <a:lnTo>
                  <a:pt x="409" y="68"/>
                </a:lnTo>
                <a:lnTo>
                  <a:pt x="410" y="67"/>
                </a:lnTo>
                <a:lnTo>
                  <a:pt x="411" y="67"/>
                </a:lnTo>
                <a:lnTo>
                  <a:pt x="412" y="68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4" y="72"/>
                </a:lnTo>
                <a:lnTo>
                  <a:pt x="423" y="72"/>
                </a:lnTo>
                <a:lnTo>
                  <a:pt x="423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9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0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0"/>
                </a:lnTo>
                <a:lnTo>
                  <a:pt x="442" y="111"/>
                </a:lnTo>
                <a:lnTo>
                  <a:pt x="442" y="112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5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7" y="120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8" y="124"/>
                </a:lnTo>
                <a:lnTo>
                  <a:pt x="438" y="125"/>
                </a:lnTo>
                <a:lnTo>
                  <a:pt x="437" y="126"/>
                </a:lnTo>
                <a:lnTo>
                  <a:pt x="438" y="126"/>
                </a:lnTo>
                <a:lnTo>
                  <a:pt x="438" y="125"/>
                </a:lnTo>
                <a:lnTo>
                  <a:pt x="440" y="125"/>
                </a:lnTo>
                <a:lnTo>
                  <a:pt x="441" y="125"/>
                </a:lnTo>
                <a:lnTo>
                  <a:pt x="441" y="126"/>
                </a:lnTo>
                <a:lnTo>
                  <a:pt x="440" y="127"/>
                </a:lnTo>
                <a:lnTo>
                  <a:pt x="440" y="128"/>
                </a:lnTo>
                <a:lnTo>
                  <a:pt x="440" y="129"/>
                </a:lnTo>
                <a:lnTo>
                  <a:pt x="439" y="129"/>
                </a:lnTo>
                <a:lnTo>
                  <a:pt x="439" y="130"/>
                </a:lnTo>
                <a:lnTo>
                  <a:pt x="438" y="132"/>
                </a:lnTo>
                <a:lnTo>
                  <a:pt x="439" y="133"/>
                </a:lnTo>
                <a:lnTo>
                  <a:pt x="438" y="135"/>
                </a:lnTo>
                <a:lnTo>
                  <a:pt x="437" y="136"/>
                </a:lnTo>
                <a:lnTo>
                  <a:pt x="437" y="137"/>
                </a:lnTo>
                <a:lnTo>
                  <a:pt x="436" y="138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1" y="145"/>
                </a:lnTo>
                <a:lnTo>
                  <a:pt x="430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3" y="136"/>
                </a:lnTo>
                <a:lnTo>
                  <a:pt x="422" y="136"/>
                </a:lnTo>
                <a:lnTo>
                  <a:pt x="422" y="137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20" y="136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7" y="134"/>
                </a:lnTo>
                <a:lnTo>
                  <a:pt x="416" y="134"/>
                </a:lnTo>
                <a:lnTo>
                  <a:pt x="416" y="135"/>
                </a:lnTo>
                <a:lnTo>
                  <a:pt x="415" y="135"/>
                </a:lnTo>
                <a:lnTo>
                  <a:pt x="415" y="136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2" y="137"/>
                </a:lnTo>
                <a:lnTo>
                  <a:pt x="411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7" y="139"/>
                </a:lnTo>
                <a:lnTo>
                  <a:pt x="406" y="139"/>
                </a:lnTo>
                <a:lnTo>
                  <a:pt x="406" y="140"/>
                </a:lnTo>
                <a:lnTo>
                  <a:pt x="405" y="140"/>
                </a:lnTo>
                <a:lnTo>
                  <a:pt x="405" y="141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4"/>
                </a:lnTo>
                <a:lnTo>
                  <a:pt x="400" y="144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9" y="148"/>
                </a:lnTo>
                <a:lnTo>
                  <a:pt x="398" y="148"/>
                </a:lnTo>
                <a:lnTo>
                  <a:pt x="398" y="147"/>
                </a:lnTo>
                <a:lnTo>
                  <a:pt x="399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5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5" y="150"/>
                </a:lnTo>
                <a:lnTo>
                  <a:pt x="395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3" y="154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8" y="157"/>
                </a:lnTo>
                <a:lnTo>
                  <a:pt x="388" y="158"/>
                </a:lnTo>
                <a:lnTo>
                  <a:pt x="387" y="158"/>
                </a:lnTo>
                <a:lnTo>
                  <a:pt x="388" y="158"/>
                </a:lnTo>
                <a:lnTo>
                  <a:pt x="388" y="159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4" y="160"/>
                </a:lnTo>
                <a:lnTo>
                  <a:pt x="384" y="159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9" y="163"/>
                </a:lnTo>
                <a:lnTo>
                  <a:pt x="378" y="163"/>
                </a:lnTo>
                <a:lnTo>
                  <a:pt x="377" y="163"/>
                </a:lnTo>
                <a:lnTo>
                  <a:pt x="376" y="164"/>
                </a:lnTo>
                <a:lnTo>
                  <a:pt x="376" y="165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1" y="172"/>
                </a:lnTo>
                <a:lnTo>
                  <a:pt x="370" y="172"/>
                </a:lnTo>
                <a:lnTo>
                  <a:pt x="370" y="173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7"/>
                </a:lnTo>
                <a:lnTo>
                  <a:pt x="367" y="176"/>
                </a:lnTo>
                <a:lnTo>
                  <a:pt x="366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8" y="170"/>
                </a:lnTo>
                <a:lnTo>
                  <a:pt x="368" y="169"/>
                </a:lnTo>
                <a:lnTo>
                  <a:pt x="367" y="169"/>
                </a:lnTo>
                <a:lnTo>
                  <a:pt x="367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4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5" y="164"/>
                </a:lnTo>
                <a:lnTo>
                  <a:pt x="365" y="163"/>
                </a:lnTo>
                <a:lnTo>
                  <a:pt x="364" y="163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7" y="168"/>
                </a:lnTo>
                <a:lnTo>
                  <a:pt x="356" y="168"/>
                </a:lnTo>
                <a:lnTo>
                  <a:pt x="355" y="168"/>
                </a:lnTo>
                <a:lnTo>
                  <a:pt x="355" y="169"/>
                </a:lnTo>
                <a:lnTo>
                  <a:pt x="354" y="169"/>
                </a:lnTo>
                <a:lnTo>
                  <a:pt x="353" y="170"/>
                </a:lnTo>
                <a:lnTo>
                  <a:pt x="353" y="171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3"/>
                </a:lnTo>
                <a:lnTo>
                  <a:pt x="348" y="173"/>
                </a:lnTo>
                <a:lnTo>
                  <a:pt x="348" y="172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3" y="165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6" y="162"/>
                </a:lnTo>
                <a:lnTo>
                  <a:pt x="346" y="161"/>
                </a:lnTo>
                <a:lnTo>
                  <a:pt x="344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8" y="161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3"/>
                </a:lnTo>
                <a:lnTo>
                  <a:pt x="332" y="162"/>
                </a:lnTo>
                <a:lnTo>
                  <a:pt x="332" y="163"/>
                </a:lnTo>
                <a:lnTo>
                  <a:pt x="331" y="163"/>
                </a:lnTo>
                <a:lnTo>
                  <a:pt x="331" y="164"/>
                </a:lnTo>
                <a:lnTo>
                  <a:pt x="330" y="165"/>
                </a:lnTo>
                <a:lnTo>
                  <a:pt x="329" y="166"/>
                </a:lnTo>
                <a:lnTo>
                  <a:pt x="328" y="166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9"/>
                </a:lnTo>
                <a:lnTo>
                  <a:pt x="325" y="170"/>
                </a:lnTo>
                <a:lnTo>
                  <a:pt x="324" y="171"/>
                </a:lnTo>
                <a:lnTo>
                  <a:pt x="324" y="172"/>
                </a:lnTo>
                <a:lnTo>
                  <a:pt x="323" y="172"/>
                </a:lnTo>
                <a:lnTo>
                  <a:pt x="322" y="174"/>
                </a:lnTo>
                <a:lnTo>
                  <a:pt x="321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5" y="175"/>
                </a:lnTo>
                <a:lnTo>
                  <a:pt x="314" y="175"/>
                </a:lnTo>
                <a:lnTo>
                  <a:pt x="313" y="175"/>
                </a:lnTo>
                <a:lnTo>
                  <a:pt x="313" y="176"/>
                </a:lnTo>
                <a:lnTo>
                  <a:pt x="312" y="176"/>
                </a:lnTo>
                <a:lnTo>
                  <a:pt x="311" y="175"/>
                </a:lnTo>
                <a:lnTo>
                  <a:pt x="310" y="174"/>
                </a:lnTo>
                <a:lnTo>
                  <a:pt x="311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4" y="170"/>
                </a:lnTo>
                <a:lnTo>
                  <a:pt x="304" y="171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3" y="172"/>
                </a:lnTo>
                <a:lnTo>
                  <a:pt x="302" y="172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7" y="178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7"/>
                </a:lnTo>
                <a:lnTo>
                  <a:pt x="287" y="177"/>
                </a:lnTo>
                <a:lnTo>
                  <a:pt x="286" y="176"/>
                </a:lnTo>
                <a:lnTo>
                  <a:pt x="285" y="176"/>
                </a:lnTo>
                <a:lnTo>
                  <a:pt x="285" y="177"/>
                </a:lnTo>
                <a:lnTo>
                  <a:pt x="284" y="176"/>
                </a:lnTo>
                <a:lnTo>
                  <a:pt x="283" y="177"/>
                </a:lnTo>
                <a:lnTo>
                  <a:pt x="282" y="178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3" y="183"/>
                </a:lnTo>
                <a:lnTo>
                  <a:pt x="283" y="182"/>
                </a:lnTo>
                <a:lnTo>
                  <a:pt x="283" y="183"/>
                </a:lnTo>
                <a:lnTo>
                  <a:pt x="284" y="184"/>
                </a:lnTo>
                <a:lnTo>
                  <a:pt x="283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1" y="187"/>
                </a:lnTo>
                <a:lnTo>
                  <a:pt x="281" y="188"/>
                </a:lnTo>
                <a:lnTo>
                  <a:pt x="283" y="189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8" y="192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6" y="199"/>
                </a:lnTo>
                <a:lnTo>
                  <a:pt x="296" y="200"/>
                </a:lnTo>
                <a:lnTo>
                  <a:pt x="296" y="201"/>
                </a:lnTo>
                <a:lnTo>
                  <a:pt x="297" y="200"/>
                </a:lnTo>
                <a:lnTo>
                  <a:pt x="298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6" y="206"/>
                </a:lnTo>
                <a:lnTo>
                  <a:pt x="296" y="207"/>
                </a:lnTo>
                <a:lnTo>
                  <a:pt x="295" y="208"/>
                </a:lnTo>
                <a:lnTo>
                  <a:pt x="295" y="209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6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4" y="217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2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3" y="226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5" y="228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3" y="231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2" y="240"/>
                </a:lnTo>
                <a:lnTo>
                  <a:pt x="291" y="239"/>
                </a:lnTo>
                <a:lnTo>
                  <a:pt x="291" y="238"/>
                </a:lnTo>
                <a:lnTo>
                  <a:pt x="290" y="239"/>
                </a:lnTo>
                <a:lnTo>
                  <a:pt x="290" y="240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80" y="242"/>
                </a:lnTo>
                <a:lnTo>
                  <a:pt x="279" y="242"/>
                </a:lnTo>
                <a:lnTo>
                  <a:pt x="279" y="243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1" y="245"/>
                </a:lnTo>
                <a:lnTo>
                  <a:pt x="281" y="244"/>
                </a:lnTo>
                <a:lnTo>
                  <a:pt x="281" y="243"/>
                </a:lnTo>
                <a:lnTo>
                  <a:pt x="282" y="243"/>
                </a:lnTo>
                <a:lnTo>
                  <a:pt x="282" y="244"/>
                </a:lnTo>
                <a:lnTo>
                  <a:pt x="282" y="245"/>
                </a:lnTo>
                <a:lnTo>
                  <a:pt x="283" y="245"/>
                </a:lnTo>
                <a:lnTo>
                  <a:pt x="284" y="246"/>
                </a:lnTo>
                <a:lnTo>
                  <a:pt x="283" y="247"/>
                </a:lnTo>
                <a:lnTo>
                  <a:pt x="283" y="248"/>
                </a:lnTo>
                <a:lnTo>
                  <a:pt x="283" y="249"/>
                </a:lnTo>
                <a:lnTo>
                  <a:pt x="283" y="250"/>
                </a:lnTo>
                <a:lnTo>
                  <a:pt x="284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5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90" y="256"/>
                </a:lnTo>
                <a:lnTo>
                  <a:pt x="291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2" y="253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5" y="253"/>
                </a:lnTo>
                <a:lnTo>
                  <a:pt x="295" y="252"/>
                </a:lnTo>
                <a:lnTo>
                  <a:pt x="294" y="251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8"/>
                </a:lnTo>
                <a:lnTo>
                  <a:pt x="293" y="248"/>
                </a:lnTo>
                <a:lnTo>
                  <a:pt x="294" y="247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9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5" y="245"/>
                </a:lnTo>
                <a:lnTo>
                  <a:pt x="304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7" y="252"/>
                </a:lnTo>
                <a:lnTo>
                  <a:pt x="307" y="253"/>
                </a:lnTo>
                <a:lnTo>
                  <a:pt x="307" y="254"/>
                </a:lnTo>
                <a:lnTo>
                  <a:pt x="306" y="255"/>
                </a:lnTo>
                <a:lnTo>
                  <a:pt x="307" y="255"/>
                </a:lnTo>
                <a:lnTo>
                  <a:pt x="307" y="256"/>
                </a:lnTo>
                <a:lnTo>
                  <a:pt x="308" y="257"/>
                </a:lnTo>
                <a:lnTo>
                  <a:pt x="307" y="257"/>
                </a:lnTo>
                <a:lnTo>
                  <a:pt x="307" y="258"/>
                </a:lnTo>
                <a:lnTo>
                  <a:pt x="308" y="258"/>
                </a:lnTo>
                <a:lnTo>
                  <a:pt x="309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5" y="279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9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6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6" y="316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2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4" y="366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4" y="369"/>
                </a:lnTo>
                <a:lnTo>
                  <a:pt x="355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70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8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9" y="393"/>
                </a:lnTo>
                <a:lnTo>
                  <a:pt x="348" y="394"/>
                </a:lnTo>
                <a:lnTo>
                  <a:pt x="348" y="395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5" y="399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90"/>
                </a:lnTo>
                <a:lnTo>
                  <a:pt x="308" y="391"/>
                </a:lnTo>
                <a:lnTo>
                  <a:pt x="307" y="391"/>
                </a:lnTo>
                <a:lnTo>
                  <a:pt x="306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1" y="369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1" y="366"/>
                </a:lnTo>
                <a:lnTo>
                  <a:pt x="290" y="366"/>
                </a:lnTo>
                <a:lnTo>
                  <a:pt x="291" y="366"/>
                </a:lnTo>
                <a:lnTo>
                  <a:pt x="291" y="367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8"/>
                </a:lnTo>
                <a:lnTo>
                  <a:pt x="277" y="347"/>
                </a:lnTo>
                <a:lnTo>
                  <a:pt x="277" y="346"/>
                </a:lnTo>
                <a:lnTo>
                  <a:pt x="277" y="345"/>
                </a:lnTo>
                <a:lnTo>
                  <a:pt x="276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30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5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6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50" y="322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8" y="327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4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0" y="311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6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3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6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8"/>
                </a:lnTo>
                <a:lnTo>
                  <a:pt x="192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9" y="344"/>
                </a:lnTo>
                <a:lnTo>
                  <a:pt x="188" y="345"/>
                </a:lnTo>
                <a:lnTo>
                  <a:pt x="188" y="344"/>
                </a:lnTo>
                <a:lnTo>
                  <a:pt x="187" y="344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8"/>
                </a:lnTo>
                <a:lnTo>
                  <a:pt x="139" y="368"/>
                </a:lnTo>
                <a:lnTo>
                  <a:pt x="139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2"/>
                </a:lnTo>
                <a:lnTo>
                  <a:pt x="119" y="371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4"/>
                </a:lnTo>
                <a:lnTo>
                  <a:pt x="122" y="363"/>
                </a:lnTo>
                <a:lnTo>
                  <a:pt x="121" y="364"/>
                </a:lnTo>
                <a:lnTo>
                  <a:pt x="120" y="364"/>
                </a:lnTo>
                <a:lnTo>
                  <a:pt x="120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0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5" y="348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5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4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9" y="368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7" y="370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7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7"/>
                </a:lnTo>
                <a:lnTo>
                  <a:pt x="68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3" y="333"/>
                </a:lnTo>
                <a:lnTo>
                  <a:pt x="62" y="333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8" y="335"/>
                </a:lnTo>
                <a:lnTo>
                  <a:pt x="47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1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9" y="310"/>
                </a:lnTo>
                <a:lnTo>
                  <a:pt x="39" y="309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8" y="305"/>
                </a:lnTo>
                <a:lnTo>
                  <a:pt x="38" y="304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0"/>
                </a:lnTo>
                <a:lnTo>
                  <a:pt x="33" y="301"/>
                </a:lnTo>
                <a:lnTo>
                  <a:pt x="34" y="302"/>
                </a:lnTo>
                <a:lnTo>
                  <a:pt x="35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3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1" y="302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9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3" y="266"/>
                </a:lnTo>
                <a:lnTo>
                  <a:pt x="4" y="267"/>
                </a:lnTo>
                <a:lnTo>
                  <a:pt x="3" y="268"/>
                </a:lnTo>
                <a:lnTo>
                  <a:pt x="4" y="268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9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1" y="260"/>
                </a:lnTo>
                <a:lnTo>
                  <a:pt x="11" y="259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6"/>
                </a:lnTo>
                <a:lnTo>
                  <a:pt x="17" y="255"/>
                </a:lnTo>
                <a:lnTo>
                  <a:pt x="18" y="255"/>
                </a:lnTo>
                <a:lnTo>
                  <a:pt x="19" y="255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3" y="255"/>
                </a:lnTo>
                <a:lnTo>
                  <a:pt x="23" y="254"/>
                </a:lnTo>
                <a:lnTo>
                  <a:pt x="23" y="253"/>
                </a:lnTo>
                <a:lnTo>
                  <a:pt x="24" y="254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6" y="253"/>
                </a:lnTo>
                <a:lnTo>
                  <a:pt x="26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7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29" y="244"/>
                </a:lnTo>
                <a:lnTo>
                  <a:pt x="29" y="243"/>
                </a:lnTo>
                <a:lnTo>
                  <a:pt x="29" y="242"/>
                </a:lnTo>
                <a:lnTo>
                  <a:pt x="30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1"/>
                </a:lnTo>
                <a:lnTo>
                  <a:pt x="36" y="242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8" y="237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8" y="234"/>
                </a:lnTo>
                <a:lnTo>
                  <a:pt x="39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40" y="231"/>
                </a:lnTo>
                <a:lnTo>
                  <a:pt x="40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40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2" y="224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6" y="223"/>
                </a:lnTo>
                <a:lnTo>
                  <a:pt x="36" y="222"/>
                </a:lnTo>
                <a:lnTo>
                  <a:pt x="35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9"/>
                </a:lnTo>
                <a:lnTo>
                  <a:pt x="34" y="220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3" y="209"/>
                </a:lnTo>
                <a:lnTo>
                  <a:pt x="24" y="208"/>
                </a:lnTo>
                <a:lnTo>
                  <a:pt x="25" y="208"/>
                </a:lnTo>
                <a:lnTo>
                  <a:pt x="26" y="208"/>
                </a:lnTo>
                <a:lnTo>
                  <a:pt x="26" y="209"/>
                </a:lnTo>
                <a:lnTo>
                  <a:pt x="27" y="209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30" y="207"/>
                </a:lnTo>
                <a:lnTo>
                  <a:pt x="31" y="208"/>
                </a:lnTo>
                <a:lnTo>
                  <a:pt x="32" y="207"/>
                </a:lnTo>
                <a:lnTo>
                  <a:pt x="32" y="206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1" y="204"/>
                </a:lnTo>
                <a:lnTo>
                  <a:pt x="30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8"/>
                </a:lnTo>
                <a:lnTo>
                  <a:pt x="32" y="198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6" y="201"/>
                </a:lnTo>
                <a:lnTo>
                  <a:pt x="36" y="200"/>
                </a:lnTo>
                <a:lnTo>
                  <a:pt x="38" y="200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2" y="192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4" y="185"/>
                </a:lnTo>
                <a:lnTo>
                  <a:pt x="45" y="185"/>
                </a:lnTo>
                <a:lnTo>
                  <a:pt x="45" y="184"/>
                </a:lnTo>
                <a:lnTo>
                  <a:pt x="46" y="184"/>
                </a:lnTo>
                <a:lnTo>
                  <a:pt x="46" y="183"/>
                </a:lnTo>
                <a:lnTo>
                  <a:pt x="45" y="183"/>
                </a:lnTo>
                <a:lnTo>
                  <a:pt x="46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50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5" y="185"/>
                </a:lnTo>
                <a:lnTo>
                  <a:pt x="55" y="186"/>
                </a:lnTo>
                <a:lnTo>
                  <a:pt x="55" y="187"/>
                </a:lnTo>
                <a:lnTo>
                  <a:pt x="56" y="186"/>
                </a:lnTo>
                <a:lnTo>
                  <a:pt x="57" y="186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3" y="189"/>
                </a:lnTo>
                <a:lnTo>
                  <a:pt x="64" y="189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9"/>
                </a:lnTo>
                <a:lnTo>
                  <a:pt x="68" y="190"/>
                </a:lnTo>
                <a:lnTo>
                  <a:pt x="68" y="191"/>
                </a:lnTo>
                <a:lnTo>
                  <a:pt x="69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5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2" y="204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4" y="205"/>
                </a:lnTo>
                <a:lnTo>
                  <a:pt x="84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7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8" y="206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2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9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200"/>
                </a:lnTo>
                <a:lnTo>
                  <a:pt x="102" y="199"/>
                </a:lnTo>
                <a:lnTo>
                  <a:pt x="101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4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9" y="196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1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2" y="208"/>
                </a:lnTo>
                <a:lnTo>
                  <a:pt x="121" y="208"/>
                </a:lnTo>
                <a:lnTo>
                  <a:pt x="122" y="208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2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4"/>
                </a:lnTo>
                <a:lnTo>
                  <a:pt x="147" y="223"/>
                </a:lnTo>
                <a:lnTo>
                  <a:pt x="148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50" y="219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1"/>
                </a:lnTo>
                <a:lnTo>
                  <a:pt x="162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4" y="216"/>
                </a:lnTo>
                <a:lnTo>
                  <a:pt x="163" y="215"/>
                </a:lnTo>
                <a:lnTo>
                  <a:pt x="164" y="215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7" y="211"/>
                </a:lnTo>
                <a:lnTo>
                  <a:pt x="169" y="210"/>
                </a:lnTo>
                <a:lnTo>
                  <a:pt x="170" y="209"/>
                </a:lnTo>
                <a:lnTo>
                  <a:pt x="173" y="207"/>
                </a:lnTo>
                <a:lnTo>
                  <a:pt x="174" y="206"/>
                </a:lnTo>
                <a:lnTo>
                  <a:pt x="175" y="204"/>
                </a:lnTo>
                <a:lnTo>
                  <a:pt x="177" y="202"/>
                </a:lnTo>
                <a:lnTo>
                  <a:pt x="178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9" y="197"/>
                </a:lnTo>
                <a:lnTo>
                  <a:pt x="179" y="196"/>
                </a:lnTo>
                <a:lnTo>
                  <a:pt x="179" y="195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1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5" y="188"/>
                </a:lnTo>
                <a:lnTo>
                  <a:pt x="185" y="187"/>
                </a:lnTo>
                <a:lnTo>
                  <a:pt x="186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5" y="169"/>
                </a:lnTo>
                <a:lnTo>
                  <a:pt x="196" y="168"/>
                </a:lnTo>
                <a:lnTo>
                  <a:pt x="197" y="167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9" y="165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58"/>
                </a:lnTo>
                <a:lnTo>
                  <a:pt x="199" y="158"/>
                </a:lnTo>
                <a:lnTo>
                  <a:pt x="198" y="158"/>
                </a:lnTo>
                <a:lnTo>
                  <a:pt x="197" y="157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6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5" y="150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7" y="148"/>
                </a:lnTo>
                <a:lnTo>
                  <a:pt x="197" y="147"/>
                </a:lnTo>
                <a:lnTo>
                  <a:pt x="196" y="146"/>
                </a:lnTo>
                <a:lnTo>
                  <a:pt x="197" y="146"/>
                </a:lnTo>
                <a:lnTo>
                  <a:pt x="198" y="146"/>
                </a:lnTo>
                <a:lnTo>
                  <a:pt x="198" y="145"/>
                </a:lnTo>
                <a:lnTo>
                  <a:pt x="199" y="144"/>
                </a:lnTo>
                <a:lnTo>
                  <a:pt x="200" y="144"/>
                </a:lnTo>
                <a:lnTo>
                  <a:pt x="200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200" y="140"/>
                </a:lnTo>
                <a:lnTo>
                  <a:pt x="201" y="140"/>
                </a:lnTo>
                <a:lnTo>
                  <a:pt x="201" y="139"/>
                </a:lnTo>
                <a:lnTo>
                  <a:pt x="202" y="139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39"/>
                </a:lnTo>
                <a:lnTo>
                  <a:pt x="206" y="140"/>
                </a:lnTo>
                <a:lnTo>
                  <a:pt x="207" y="140"/>
                </a:lnTo>
                <a:lnTo>
                  <a:pt x="208" y="141"/>
                </a:lnTo>
                <a:lnTo>
                  <a:pt x="209" y="141"/>
                </a:lnTo>
                <a:lnTo>
                  <a:pt x="210" y="140"/>
                </a:lnTo>
                <a:lnTo>
                  <a:pt x="210" y="141"/>
                </a:lnTo>
                <a:lnTo>
                  <a:pt x="211" y="141"/>
                </a:lnTo>
                <a:lnTo>
                  <a:pt x="211" y="142"/>
                </a:lnTo>
                <a:lnTo>
                  <a:pt x="212" y="143"/>
                </a:lnTo>
                <a:lnTo>
                  <a:pt x="213" y="143"/>
                </a:lnTo>
                <a:lnTo>
                  <a:pt x="213" y="142"/>
                </a:lnTo>
                <a:lnTo>
                  <a:pt x="214" y="142"/>
                </a:lnTo>
                <a:lnTo>
                  <a:pt x="214" y="141"/>
                </a:lnTo>
                <a:lnTo>
                  <a:pt x="216" y="139"/>
                </a:lnTo>
                <a:lnTo>
                  <a:pt x="216" y="138"/>
                </a:lnTo>
                <a:lnTo>
                  <a:pt x="217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0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3" y="145"/>
                </a:lnTo>
                <a:lnTo>
                  <a:pt x="233" y="144"/>
                </a:lnTo>
                <a:lnTo>
                  <a:pt x="234" y="144"/>
                </a:lnTo>
                <a:lnTo>
                  <a:pt x="234" y="143"/>
                </a:lnTo>
                <a:lnTo>
                  <a:pt x="235" y="143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7" y="140"/>
                </a:lnTo>
                <a:lnTo>
                  <a:pt x="238" y="140"/>
                </a:lnTo>
                <a:lnTo>
                  <a:pt x="238" y="139"/>
                </a:lnTo>
                <a:lnTo>
                  <a:pt x="239" y="138"/>
                </a:lnTo>
                <a:lnTo>
                  <a:pt x="240" y="138"/>
                </a:lnTo>
                <a:lnTo>
                  <a:pt x="241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39" y="132"/>
                </a:lnTo>
                <a:lnTo>
                  <a:pt x="239" y="131"/>
                </a:lnTo>
                <a:lnTo>
                  <a:pt x="239" y="130"/>
                </a:lnTo>
                <a:lnTo>
                  <a:pt x="240" y="130"/>
                </a:lnTo>
                <a:lnTo>
                  <a:pt x="240" y="129"/>
                </a:lnTo>
                <a:lnTo>
                  <a:pt x="239" y="129"/>
                </a:lnTo>
                <a:lnTo>
                  <a:pt x="239" y="127"/>
                </a:lnTo>
                <a:lnTo>
                  <a:pt x="240" y="126"/>
                </a:lnTo>
                <a:lnTo>
                  <a:pt x="240" y="125"/>
                </a:lnTo>
                <a:lnTo>
                  <a:pt x="241" y="126"/>
                </a:lnTo>
                <a:lnTo>
                  <a:pt x="242" y="126"/>
                </a:lnTo>
                <a:lnTo>
                  <a:pt x="244" y="126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9" y="120"/>
                </a:lnTo>
                <a:lnTo>
                  <a:pt x="250" y="120"/>
                </a:lnTo>
                <a:lnTo>
                  <a:pt x="250" y="119"/>
                </a:lnTo>
                <a:lnTo>
                  <a:pt x="250" y="118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4"/>
                </a:lnTo>
                <a:lnTo>
                  <a:pt x="246" y="113"/>
                </a:lnTo>
                <a:lnTo>
                  <a:pt x="246" y="112"/>
                </a:lnTo>
                <a:lnTo>
                  <a:pt x="246" y="113"/>
                </a:lnTo>
                <a:lnTo>
                  <a:pt x="247" y="113"/>
                </a:lnTo>
                <a:lnTo>
                  <a:pt x="247" y="112"/>
                </a:lnTo>
                <a:lnTo>
                  <a:pt x="248" y="112"/>
                </a:lnTo>
                <a:lnTo>
                  <a:pt x="248" y="110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51" y="107"/>
                </a:lnTo>
                <a:lnTo>
                  <a:pt x="252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2" y="100"/>
                </a:lnTo>
                <a:lnTo>
                  <a:pt x="252" y="101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1"/>
                </a:lnTo>
                <a:lnTo>
                  <a:pt x="248" y="100"/>
                </a:lnTo>
                <a:lnTo>
                  <a:pt x="247" y="99"/>
                </a:lnTo>
                <a:lnTo>
                  <a:pt x="248" y="99"/>
                </a:lnTo>
                <a:lnTo>
                  <a:pt x="249" y="98"/>
                </a:lnTo>
                <a:lnTo>
                  <a:pt x="250" y="98"/>
                </a:lnTo>
                <a:lnTo>
                  <a:pt x="251" y="98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4" y="97"/>
                </a:lnTo>
                <a:lnTo>
                  <a:pt x="254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5"/>
                </a:lnTo>
                <a:lnTo>
                  <a:pt x="257" y="94"/>
                </a:lnTo>
                <a:lnTo>
                  <a:pt x="258" y="94"/>
                </a:lnTo>
                <a:lnTo>
                  <a:pt x="258" y="93"/>
                </a:lnTo>
                <a:lnTo>
                  <a:pt x="259" y="92"/>
                </a:lnTo>
                <a:lnTo>
                  <a:pt x="260" y="92"/>
                </a:lnTo>
                <a:lnTo>
                  <a:pt x="260" y="91"/>
                </a:lnTo>
                <a:lnTo>
                  <a:pt x="261" y="91"/>
                </a:lnTo>
                <a:lnTo>
                  <a:pt x="262" y="90"/>
                </a:lnTo>
                <a:lnTo>
                  <a:pt x="262" y="89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7"/>
                </a:lnTo>
                <a:lnTo>
                  <a:pt x="259" y="86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1" y="85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5" y="81"/>
                </a:lnTo>
                <a:lnTo>
                  <a:pt x="265" y="80"/>
                </a:lnTo>
                <a:lnTo>
                  <a:pt x="264" y="80"/>
                </a:lnTo>
                <a:lnTo>
                  <a:pt x="264" y="79"/>
                </a:lnTo>
                <a:lnTo>
                  <a:pt x="265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4" y="77"/>
                </a:lnTo>
                <a:lnTo>
                  <a:pt x="263" y="77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4" y="74"/>
                </a:lnTo>
                <a:lnTo>
                  <a:pt x="265" y="73"/>
                </a:lnTo>
                <a:lnTo>
                  <a:pt x="266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2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7" y="71"/>
                </a:lnTo>
                <a:lnTo>
                  <a:pt x="276" y="70"/>
                </a:lnTo>
                <a:lnTo>
                  <a:pt x="276" y="69"/>
                </a:lnTo>
                <a:lnTo>
                  <a:pt x="277" y="68"/>
                </a:lnTo>
                <a:lnTo>
                  <a:pt x="278" y="68"/>
                </a:lnTo>
                <a:lnTo>
                  <a:pt x="278" y="69"/>
                </a:lnTo>
                <a:lnTo>
                  <a:pt x="279" y="69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6"/>
                </a:lnTo>
                <a:lnTo>
                  <a:pt x="281" y="65"/>
                </a:lnTo>
                <a:lnTo>
                  <a:pt x="280" y="65"/>
                </a:lnTo>
                <a:lnTo>
                  <a:pt x="280" y="64"/>
                </a:lnTo>
                <a:lnTo>
                  <a:pt x="281" y="63"/>
                </a:lnTo>
                <a:lnTo>
                  <a:pt x="281" y="62"/>
                </a:lnTo>
                <a:lnTo>
                  <a:pt x="282" y="62"/>
                </a:lnTo>
                <a:lnTo>
                  <a:pt x="283" y="62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8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8"/>
                </a:lnTo>
                <a:lnTo>
                  <a:pt x="291" y="57"/>
                </a:lnTo>
                <a:lnTo>
                  <a:pt x="292" y="57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3" y="54"/>
                </a:lnTo>
                <a:lnTo>
                  <a:pt x="292" y="54"/>
                </a:lnTo>
                <a:lnTo>
                  <a:pt x="292" y="53"/>
                </a:lnTo>
                <a:lnTo>
                  <a:pt x="292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2" y="48"/>
                </a:lnTo>
                <a:lnTo>
                  <a:pt x="293" y="47"/>
                </a:lnTo>
                <a:lnTo>
                  <a:pt x="292" y="46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5"/>
                </a:lnTo>
                <a:lnTo>
                  <a:pt x="288" y="44"/>
                </a:lnTo>
                <a:lnTo>
                  <a:pt x="287" y="44"/>
                </a:lnTo>
                <a:lnTo>
                  <a:pt x="286" y="44"/>
                </a:lnTo>
                <a:lnTo>
                  <a:pt x="286" y="43"/>
                </a:lnTo>
                <a:lnTo>
                  <a:pt x="287" y="42"/>
                </a:lnTo>
                <a:lnTo>
                  <a:pt x="287" y="41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2" y="40"/>
                </a:lnTo>
                <a:lnTo>
                  <a:pt x="281" y="40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1" y="31"/>
                </a:lnTo>
                <a:lnTo>
                  <a:pt x="271" y="30"/>
                </a:lnTo>
                <a:lnTo>
                  <a:pt x="270" y="30"/>
                </a:lnTo>
                <a:lnTo>
                  <a:pt x="271" y="30"/>
                </a:lnTo>
                <a:lnTo>
                  <a:pt x="271" y="29"/>
                </a:lnTo>
                <a:lnTo>
                  <a:pt x="271" y="28"/>
                </a:lnTo>
                <a:lnTo>
                  <a:pt x="270" y="27"/>
                </a:lnTo>
                <a:lnTo>
                  <a:pt x="270" y="26"/>
                </a:lnTo>
                <a:lnTo>
                  <a:pt x="269" y="25"/>
                </a:lnTo>
                <a:lnTo>
                  <a:pt x="269" y="24"/>
                </a:lnTo>
                <a:lnTo>
                  <a:pt x="270" y="24"/>
                </a:lnTo>
                <a:lnTo>
                  <a:pt x="271" y="24"/>
                </a:lnTo>
                <a:lnTo>
                  <a:pt x="271" y="23"/>
                </a:lnTo>
                <a:lnTo>
                  <a:pt x="272" y="23"/>
                </a:lnTo>
                <a:lnTo>
                  <a:pt x="273" y="22"/>
                </a:lnTo>
                <a:lnTo>
                  <a:pt x="274" y="23"/>
                </a:lnTo>
                <a:lnTo>
                  <a:pt x="275" y="23"/>
                </a:lnTo>
                <a:lnTo>
                  <a:pt x="275" y="24"/>
                </a:lnTo>
                <a:lnTo>
                  <a:pt x="276" y="24"/>
                </a:lnTo>
                <a:lnTo>
                  <a:pt x="277" y="25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8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6" y="19"/>
                </a:lnTo>
                <a:lnTo>
                  <a:pt x="277" y="19"/>
                </a:lnTo>
                <a:lnTo>
                  <a:pt x="278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5"/>
                </a:lnTo>
                <a:lnTo>
                  <a:pt x="284" y="14"/>
                </a:lnTo>
                <a:lnTo>
                  <a:pt x="285" y="14"/>
                </a:lnTo>
                <a:lnTo>
                  <a:pt x="286" y="13"/>
                </a:lnTo>
                <a:lnTo>
                  <a:pt x="286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8"/>
                </a:lnTo>
                <a:lnTo>
                  <a:pt x="282" y="7"/>
                </a:lnTo>
                <a:lnTo>
                  <a:pt x="282" y="6"/>
                </a:lnTo>
                <a:lnTo>
                  <a:pt x="280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3888360" y="162576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4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2" y="14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4"/>
                </a:lnTo>
                <a:lnTo>
                  <a:pt x="517" y="14"/>
                </a:lnTo>
                <a:lnTo>
                  <a:pt x="518" y="14"/>
                </a:lnTo>
                <a:lnTo>
                  <a:pt x="519" y="15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6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1" y="26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9"/>
                </a:lnTo>
                <a:lnTo>
                  <a:pt x="522" y="29"/>
                </a:lnTo>
                <a:lnTo>
                  <a:pt x="522" y="30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0" y="40"/>
                </a:lnTo>
                <a:lnTo>
                  <a:pt x="521" y="39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4" y="41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7"/>
                </a:lnTo>
                <a:lnTo>
                  <a:pt x="524" y="48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6" y="53"/>
                </a:lnTo>
                <a:lnTo>
                  <a:pt x="527" y="53"/>
                </a:lnTo>
                <a:lnTo>
                  <a:pt x="528" y="54"/>
                </a:lnTo>
                <a:lnTo>
                  <a:pt x="529" y="54"/>
                </a:lnTo>
                <a:lnTo>
                  <a:pt x="529" y="53"/>
                </a:lnTo>
                <a:lnTo>
                  <a:pt x="530" y="52"/>
                </a:lnTo>
                <a:lnTo>
                  <a:pt x="531" y="52"/>
                </a:lnTo>
                <a:lnTo>
                  <a:pt x="531" y="51"/>
                </a:lnTo>
                <a:lnTo>
                  <a:pt x="532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7"/>
                </a:lnTo>
                <a:lnTo>
                  <a:pt x="537" y="58"/>
                </a:lnTo>
                <a:lnTo>
                  <a:pt x="539" y="59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8" y="59"/>
                </a:lnTo>
                <a:lnTo>
                  <a:pt x="549" y="58"/>
                </a:lnTo>
                <a:lnTo>
                  <a:pt x="549" y="57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2"/>
                </a:lnTo>
                <a:lnTo>
                  <a:pt x="565" y="61"/>
                </a:lnTo>
                <a:lnTo>
                  <a:pt x="565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7" y="64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6" y="66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5" y="66"/>
                </a:lnTo>
                <a:lnTo>
                  <a:pt x="606" y="66"/>
                </a:lnTo>
                <a:lnTo>
                  <a:pt x="607" y="66"/>
                </a:lnTo>
                <a:lnTo>
                  <a:pt x="608" y="67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5" y="76"/>
                </a:lnTo>
                <a:lnTo>
                  <a:pt x="614" y="76"/>
                </a:lnTo>
                <a:lnTo>
                  <a:pt x="614" y="78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6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3" y="96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100"/>
                </a:lnTo>
                <a:lnTo>
                  <a:pt x="635" y="100"/>
                </a:lnTo>
                <a:lnTo>
                  <a:pt x="636" y="101"/>
                </a:lnTo>
                <a:lnTo>
                  <a:pt x="638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5" y="102"/>
                </a:lnTo>
                <a:lnTo>
                  <a:pt x="635" y="103"/>
                </a:lnTo>
                <a:lnTo>
                  <a:pt x="634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4"/>
                </a:lnTo>
                <a:lnTo>
                  <a:pt x="631" y="104"/>
                </a:lnTo>
                <a:lnTo>
                  <a:pt x="630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2"/>
                </a:lnTo>
                <a:lnTo>
                  <a:pt x="628" y="102"/>
                </a:lnTo>
                <a:lnTo>
                  <a:pt x="628" y="103"/>
                </a:lnTo>
                <a:lnTo>
                  <a:pt x="627" y="103"/>
                </a:lnTo>
                <a:lnTo>
                  <a:pt x="626" y="104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9" y="113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3" y="123"/>
                </a:lnTo>
                <a:lnTo>
                  <a:pt x="633" y="124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2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3"/>
                </a:lnTo>
                <a:lnTo>
                  <a:pt x="633" y="133"/>
                </a:lnTo>
                <a:lnTo>
                  <a:pt x="633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4" y="148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1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4"/>
                </a:lnTo>
                <a:lnTo>
                  <a:pt x="631" y="154"/>
                </a:lnTo>
                <a:lnTo>
                  <a:pt x="632" y="154"/>
                </a:lnTo>
                <a:lnTo>
                  <a:pt x="632" y="155"/>
                </a:lnTo>
                <a:lnTo>
                  <a:pt x="633" y="156"/>
                </a:lnTo>
                <a:lnTo>
                  <a:pt x="634" y="156"/>
                </a:lnTo>
                <a:lnTo>
                  <a:pt x="634" y="157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4" y="161"/>
                </a:lnTo>
                <a:lnTo>
                  <a:pt x="645" y="161"/>
                </a:lnTo>
                <a:lnTo>
                  <a:pt x="645" y="162"/>
                </a:lnTo>
                <a:lnTo>
                  <a:pt x="646" y="163"/>
                </a:lnTo>
                <a:lnTo>
                  <a:pt x="647" y="164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6" y="170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4"/>
                </a:lnTo>
                <a:lnTo>
                  <a:pt x="684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5"/>
                </a:lnTo>
                <a:lnTo>
                  <a:pt x="706" y="174"/>
                </a:lnTo>
                <a:lnTo>
                  <a:pt x="707" y="174"/>
                </a:lnTo>
                <a:lnTo>
                  <a:pt x="708" y="173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4"/>
                </a:lnTo>
                <a:lnTo>
                  <a:pt x="724" y="152"/>
                </a:lnTo>
                <a:lnTo>
                  <a:pt x="725" y="152"/>
                </a:lnTo>
                <a:lnTo>
                  <a:pt x="724" y="152"/>
                </a:lnTo>
                <a:lnTo>
                  <a:pt x="724" y="151"/>
                </a:lnTo>
                <a:lnTo>
                  <a:pt x="725" y="151"/>
                </a:lnTo>
                <a:lnTo>
                  <a:pt x="725" y="150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6" y="147"/>
                </a:lnTo>
                <a:lnTo>
                  <a:pt x="726" y="146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8" y="142"/>
                </a:lnTo>
                <a:lnTo>
                  <a:pt x="729" y="143"/>
                </a:lnTo>
                <a:lnTo>
                  <a:pt x="730" y="142"/>
                </a:lnTo>
                <a:lnTo>
                  <a:pt x="731" y="143"/>
                </a:lnTo>
                <a:lnTo>
                  <a:pt x="733" y="144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4" y="150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40" y="161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1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69" y="152"/>
                </a:lnTo>
                <a:lnTo>
                  <a:pt x="770" y="152"/>
                </a:lnTo>
                <a:lnTo>
                  <a:pt x="771" y="153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2"/>
                </a:lnTo>
                <a:lnTo>
                  <a:pt x="776" y="151"/>
                </a:lnTo>
                <a:lnTo>
                  <a:pt x="777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3"/>
                </a:lnTo>
                <a:lnTo>
                  <a:pt x="785" y="154"/>
                </a:lnTo>
                <a:lnTo>
                  <a:pt x="786" y="154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3" y="166"/>
                </a:lnTo>
                <a:lnTo>
                  <a:pt x="794" y="166"/>
                </a:lnTo>
                <a:lnTo>
                  <a:pt x="795" y="165"/>
                </a:lnTo>
                <a:lnTo>
                  <a:pt x="795" y="166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7" y="168"/>
                </a:lnTo>
                <a:lnTo>
                  <a:pt x="807" y="169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70"/>
                </a:lnTo>
                <a:lnTo>
                  <a:pt x="813" y="170"/>
                </a:lnTo>
                <a:lnTo>
                  <a:pt x="813" y="171"/>
                </a:lnTo>
                <a:lnTo>
                  <a:pt x="814" y="172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0" y="169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8" y="168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6" y="163"/>
                </a:lnTo>
                <a:lnTo>
                  <a:pt x="847" y="163"/>
                </a:lnTo>
                <a:lnTo>
                  <a:pt x="849" y="163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6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89" y="194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7"/>
                </a:lnTo>
                <a:lnTo>
                  <a:pt x="895" y="196"/>
                </a:lnTo>
                <a:lnTo>
                  <a:pt x="894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4" y="182"/>
                </a:lnTo>
                <a:lnTo>
                  <a:pt x="905" y="182"/>
                </a:lnTo>
                <a:lnTo>
                  <a:pt x="905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1" y="194"/>
                </a:lnTo>
                <a:lnTo>
                  <a:pt x="910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7"/>
                </a:lnTo>
                <a:lnTo>
                  <a:pt x="922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7"/>
                </a:lnTo>
                <a:lnTo>
                  <a:pt x="927" y="196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1"/>
                </a:lnTo>
                <a:lnTo>
                  <a:pt x="933" y="202"/>
                </a:lnTo>
                <a:lnTo>
                  <a:pt x="933" y="203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8"/>
                </a:lnTo>
                <a:lnTo>
                  <a:pt x="941" y="209"/>
                </a:lnTo>
                <a:lnTo>
                  <a:pt x="941" y="210"/>
                </a:lnTo>
                <a:lnTo>
                  <a:pt x="942" y="210"/>
                </a:lnTo>
                <a:lnTo>
                  <a:pt x="942" y="211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7"/>
                </a:lnTo>
                <a:lnTo>
                  <a:pt x="952" y="217"/>
                </a:lnTo>
                <a:lnTo>
                  <a:pt x="952" y="218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1" y="216"/>
                </a:lnTo>
                <a:lnTo>
                  <a:pt x="972" y="216"/>
                </a:lnTo>
                <a:lnTo>
                  <a:pt x="973" y="216"/>
                </a:lnTo>
                <a:lnTo>
                  <a:pt x="973" y="215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6" y="213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999" y="218"/>
                </a:lnTo>
                <a:lnTo>
                  <a:pt x="998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5" y="223"/>
                </a:lnTo>
                <a:lnTo>
                  <a:pt x="997" y="223"/>
                </a:lnTo>
                <a:lnTo>
                  <a:pt x="997" y="224"/>
                </a:lnTo>
                <a:lnTo>
                  <a:pt x="997" y="225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999" y="228"/>
                </a:lnTo>
                <a:lnTo>
                  <a:pt x="1000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0" y="231"/>
                </a:lnTo>
                <a:lnTo>
                  <a:pt x="999" y="231"/>
                </a:lnTo>
                <a:lnTo>
                  <a:pt x="999" y="232"/>
                </a:lnTo>
                <a:lnTo>
                  <a:pt x="998" y="232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1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1" y="240"/>
                </a:lnTo>
                <a:lnTo>
                  <a:pt x="990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5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6" y="266"/>
                </a:lnTo>
                <a:lnTo>
                  <a:pt x="1007" y="266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7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0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2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5"/>
                </a:lnTo>
                <a:lnTo>
                  <a:pt x="993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6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9"/>
                </a:lnTo>
                <a:lnTo>
                  <a:pt x="979" y="290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8" y="293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5" y="302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4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8" y="321"/>
                </a:lnTo>
                <a:lnTo>
                  <a:pt x="967" y="321"/>
                </a:lnTo>
                <a:lnTo>
                  <a:pt x="966" y="322"/>
                </a:lnTo>
                <a:lnTo>
                  <a:pt x="966" y="323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2" y="337"/>
                </a:lnTo>
                <a:lnTo>
                  <a:pt x="961" y="338"/>
                </a:lnTo>
                <a:lnTo>
                  <a:pt x="960" y="338"/>
                </a:lnTo>
                <a:lnTo>
                  <a:pt x="960" y="339"/>
                </a:lnTo>
                <a:lnTo>
                  <a:pt x="959" y="342"/>
                </a:lnTo>
                <a:lnTo>
                  <a:pt x="957" y="342"/>
                </a:lnTo>
                <a:lnTo>
                  <a:pt x="956" y="342"/>
                </a:lnTo>
                <a:lnTo>
                  <a:pt x="955" y="341"/>
                </a:lnTo>
                <a:lnTo>
                  <a:pt x="955" y="342"/>
                </a:lnTo>
                <a:lnTo>
                  <a:pt x="954" y="343"/>
                </a:lnTo>
                <a:lnTo>
                  <a:pt x="954" y="345"/>
                </a:lnTo>
                <a:lnTo>
                  <a:pt x="955" y="345"/>
                </a:lnTo>
                <a:lnTo>
                  <a:pt x="955" y="346"/>
                </a:lnTo>
                <a:lnTo>
                  <a:pt x="954" y="346"/>
                </a:lnTo>
                <a:lnTo>
                  <a:pt x="954" y="347"/>
                </a:lnTo>
                <a:lnTo>
                  <a:pt x="954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9" y="351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7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3"/>
                </a:lnTo>
                <a:lnTo>
                  <a:pt x="912" y="364"/>
                </a:lnTo>
                <a:lnTo>
                  <a:pt x="911" y="364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0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4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6" y="425"/>
                </a:lnTo>
                <a:lnTo>
                  <a:pt x="885" y="426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0" y="431"/>
                </a:lnTo>
                <a:lnTo>
                  <a:pt x="880" y="430"/>
                </a:lnTo>
                <a:lnTo>
                  <a:pt x="880" y="431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5" y="439"/>
                </a:lnTo>
                <a:lnTo>
                  <a:pt x="864" y="438"/>
                </a:lnTo>
                <a:lnTo>
                  <a:pt x="864" y="439"/>
                </a:lnTo>
                <a:lnTo>
                  <a:pt x="863" y="439"/>
                </a:lnTo>
                <a:lnTo>
                  <a:pt x="862" y="440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40"/>
                </a:lnTo>
                <a:lnTo>
                  <a:pt x="857" y="439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1" y="441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4" y="435"/>
                </a:lnTo>
                <a:lnTo>
                  <a:pt x="843" y="435"/>
                </a:lnTo>
                <a:lnTo>
                  <a:pt x="843" y="436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7" y="420"/>
                </a:lnTo>
                <a:lnTo>
                  <a:pt x="836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8" y="416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7"/>
                </a:lnTo>
                <a:lnTo>
                  <a:pt x="816" y="418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5" y="418"/>
                </a:lnTo>
                <a:lnTo>
                  <a:pt x="815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3" y="421"/>
                </a:lnTo>
                <a:lnTo>
                  <a:pt x="804" y="421"/>
                </a:lnTo>
                <a:lnTo>
                  <a:pt x="804" y="422"/>
                </a:lnTo>
                <a:lnTo>
                  <a:pt x="805" y="422"/>
                </a:lnTo>
                <a:lnTo>
                  <a:pt x="804" y="423"/>
                </a:lnTo>
                <a:lnTo>
                  <a:pt x="804" y="424"/>
                </a:lnTo>
                <a:lnTo>
                  <a:pt x="804" y="423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0" y="420"/>
                </a:lnTo>
                <a:lnTo>
                  <a:pt x="800" y="421"/>
                </a:lnTo>
                <a:lnTo>
                  <a:pt x="799" y="422"/>
                </a:lnTo>
                <a:lnTo>
                  <a:pt x="798" y="422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9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6" y="417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4" y="411"/>
                </a:lnTo>
                <a:lnTo>
                  <a:pt x="794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0" y="412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9" y="411"/>
                </a:lnTo>
                <a:lnTo>
                  <a:pt x="788" y="411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8"/>
                </a:lnTo>
                <a:lnTo>
                  <a:pt x="784" y="407"/>
                </a:lnTo>
                <a:lnTo>
                  <a:pt x="783" y="407"/>
                </a:lnTo>
                <a:lnTo>
                  <a:pt x="783" y="406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7" y="405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1" y="401"/>
                </a:lnTo>
                <a:lnTo>
                  <a:pt x="770" y="401"/>
                </a:lnTo>
                <a:lnTo>
                  <a:pt x="769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6" y="402"/>
                </a:lnTo>
                <a:lnTo>
                  <a:pt x="765" y="402"/>
                </a:lnTo>
                <a:lnTo>
                  <a:pt x="764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2" y="398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9"/>
                </a:lnTo>
                <a:lnTo>
                  <a:pt x="761" y="399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8" y="401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7" y="408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3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3" y="416"/>
                </a:lnTo>
                <a:lnTo>
                  <a:pt x="751" y="416"/>
                </a:lnTo>
                <a:lnTo>
                  <a:pt x="751" y="417"/>
                </a:lnTo>
                <a:lnTo>
                  <a:pt x="749" y="417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4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2" y="424"/>
                </a:lnTo>
                <a:lnTo>
                  <a:pt x="742" y="425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8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0" y="430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6"/>
                </a:lnTo>
                <a:lnTo>
                  <a:pt x="749" y="436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1" y="439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4" y="440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4" y="446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3" y="449"/>
                </a:lnTo>
                <a:lnTo>
                  <a:pt x="754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9"/>
                </a:lnTo>
                <a:lnTo>
                  <a:pt x="751" y="458"/>
                </a:lnTo>
                <a:lnTo>
                  <a:pt x="750" y="457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4" y="461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9"/>
                </a:lnTo>
                <a:lnTo>
                  <a:pt x="740" y="469"/>
                </a:lnTo>
                <a:lnTo>
                  <a:pt x="740" y="470"/>
                </a:lnTo>
                <a:lnTo>
                  <a:pt x="740" y="471"/>
                </a:lnTo>
                <a:lnTo>
                  <a:pt x="739" y="470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4"/>
                </a:lnTo>
                <a:lnTo>
                  <a:pt x="736" y="473"/>
                </a:lnTo>
                <a:lnTo>
                  <a:pt x="735" y="472"/>
                </a:lnTo>
                <a:lnTo>
                  <a:pt x="735" y="473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5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8" y="476"/>
                </a:lnTo>
                <a:lnTo>
                  <a:pt x="728" y="475"/>
                </a:lnTo>
                <a:lnTo>
                  <a:pt x="727" y="475"/>
                </a:lnTo>
                <a:lnTo>
                  <a:pt x="727" y="474"/>
                </a:lnTo>
                <a:lnTo>
                  <a:pt x="726" y="475"/>
                </a:lnTo>
                <a:lnTo>
                  <a:pt x="726" y="476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4"/>
                </a:lnTo>
                <a:lnTo>
                  <a:pt x="718" y="484"/>
                </a:lnTo>
                <a:lnTo>
                  <a:pt x="719" y="483"/>
                </a:lnTo>
                <a:lnTo>
                  <a:pt x="718" y="482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8"/>
                </a:lnTo>
                <a:lnTo>
                  <a:pt x="715" y="490"/>
                </a:lnTo>
                <a:lnTo>
                  <a:pt x="716" y="490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7"/>
                </a:lnTo>
                <a:lnTo>
                  <a:pt x="719" y="498"/>
                </a:lnTo>
                <a:lnTo>
                  <a:pt x="719" y="499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4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4" y="502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1" y="516"/>
                </a:lnTo>
                <a:lnTo>
                  <a:pt x="732" y="516"/>
                </a:lnTo>
                <a:lnTo>
                  <a:pt x="733" y="516"/>
                </a:lnTo>
                <a:lnTo>
                  <a:pt x="734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8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7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4" y="519"/>
                </a:lnTo>
                <a:lnTo>
                  <a:pt x="744" y="518"/>
                </a:lnTo>
                <a:lnTo>
                  <a:pt x="745" y="518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9"/>
                </a:lnTo>
                <a:lnTo>
                  <a:pt x="748" y="519"/>
                </a:lnTo>
                <a:lnTo>
                  <a:pt x="749" y="519"/>
                </a:lnTo>
                <a:lnTo>
                  <a:pt x="750" y="518"/>
                </a:lnTo>
                <a:lnTo>
                  <a:pt x="749" y="518"/>
                </a:lnTo>
                <a:lnTo>
                  <a:pt x="748" y="517"/>
                </a:lnTo>
                <a:lnTo>
                  <a:pt x="749" y="516"/>
                </a:lnTo>
                <a:lnTo>
                  <a:pt x="750" y="517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2" y="520"/>
                </a:lnTo>
                <a:lnTo>
                  <a:pt x="753" y="520"/>
                </a:lnTo>
                <a:lnTo>
                  <a:pt x="753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5"/>
                </a:lnTo>
                <a:lnTo>
                  <a:pt x="754" y="526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5" y="531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6" y="532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5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7" y="539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6"/>
                </a:lnTo>
                <a:lnTo>
                  <a:pt x="758" y="546"/>
                </a:lnTo>
                <a:lnTo>
                  <a:pt x="759" y="546"/>
                </a:lnTo>
                <a:lnTo>
                  <a:pt x="759" y="547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2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9"/>
                </a:lnTo>
                <a:lnTo>
                  <a:pt x="778" y="549"/>
                </a:lnTo>
                <a:lnTo>
                  <a:pt x="778" y="548"/>
                </a:lnTo>
                <a:lnTo>
                  <a:pt x="777" y="548"/>
                </a:lnTo>
                <a:lnTo>
                  <a:pt x="776" y="548"/>
                </a:lnTo>
                <a:lnTo>
                  <a:pt x="776" y="547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50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2"/>
                </a:lnTo>
                <a:lnTo>
                  <a:pt x="783" y="553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4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8" y="555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8" y="579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0" y="592"/>
                </a:lnTo>
                <a:lnTo>
                  <a:pt x="811" y="592"/>
                </a:lnTo>
                <a:lnTo>
                  <a:pt x="812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3" y="592"/>
                </a:lnTo>
                <a:lnTo>
                  <a:pt x="802" y="591"/>
                </a:lnTo>
                <a:lnTo>
                  <a:pt x="802" y="590"/>
                </a:lnTo>
                <a:lnTo>
                  <a:pt x="801" y="590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2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7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1" y="575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1"/>
                </a:lnTo>
                <a:lnTo>
                  <a:pt x="777" y="570"/>
                </a:lnTo>
                <a:lnTo>
                  <a:pt x="776" y="569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4" y="575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2"/>
                </a:lnTo>
                <a:lnTo>
                  <a:pt x="769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6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2" y="586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7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7"/>
                </a:lnTo>
                <a:lnTo>
                  <a:pt x="752" y="586"/>
                </a:lnTo>
                <a:lnTo>
                  <a:pt x="751" y="587"/>
                </a:lnTo>
                <a:lnTo>
                  <a:pt x="751" y="589"/>
                </a:lnTo>
                <a:lnTo>
                  <a:pt x="751" y="590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5" y="600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6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5" y="621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6" y="631"/>
                </a:lnTo>
                <a:lnTo>
                  <a:pt x="767" y="631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5"/>
                </a:lnTo>
                <a:lnTo>
                  <a:pt x="770" y="635"/>
                </a:lnTo>
                <a:lnTo>
                  <a:pt x="770" y="634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3" y="631"/>
                </a:lnTo>
                <a:lnTo>
                  <a:pt x="794" y="631"/>
                </a:lnTo>
                <a:lnTo>
                  <a:pt x="795" y="631"/>
                </a:lnTo>
                <a:lnTo>
                  <a:pt x="795" y="632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2" y="638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6" y="647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8" y="672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3" y="670"/>
                </a:lnTo>
                <a:lnTo>
                  <a:pt x="792" y="670"/>
                </a:lnTo>
                <a:lnTo>
                  <a:pt x="790" y="670"/>
                </a:lnTo>
                <a:lnTo>
                  <a:pt x="789" y="670"/>
                </a:lnTo>
                <a:lnTo>
                  <a:pt x="788" y="669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5" y="670"/>
                </a:lnTo>
                <a:lnTo>
                  <a:pt x="784" y="670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8" y="672"/>
                </a:lnTo>
                <a:lnTo>
                  <a:pt x="777" y="673"/>
                </a:lnTo>
                <a:lnTo>
                  <a:pt x="774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2" y="677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80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5" y="682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6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1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1" y="671"/>
                </a:lnTo>
                <a:lnTo>
                  <a:pt x="730" y="671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5" y="671"/>
                </a:lnTo>
                <a:lnTo>
                  <a:pt x="724" y="671"/>
                </a:lnTo>
                <a:lnTo>
                  <a:pt x="724" y="672"/>
                </a:lnTo>
                <a:lnTo>
                  <a:pt x="725" y="672"/>
                </a:lnTo>
                <a:lnTo>
                  <a:pt x="724" y="672"/>
                </a:lnTo>
                <a:lnTo>
                  <a:pt x="724" y="673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3"/>
                </a:lnTo>
                <a:lnTo>
                  <a:pt x="720" y="673"/>
                </a:lnTo>
                <a:lnTo>
                  <a:pt x="720" y="674"/>
                </a:lnTo>
                <a:lnTo>
                  <a:pt x="720" y="675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6"/>
                </a:lnTo>
                <a:lnTo>
                  <a:pt x="714" y="666"/>
                </a:lnTo>
                <a:lnTo>
                  <a:pt x="713" y="666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2" y="665"/>
                </a:lnTo>
                <a:lnTo>
                  <a:pt x="711" y="665"/>
                </a:lnTo>
                <a:lnTo>
                  <a:pt x="710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3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7" y="648"/>
                </a:lnTo>
                <a:lnTo>
                  <a:pt x="706" y="648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3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9"/>
                </a:lnTo>
                <a:lnTo>
                  <a:pt x="696" y="638"/>
                </a:lnTo>
                <a:lnTo>
                  <a:pt x="695" y="638"/>
                </a:lnTo>
                <a:lnTo>
                  <a:pt x="694" y="638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6"/>
                </a:lnTo>
                <a:lnTo>
                  <a:pt x="685" y="647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1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6" y="658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7" y="661"/>
                </a:lnTo>
                <a:lnTo>
                  <a:pt x="657" y="662"/>
                </a:lnTo>
                <a:lnTo>
                  <a:pt x="656" y="662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3" y="662"/>
                </a:lnTo>
                <a:lnTo>
                  <a:pt x="652" y="662"/>
                </a:lnTo>
                <a:lnTo>
                  <a:pt x="652" y="663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3" y="658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2"/>
                </a:lnTo>
                <a:lnTo>
                  <a:pt x="633" y="642"/>
                </a:lnTo>
                <a:lnTo>
                  <a:pt x="634" y="640"/>
                </a:lnTo>
                <a:lnTo>
                  <a:pt x="634" y="641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30"/>
                </a:lnTo>
                <a:lnTo>
                  <a:pt x="637" y="630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6"/>
                </a:lnTo>
                <a:lnTo>
                  <a:pt x="639" y="625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7"/>
                </a:lnTo>
                <a:lnTo>
                  <a:pt x="634" y="616"/>
                </a:lnTo>
                <a:lnTo>
                  <a:pt x="634" y="615"/>
                </a:lnTo>
                <a:lnTo>
                  <a:pt x="634" y="614"/>
                </a:lnTo>
                <a:lnTo>
                  <a:pt x="633" y="613"/>
                </a:lnTo>
                <a:lnTo>
                  <a:pt x="632" y="613"/>
                </a:lnTo>
                <a:lnTo>
                  <a:pt x="632" y="612"/>
                </a:lnTo>
                <a:lnTo>
                  <a:pt x="631" y="612"/>
                </a:lnTo>
                <a:lnTo>
                  <a:pt x="631" y="613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5"/>
                </a:lnTo>
                <a:lnTo>
                  <a:pt x="627" y="615"/>
                </a:lnTo>
                <a:lnTo>
                  <a:pt x="626" y="616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1"/>
                </a:lnTo>
                <a:lnTo>
                  <a:pt x="624" y="610"/>
                </a:lnTo>
                <a:lnTo>
                  <a:pt x="623" y="609"/>
                </a:lnTo>
                <a:lnTo>
                  <a:pt x="623" y="608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2" y="581"/>
                </a:lnTo>
                <a:lnTo>
                  <a:pt x="631" y="581"/>
                </a:lnTo>
                <a:lnTo>
                  <a:pt x="630" y="581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4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9" y="585"/>
                </a:lnTo>
                <a:lnTo>
                  <a:pt x="608" y="585"/>
                </a:lnTo>
                <a:lnTo>
                  <a:pt x="607" y="585"/>
                </a:lnTo>
                <a:lnTo>
                  <a:pt x="606" y="585"/>
                </a:lnTo>
                <a:lnTo>
                  <a:pt x="606" y="584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1" y="582"/>
                </a:lnTo>
                <a:lnTo>
                  <a:pt x="590" y="583"/>
                </a:lnTo>
                <a:lnTo>
                  <a:pt x="589" y="584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9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3" y="589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1" y="593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2" y="598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8" y="616"/>
                </a:lnTo>
                <a:lnTo>
                  <a:pt x="587" y="616"/>
                </a:lnTo>
                <a:lnTo>
                  <a:pt x="586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5" y="624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4" y="627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6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3"/>
                </a:lnTo>
                <a:lnTo>
                  <a:pt x="552" y="633"/>
                </a:lnTo>
                <a:lnTo>
                  <a:pt x="552" y="634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1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5"/>
                </a:lnTo>
                <a:lnTo>
                  <a:pt x="551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3" y="645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4" y="650"/>
                </a:lnTo>
                <a:lnTo>
                  <a:pt x="555" y="650"/>
                </a:lnTo>
                <a:lnTo>
                  <a:pt x="555" y="651"/>
                </a:lnTo>
                <a:lnTo>
                  <a:pt x="557" y="651"/>
                </a:lnTo>
                <a:lnTo>
                  <a:pt x="557" y="650"/>
                </a:lnTo>
                <a:lnTo>
                  <a:pt x="558" y="650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9" y="652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2"/>
                </a:lnTo>
                <a:lnTo>
                  <a:pt x="554" y="663"/>
                </a:lnTo>
                <a:lnTo>
                  <a:pt x="555" y="663"/>
                </a:lnTo>
                <a:lnTo>
                  <a:pt x="554" y="664"/>
                </a:lnTo>
                <a:lnTo>
                  <a:pt x="554" y="666"/>
                </a:lnTo>
                <a:lnTo>
                  <a:pt x="553" y="668"/>
                </a:lnTo>
                <a:lnTo>
                  <a:pt x="552" y="668"/>
                </a:lnTo>
                <a:lnTo>
                  <a:pt x="551" y="669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50" y="672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4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3" y="676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3" y="692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9" y="692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8" y="695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1" y="707"/>
                </a:lnTo>
                <a:lnTo>
                  <a:pt x="520" y="707"/>
                </a:lnTo>
                <a:lnTo>
                  <a:pt x="519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6" y="709"/>
                </a:lnTo>
                <a:lnTo>
                  <a:pt x="515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2"/>
                </a:lnTo>
                <a:lnTo>
                  <a:pt x="507" y="712"/>
                </a:lnTo>
                <a:lnTo>
                  <a:pt x="507" y="711"/>
                </a:lnTo>
                <a:lnTo>
                  <a:pt x="506" y="711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1" y="714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2"/>
                </a:lnTo>
                <a:lnTo>
                  <a:pt x="499" y="742"/>
                </a:lnTo>
                <a:lnTo>
                  <a:pt x="499" y="743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8" y="747"/>
                </a:lnTo>
                <a:lnTo>
                  <a:pt x="498" y="748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3"/>
                </a:lnTo>
                <a:lnTo>
                  <a:pt x="503" y="764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1" y="791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1" y="793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5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2"/>
                </a:lnTo>
                <a:lnTo>
                  <a:pt x="511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8" y="813"/>
                </a:lnTo>
                <a:lnTo>
                  <a:pt x="509" y="813"/>
                </a:lnTo>
                <a:lnTo>
                  <a:pt x="509" y="814"/>
                </a:lnTo>
                <a:lnTo>
                  <a:pt x="508" y="814"/>
                </a:lnTo>
                <a:lnTo>
                  <a:pt x="508" y="815"/>
                </a:lnTo>
                <a:lnTo>
                  <a:pt x="508" y="816"/>
                </a:lnTo>
                <a:lnTo>
                  <a:pt x="507" y="816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89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7" y="828"/>
                </a:lnTo>
                <a:lnTo>
                  <a:pt x="476" y="828"/>
                </a:lnTo>
                <a:lnTo>
                  <a:pt x="475" y="827"/>
                </a:lnTo>
                <a:lnTo>
                  <a:pt x="475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6" y="820"/>
                </a:lnTo>
                <a:lnTo>
                  <a:pt x="476" y="819"/>
                </a:lnTo>
                <a:lnTo>
                  <a:pt x="476" y="818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8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3" y="824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50" y="827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6" y="829"/>
                </a:lnTo>
                <a:lnTo>
                  <a:pt x="445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1" y="842"/>
                </a:lnTo>
                <a:lnTo>
                  <a:pt x="430" y="842"/>
                </a:lnTo>
                <a:lnTo>
                  <a:pt x="431" y="843"/>
                </a:lnTo>
                <a:lnTo>
                  <a:pt x="430" y="843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4" y="842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9" y="843"/>
                </a:lnTo>
                <a:lnTo>
                  <a:pt x="408" y="844"/>
                </a:lnTo>
                <a:lnTo>
                  <a:pt x="407" y="845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5"/>
                </a:lnTo>
                <a:lnTo>
                  <a:pt x="401" y="834"/>
                </a:lnTo>
                <a:lnTo>
                  <a:pt x="399" y="834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2" y="829"/>
                </a:lnTo>
                <a:lnTo>
                  <a:pt x="392" y="828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4" y="825"/>
                </a:lnTo>
                <a:lnTo>
                  <a:pt x="383" y="825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8" y="817"/>
                </a:lnTo>
                <a:lnTo>
                  <a:pt x="388" y="816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4" y="801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6" y="796"/>
                </a:lnTo>
                <a:lnTo>
                  <a:pt x="365" y="796"/>
                </a:lnTo>
                <a:lnTo>
                  <a:pt x="364" y="796"/>
                </a:lnTo>
                <a:lnTo>
                  <a:pt x="365" y="796"/>
                </a:lnTo>
                <a:lnTo>
                  <a:pt x="365" y="795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5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6"/>
                </a:lnTo>
                <a:lnTo>
                  <a:pt x="341" y="745"/>
                </a:lnTo>
                <a:lnTo>
                  <a:pt x="342" y="745"/>
                </a:lnTo>
                <a:lnTo>
                  <a:pt x="342" y="744"/>
                </a:lnTo>
                <a:lnTo>
                  <a:pt x="342" y="743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3"/>
                </a:lnTo>
                <a:lnTo>
                  <a:pt x="344" y="732"/>
                </a:lnTo>
                <a:lnTo>
                  <a:pt x="344" y="730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7"/>
                </a:lnTo>
                <a:lnTo>
                  <a:pt x="313" y="687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3"/>
                </a:lnTo>
                <a:lnTo>
                  <a:pt x="313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3" y="668"/>
                </a:lnTo>
                <a:lnTo>
                  <a:pt x="302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8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4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1" y="661"/>
                </a:lnTo>
                <a:lnTo>
                  <a:pt x="279" y="661"/>
                </a:lnTo>
                <a:lnTo>
                  <a:pt x="278" y="661"/>
                </a:lnTo>
                <a:lnTo>
                  <a:pt x="277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2" y="660"/>
                </a:lnTo>
                <a:lnTo>
                  <a:pt x="262" y="661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8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9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40"/>
                </a:lnTo>
                <a:lnTo>
                  <a:pt x="244" y="640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4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1"/>
                </a:lnTo>
                <a:lnTo>
                  <a:pt x="241" y="630"/>
                </a:lnTo>
                <a:lnTo>
                  <a:pt x="241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7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49" y="611"/>
                </a:lnTo>
                <a:lnTo>
                  <a:pt x="248" y="610"/>
                </a:lnTo>
                <a:lnTo>
                  <a:pt x="247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90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9"/>
                </a:lnTo>
                <a:lnTo>
                  <a:pt x="223" y="578"/>
                </a:lnTo>
                <a:lnTo>
                  <a:pt x="221" y="577"/>
                </a:lnTo>
                <a:lnTo>
                  <a:pt x="220" y="576"/>
                </a:lnTo>
                <a:lnTo>
                  <a:pt x="218" y="575"/>
                </a:lnTo>
                <a:lnTo>
                  <a:pt x="217" y="575"/>
                </a:lnTo>
                <a:lnTo>
                  <a:pt x="216" y="575"/>
                </a:lnTo>
                <a:lnTo>
                  <a:pt x="215" y="573"/>
                </a:lnTo>
                <a:lnTo>
                  <a:pt x="214" y="573"/>
                </a:lnTo>
                <a:lnTo>
                  <a:pt x="215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3" y="568"/>
                </a:lnTo>
                <a:lnTo>
                  <a:pt x="214" y="567"/>
                </a:lnTo>
                <a:lnTo>
                  <a:pt x="214" y="564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3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1" y="588"/>
                </a:lnTo>
                <a:lnTo>
                  <a:pt x="190" y="588"/>
                </a:lnTo>
                <a:lnTo>
                  <a:pt x="190" y="589"/>
                </a:lnTo>
                <a:lnTo>
                  <a:pt x="190" y="591"/>
                </a:lnTo>
                <a:lnTo>
                  <a:pt x="189" y="591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6" y="608"/>
                </a:lnTo>
                <a:lnTo>
                  <a:pt x="187" y="609"/>
                </a:lnTo>
                <a:lnTo>
                  <a:pt x="186" y="610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1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8"/>
                </a:lnTo>
                <a:lnTo>
                  <a:pt x="174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4"/>
                </a:lnTo>
                <a:lnTo>
                  <a:pt x="165" y="593"/>
                </a:lnTo>
                <a:lnTo>
                  <a:pt x="164" y="592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5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4"/>
                </a:lnTo>
                <a:lnTo>
                  <a:pt x="160" y="573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6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5" y="515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5" y="501"/>
                </a:lnTo>
                <a:lnTo>
                  <a:pt x="154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3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50" y="429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4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2"/>
                </a:lnTo>
                <a:lnTo>
                  <a:pt x="144" y="391"/>
                </a:lnTo>
                <a:lnTo>
                  <a:pt x="143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1" y="380"/>
                </a:lnTo>
                <a:lnTo>
                  <a:pt x="141" y="379"/>
                </a:lnTo>
                <a:lnTo>
                  <a:pt x="142" y="379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0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2" y="328"/>
                </a:lnTo>
                <a:lnTo>
                  <a:pt x="121" y="327"/>
                </a:lnTo>
                <a:lnTo>
                  <a:pt x="120" y="326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4" y="311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8"/>
                </a:lnTo>
                <a:lnTo>
                  <a:pt x="133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6" y="299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1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6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8"/>
                </a:lnTo>
                <a:lnTo>
                  <a:pt x="112" y="277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1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6" y="236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5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7" y="203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200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5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5"/>
                </a:lnTo>
                <a:lnTo>
                  <a:pt x="19" y="174"/>
                </a:lnTo>
                <a:lnTo>
                  <a:pt x="18" y="175"/>
                </a:lnTo>
                <a:lnTo>
                  <a:pt x="17" y="174"/>
                </a:lnTo>
                <a:lnTo>
                  <a:pt x="17" y="173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7" y="139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3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6" y="100"/>
                </a:lnTo>
                <a:lnTo>
                  <a:pt x="27" y="100"/>
                </a:lnTo>
                <a:lnTo>
                  <a:pt x="28" y="100"/>
                </a:lnTo>
                <a:lnTo>
                  <a:pt x="29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1" y="88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6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1"/>
                </a:lnTo>
                <a:lnTo>
                  <a:pt x="26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7" y="16"/>
                </a:lnTo>
                <a:lnTo>
                  <a:pt x="58" y="16"/>
                </a:lnTo>
                <a:lnTo>
                  <a:pt x="58" y="17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2" y="21"/>
                </a:lnTo>
                <a:lnTo>
                  <a:pt x="63" y="21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4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7" y="37"/>
                </a:lnTo>
                <a:lnTo>
                  <a:pt x="96" y="37"/>
                </a:lnTo>
                <a:lnTo>
                  <a:pt x="95" y="37"/>
                </a:lnTo>
                <a:lnTo>
                  <a:pt x="96" y="38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6" y="47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1" y="50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6" y="58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1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2" y="83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7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7"/>
                </a:lnTo>
                <a:lnTo>
                  <a:pt x="128" y="106"/>
                </a:lnTo>
                <a:lnTo>
                  <a:pt x="129" y="106"/>
                </a:lnTo>
                <a:lnTo>
                  <a:pt x="129" y="107"/>
                </a:lnTo>
                <a:lnTo>
                  <a:pt x="131" y="107"/>
                </a:lnTo>
                <a:lnTo>
                  <a:pt x="131" y="108"/>
                </a:lnTo>
                <a:lnTo>
                  <a:pt x="131" y="109"/>
                </a:lnTo>
                <a:lnTo>
                  <a:pt x="132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2" y="113"/>
                </a:lnTo>
                <a:lnTo>
                  <a:pt x="132" y="114"/>
                </a:lnTo>
                <a:lnTo>
                  <a:pt x="133" y="114"/>
                </a:lnTo>
                <a:lnTo>
                  <a:pt x="133" y="116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9" y="136"/>
                </a:lnTo>
                <a:lnTo>
                  <a:pt x="170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7" y="152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9"/>
                </a:lnTo>
                <a:lnTo>
                  <a:pt x="209" y="160"/>
                </a:lnTo>
                <a:lnTo>
                  <a:pt x="210" y="160"/>
                </a:lnTo>
                <a:lnTo>
                  <a:pt x="210" y="159"/>
                </a:lnTo>
                <a:lnTo>
                  <a:pt x="211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4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4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7" y="130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0" y="131"/>
                </a:lnTo>
                <a:lnTo>
                  <a:pt x="230" y="133"/>
                </a:lnTo>
                <a:lnTo>
                  <a:pt x="230" y="134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3" y="137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4" y="141"/>
                </a:lnTo>
                <a:lnTo>
                  <a:pt x="235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6" y="147"/>
                </a:lnTo>
                <a:lnTo>
                  <a:pt x="246" y="148"/>
                </a:lnTo>
                <a:lnTo>
                  <a:pt x="246" y="149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2"/>
                </a:lnTo>
                <a:lnTo>
                  <a:pt x="250" y="153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3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6" y="170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6" y="178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80"/>
                </a:lnTo>
                <a:lnTo>
                  <a:pt x="288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0" y="181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8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3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1" y="172"/>
                </a:lnTo>
                <a:lnTo>
                  <a:pt x="312" y="172"/>
                </a:lnTo>
                <a:lnTo>
                  <a:pt x="313" y="172"/>
                </a:lnTo>
                <a:lnTo>
                  <a:pt x="314" y="171"/>
                </a:lnTo>
                <a:lnTo>
                  <a:pt x="314" y="172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19" y="175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2" y="177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7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1" y="146"/>
                </a:lnTo>
                <a:lnTo>
                  <a:pt x="340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9"/>
                </a:lnTo>
                <a:lnTo>
                  <a:pt x="340" y="138"/>
                </a:lnTo>
                <a:lnTo>
                  <a:pt x="340" y="137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1"/>
                </a:lnTo>
                <a:lnTo>
                  <a:pt x="345" y="130"/>
                </a:lnTo>
                <a:lnTo>
                  <a:pt x="344" y="130"/>
                </a:lnTo>
                <a:lnTo>
                  <a:pt x="344" y="129"/>
                </a:lnTo>
                <a:lnTo>
                  <a:pt x="343" y="129"/>
                </a:lnTo>
                <a:lnTo>
                  <a:pt x="342" y="129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2" y="125"/>
                </a:lnTo>
                <a:lnTo>
                  <a:pt x="343" y="125"/>
                </a:lnTo>
                <a:lnTo>
                  <a:pt x="344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2"/>
                </a:lnTo>
                <a:lnTo>
                  <a:pt x="342" y="121"/>
                </a:lnTo>
                <a:lnTo>
                  <a:pt x="343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1" y="118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5"/>
                </a:lnTo>
                <a:lnTo>
                  <a:pt x="340" y="114"/>
                </a:lnTo>
                <a:lnTo>
                  <a:pt x="340" y="113"/>
                </a:lnTo>
                <a:lnTo>
                  <a:pt x="340" y="112"/>
                </a:lnTo>
                <a:lnTo>
                  <a:pt x="341" y="112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5" y="107"/>
                </a:lnTo>
                <a:lnTo>
                  <a:pt x="346" y="107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50" y="107"/>
                </a:lnTo>
                <a:lnTo>
                  <a:pt x="351" y="108"/>
                </a:lnTo>
                <a:lnTo>
                  <a:pt x="352" y="108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8"/>
                </a:lnTo>
                <a:lnTo>
                  <a:pt x="356" y="108"/>
                </a:lnTo>
                <a:lnTo>
                  <a:pt x="356" y="109"/>
                </a:lnTo>
                <a:lnTo>
                  <a:pt x="357" y="110"/>
                </a:lnTo>
                <a:lnTo>
                  <a:pt x="358" y="110"/>
                </a:lnTo>
                <a:lnTo>
                  <a:pt x="358" y="111"/>
                </a:lnTo>
                <a:lnTo>
                  <a:pt x="358" y="112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5"/>
                </a:lnTo>
                <a:lnTo>
                  <a:pt x="361" y="116"/>
                </a:lnTo>
                <a:lnTo>
                  <a:pt x="361" y="117"/>
                </a:lnTo>
                <a:lnTo>
                  <a:pt x="362" y="117"/>
                </a:lnTo>
                <a:lnTo>
                  <a:pt x="363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2"/>
                </a:lnTo>
                <a:lnTo>
                  <a:pt x="366" y="112"/>
                </a:lnTo>
                <a:lnTo>
                  <a:pt x="367" y="111"/>
                </a:lnTo>
                <a:lnTo>
                  <a:pt x="368" y="111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3" y="113"/>
                </a:lnTo>
                <a:lnTo>
                  <a:pt x="374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3" y="122"/>
                </a:lnTo>
                <a:lnTo>
                  <a:pt x="384" y="123"/>
                </a:lnTo>
                <a:lnTo>
                  <a:pt x="385" y="124"/>
                </a:lnTo>
                <a:lnTo>
                  <a:pt x="386" y="124"/>
                </a:lnTo>
                <a:lnTo>
                  <a:pt x="387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9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3"/>
                </a:lnTo>
                <a:lnTo>
                  <a:pt x="391" y="92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80"/>
                </a:lnTo>
                <a:lnTo>
                  <a:pt x="398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8"/>
                </a:lnTo>
                <a:lnTo>
                  <a:pt x="401" y="79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5" y="73"/>
                </a:lnTo>
                <a:lnTo>
                  <a:pt x="405" y="74"/>
                </a:lnTo>
                <a:lnTo>
                  <a:pt x="406" y="74"/>
                </a:lnTo>
                <a:lnTo>
                  <a:pt x="406" y="75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0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2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9"/>
                </a:lnTo>
                <a:lnTo>
                  <a:pt x="408" y="100"/>
                </a:lnTo>
                <a:lnTo>
                  <a:pt x="407" y="101"/>
                </a:lnTo>
                <a:lnTo>
                  <a:pt x="407" y="102"/>
                </a:lnTo>
                <a:lnTo>
                  <a:pt x="408" y="102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3" y="107"/>
                </a:lnTo>
                <a:lnTo>
                  <a:pt x="402" y="106"/>
                </a:lnTo>
                <a:lnTo>
                  <a:pt x="402" y="105"/>
                </a:lnTo>
                <a:lnTo>
                  <a:pt x="402" y="106"/>
                </a:lnTo>
                <a:lnTo>
                  <a:pt x="401" y="106"/>
                </a:lnTo>
                <a:lnTo>
                  <a:pt x="400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9" y="111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4" y="116"/>
                </a:lnTo>
                <a:lnTo>
                  <a:pt x="405" y="116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2" y="118"/>
                </a:lnTo>
                <a:lnTo>
                  <a:pt x="413" y="117"/>
                </a:lnTo>
                <a:lnTo>
                  <a:pt x="413" y="116"/>
                </a:lnTo>
                <a:lnTo>
                  <a:pt x="413" y="115"/>
                </a:lnTo>
                <a:lnTo>
                  <a:pt x="414" y="116"/>
                </a:lnTo>
                <a:lnTo>
                  <a:pt x="415" y="116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9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8" y="111"/>
                </a:lnTo>
                <a:lnTo>
                  <a:pt x="428" y="110"/>
                </a:lnTo>
                <a:lnTo>
                  <a:pt x="427" y="109"/>
                </a:lnTo>
                <a:lnTo>
                  <a:pt x="428" y="109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9" y="105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3" y="110"/>
                </a:lnTo>
                <a:lnTo>
                  <a:pt x="434" y="111"/>
                </a:lnTo>
                <a:lnTo>
                  <a:pt x="435" y="111"/>
                </a:lnTo>
                <a:lnTo>
                  <a:pt x="436" y="111"/>
                </a:lnTo>
                <a:lnTo>
                  <a:pt x="437" y="112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7" y="104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39" y="97"/>
                </a:lnTo>
                <a:lnTo>
                  <a:pt x="440" y="97"/>
                </a:lnTo>
                <a:lnTo>
                  <a:pt x="440" y="96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4"/>
                </a:lnTo>
                <a:lnTo>
                  <a:pt x="447" y="94"/>
                </a:lnTo>
                <a:lnTo>
                  <a:pt x="449" y="94"/>
                </a:lnTo>
                <a:lnTo>
                  <a:pt x="449" y="93"/>
                </a:lnTo>
                <a:lnTo>
                  <a:pt x="450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4"/>
                </a:lnTo>
                <a:lnTo>
                  <a:pt x="451" y="95"/>
                </a:lnTo>
                <a:lnTo>
                  <a:pt x="452" y="95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9" y="88"/>
                </a:lnTo>
                <a:lnTo>
                  <a:pt x="460" y="88"/>
                </a:lnTo>
                <a:lnTo>
                  <a:pt x="460" y="89"/>
                </a:lnTo>
                <a:lnTo>
                  <a:pt x="461" y="89"/>
                </a:lnTo>
                <a:lnTo>
                  <a:pt x="461" y="88"/>
                </a:lnTo>
                <a:lnTo>
                  <a:pt x="460" y="88"/>
                </a:lnTo>
                <a:lnTo>
                  <a:pt x="459" y="87"/>
                </a:lnTo>
                <a:lnTo>
                  <a:pt x="460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1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2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60"/>
                </a:lnTo>
                <a:lnTo>
                  <a:pt x="449" y="59"/>
                </a:lnTo>
                <a:lnTo>
                  <a:pt x="448" y="60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2"/>
                </a:lnTo>
                <a:lnTo>
                  <a:pt x="445" y="61"/>
                </a:lnTo>
                <a:lnTo>
                  <a:pt x="444" y="61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4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39" y="45"/>
                </a:lnTo>
                <a:lnTo>
                  <a:pt x="438" y="44"/>
                </a:lnTo>
                <a:lnTo>
                  <a:pt x="438" y="43"/>
                </a:lnTo>
                <a:lnTo>
                  <a:pt x="437" y="43"/>
                </a:lnTo>
                <a:lnTo>
                  <a:pt x="437" y="42"/>
                </a:lnTo>
                <a:lnTo>
                  <a:pt x="436" y="41"/>
                </a:lnTo>
                <a:lnTo>
                  <a:pt x="436" y="40"/>
                </a:lnTo>
                <a:lnTo>
                  <a:pt x="435" y="39"/>
                </a:lnTo>
                <a:lnTo>
                  <a:pt x="434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2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4" y="36"/>
                </a:lnTo>
                <a:lnTo>
                  <a:pt x="435" y="36"/>
                </a:lnTo>
                <a:lnTo>
                  <a:pt x="435" y="35"/>
                </a:lnTo>
                <a:lnTo>
                  <a:pt x="436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6"/>
                </a:lnTo>
                <a:lnTo>
                  <a:pt x="438" y="36"/>
                </a:lnTo>
                <a:lnTo>
                  <a:pt x="438" y="37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5"/>
                </a:lnTo>
                <a:lnTo>
                  <a:pt x="446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6"/>
                </a:lnTo>
                <a:lnTo>
                  <a:pt x="450" y="35"/>
                </a:lnTo>
                <a:lnTo>
                  <a:pt x="451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3"/>
                </a:lnTo>
                <a:lnTo>
                  <a:pt x="467" y="24"/>
                </a:lnTo>
                <a:lnTo>
                  <a:pt x="468" y="24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4" y="23"/>
                </a:lnTo>
                <a:lnTo>
                  <a:pt x="475" y="23"/>
                </a:lnTo>
                <a:lnTo>
                  <a:pt x="476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11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6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1"/>
                </a:lnTo>
                <a:lnTo>
                  <a:pt x="498" y="0"/>
                </a:lnTo>
                <a:lnTo>
                  <a:pt x="501" y="0"/>
                </a:lnTo>
                <a:lnTo>
                  <a:pt x="501" y="1"/>
                </a:lnTo>
                <a:lnTo>
                  <a:pt x="502" y="1"/>
                </a:lnTo>
                <a:lnTo>
                  <a:pt x="503" y="1"/>
                </a:lnTo>
                <a:lnTo>
                  <a:pt x="503" y="2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09104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8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9" y="37"/>
                </a:lnTo>
                <a:lnTo>
                  <a:pt x="428" y="37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8" y="59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49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7"/>
                </a:lnTo>
                <a:lnTo>
                  <a:pt x="457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80"/>
                </a:lnTo>
                <a:lnTo>
                  <a:pt x="467" y="80"/>
                </a:lnTo>
                <a:lnTo>
                  <a:pt x="467" y="81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3"/>
                </a:lnTo>
                <a:lnTo>
                  <a:pt x="466" y="94"/>
                </a:lnTo>
                <a:lnTo>
                  <a:pt x="465" y="94"/>
                </a:lnTo>
                <a:lnTo>
                  <a:pt x="464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1"/>
                </a:lnTo>
                <a:lnTo>
                  <a:pt x="495" y="100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500" y="92"/>
                </a:lnTo>
                <a:lnTo>
                  <a:pt x="500" y="91"/>
                </a:lnTo>
                <a:lnTo>
                  <a:pt x="499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1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19" y="96"/>
                </a:lnTo>
                <a:lnTo>
                  <a:pt x="520" y="96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1" y="99"/>
                </a:lnTo>
                <a:lnTo>
                  <a:pt x="521" y="100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20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8" y="110"/>
                </a:lnTo>
                <a:lnTo>
                  <a:pt x="518" y="111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5" y="119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9"/>
                </a:lnTo>
                <a:lnTo>
                  <a:pt x="515" y="131"/>
                </a:lnTo>
                <a:lnTo>
                  <a:pt x="515" y="132"/>
                </a:lnTo>
                <a:lnTo>
                  <a:pt x="516" y="133"/>
                </a:lnTo>
                <a:lnTo>
                  <a:pt x="515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8" y="141"/>
                </a:lnTo>
                <a:lnTo>
                  <a:pt x="519" y="141"/>
                </a:lnTo>
                <a:lnTo>
                  <a:pt x="518" y="141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8" y="146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8" y="169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3" y="171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3"/>
                </a:lnTo>
                <a:lnTo>
                  <a:pt x="511" y="184"/>
                </a:lnTo>
                <a:lnTo>
                  <a:pt x="510" y="184"/>
                </a:lnTo>
                <a:lnTo>
                  <a:pt x="509" y="184"/>
                </a:lnTo>
                <a:lnTo>
                  <a:pt x="510" y="184"/>
                </a:lnTo>
                <a:lnTo>
                  <a:pt x="510" y="183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2" y="193"/>
                </a:lnTo>
                <a:lnTo>
                  <a:pt x="491" y="193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0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1" y="218"/>
                </a:lnTo>
                <a:lnTo>
                  <a:pt x="470" y="217"/>
                </a:lnTo>
                <a:lnTo>
                  <a:pt x="469" y="218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8" y="225"/>
                </a:lnTo>
                <a:lnTo>
                  <a:pt x="479" y="226"/>
                </a:lnTo>
                <a:lnTo>
                  <a:pt x="480" y="225"/>
                </a:lnTo>
                <a:lnTo>
                  <a:pt x="479" y="225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20"/>
                </a:lnTo>
                <a:lnTo>
                  <a:pt x="487" y="219"/>
                </a:lnTo>
                <a:lnTo>
                  <a:pt x="488" y="220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6"/>
                </a:lnTo>
                <a:lnTo>
                  <a:pt x="494" y="215"/>
                </a:lnTo>
                <a:lnTo>
                  <a:pt x="495" y="215"/>
                </a:lnTo>
                <a:lnTo>
                  <a:pt x="496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8" y="217"/>
                </a:lnTo>
                <a:lnTo>
                  <a:pt x="497" y="218"/>
                </a:lnTo>
                <a:lnTo>
                  <a:pt x="496" y="220"/>
                </a:lnTo>
                <a:lnTo>
                  <a:pt x="497" y="220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8"/>
                </a:lnTo>
                <a:lnTo>
                  <a:pt x="506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1" y="221"/>
                </a:lnTo>
                <a:lnTo>
                  <a:pt x="532" y="221"/>
                </a:lnTo>
                <a:lnTo>
                  <a:pt x="531" y="221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5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5" y="234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1" y="236"/>
                </a:lnTo>
                <a:lnTo>
                  <a:pt x="530" y="237"/>
                </a:lnTo>
                <a:lnTo>
                  <a:pt x="529" y="237"/>
                </a:lnTo>
                <a:lnTo>
                  <a:pt x="527" y="238"/>
                </a:lnTo>
                <a:lnTo>
                  <a:pt x="527" y="239"/>
                </a:lnTo>
                <a:lnTo>
                  <a:pt x="526" y="241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4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2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6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2" y="257"/>
                </a:lnTo>
                <a:lnTo>
                  <a:pt x="521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7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2" y="267"/>
                </a:lnTo>
                <a:lnTo>
                  <a:pt x="523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6"/>
                </a:lnTo>
                <a:lnTo>
                  <a:pt x="521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2"/>
                </a:lnTo>
                <a:lnTo>
                  <a:pt x="521" y="283"/>
                </a:lnTo>
                <a:lnTo>
                  <a:pt x="520" y="284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5" y="290"/>
                </a:lnTo>
                <a:lnTo>
                  <a:pt x="514" y="290"/>
                </a:lnTo>
                <a:lnTo>
                  <a:pt x="514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3" y="298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7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299"/>
                </a:lnTo>
                <a:lnTo>
                  <a:pt x="529" y="300"/>
                </a:lnTo>
                <a:lnTo>
                  <a:pt x="529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4"/>
                </a:lnTo>
                <a:lnTo>
                  <a:pt x="532" y="315"/>
                </a:lnTo>
                <a:lnTo>
                  <a:pt x="533" y="316"/>
                </a:lnTo>
                <a:lnTo>
                  <a:pt x="534" y="316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0" y="326"/>
                </a:lnTo>
                <a:lnTo>
                  <a:pt x="531" y="326"/>
                </a:lnTo>
                <a:lnTo>
                  <a:pt x="531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6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2" y="340"/>
                </a:lnTo>
                <a:lnTo>
                  <a:pt x="523" y="341"/>
                </a:lnTo>
                <a:lnTo>
                  <a:pt x="523" y="342"/>
                </a:lnTo>
                <a:lnTo>
                  <a:pt x="522" y="343"/>
                </a:lnTo>
                <a:lnTo>
                  <a:pt x="521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8"/>
                </a:lnTo>
                <a:lnTo>
                  <a:pt x="518" y="349"/>
                </a:lnTo>
                <a:lnTo>
                  <a:pt x="518" y="350"/>
                </a:lnTo>
                <a:lnTo>
                  <a:pt x="517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9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3" y="350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2" y="354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3"/>
                </a:lnTo>
                <a:lnTo>
                  <a:pt x="501" y="352"/>
                </a:lnTo>
                <a:lnTo>
                  <a:pt x="500" y="350"/>
                </a:lnTo>
                <a:lnTo>
                  <a:pt x="499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4" y="351"/>
                </a:lnTo>
                <a:lnTo>
                  <a:pt x="494" y="352"/>
                </a:lnTo>
                <a:lnTo>
                  <a:pt x="492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7" y="352"/>
                </a:lnTo>
                <a:lnTo>
                  <a:pt x="486" y="352"/>
                </a:lnTo>
                <a:lnTo>
                  <a:pt x="487" y="354"/>
                </a:lnTo>
                <a:lnTo>
                  <a:pt x="486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0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90" y="381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2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5"/>
                </a:lnTo>
                <a:lnTo>
                  <a:pt x="457" y="376"/>
                </a:lnTo>
                <a:lnTo>
                  <a:pt x="456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3" y="383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7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1" y="381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1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3"/>
                </a:lnTo>
                <a:lnTo>
                  <a:pt x="411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09" y="408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5" y="413"/>
                </a:lnTo>
                <a:lnTo>
                  <a:pt x="375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3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7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5"/>
                </a:lnTo>
                <a:lnTo>
                  <a:pt x="362" y="406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9" y="392"/>
                </a:lnTo>
                <a:lnTo>
                  <a:pt x="338" y="392"/>
                </a:lnTo>
                <a:lnTo>
                  <a:pt x="337" y="392"/>
                </a:lnTo>
                <a:lnTo>
                  <a:pt x="336" y="391"/>
                </a:lnTo>
                <a:lnTo>
                  <a:pt x="336" y="392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5" y="381"/>
                </a:lnTo>
                <a:lnTo>
                  <a:pt x="335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8" y="410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8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30" y="460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40"/>
                </a:lnTo>
                <a:lnTo>
                  <a:pt x="155" y="441"/>
                </a:lnTo>
                <a:lnTo>
                  <a:pt x="154" y="441"/>
                </a:lnTo>
                <a:lnTo>
                  <a:pt x="153" y="441"/>
                </a:lnTo>
                <a:lnTo>
                  <a:pt x="152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7"/>
                </a:lnTo>
                <a:lnTo>
                  <a:pt x="149" y="436"/>
                </a:lnTo>
                <a:lnTo>
                  <a:pt x="148" y="436"/>
                </a:lnTo>
                <a:lnTo>
                  <a:pt x="148" y="437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7"/>
                </a:lnTo>
                <a:lnTo>
                  <a:pt x="139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10" y="467"/>
                </a:lnTo>
                <a:lnTo>
                  <a:pt x="109" y="467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6" y="467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5"/>
                </a:lnTo>
                <a:lnTo>
                  <a:pt x="90" y="444"/>
                </a:lnTo>
                <a:lnTo>
                  <a:pt x="91" y="444"/>
                </a:lnTo>
                <a:lnTo>
                  <a:pt x="92" y="444"/>
                </a:lnTo>
                <a:lnTo>
                  <a:pt x="92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7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5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2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5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2" y="395"/>
                </a:lnTo>
                <a:lnTo>
                  <a:pt x="91" y="396"/>
                </a:lnTo>
                <a:lnTo>
                  <a:pt x="91" y="395"/>
                </a:lnTo>
                <a:lnTo>
                  <a:pt x="90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3"/>
                </a:lnTo>
                <a:lnTo>
                  <a:pt x="64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1"/>
                </a:lnTo>
                <a:lnTo>
                  <a:pt x="77" y="330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3" y="315"/>
                </a:lnTo>
                <a:lnTo>
                  <a:pt x="82" y="315"/>
                </a:lnTo>
                <a:lnTo>
                  <a:pt x="83" y="314"/>
                </a:lnTo>
                <a:lnTo>
                  <a:pt x="83" y="312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5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8"/>
                </a:lnTo>
                <a:lnTo>
                  <a:pt x="89" y="297"/>
                </a:lnTo>
                <a:lnTo>
                  <a:pt x="90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4" y="296"/>
                </a:lnTo>
                <a:lnTo>
                  <a:pt x="95" y="295"/>
                </a:lnTo>
                <a:lnTo>
                  <a:pt x="95" y="294"/>
                </a:lnTo>
                <a:lnTo>
                  <a:pt x="95" y="293"/>
                </a:lnTo>
                <a:lnTo>
                  <a:pt x="96" y="292"/>
                </a:lnTo>
                <a:lnTo>
                  <a:pt x="97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4" y="284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8" y="271"/>
                </a:lnTo>
                <a:lnTo>
                  <a:pt x="87" y="269"/>
                </a:lnTo>
                <a:lnTo>
                  <a:pt x="86" y="269"/>
                </a:lnTo>
                <a:lnTo>
                  <a:pt x="85" y="269"/>
                </a:lnTo>
                <a:lnTo>
                  <a:pt x="85" y="270"/>
                </a:lnTo>
                <a:lnTo>
                  <a:pt x="84" y="270"/>
                </a:lnTo>
                <a:lnTo>
                  <a:pt x="84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8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2" y="257"/>
                </a:lnTo>
                <a:lnTo>
                  <a:pt x="72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4"/>
                </a:lnTo>
                <a:lnTo>
                  <a:pt x="69" y="265"/>
                </a:lnTo>
                <a:lnTo>
                  <a:pt x="68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4" y="269"/>
                </a:lnTo>
                <a:lnTo>
                  <a:pt x="43" y="270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2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9" y="211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8" y="200"/>
                </a:lnTo>
                <a:lnTo>
                  <a:pt x="20" y="200"/>
                </a:lnTo>
                <a:lnTo>
                  <a:pt x="21" y="200"/>
                </a:lnTo>
                <a:lnTo>
                  <a:pt x="21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4" y="195"/>
                </a:lnTo>
                <a:lnTo>
                  <a:pt x="25" y="195"/>
                </a:lnTo>
                <a:lnTo>
                  <a:pt x="24" y="194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3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8" y="185"/>
                </a:lnTo>
                <a:lnTo>
                  <a:pt x="38" y="187"/>
                </a:lnTo>
                <a:lnTo>
                  <a:pt x="37" y="188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200"/>
                </a:lnTo>
                <a:lnTo>
                  <a:pt x="52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4" y="199"/>
                </a:lnTo>
                <a:lnTo>
                  <a:pt x="55" y="198"/>
                </a:lnTo>
                <a:lnTo>
                  <a:pt x="56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7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2" y="181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5" y="183"/>
                </a:lnTo>
                <a:lnTo>
                  <a:pt x="77" y="184"/>
                </a:lnTo>
                <a:lnTo>
                  <a:pt x="80" y="185"/>
                </a:lnTo>
                <a:lnTo>
                  <a:pt x="81" y="185"/>
                </a:lnTo>
                <a:lnTo>
                  <a:pt x="80" y="186"/>
                </a:lnTo>
                <a:lnTo>
                  <a:pt x="81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0" y="195"/>
                </a:lnTo>
                <a:lnTo>
                  <a:pt x="91" y="196"/>
                </a:lnTo>
                <a:lnTo>
                  <a:pt x="93" y="195"/>
                </a:lnTo>
                <a:lnTo>
                  <a:pt x="95" y="194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3" y="192"/>
                </a:lnTo>
                <a:lnTo>
                  <a:pt x="104" y="192"/>
                </a:lnTo>
                <a:lnTo>
                  <a:pt x="105" y="193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10" y="191"/>
                </a:lnTo>
                <a:lnTo>
                  <a:pt x="111" y="192"/>
                </a:lnTo>
                <a:lnTo>
                  <a:pt x="112" y="192"/>
                </a:lnTo>
                <a:lnTo>
                  <a:pt x="112" y="193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6" y="196"/>
                </a:lnTo>
                <a:lnTo>
                  <a:pt x="117" y="196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19" y="193"/>
                </a:lnTo>
                <a:lnTo>
                  <a:pt x="120" y="193"/>
                </a:lnTo>
                <a:lnTo>
                  <a:pt x="120" y="192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0"/>
                </a:lnTo>
                <a:lnTo>
                  <a:pt x="123" y="191"/>
                </a:lnTo>
                <a:lnTo>
                  <a:pt x="125" y="190"/>
                </a:lnTo>
                <a:lnTo>
                  <a:pt x="126" y="189"/>
                </a:lnTo>
                <a:lnTo>
                  <a:pt x="127" y="188"/>
                </a:lnTo>
                <a:lnTo>
                  <a:pt x="128" y="187"/>
                </a:lnTo>
                <a:lnTo>
                  <a:pt x="129" y="187"/>
                </a:lnTo>
                <a:lnTo>
                  <a:pt x="129" y="186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5"/>
                </a:lnTo>
                <a:lnTo>
                  <a:pt x="141" y="185"/>
                </a:lnTo>
                <a:lnTo>
                  <a:pt x="141" y="186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3" y="189"/>
                </a:lnTo>
                <a:lnTo>
                  <a:pt x="143" y="188"/>
                </a:lnTo>
                <a:lnTo>
                  <a:pt x="144" y="188"/>
                </a:lnTo>
                <a:lnTo>
                  <a:pt x="144" y="187"/>
                </a:lnTo>
                <a:lnTo>
                  <a:pt x="145" y="186"/>
                </a:lnTo>
                <a:lnTo>
                  <a:pt x="146" y="185"/>
                </a:lnTo>
                <a:lnTo>
                  <a:pt x="146" y="184"/>
                </a:lnTo>
                <a:lnTo>
                  <a:pt x="147" y="183"/>
                </a:lnTo>
                <a:lnTo>
                  <a:pt x="146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7" y="177"/>
                </a:lnTo>
                <a:lnTo>
                  <a:pt x="148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8" y="171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8" y="168"/>
                </a:lnTo>
                <a:lnTo>
                  <a:pt x="149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2" y="162"/>
                </a:lnTo>
                <a:lnTo>
                  <a:pt x="153" y="162"/>
                </a:lnTo>
                <a:lnTo>
                  <a:pt x="153" y="161"/>
                </a:lnTo>
                <a:lnTo>
                  <a:pt x="154" y="161"/>
                </a:lnTo>
                <a:lnTo>
                  <a:pt x="154" y="159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8"/>
                </a:lnTo>
                <a:lnTo>
                  <a:pt x="168" y="149"/>
                </a:lnTo>
                <a:lnTo>
                  <a:pt x="169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2" y="149"/>
                </a:lnTo>
                <a:lnTo>
                  <a:pt x="173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6" y="151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0" y="158"/>
                </a:lnTo>
                <a:lnTo>
                  <a:pt x="192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1" y="152"/>
                </a:lnTo>
                <a:lnTo>
                  <a:pt x="211" y="153"/>
                </a:lnTo>
                <a:lnTo>
                  <a:pt x="212" y="152"/>
                </a:lnTo>
                <a:lnTo>
                  <a:pt x="215" y="151"/>
                </a:lnTo>
                <a:lnTo>
                  <a:pt x="216" y="150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50"/>
                </a:lnTo>
                <a:lnTo>
                  <a:pt x="223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29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6" y="142"/>
                </a:lnTo>
                <a:lnTo>
                  <a:pt x="245" y="142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6" y="137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1" y="117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2" y="109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6" y="114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2"/>
                </a:lnTo>
                <a:lnTo>
                  <a:pt x="206" y="111"/>
                </a:lnTo>
                <a:lnTo>
                  <a:pt x="206" y="110"/>
                </a:lnTo>
                <a:lnTo>
                  <a:pt x="205" y="109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0"/>
                </a:lnTo>
                <a:lnTo>
                  <a:pt x="206" y="99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6"/>
                </a:lnTo>
                <a:lnTo>
                  <a:pt x="202" y="95"/>
                </a:lnTo>
                <a:lnTo>
                  <a:pt x="201" y="94"/>
                </a:lnTo>
                <a:lnTo>
                  <a:pt x="201" y="93"/>
                </a:lnTo>
                <a:lnTo>
                  <a:pt x="199" y="93"/>
                </a:lnTo>
                <a:lnTo>
                  <a:pt x="199" y="92"/>
                </a:lnTo>
                <a:lnTo>
                  <a:pt x="198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9" y="95"/>
                </a:lnTo>
                <a:lnTo>
                  <a:pt x="188" y="95"/>
                </a:lnTo>
                <a:lnTo>
                  <a:pt x="188" y="94"/>
                </a:lnTo>
                <a:lnTo>
                  <a:pt x="188" y="93"/>
                </a:lnTo>
                <a:lnTo>
                  <a:pt x="187" y="93"/>
                </a:lnTo>
                <a:lnTo>
                  <a:pt x="186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1"/>
                </a:lnTo>
                <a:lnTo>
                  <a:pt x="185" y="90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6" y="85"/>
                </a:lnTo>
                <a:lnTo>
                  <a:pt x="185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2" y="78"/>
                </a:lnTo>
                <a:lnTo>
                  <a:pt x="183" y="78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8"/>
                </a:lnTo>
                <a:lnTo>
                  <a:pt x="189" y="67"/>
                </a:lnTo>
                <a:lnTo>
                  <a:pt x="189" y="65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4" y="64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7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5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8"/>
                </a:lnTo>
                <a:lnTo>
                  <a:pt x="239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3" y="44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8"/>
                </a:lnTo>
                <a:lnTo>
                  <a:pt x="275" y="57"/>
                </a:lnTo>
                <a:lnTo>
                  <a:pt x="276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5"/>
                </a:lnTo>
                <a:lnTo>
                  <a:pt x="272" y="66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8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2" y="63"/>
                </a:lnTo>
                <a:lnTo>
                  <a:pt x="292" y="62"/>
                </a:lnTo>
                <a:lnTo>
                  <a:pt x="291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5" y="38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9" y="38"/>
                </a:lnTo>
                <a:lnTo>
                  <a:pt x="340" y="38"/>
                </a:lnTo>
                <a:lnTo>
                  <a:pt x="340" y="39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4" y="33"/>
                </a:lnTo>
                <a:lnTo>
                  <a:pt x="344" y="32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389412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4" y="51"/>
                </a:lnTo>
                <a:lnTo>
                  <a:pt x="144" y="52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5" y="59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1"/>
                </a:lnTo>
                <a:lnTo>
                  <a:pt x="149" y="72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98"/>
                </a:lnTo>
                <a:lnTo>
                  <a:pt x="159" y="98"/>
                </a:lnTo>
                <a:lnTo>
                  <a:pt x="159" y="99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0" y="88"/>
                </a:lnTo>
                <a:lnTo>
                  <a:pt x="171" y="87"/>
                </a:lnTo>
                <a:lnTo>
                  <a:pt x="170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9"/>
                </a:lnTo>
                <a:lnTo>
                  <a:pt x="174" y="69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1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0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2"/>
                </a:lnTo>
                <a:lnTo>
                  <a:pt x="198" y="45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8" y="51"/>
                </a:lnTo>
                <a:lnTo>
                  <a:pt x="199" y="51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4" y="54"/>
                </a:lnTo>
                <a:lnTo>
                  <a:pt x="205" y="55"/>
                </a:lnTo>
                <a:lnTo>
                  <a:pt x="207" y="56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5" y="106"/>
                </a:lnTo>
                <a:lnTo>
                  <a:pt x="225" y="108"/>
                </a:lnTo>
                <a:lnTo>
                  <a:pt x="225" y="109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8" y="136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9"/>
                </a:lnTo>
                <a:lnTo>
                  <a:pt x="246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9" y="144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40"/>
                </a:lnTo>
                <a:lnTo>
                  <a:pt x="262" y="139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2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6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6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7" y="160"/>
                </a:lnTo>
                <a:lnTo>
                  <a:pt x="297" y="161"/>
                </a:lnTo>
                <a:lnTo>
                  <a:pt x="298" y="161"/>
                </a:lnTo>
                <a:lnTo>
                  <a:pt x="299" y="161"/>
                </a:lnTo>
                <a:lnTo>
                  <a:pt x="299" y="162"/>
                </a:lnTo>
                <a:lnTo>
                  <a:pt x="298" y="162"/>
                </a:lnTo>
                <a:lnTo>
                  <a:pt x="298" y="163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4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299" y="166"/>
                </a:lnTo>
                <a:lnTo>
                  <a:pt x="300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4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9" y="186"/>
                </a:lnTo>
                <a:lnTo>
                  <a:pt x="310" y="186"/>
                </a:lnTo>
                <a:lnTo>
                  <a:pt x="311" y="188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2" y="191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4" y="194"/>
                </a:lnTo>
                <a:lnTo>
                  <a:pt x="313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5" y="198"/>
                </a:lnTo>
                <a:lnTo>
                  <a:pt x="315" y="199"/>
                </a:lnTo>
                <a:lnTo>
                  <a:pt x="316" y="201"/>
                </a:lnTo>
                <a:lnTo>
                  <a:pt x="316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4" y="206"/>
                </a:lnTo>
                <a:lnTo>
                  <a:pt x="325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19"/>
                </a:lnTo>
                <a:lnTo>
                  <a:pt x="326" y="220"/>
                </a:lnTo>
                <a:lnTo>
                  <a:pt x="325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6" y="226"/>
                </a:lnTo>
                <a:lnTo>
                  <a:pt x="327" y="226"/>
                </a:lnTo>
                <a:lnTo>
                  <a:pt x="328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7"/>
                </a:lnTo>
                <a:lnTo>
                  <a:pt x="341" y="237"/>
                </a:lnTo>
                <a:lnTo>
                  <a:pt x="341" y="238"/>
                </a:lnTo>
                <a:lnTo>
                  <a:pt x="342" y="238"/>
                </a:lnTo>
                <a:lnTo>
                  <a:pt x="342" y="239"/>
                </a:lnTo>
                <a:lnTo>
                  <a:pt x="343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4"/>
                </a:lnTo>
                <a:lnTo>
                  <a:pt x="348" y="245"/>
                </a:lnTo>
                <a:lnTo>
                  <a:pt x="347" y="246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6" y="249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0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1"/>
                </a:lnTo>
                <a:lnTo>
                  <a:pt x="353" y="250"/>
                </a:lnTo>
                <a:lnTo>
                  <a:pt x="353" y="249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7" y="255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3" y="258"/>
                </a:lnTo>
                <a:lnTo>
                  <a:pt x="354" y="259"/>
                </a:lnTo>
                <a:lnTo>
                  <a:pt x="355" y="260"/>
                </a:lnTo>
                <a:lnTo>
                  <a:pt x="356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4"/>
                </a:lnTo>
                <a:lnTo>
                  <a:pt x="354" y="265"/>
                </a:lnTo>
                <a:lnTo>
                  <a:pt x="355" y="265"/>
                </a:lnTo>
                <a:lnTo>
                  <a:pt x="355" y="266"/>
                </a:lnTo>
                <a:lnTo>
                  <a:pt x="354" y="267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9" y="270"/>
                </a:lnTo>
                <a:lnTo>
                  <a:pt x="348" y="272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0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5"/>
                </a:lnTo>
                <a:lnTo>
                  <a:pt x="353" y="276"/>
                </a:lnTo>
                <a:lnTo>
                  <a:pt x="352" y="276"/>
                </a:lnTo>
                <a:lnTo>
                  <a:pt x="352" y="277"/>
                </a:lnTo>
                <a:lnTo>
                  <a:pt x="354" y="279"/>
                </a:lnTo>
                <a:lnTo>
                  <a:pt x="355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0" y="290"/>
                </a:lnTo>
                <a:lnTo>
                  <a:pt x="370" y="291"/>
                </a:lnTo>
                <a:lnTo>
                  <a:pt x="369" y="292"/>
                </a:lnTo>
                <a:lnTo>
                  <a:pt x="369" y="293"/>
                </a:lnTo>
                <a:lnTo>
                  <a:pt x="370" y="293"/>
                </a:lnTo>
                <a:lnTo>
                  <a:pt x="371" y="293"/>
                </a:lnTo>
                <a:lnTo>
                  <a:pt x="372" y="294"/>
                </a:lnTo>
                <a:lnTo>
                  <a:pt x="372" y="295"/>
                </a:lnTo>
                <a:lnTo>
                  <a:pt x="371" y="296"/>
                </a:lnTo>
                <a:lnTo>
                  <a:pt x="370" y="296"/>
                </a:lnTo>
                <a:lnTo>
                  <a:pt x="370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69" y="297"/>
                </a:lnTo>
                <a:lnTo>
                  <a:pt x="367" y="298"/>
                </a:lnTo>
                <a:lnTo>
                  <a:pt x="366" y="298"/>
                </a:lnTo>
                <a:lnTo>
                  <a:pt x="366" y="300"/>
                </a:lnTo>
                <a:lnTo>
                  <a:pt x="365" y="300"/>
                </a:lnTo>
                <a:lnTo>
                  <a:pt x="365" y="301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8" y="304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0" y="306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4" y="318"/>
                </a:lnTo>
                <a:lnTo>
                  <a:pt x="385" y="318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8" y="321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3" y="319"/>
                </a:lnTo>
                <a:lnTo>
                  <a:pt x="394" y="319"/>
                </a:lnTo>
                <a:lnTo>
                  <a:pt x="395" y="318"/>
                </a:lnTo>
                <a:lnTo>
                  <a:pt x="397" y="319"/>
                </a:lnTo>
                <a:lnTo>
                  <a:pt x="398" y="320"/>
                </a:lnTo>
                <a:lnTo>
                  <a:pt x="399" y="321"/>
                </a:lnTo>
                <a:lnTo>
                  <a:pt x="401" y="320"/>
                </a:lnTo>
                <a:lnTo>
                  <a:pt x="402" y="320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1"/>
                </a:lnTo>
                <a:lnTo>
                  <a:pt x="408" y="322"/>
                </a:lnTo>
                <a:lnTo>
                  <a:pt x="409" y="323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2" y="322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5" y="318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20" y="313"/>
                </a:lnTo>
                <a:lnTo>
                  <a:pt x="421" y="313"/>
                </a:lnTo>
                <a:lnTo>
                  <a:pt x="422" y="312"/>
                </a:lnTo>
                <a:lnTo>
                  <a:pt x="423" y="312"/>
                </a:lnTo>
                <a:lnTo>
                  <a:pt x="424" y="311"/>
                </a:lnTo>
                <a:lnTo>
                  <a:pt x="424" y="310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5" y="303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7" y="300"/>
                </a:lnTo>
                <a:lnTo>
                  <a:pt x="438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3" y="298"/>
                </a:lnTo>
                <a:lnTo>
                  <a:pt x="444" y="298"/>
                </a:lnTo>
                <a:lnTo>
                  <a:pt x="446" y="297"/>
                </a:lnTo>
                <a:lnTo>
                  <a:pt x="447" y="296"/>
                </a:lnTo>
                <a:lnTo>
                  <a:pt x="448" y="296"/>
                </a:lnTo>
                <a:lnTo>
                  <a:pt x="449" y="296"/>
                </a:lnTo>
                <a:lnTo>
                  <a:pt x="450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2" y="292"/>
                </a:lnTo>
                <a:lnTo>
                  <a:pt x="453" y="292"/>
                </a:lnTo>
                <a:lnTo>
                  <a:pt x="454" y="292"/>
                </a:lnTo>
                <a:lnTo>
                  <a:pt x="455" y="293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59" y="295"/>
                </a:lnTo>
                <a:lnTo>
                  <a:pt x="460" y="296"/>
                </a:lnTo>
                <a:lnTo>
                  <a:pt x="460" y="297"/>
                </a:lnTo>
                <a:lnTo>
                  <a:pt x="460" y="298"/>
                </a:lnTo>
                <a:lnTo>
                  <a:pt x="458" y="300"/>
                </a:lnTo>
                <a:lnTo>
                  <a:pt x="458" y="301"/>
                </a:lnTo>
                <a:lnTo>
                  <a:pt x="457" y="302"/>
                </a:lnTo>
                <a:lnTo>
                  <a:pt x="457" y="303"/>
                </a:lnTo>
                <a:lnTo>
                  <a:pt x="457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8" y="303"/>
                </a:lnTo>
                <a:lnTo>
                  <a:pt x="469" y="303"/>
                </a:lnTo>
                <a:lnTo>
                  <a:pt x="469" y="302"/>
                </a:lnTo>
                <a:lnTo>
                  <a:pt x="470" y="301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8"/>
                </a:lnTo>
                <a:lnTo>
                  <a:pt x="477" y="298"/>
                </a:lnTo>
                <a:lnTo>
                  <a:pt x="478" y="298"/>
                </a:lnTo>
                <a:lnTo>
                  <a:pt x="478" y="297"/>
                </a:lnTo>
                <a:lnTo>
                  <a:pt x="479" y="297"/>
                </a:lnTo>
                <a:lnTo>
                  <a:pt x="480" y="296"/>
                </a:lnTo>
                <a:lnTo>
                  <a:pt x="480" y="295"/>
                </a:lnTo>
                <a:lnTo>
                  <a:pt x="481" y="295"/>
                </a:lnTo>
                <a:lnTo>
                  <a:pt x="481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2" y="284"/>
                </a:lnTo>
                <a:lnTo>
                  <a:pt x="493" y="284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4" y="269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5" y="261"/>
                </a:lnTo>
                <a:lnTo>
                  <a:pt x="494" y="261"/>
                </a:lnTo>
                <a:lnTo>
                  <a:pt x="493" y="260"/>
                </a:lnTo>
                <a:lnTo>
                  <a:pt x="493" y="258"/>
                </a:lnTo>
                <a:lnTo>
                  <a:pt x="494" y="258"/>
                </a:lnTo>
                <a:lnTo>
                  <a:pt x="494" y="257"/>
                </a:lnTo>
                <a:lnTo>
                  <a:pt x="493" y="256"/>
                </a:lnTo>
                <a:lnTo>
                  <a:pt x="492" y="255"/>
                </a:lnTo>
                <a:lnTo>
                  <a:pt x="493" y="255"/>
                </a:lnTo>
                <a:lnTo>
                  <a:pt x="493" y="254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1"/>
                </a:lnTo>
                <a:lnTo>
                  <a:pt x="492" y="251"/>
                </a:lnTo>
                <a:lnTo>
                  <a:pt x="492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6"/>
                </a:lnTo>
                <a:lnTo>
                  <a:pt x="490" y="245"/>
                </a:lnTo>
                <a:lnTo>
                  <a:pt x="490" y="244"/>
                </a:lnTo>
                <a:lnTo>
                  <a:pt x="489" y="243"/>
                </a:lnTo>
                <a:lnTo>
                  <a:pt x="488" y="243"/>
                </a:lnTo>
                <a:lnTo>
                  <a:pt x="488" y="242"/>
                </a:lnTo>
                <a:lnTo>
                  <a:pt x="487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1" y="225"/>
                </a:lnTo>
                <a:lnTo>
                  <a:pt x="481" y="224"/>
                </a:lnTo>
                <a:lnTo>
                  <a:pt x="482" y="223"/>
                </a:lnTo>
                <a:lnTo>
                  <a:pt x="482" y="222"/>
                </a:lnTo>
                <a:lnTo>
                  <a:pt x="482" y="221"/>
                </a:lnTo>
                <a:lnTo>
                  <a:pt x="483" y="221"/>
                </a:lnTo>
                <a:lnTo>
                  <a:pt x="483" y="220"/>
                </a:lnTo>
                <a:lnTo>
                  <a:pt x="484" y="220"/>
                </a:lnTo>
                <a:lnTo>
                  <a:pt x="484" y="218"/>
                </a:lnTo>
                <a:lnTo>
                  <a:pt x="484" y="217"/>
                </a:lnTo>
                <a:lnTo>
                  <a:pt x="484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4" y="210"/>
                </a:lnTo>
                <a:lnTo>
                  <a:pt x="484" y="209"/>
                </a:lnTo>
                <a:lnTo>
                  <a:pt x="485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6"/>
                </a:lnTo>
                <a:lnTo>
                  <a:pt x="483" y="195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4" y="192"/>
                </a:lnTo>
                <a:lnTo>
                  <a:pt x="485" y="192"/>
                </a:lnTo>
                <a:lnTo>
                  <a:pt x="485" y="191"/>
                </a:lnTo>
                <a:lnTo>
                  <a:pt x="485" y="190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5" y="188"/>
                </a:lnTo>
                <a:lnTo>
                  <a:pt x="496" y="187"/>
                </a:lnTo>
                <a:lnTo>
                  <a:pt x="497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6"/>
                </a:lnTo>
                <a:lnTo>
                  <a:pt x="500" y="187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6"/>
                </a:lnTo>
                <a:lnTo>
                  <a:pt x="504" y="185"/>
                </a:lnTo>
                <a:lnTo>
                  <a:pt x="505" y="185"/>
                </a:lnTo>
                <a:lnTo>
                  <a:pt x="505" y="184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6" y="180"/>
                </a:lnTo>
                <a:lnTo>
                  <a:pt x="507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1" y="173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7" y="169"/>
                </a:lnTo>
                <a:lnTo>
                  <a:pt x="518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2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6"/>
                </a:lnTo>
                <a:lnTo>
                  <a:pt x="539" y="144"/>
                </a:lnTo>
                <a:lnTo>
                  <a:pt x="539" y="142"/>
                </a:lnTo>
                <a:lnTo>
                  <a:pt x="540" y="141"/>
                </a:lnTo>
                <a:lnTo>
                  <a:pt x="539" y="141"/>
                </a:lnTo>
                <a:lnTo>
                  <a:pt x="539" y="140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1" y="132"/>
                </a:lnTo>
                <a:lnTo>
                  <a:pt x="541" y="131"/>
                </a:lnTo>
                <a:lnTo>
                  <a:pt x="542" y="131"/>
                </a:lnTo>
                <a:lnTo>
                  <a:pt x="542" y="130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2" y="129"/>
                </a:lnTo>
                <a:lnTo>
                  <a:pt x="540" y="129"/>
                </a:lnTo>
                <a:lnTo>
                  <a:pt x="540" y="128"/>
                </a:lnTo>
                <a:lnTo>
                  <a:pt x="539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7" y="111"/>
                </a:lnTo>
                <a:lnTo>
                  <a:pt x="538" y="111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7"/>
                </a:lnTo>
                <a:lnTo>
                  <a:pt x="543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4" y="62"/>
                </a:lnTo>
                <a:lnTo>
                  <a:pt x="575" y="61"/>
                </a:lnTo>
                <a:lnTo>
                  <a:pt x="576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19" y="94"/>
                </a:lnTo>
                <a:lnTo>
                  <a:pt x="619" y="95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3"/>
                </a:lnTo>
                <a:lnTo>
                  <a:pt x="623" y="104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9" y="118"/>
                </a:lnTo>
                <a:lnTo>
                  <a:pt x="618" y="120"/>
                </a:lnTo>
                <a:lnTo>
                  <a:pt x="617" y="120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40"/>
                </a:lnTo>
                <a:lnTo>
                  <a:pt x="640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1" y="158"/>
                </a:lnTo>
                <a:lnTo>
                  <a:pt x="702" y="159"/>
                </a:lnTo>
                <a:lnTo>
                  <a:pt x="702" y="161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7" y="167"/>
                </a:lnTo>
                <a:lnTo>
                  <a:pt x="696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5" y="172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5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2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6"/>
                </a:lnTo>
                <a:lnTo>
                  <a:pt x="689" y="185"/>
                </a:lnTo>
                <a:lnTo>
                  <a:pt x="688" y="185"/>
                </a:lnTo>
                <a:lnTo>
                  <a:pt x="688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0" y="184"/>
                </a:lnTo>
                <a:lnTo>
                  <a:pt x="680" y="185"/>
                </a:lnTo>
                <a:lnTo>
                  <a:pt x="679" y="185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7" y="186"/>
                </a:lnTo>
                <a:lnTo>
                  <a:pt x="677" y="187"/>
                </a:lnTo>
                <a:lnTo>
                  <a:pt x="676" y="187"/>
                </a:lnTo>
                <a:lnTo>
                  <a:pt x="675" y="188"/>
                </a:lnTo>
                <a:lnTo>
                  <a:pt x="674" y="189"/>
                </a:lnTo>
                <a:lnTo>
                  <a:pt x="673" y="190"/>
                </a:lnTo>
                <a:lnTo>
                  <a:pt x="671" y="191"/>
                </a:lnTo>
                <a:lnTo>
                  <a:pt x="671" y="190"/>
                </a:lnTo>
                <a:lnTo>
                  <a:pt x="670" y="191"/>
                </a:lnTo>
                <a:lnTo>
                  <a:pt x="669" y="191"/>
                </a:lnTo>
                <a:lnTo>
                  <a:pt x="669" y="192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4" y="197"/>
                </a:lnTo>
                <a:lnTo>
                  <a:pt x="663" y="197"/>
                </a:lnTo>
                <a:lnTo>
                  <a:pt x="662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3"/>
                </a:lnTo>
                <a:lnTo>
                  <a:pt x="660" y="192"/>
                </a:lnTo>
                <a:lnTo>
                  <a:pt x="659" y="192"/>
                </a:lnTo>
                <a:lnTo>
                  <a:pt x="658" y="191"/>
                </a:lnTo>
                <a:lnTo>
                  <a:pt x="657" y="191"/>
                </a:lnTo>
                <a:lnTo>
                  <a:pt x="656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3" y="194"/>
                </a:lnTo>
                <a:lnTo>
                  <a:pt x="641" y="195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2"/>
                </a:lnTo>
                <a:lnTo>
                  <a:pt x="631" y="191"/>
                </a:lnTo>
                <a:lnTo>
                  <a:pt x="630" y="188"/>
                </a:lnTo>
                <a:lnTo>
                  <a:pt x="630" y="187"/>
                </a:lnTo>
                <a:lnTo>
                  <a:pt x="630" y="186"/>
                </a:lnTo>
                <a:lnTo>
                  <a:pt x="629" y="187"/>
                </a:lnTo>
                <a:lnTo>
                  <a:pt x="628" y="186"/>
                </a:lnTo>
                <a:lnTo>
                  <a:pt x="629" y="185"/>
                </a:lnTo>
                <a:lnTo>
                  <a:pt x="628" y="185"/>
                </a:lnTo>
                <a:lnTo>
                  <a:pt x="625" y="184"/>
                </a:lnTo>
                <a:lnTo>
                  <a:pt x="623" y="183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1" y="180"/>
                </a:lnTo>
                <a:lnTo>
                  <a:pt x="621" y="181"/>
                </a:lnTo>
                <a:lnTo>
                  <a:pt x="620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7" y="179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5" y="183"/>
                </a:lnTo>
                <a:lnTo>
                  <a:pt x="614" y="183"/>
                </a:lnTo>
                <a:lnTo>
                  <a:pt x="613" y="185"/>
                </a:lnTo>
                <a:lnTo>
                  <a:pt x="612" y="186"/>
                </a:lnTo>
                <a:lnTo>
                  <a:pt x="611" y="187"/>
                </a:lnTo>
                <a:lnTo>
                  <a:pt x="610" y="189"/>
                </a:lnTo>
                <a:lnTo>
                  <a:pt x="608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6" y="194"/>
                </a:lnTo>
                <a:lnTo>
                  <a:pt x="607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3" y="196"/>
                </a:lnTo>
                <a:lnTo>
                  <a:pt x="603" y="197"/>
                </a:lnTo>
                <a:lnTo>
                  <a:pt x="604" y="198"/>
                </a:lnTo>
                <a:lnTo>
                  <a:pt x="603" y="198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9"/>
                </a:lnTo>
                <a:lnTo>
                  <a:pt x="600" y="200"/>
                </a:lnTo>
                <a:lnTo>
                  <a:pt x="599" y="200"/>
                </a:lnTo>
                <a:lnTo>
                  <a:pt x="599" y="199"/>
                </a:lnTo>
                <a:lnTo>
                  <a:pt x="598" y="199"/>
                </a:lnTo>
                <a:lnTo>
                  <a:pt x="598" y="198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1" y="192"/>
                </a:lnTo>
                <a:lnTo>
                  <a:pt x="590" y="192"/>
                </a:lnTo>
                <a:lnTo>
                  <a:pt x="589" y="191"/>
                </a:lnTo>
                <a:lnTo>
                  <a:pt x="588" y="190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8"/>
                </a:lnTo>
                <a:lnTo>
                  <a:pt x="586" y="187"/>
                </a:lnTo>
                <a:lnTo>
                  <a:pt x="586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2" y="184"/>
                </a:lnTo>
                <a:lnTo>
                  <a:pt x="582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4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7" y="185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2"/>
                </a:lnTo>
                <a:lnTo>
                  <a:pt x="574" y="192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3" y="195"/>
                </a:lnTo>
                <a:lnTo>
                  <a:pt x="572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69" y="199"/>
                </a:lnTo>
                <a:lnTo>
                  <a:pt x="569" y="200"/>
                </a:lnTo>
                <a:lnTo>
                  <a:pt x="568" y="200"/>
                </a:lnTo>
                <a:lnTo>
                  <a:pt x="566" y="200"/>
                </a:lnTo>
                <a:lnTo>
                  <a:pt x="566" y="202"/>
                </a:lnTo>
                <a:lnTo>
                  <a:pt x="565" y="202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7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3" y="220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3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9" y="243"/>
                </a:lnTo>
                <a:lnTo>
                  <a:pt x="559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2" y="255"/>
                </a:lnTo>
                <a:lnTo>
                  <a:pt x="562" y="254"/>
                </a:lnTo>
                <a:lnTo>
                  <a:pt x="563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2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2" y="277"/>
                </a:lnTo>
                <a:lnTo>
                  <a:pt x="583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7" y="277"/>
                </a:lnTo>
                <a:lnTo>
                  <a:pt x="588" y="277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6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6"/>
                </a:lnTo>
                <a:lnTo>
                  <a:pt x="605" y="265"/>
                </a:lnTo>
                <a:lnTo>
                  <a:pt x="606" y="265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6" y="265"/>
                </a:lnTo>
                <a:lnTo>
                  <a:pt x="617" y="265"/>
                </a:lnTo>
                <a:lnTo>
                  <a:pt x="617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20" y="259"/>
                </a:lnTo>
                <a:lnTo>
                  <a:pt x="620" y="257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6" y="269"/>
                </a:lnTo>
                <a:lnTo>
                  <a:pt x="628" y="270"/>
                </a:lnTo>
                <a:lnTo>
                  <a:pt x="629" y="269"/>
                </a:lnTo>
                <a:lnTo>
                  <a:pt x="630" y="269"/>
                </a:lnTo>
                <a:lnTo>
                  <a:pt x="632" y="269"/>
                </a:lnTo>
                <a:lnTo>
                  <a:pt x="632" y="270"/>
                </a:lnTo>
                <a:lnTo>
                  <a:pt x="633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69"/>
                </a:lnTo>
                <a:lnTo>
                  <a:pt x="636" y="271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1"/>
                </a:lnTo>
                <a:lnTo>
                  <a:pt x="634" y="302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3" y="309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2"/>
                </a:lnTo>
                <a:lnTo>
                  <a:pt x="631" y="314"/>
                </a:lnTo>
                <a:lnTo>
                  <a:pt x="630" y="315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6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0"/>
                </a:lnTo>
                <a:lnTo>
                  <a:pt x="625" y="331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3" y="368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8" y="381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81"/>
                </a:lnTo>
                <a:lnTo>
                  <a:pt x="633" y="380"/>
                </a:lnTo>
                <a:lnTo>
                  <a:pt x="633" y="379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3" y="391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50" y="416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3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5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2" y="441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4"/>
                </a:lnTo>
                <a:lnTo>
                  <a:pt x="638" y="445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5"/>
                </a:lnTo>
                <a:lnTo>
                  <a:pt x="629" y="467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70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4"/>
                </a:lnTo>
                <a:lnTo>
                  <a:pt x="629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1" y="481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4" y="487"/>
                </a:lnTo>
                <a:lnTo>
                  <a:pt x="635" y="487"/>
                </a:lnTo>
                <a:lnTo>
                  <a:pt x="635" y="488"/>
                </a:lnTo>
                <a:lnTo>
                  <a:pt x="635" y="489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91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1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4"/>
                </a:lnTo>
                <a:lnTo>
                  <a:pt x="668" y="493"/>
                </a:lnTo>
                <a:lnTo>
                  <a:pt x="669" y="494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4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8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90" y="504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0" y="527"/>
                </a:lnTo>
                <a:lnTo>
                  <a:pt x="700" y="526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4" y="526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7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9"/>
                </a:lnTo>
                <a:lnTo>
                  <a:pt x="709" y="528"/>
                </a:lnTo>
                <a:lnTo>
                  <a:pt x="710" y="529"/>
                </a:lnTo>
                <a:lnTo>
                  <a:pt x="710" y="530"/>
                </a:lnTo>
                <a:lnTo>
                  <a:pt x="710" y="531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8"/>
                </a:lnTo>
                <a:lnTo>
                  <a:pt x="731" y="528"/>
                </a:lnTo>
                <a:lnTo>
                  <a:pt x="732" y="528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29"/>
                </a:lnTo>
                <a:lnTo>
                  <a:pt x="756" y="528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3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0" y="532"/>
                </a:lnTo>
                <a:lnTo>
                  <a:pt x="771" y="532"/>
                </a:lnTo>
                <a:lnTo>
                  <a:pt x="772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6" y="556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7" y="563"/>
                </a:lnTo>
                <a:lnTo>
                  <a:pt x="778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7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6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8" y="589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6" y="609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2" y="616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2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4" y="613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3" y="623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4" y="649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8" y="670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3" y="660"/>
                </a:lnTo>
                <a:lnTo>
                  <a:pt x="592" y="660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4" y="658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499" y="690"/>
                </a:lnTo>
                <a:lnTo>
                  <a:pt x="500" y="690"/>
                </a:lnTo>
                <a:lnTo>
                  <a:pt x="500" y="691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8" y="691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3" y="686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2" y="665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7"/>
                </a:lnTo>
                <a:lnTo>
                  <a:pt x="430" y="687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5" y="693"/>
                </a:lnTo>
                <a:lnTo>
                  <a:pt x="425" y="694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4" y="698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4" y="696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8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89" y="699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5" y="692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2" y="701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6" y="713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1" y="769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80" y="804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79" y="811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0" y="797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4"/>
                </a:lnTo>
                <a:lnTo>
                  <a:pt x="327" y="774"/>
                </a:lnTo>
                <a:lnTo>
                  <a:pt x="326" y="774"/>
                </a:lnTo>
                <a:lnTo>
                  <a:pt x="326" y="773"/>
                </a:lnTo>
                <a:lnTo>
                  <a:pt x="326" y="774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3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7" y="789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1" y="791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2" y="783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50"/>
                </a:lnTo>
                <a:lnTo>
                  <a:pt x="219" y="749"/>
                </a:lnTo>
                <a:lnTo>
                  <a:pt x="220" y="749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0" y="734"/>
                </a:lnTo>
                <a:lnTo>
                  <a:pt x="210" y="735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5" y="735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1" y="731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7" y="725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2"/>
                </a:lnTo>
                <a:lnTo>
                  <a:pt x="148" y="721"/>
                </a:lnTo>
                <a:lnTo>
                  <a:pt x="149" y="722"/>
                </a:lnTo>
                <a:lnTo>
                  <a:pt x="149" y="721"/>
                </a:lnTo>
                <a:lnTo>
                  <a:pt x="148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1" y="666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4" y="644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4" y="645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80" y="638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1" y="629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8" y="628"/>
                </a:lnTo>
                <a:lnTo>
                  <a:pt x="167" y="628"/>
                </a:lnTo>
                <a:lnTo>
                  <a:pt x="167" y="627"/>
                </a:lnTo>
                <a:lnTo>
                  <a:pt x="166" y="626"/>
                </a:lnTo>
                <a:lnTo>
                  <a:pt x="165" y="626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39" y="627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8" y="620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5" y="613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4" y="602"/>
                </a:lnTo>
                <a:lnTo>
                  <a:pt x="125" y="602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2" y="590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19" y="579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6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4" y="559"/>
                </a:lnTo>
                <a:lnTo>
                  <a:pt x="114" y="558"/>
                </a:lnTo>
                <a:lnTo>
                  <a:pt x="113" y="558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4" y="555"/>
                </a:lnTo>
                <a:lnTo>
                  <a:pt x="105" y="555"/>
                </a:lnTo>
                <a:lnTo>
                  <a:pt x="105" y="554"/>
                </a:lnTo>
                <a:lnTo>
                  <a:pt x="105" y="553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9"/>
                </a:lnTo>
                <a:lnTo>
                  <a:pt x="105" y="549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2" y="522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6" y="522"/>
                </a:lnTo>
                <a:lnTo>
                  <a:pt x="116" y="521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3" y="525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5" y="523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3" y="522"/>
                </a:lnTo>
                <a:lnTo>
                  <a:pt x="83" y="523"/>
                </a:lnTo>
                <a:lnTo>
                  <a:pt x="83" y="522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8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4" y="545"/>
                </a:lnTo>
                <a:lnTo>
                  <a:pt x="4" y="544"/>
                </a:lnTo>
                <a:lnTo>
                  <a:pt x="3" y="544"/>
                </a:lnTo>
                <a:lnTo>
                  <a:pt x="2" y="544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5" y="526"/>
                </a:lnTo>
                <a:lnTo>
                  <a:pt x="16" y="526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0" y="508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4" y="496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5" y="491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3" y="483"/>
                </a:lnTo>
                <a:lnTo>
                  <a:pt x="3" y="482"/>
                </a:lnTo>
                <a:lnTo>
                  <a:pt x="2" y="482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3" y="473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1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0" y="445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7" y="437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4" y="415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2" y="395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3" y="394"/>
                </a:lnTo>
                <a:lnTo>
                  <a:pt x="54" y="394"/>
                </a:lnTo>
                <a:lnTo>
                  <a:pt x="54" y="393"/>
                </a:lnTo>
                <a:lnTo>
                  <a:pt x="54" y="394"/>
                </a:lnTo>
                <a:lnTo>
                  <a:pt x="55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5" y="355"/>
                </a:lnTo>
                <a:lnTo>
                  <a:pt x="85" y="354"/>
                </a:lnTo>
                <a:lnTo>
                  <a:pt x="85" y="353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5" y="349"/>
                </a:lnTo>
                <a:lnTo>
                  <a:pt x="96" y="349"/>
                </a:lnTo>
                <a:lnTo>
                  <a:pt x="96" y="350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99" y="332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8" y="329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7" y="316"/>
                </a:lnTo>
                <a:lnTo>
                  <a:pt x="107" y="315"/>
                </a:lnTo>
                <a:lnTo>
                  <a:pt x="106" y="315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3" y="305"/>
                </a:lnTo>
                <a:lnTo>
                  <a:pt x="103" y="304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3" y="301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09" y="289"/>
                </a:lnTo>
                <a:lnTo>
                  <a:pt x="109" y="288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09" y="284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0" y="279"/>
                </a:lnTo>
                <a:lnTo>
                  <a:pt x="111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2" y="269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1" y="261"/>
                </a:lnTo>
                <a:lnTo>
                  <a:pt x="111" y="260"/>
                </a:lnTo>
                <a:lnTo>
                  <a:pt x="112" y="260"/>
                </a:lnTo>
                <a:lnTo>
                  <a:pt x="112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09" y="257"/>
                </a:lnTo>
                <a:lnTo>
                  <a:pt x="109" y="256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0" y="252"/>
                </a:lnTo>
                <a:lnTo>
                  <a:pt x="110" y="251"/>
                </a:lnTo>
                <a:lnTo>
                  <a:pt x="111" y="251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8" y="243"/>
                </a:lnTo>
                <a:lnTo>
                  <a:pt x="108" y="242"/>
                </a:lnTo>
                <a:lnTo>
                  <a:pt x="109" y="242"/>
                </a:lnTo>
                <a:lnTo>
                  <a:pt x="109" y="241"/>
                </a:lnTo>
                <a:lnTo>
                  <a:pt x="110" y="241"/>
                </a:lnTo>
                <a:lnTo>
                  <a:pt x="110" y="240"/>
                </a:lnTo>
                <a:lnTo>
                  <a:pt x="111" y="240"/>
                </a:lnTo>
                <a:lnTo>
                  <a:pt x="111" y="239"/>
                </a:lnTo>
                <a:lnTo>
                  <a:pt x="110" y="239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09" y="234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1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6" y="217"/>
                </a:lnTo>
                <a:lnTo>
                  <a:pt x="106" y="216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6" y="213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5" y="205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8" y="198"/>
                </a:lnTo>
                <a:lnTo>
                  <a:pt x="109" y="198"/>
                </a:lnTo>
                <a:lnTo>
                  <a:pt x="109" y="197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9" y="193"/>
                </a:lnTo>
                <a:lnTo>
                  <a:pt x="108" y="193"/>
                </a:lnTo>
                <a:lnTo>
                  <a:pt x="108" y="192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4" y="184"/>
                </a:lnTo>
                <a:lnTo>
                  <a:pt x="104" y="183"/>
                </a:lnTo>
                <a:lnTo>
                  <a:pt x="105" y="183"/>
                </a:lnTo>
                <a:lnTo>
                  <a:pt x="104" y="182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1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1" y="168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3" y="163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2" y="162"/>
                </a:lnTo>
                <a:lnTo>
                  <a:pt x="81" y="162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1" y="164"/>
                </a:lnTo>
                <a:lnTo>
                  <a:pt x="81" y="165"/>
                </a:lnTo>
                <a:lnTo>
                  <a:pt x="82" y="165"/>
                </a:lnTo>
                <a:lnTo>
                  <a:pt x="81" y="165"/>
                </a:lnTo>
                <a:lnTo>
                  <a:pt x="82" y="165"/>
                </a:lnTo>
                <a:lnTo>
                  <a:pt x="82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9"/>
                </a:lnTo>
                <a:lnTo>
                  <a:pt x="82" y="169"/>
                </a:lnTo>
                <a:lnTo>
                  <a:pt x="81" y="169"/>
                </a:lnTo>
                <a:lnTo>
                  <a:pt x="81" y="170"/>
                </a:lnTo>
                <a:lnTo>
                  <a:pt x="81" y="171"/>
                </a:lnTo>
                <a:lnTo>
                  <a:pt x="80" y="171"/>
                </a:lnTo>
                <a:lnTo>
                  <a:pt x="79" y="171"/>
                </a:lnTo>
                <a:lnTo>
                  <a:pt x="79" y="172"/>
                </a:lnTo>
                <a:lnTo>
                  <a:pt x="78" y="172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70" y="170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0" y="135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7" y="106"/>
                </a:lnTo>
                <a:lnTo>
                  <a:pt x="57" y="104"/>
                </a:lnTo>
                <a:lnTo>
                  <a:pt x="59" y="103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2" y="89"/>
                </a:lnTo>
                <a:lnTo>
                  <a:pt x="63" y="89"/>
                </a:lnTo>
                <a:lnTo>
                  <a:pt x="63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9"/>
                </a:lnTo>
                <a:lnTo>
                  <a:pt x="78" y="113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4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98"/>
                </a:lnTo>
                <a:lnTo>
                  <a:pt x="107" y="97"/>
                </a:lnTo>
                <a:lnTo>
                  <a:pt x="107" y="96"/>
                </a:lnTo>
                <a:lnTo>
                  <a:pt x="106" y="96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6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8" y="74"/>
                </a:lnTo>
                <a:lnTo>
                  <a:pt x="98" y="73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8" y="60"/>
                </a:lnTo>
                <a:lnTo>
                  <a:pt x="97" y="60"/>
                </a:lnTo>
                <a:lnTo>
                  <a:pt x="97" y="58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5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4"/>
                </a:lnTo>
                <a:lnTo>
                  <a:pt x="101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4" y="26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9BC5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327348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0" y="1"/>
                </a:moveTo>
                <a:lnTo>
                  <a:pt x="901" y="1"/>
                </a:lnTo>
                <a:lnTo>
                  <a:pt x="901" y="2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0" y="4"/>
                </a:lnTo>
                <a:lnTo>
                  <a:pt x="911" y="4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0" y="7"/>
                </a:lnTo>
                <a:lnTo>
                  <a:pt x="921" y="7"/>
                </a:lnTo>
                <a:lnTo>
                  <a:pt x="921" y="8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6" y="13"/>
                </a:lnTo>
                <a:lnTo>
                  <a:pt x="928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20"/>
                </a:lnTo>
                <a:lnTo>
                  <a:pt x="935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6" y="18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49" y="14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8" y="23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0" y="25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7" y="33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10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3" y="40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41"/>
                </a:lnTo>
                <a:lnTo>
                  <a:pt x="1017" y="41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1"/>
                </a:lnTo>
                <a:lnTo>
                  <a:pt x="1016" y="41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8"/>
                </a:lnTo>
                <a:lnTo>
                  <a:pt x="998" y="48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5" y="47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3" y="46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2" y="49"/>
                </a:lnTo>
                <a:lnTo>
                  <a:pt x="993" y="49"/>
                </a:lnTo>
                <a:lnTo>
                  <a:pt x="993" y="50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4" y="59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5" y="65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8" y="66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5" y="73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2" y="80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2" y="81"/>
                </a:lnTo>
                <a:lnTo>
                  <a:pt x="1023" y="81"/>
                </a:lnTo>
                <a:lnTo>
                  <a:pt x="1023" y="82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1" y="87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1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4" y="103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1" y="106"/>
                </a:lnTo>
                <a:lnTo>
                  <a:pt x="1020" y="106"/>
                </a:lnTo>
                <a:lnTo>
                  <a:pt x="1019" y="106"/>
                </a:lnTo>
                <a:lnTo>
                  <a:pt x="1019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7" y="109"/>
                </a:lnTo>
                <a:lnTo>
                  <a:pt x="1017" y="110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3" y="109"/>
                </a:lnTo>
                <a:lnTo>
                  <a:pt x="1012" y="109"/>
                </a:lnTo>
                <a:lnTo>
                  <a:pt x="1012" y="110"/>
                </a:lnTo>
                <a:lnTo>
                  <a:pt x="1011" y="110"/>
                </a:lnTo>
                <a:lnTo>
                  <a:pt x="1010" y="111"/>
                </a:lnTo>
                <a:lnTo>
                  <a:pt x="1009" y="112"/>
                </a:lnTo>
                <a:lnTo>
                  <a:pt x="1009" y="113"/>
                </a:lnTo>
                <a:lnTo>
                  <a:pt x="1008" y="113"/>
                </a:lnTo>
                <a:lnTo>
                  <a:pt x="1006" y="113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1" y="117"/>
                </a:lnTo>
                <a:lnTo>
                  <a:pt x="1002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6"/>
                </a:lnTo>
                <a:lnTo>
                  <a:pt x="999" y="126"/>
                </a:lnTo>
                <a:lnTo>
                  <a:pt x="999" y="127"/>
                </a:lnTo>
                <a:lnTo>
                  <a:pt x="998" y="127"/>
                </a:lnTo>
                <a:lnTo>
                  <a:pt x="997" y="127"/>
                </a:lnTo>
                <a:lnTo>
                  <a:pt x="997" y="128"/>
                </a:lnTo>
                <a:lnTo>
                  <a:pt x="996" y="128"/>
                </a:lnTo>
                <a:lnTo>
                  <a:pt x="996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4"/>
                </a:lnTo>
                <a:lnTo>
                  <a:pt x="1000" y="135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40"/>
                </a:lnTo>
                <a:lnTo>
                  <a:pt x="1004" y="140"/>
                </a:lnTo>
                <a:lnTo>
                  <a:pt x="1004" y="141"/>
                </a:lnTo>
                <a:lnTo>
                  <a:pt x="1005" y="141"/>
                </a:lnTo>
                <a:lnTo>
                  <a:pt x="1006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8" y="148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2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2" y="163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2"/>
                </a:lnTo>
                <a:lnTo>
                  <a:pt x="1028" y="163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0" y="167"/>
                </a:lnTo>
                <a:lnTo>
                  <a:pt x="1031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7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4" y="180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1" y="183"/>
                </a:lnTo>
                <a:lnTo>
                  <a:pt x="1020" y="183"/>
                </a:lnTo>
                <a:lnTo>
                  <a:pt x="1020" y="184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2" y="190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5" y="197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8" y="202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29" y="218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1" y="225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29" y="233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8" y="243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5" y="246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4" y="253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6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7" y="260"/>
                </a:lnTo>
                <a:lnTo>
                  <a:pt x="1018" y="260"/>
                </a:lnTo>
                <a:lnTo>
                  <a:pt x="1018" y="259"/>
                </a:lnTo>
                <a:lnTo>
                  <a:pt x="1018" y="260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6" y="269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3" y="272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5" y="287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5" y="299"/>
                </a:lnTo>
                <a:lnTo>
                  <a:pt x="1046" y="299"/>
                </a:lnTo>
                <a:lnTo>
                  <a:pt x="1046" y="300"/>
                </a:lnTo>
                <a:lnTo>
                  <a:pt x="1046" y="301"/>
                </a:lnTo>
                <a:lnTo>
                  <a:pt x="1047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0" y="303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4" y="308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5" y="311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59" y="312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2" y="313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4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0" y="319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8" y="330"/>
                </a:lnTo>
                <a:lnTo>
                  <a:pt x="1079" y="330"/>
                </a:lnTo>
                <a:lnTo>
                  <a:pt x="1080" y="330"/>
                </a:lnTo>
                <a:lnTo>
                  <a:pt x="1080" y="331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6" y="331"/>
                </a:lnTo>
                <a:lnTo>
                  <a:pt x="1087" y="331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0" y="332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5" y="334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7" y="336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0" y="338"/>
                </a:lnTo>
                <a:lnTo>
                  <a:pt x="1101" y="338"/>
                </a:lnTo>
                <a:lnTo>
                  <a:pt x="1101" y="339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4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4"/>
                </a:lnTo>
                <a:lnTo>
                  <a:pt x="1115" y="344"/>
                </a:lnTo>
                <a:lnTo>
                  <a:pt x="1115" y="345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2" y="346"/>
                </a:lnTo>
                <a:lnTo>
                  <a:pt x="1132" y="345"/>
                </a:lnTo>
                <a:lnTo>
                  <a:pt x="1132" y="346"/>
                </a:lnTo>
                <a:lnTo>
                  <a:pt x="1132" y="345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6" y="346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8" y="347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5" y="349"/>
                </a:lnTo>
                <a:lnTo>
                  <a:pt x="1146" y="349"/>
                </a:lnTo>
                <a:lnTo>
                  <a:pt x="1147" y="350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7"/>
                </a:lnTo>
                <a:lnTo>
                  <a:pt x="1153" y="347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5"/>
                </a:lnTo>
                <a:lnTo>
                  <a:pt x="1154" y="344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4" y="347"/>
                </a:lnTo>
                <a:lnTo>
                  <a:pt x="1165" y="347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69" y="348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4" y="351"/>
                </a:lnTo>
                <a:lnTo>
                  <a:pt x="1175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6" y="357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8" y="359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2" y="361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4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2" y="364"/>
                </a:lnTo>
                <a:lnTo>
                  <a:pt x="1213" y="364"/>
                </a:lnTo>
                <a:lnTo>
                  <a:pt x="1213" y="365"/>
                </a:lnTo>
                <a:lnTo>
                  <a:pt x="1213" y="366"/>
                </a:lnTo>
                <a:lnTo>
                  <a:pt x="1214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7" y="369"/>
                </a:lnTo>
                <a:lnTo>
                  <a:pt x="1218" y="370"/>
                </a:lnTo>
                <a:lnTo>
                  <a:pt x="1218" y="371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0" y="373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5" y="376"/>
                </a:lnTo>
                <a:lnTo>
                  <a:pt x="1226" y="376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4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6" y="386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2" y="387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6" y="388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2" y="396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3" y="392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39" y="393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0" y="396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3"/>
                </a:lnTo>
                <a:lnTo>
                  <a:pt x="1349" y="403"/>
                </a:lnTo>
                <a:lnTo>
                  <a:pt x="1349" y="404"/>
                </a:lnTo>
                <a:lnTo>
                  <a:pt x="1350" y="404"/>
                </a:lnTo>
                <a:lnTo>
                  <a:pt x="1350" y="405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7" y="403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6" y="403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0"/>
                </a:lnTo>
                <a:lnTo>
                  <a:pt x="1404" y="411"/>
                </a:lnTo>
                <a:lnTo>
                  <a:pt x="1404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3"/>
                </a:lnTo>
                <a:lnTo>
                  <a:pt x="1407" y="414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2" y="414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6" y="396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1" y="411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3"/>
                </a:lnTo>
                <a:lnTo>
                  <a:pt x="1488" y="414"/>
                </a:lnTo>
                <a:lnTo>
                  <a:pt x="1489" y="414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6" y="421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2" y="440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3" y="443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5" y="445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6" y="448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7" y="460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1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3" y="486"/>
                </a:lnTo>
                <a:lnTo>
                  <a:pt x="1545" y="486"/>
                </a:lnTo>
                <a:lnTo>
                  <a:pt x="1547" y="487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4"/>
                </a:lnTo>
                <a:lnTo>
                  <a:pt x="1550" y="483"/>
                </a:lnTo>
                <a:lnTo>
                  <a:pt x="1550" y="484"/>
                </a:lnTo>
                <a:lnTo>
                  <a:pt x="1551" y="484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89"/>
                </a:lnTo>
                <a:lnTo>
                  <a:pt x="1569" y="490"/>
                </a:lnTo>
                <a:lnTo>
                  <a:pt x="1569" y="491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1" y="493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9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3"/>
                </a:lnTo>
                <a:lnTo>
                  <a:pt x="1600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6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4" y="481"/>
                </a:lnTo>
                <a:lnTo>
                  <a:pt x="1603" y="480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8"/>
                </a:lnTo>
                <a:lnTo>
                  <a:pt x="1637" y="489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3" y="459"/>
                </a:lnTo>
                <a:lnTo>
                  <a:pt x="1652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8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60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8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89" y="456"/>
                </a:lnTo>
                <a:lnTo>
                  <a:pt x="1690" y="456"/>
                </a:lnTo>
                <a:lnTo>
                  <a:pt x="1691" y="456"/>
                </a:lnTo>
                <a:lnTo>
                  <a:pt x="1691" y="457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5" y="455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2"/>
                </a:lnTo>
                <a:lnTo>
                  <a:pt x="1696" y="451"/>
                </a:lnTo>
                <a:lnTo>
                  <a:pt x="1695" y="451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1" y="431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5"/>
                </a:lnTo>
                <a:lnTo>
                  <a:pt x="1722" y="405"/>
                </a:lnTo>
                <a:lnTo>
                  <a:pt x="1722" y="406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6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6" y="407"/>
                </a:lnTo>
                <a:lnTo>
                  <a:pt x="1737" y="407"/>
                </a:lnTo>
                <a:lnTo>
                  <a:pt x="1738" y="407"/>
                </a:lnTo>
                <a:lnTo>
                  <a:pt x="1738" y="406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1" y="411"/>
                </a:lnTo>
                <a:lnTo>
                  <a:pt x="1762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4" y="419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2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6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5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8" y="437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6" y="463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3" y="471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8" y="482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6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9"/>
                </a:lnTo>
                <a:lnTo>
                  <a:pt x="1821" y="500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5" y="502"/>
                </a:lnTo>
                <a:lnTo>
                  <a:pt x="1825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3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8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39" y="575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1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1" y="608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2" y="613"/>
                </a:lnTo>
                <a:lnTo>
                  <a:pt x="1853" y="613"/>
                </a:lnTo>
                <a:lnTo>
                  <a:pt x="1853" y="614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3" y="616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6" y="647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1" y="665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7" y="700"/>
                </a:lnTo>
                <a:lnTo>
                  <a:pt x="1857" y="701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3" y="723"/>
                </a:lnTo>
                <a:lnTo>
                  <a:pt x="1864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4" y="737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8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0"/>
                </a:lnTo>
                <a:lnTo>
                  <a:pt x="1854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6" y="775"/>
                </a:lnTo>
                <a:lnTo>
                  <a:pt x="1825" y="778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9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2"/>
                </a:lnTo>
                <a:lnTo>
                  <a:pt x="1822" y="804"/>
                </a:lnTo>
                <a:lnTo>
                  <a:pt x="1823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7"/>
                </a:lnTo>
                <a:lnTo>
                  <a:pt x="1823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30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8"/>
                </a:lnTo>
                <a:lnTo>
                  <a:pt x="1831" y="840"/>
                </a:lnTo>
                <a:lnTo>
                  <a:pt x="1832" y="840"/>
                </a:lnTo>
                <a:lnTo>
                  <a:pt x="1832" y="841"/>
                </a:lnTo>
                <a:lnTo>
                  <a:pt x="1831" y="842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4" y="853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09" y="853"/>
                </a:lnTo>
                <a:lnTo>
                  <a:pt x="1808" y="854"/>
                </a:lnTo>
                <a:lnTo>
                  <a:pt x="1808" y="855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7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1"/>
                </a:lnTo>
                <a:lnTo>
                  <a:pt x="1801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7"/>
                </a:lnTo>
                <a:lnTo>
                  <a:pt x="1796" y="836"/>
                </a:lnTo>
                <a:lnTo>
                  <a:pt x="1797" y="835"/>
                </a:lnTo>
                <a:lnTo>
                  <a:pt x="1796" y="834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2"/>
                </a:lnTo>
                <a:lnTo>
                  <a:pt x="1788" y="833"/>
                </a:lnTo>
                <a:lnTo>
                  <a:pt x="1787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6" y="836"/>
                </a:lnTo>
                <a:lnTo>
                  <a:pt x="1787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1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2" y="848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0" y="850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9"/>
                </a:lnTo>
                <a:lnTo>
                  <a:pt x="1763" y="838"/>
                </a:lnTo>
                <a:lnTo>
                  <a:pt x="1764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3" y="836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8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9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5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3" y="835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1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7" y="856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1" y="877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0" y="882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5" y="875"/>
                </a:lnTo>
                <a:lnTo>
                  <a:pt x="1654" y="875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7"/>
                </a:lnTo>
                <a:lnTo>
                  <a:pt x="1629" y="855"/>
                </a:lnTo>
                <a:lnTo>
                  <a:pt x="1628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2" y="857"/>
                </a:lnTo>
                <a:lnTo>
                  <a:pt x="1620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3" y="854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09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79" y="845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8" y="842"/>
                </a:lnTo>
                <a:lnTo>
                  <a:pt x="1567" y="842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90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3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4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4" y="919"/>
                </a:lnTo>
                <a:lnTo>
                  <a:pt x="1424" y="920"/>
                </a:lnTo>
                <a:lnTo>
                  <a:pt x="1422" y="922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7" y="950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5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7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0" y="946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4" y="944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8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0" y="917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89" y="884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8" y="870"/>
                </a:lnTo>
                <a:lnTo>
                  <a:pt x="1178" y="869"/>
                </a:lnTo>
                <a:lnTo>
                  <a:pt x="1179" y="869"/>
                </a:lnTo>
                <a:lnTo>
                  <a:pt x="1178" y="869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2" y="867"/>
                </a:lnTo>
                <a:lnTo>
                  <a:pt x="1172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4" y="864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4" y="866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5" y="887"/>
                </a:lnTo>
                <a:lnTo>
                  <a:pt x="1135" y="886"/>
                </a:lnTo>
                <a:lnTo>
                  <a:pt x="1133" y="886"/>
                </a:lnTo>
                <a:lnTo>
                  <a:pt x="1133" y="887"/>
                </a:lnTo>
                <a:lnTo>
                  <a:pt x="1132" y="887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5"/>
                </a:lnTo>
                <a:lnTo>
                  <a:pt x="1124" y="884"/>
                </a:lnTo>
                <a:lnTo>
                  <a:pt x="1123" y="884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2" y="881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7" y="875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5" y="865"/>
                </a:lnTo>
                <a:lnTo>
                  <a:pt x="1114" y="865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8" y="860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6"/>
                </a:lnTo>
                <a:lnTo>
                  <a:pt x="1073" y="856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5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2" y="853"/>
                </a:lnTo>
                <a:lnTo>
                  <a:pt x="1062" y="852"/>
                </a:lnTo>
                <a:lnTo>
                  <a:pt x="1062" y="851"/>
                </a:lnTo>
                <a:lnTo>
                  <a:pt x="1061" y="850"/>
                </a:lnTo>
                <a:lnTo>
                  <a:pt x="1060" y="850"/>
                </a:lnTo>
                <a:lnTo>
                  <a:pt x="1059" y="850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7" y="850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4" y="854"/>
                </a:lnTo>
                <a:lnTo>
                  <a:pt x="1053" y="854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5" y="851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6" y="851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0" y="845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5" y="848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1" y="852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0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4" y="861"/>
                </a:lnTo>
                <a:lnTo>
                  <a:pt x="1003" y="860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1000" y="863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7" y="870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6" y="873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6" y="883"/>
                </a:lnTo>
                <a:lnTo>
                  <a:pt x="986" y="884"/>
                </a:lnTo>
                <a:lnTo>
                  <a:pt x="985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7" y="890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7" y="892"/>
                </a:lnTo>
                <a:lnTo>
                  <a:pt x="976" y="892"/>
                </a:lnTo>
                <a:lnTo>
                  <a:pt x="976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8" y="907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4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7" y="928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8" y="933"/>
                </a:lnTo>
                <a:lnTo>
                  <a:pt x="967" y="933"/>
                </a:lnTo>
                <a:lnTo>
                  <a:pt x="967" y="934"/>
                </a:lnTo>
                <a:lnTo>
                  <a:pt x="966" y="935"/>
                </a:lnTo>
                <a:lnTo>
                  <a:pt x="966" y="936"/>
                </a:lnTo>
                <a:lnTo>
                  <a:pt x="966" y="937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40"/>
                </a:lnTo>
                <a:lnTo>
                  <a:pt x="963" y="941"/>
                </a:lnTo>
                <a:lnTo>
                  <a:pt x="963" y="942"/>
                </a:lnTo>
                <a:lnTo>
                  <a:pt x="962" y="942"/>
                </a:lnTo>
                <a:lnTo>
                  <a:pt x="962" y="943"/>
                </a:lnTo>
                <a:lnTo>
                  <a:pt x="961" y="943"/>
                </a:lnTo>
                <a:lnTo>
                  <a:pt x="960" y="943"/>
                </a:lnTo>
                <a:lnTo>
                  <a:pt x="959" y="945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7" y="944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6" y="938"/>
                </a:lnTo>
                <a:lnTo>
                  <a:pt x="946" y="937"/>
                </a:lnTo>
                <a:lnTo>
                  <a:pt x="945" y="937"/>
                </a:lnTo>
                <a:lnTo>
                  <a:pt x="945" y="936"/>
                </a:lnTo>
                <a:lnTo>
                  <a:pt x="945" y="935"/>
                </a:lnTo>
                <a:lnTo>
                  <a:pt x="944" y="935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6" y="919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7" y="912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3" y="898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3" y="895"/>
                </a:lnTo>
                <a:lnTo>
                  <a:pt x="942" y="895"/>
                </a:lnTo>
                <a:lnTo>
                  <a:pt x="942" y="894"/>
                </a:lnTo>
                <a:lnTo>
                  <a:pt x="942" y="893"/>
                </a:lnTo>
                <a:lnTo>
                  <a:pt x="943" y="893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8"/>
                </a:lnTo>
                <a:lnTo>
                  <a:pt x="943" y="877"/>
                </a:lnTo>
                <a:lnTo>
                  <a:pt x="942" y="877"/>
                </a:lnTo>
                <a:lnTo>
                  <a:pt x="941" y="877"/>
                </a:lnTo>
                <a:lnTo>
                  <a:pt x="941" y="876"/>
                </a:lnTo>
                <a:lnTo>
                  <a:pt x="941" y="877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0" y="868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61"/>
                </a:lnTo>
                <a:lnTo>
                  <a:pt x="917" y="861"/>
                </a:lnTo>
                <a:lnTo>
                  <a:pt x="917" y="860"/>
                </a:lnTo>
                <a:lnTo>
                  <a:pt x="916" y="860"/>
                </a:lnTo>
                <a:lnTo>
                  <a:pt x="916" y="861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5" y="863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4" y="866"/>
                </a:lnTo>
                <a:lnTo>
                  <a:pt x="913" y="866"/>
                </a:lnTo>
                <a:lnTo>
                  <a:pt x="913" y="865"/>
                </a:lnTo>
                <a:lnTo>
                  <a:pt x="913" y="866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3"/>
                </a:lnTo>
                <a:lnTo>
                  <a:pt x="892" y="873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4"/>
                </a:lnTo>
                <a:lnTo>
                  <a:pt x="887" y="873"/>
                </a:lnTo>
                <a:lnTo>
                  <a:pt x="887" y="872"/>
                </a:lnTo>
                <a:lnTo>
                  <a:pt x="887" y="873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4" y="875"/>
                </a:lnTo>
                <a:lnTo>
                  <a:pt x="883" y="875"/>
                </a:lnTo>
                <a:lnTo>
                  <a:pt x="882" y="875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80" y="874"/>
                </a:lnTo>
                <a:lnTo>
                  <a:pt x="879" y="874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7" y="875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7" y="882"/>
                </a:lnTo>
                <a:lnTo>
                  <a:pt x="876" y="882"/>
                </a:lnTo>
                <a:lnTo>
                  <a:pt x="876" y="883"/>
                </a:lnTo>
                <a:lnTo>
                  <a:pt x="874" y="883"/>
                </a:lnTo>
                <a:lnTo>
                  <a:pt x="874" y="882"/>
                </a:lnTo>
                <a:lnTo>
                  <a:pt x="873" y="882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2" y="881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81"/>
                </a:lnTo>
                <a:lnTo>
                  <a:pt x="863" y="881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1" y="879"/>
                </a:lnTo>
                <a:lnTo>
                  <a:pt x="860" y="878"/>
                </a:lnTo>
                <a:lnTo>
                  <a:pt x="860" y="879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2" y="877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2" y="875"/>
                </a:lnTo>
                <a:lnTo>
                  <a:pt x="851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9" y="878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6" y="881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5" y="884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2" y="888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39" y="889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9"/>
                </a:lnTo>
                <a:lnTo>
                  <a:pt x="830" y="889"/>
                </a:lnTo>
                <a:lnTo>
                  <a:pt x="830" y="888"/>
                </a:lnTo>
                <a:lnTo>
                  <a:pt x="829" y="888"/>
                </a:lnTo>
                <a:lnTo>
                  <a:pt x="828" y="888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9" y="886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3" y="887"/>
                </a:lnTo>
                <a:lnTo>
                  <a:pt x="813" y="886"/>
                </a:lnTo>
                <a:lnTo>
                  <a:pt x="812" y="886"/>
                </a:lnTo>
                <a:lnTo>
                  <a:pt x="813" y="886"/>
                </a:lnTo>
                <a:lnTo>
                  <a:pt x="813" y="885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4" y="884"/>
                </a:lnTo>
                <a:lnTo>
                  <a:pt x="813" y="884"/>
                </a:lnTo>
                <a:lnTo>
                  <a:pt x="813" y="883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4" y="887"/>
                </a:lnTo>
                <a:lnTo>
                  <a:pt x="794" y="888"/>
                </a:lnTo>
                <a:lnTo>
                  <a:pt x="794" y="887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2" y="888"/>
                </a:lnTo>
                <a:lnTo>
                  <a:pt x="791" y="888"/>
                </a:lnTo>
                <a:lnTo>
                  <a:pt x="790" y="888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0" y="874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5" y="870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5" y="867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6"/>
                </a:lnTo>
                <a:lnTo>
                  <a:pt x="753" y="866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2" y="861"/>
                </a:lnTo>
                <a:lnTo>
                  <a:pt x="752" y="860"/>
                </a:lnTo>
                <a:lnTo>
                  <a:pt x="753" y="860"/>
                </a:lnTo>
                <a:lnTo>
                  <a:pt x="752" y="860"/>
                </a:lnTo>
                <a:lnTo>
                  <a:pt x="752" y="859"/>
                </a:lnTo>
                <a:lnTo>
                  <a:pt x="751" y="859"/>
                </a:lnTo>
                <a:lnTo>
                  <a:pt x="750" y="859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39" y="861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8" y="859"/>
                </a:lnTo>
                <a:lnTo>
                  <a:pt x="738" y="858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4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2" y="871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8" y="875"/>
                </a:lnTo>
                <a:lnTo>
                  <a:pt x="727" y="875"/>
                </a:lnTo>
                <a:lnTo>
                  <a:pt x="727" y="876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4" y="879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1" y="878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19" y="876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6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5" y="874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4" y="875"/>
                </a:lnTo>
                <a:lnTo>
                  <a:pt x="713" y="875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0" y="872"/>
                </a:lnTo>
                <a:lnTo>
                  <a:pt x="710" y="871"/>
                </a:lnTo>
                <a:lnTo>
                  <a:pt x="710" y="872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9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5" y="860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3" y="856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3" y="863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5" y="875"/>
                </a:lnTo>
                <a:lnTo>
                  <a:pt x="696" y="875"/>
                </a:lnTo>
                <a:lnTo>
                  <a:pt x="696" y="876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1" y="880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2" y="873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1"/>
                </a:lnTo>
                <a:lnTo>
                  <a:pt x="671" y="851"/>
                </a:lnTo>
                <a:lnTo>
                  <a:pt x="671" y="850"/>
                </a:lnTo>
                <a:lnTo>
                  <a:pt x="671" y="851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2" y="838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0" y="834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6" y="834"/>
                </a:lnTo>
                <a:lnTo>
                  <a:pt x="656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4" y="840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1" y="843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6" y="838"/>
                </a:lnTo>
                <a:lnTo>
                  <a:pt x="645" y="838"/>
                </a:lnTo>
                <a:lnTo>
                  <a:pt x="645" y="837"/>
                </a:lnTo>
                <a:lnTo>
                  <a:pt x="644" y="837"/>
                </a:lnTo>
                <a:lnTo>
                  <a:pt x="643" y="837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6" y="837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8" y="836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6" y="832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4" y="824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3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2" y="808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4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3" y="801"/>
                </a:lnTo>
                <a:lnTo>
                  <a:pt x="602" y="801"/>
                </a:lnTo>
                <a:lnTo>
                  <a:pt x="602" y="800"/>
                </a:lnTo>
                <a:lnTo>
                  <a:pt x="601" y="800"/>
                </a:lnTo>
                <a:lnTo>
                  <a:pt x="600" y="800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4" y="807"/>
                </a:lnTo>
                <a:lnTo>
                  <a:pt x="573" y="807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5" y="800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2" y="795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8" y="793"/>
                </a:lnTo>
                <a:lnTo>
                  <a:pt x="547" y="793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4" y="791"/>
                </a:lnTo>
                <a:lnTo>
                  <a:pt x="544" y="790"/>
                </a:lnTo>
                <a:lnTo>
                  <a:pt x="545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6" y="773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3" y="758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0" y="752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0" y="742"/>
                </a:lnTo>
                <a:lnTo>
                  <a:pt x="519" y="742"/>
                </a:lnTo>
                <a:lnTo>
                  <a:pt x="518" y="743"/>
                </a:lnTo>
                <a:lnTo>
                  <a:pt x="517" y="743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4" y="737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4" y="735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499" y="735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1" y="737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8" y="738"/>
                </a:lnTo>
                <a:lnTo>
                  <a:pt x="487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9"/>
                </a:lnTo>
                <a:lnTo>
                  <a:pt x="474" y="750"/>
                </a:lnTo>
                <a:lnTo>
                  <a:pt x="473" y="750"/>
                </a:lnTo>
                <a:lnTo>
                  <a:pt x="473" y="751"/>
                </a:lnTo>
                <a:lnTo>
                  <a:pt x="472" y="751"/>
                </a:lnTo>
                <a:lnTo>
                  <a:pt x="471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5" y="747"/>
                </a:lnTo>
                <a:lnTo>
                  <a:pt x="464" y="747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8" y="739"/>
                </a:lnTo>
                <a:lnTo>
                  <a:pt x="457" y="739"/>
                </a:lnTo>
                <a:lnTo>
                  <a:pt x="456" y="739"/>
                </a:lnTo>
                <a:lnTo>
                  <a:pt x="457" y="739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4" y="736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2" y="731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4" y="715"/>
                </a:lnTo>
                <a:lnTo>
                  <a:pt x="444" y="716"/>
                </a:lnTo>
                <a:lnTo>
                  <a:pt x="444" y="715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5" y="708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5" y="706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1" y="705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19" y="703"/>
                </a:lnTo>
                <a:lnTo>
                  <a:pt x="419" y="702"/>
                </a:lnTo>
                <a:lnTo>
                  <a:pt x="419" y="703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6" y="700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09" y="696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7"/>
                </a:lnTo>
                <a:lnTo>
                  <a:pt x="399" y="697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4" y="693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2" y="689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9" y="688"/>
                </a:lnTo>
                <a:lnTo>
                  <a:pt x="389" y="689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3" y="666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2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8" y="663"/>
                </a:lnTo>
                <a:lnTo>
                  <a:pt x="358" y="664"/>
                </a:lnTo>
                <a:lnTo>
                  <a:pt x="357" y="664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1" y="661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0" y="653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3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2" y="649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1" y="646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5" y="642"/>
                </a:lnTo>
                <a:lnTo>
                  <a:pt x="334" y="642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5" y="639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30" y="631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6" y="629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3" y="627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1" y="627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299" y="623"/>
                </a:lnTo>
                <a:lnTo>
                  <a:pt x="299" y="622"/>
                </a:lnTo>
                <a:lnTo>
                  <a:pt x="298" y="622"/>
                </a:lnTo>
                <a:lnTo>
                  <a:pt x="297" y="622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4" y="621"/>
                </a:lnTo>
                <a:lnTo>
                  <a:pt x="294" y="620"/>
                </a:lnTo>
                <a:lnTo>
                  <a:pt x="293" y="620"/>
                </a:lnTo>
                <a:lnTo>
                  <a:pt x="292" y="620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1" y="622"/>
                </a:lnTo>
                <a:lnTo>
                  <a:pt x="290" y="622"/>
                </a:lnTo>
                <a:lnTo>
                  <a:pt x="290" y="623"/>
                </a:lnTo>
                <a:lnTo>
                  <a:pt x="289" y="623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5" y="627"/>
                </a:lnTo>
                <a:lnTo>
                  <a:pt x="284" y="627"/>
                </a:lnTo>
                <a:lnTo>
                  <a:pt x="283" y="627"/>
                </a:lnTo>
                <a:lnTo>
                  <a:pt x="282" y="627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3" y="622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3" y="649"/>
                </a:lnTo>
                <a:lnTo>
                  <a:pt x="262" y="649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1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8" y="651"/>
                </a:lnTo>
                <a:lnTo>
                  <a:pt x="259" y="651"/>
                </a:lnTo>
                <a:lnTo>
                  <a:pt x="259" y="652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7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49" y="664"/>
                </a:lnTo>
                <a:lnTo>
                  <a:pt x="248" y="664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5" y="662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2" y="655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9"/>
                </a:lnTo>
                <a:lnTo>
                  <a:pt x="241" y="649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5" y="638"/>
                </a:lnTo>
                <a:lnTo>
                  <a:pt x="234" y="638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8" y="638"/>
                </a:lnTo>
                <a:lnTo>
                  <a:pt x="228" y="637"/>
                </a:lnTo>
                <a:lnTo>
                  <a:pt x="228" y="636"/>
                </a:lnTo>
                <a:lnTo>
                  <a:pt x="227" y="636"/>
                </a:lnTo>
                <a:lnTo>
                  <a:pt x="227" y="635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3"/>
                </a:lnTo>
                <a:lnTo>
                  <a:pt x="219" y="633"/>
                </a:lnTo>
                <a:lnTo>
                  <a:pt x="219" y="632"/>
                </a:lnTo>
                <a:lnTo>
                  <a:pt x="219" y="633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0" y="624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6" y="615"/>
                </a:lnTo>
                <a:lnTo>
                  <a:pt x="186" y="614"/>
                </a:lnTo>
                <a:lnTo>
                  <a:pt x="185" y="614"/>
                </a:lnTo>
                <a:lnTo>
                  <a:pt x="184" y="614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3" y="609"/>
                </a:lnTo>
                <a:lnTo>
                  <a:pt x="174" y="609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0" y="606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7" y="607"/>
                </a:lnTo>
                <a:lnTo>
                  <a:pt x="157" y="608"/>
                </a:lnTo>
                <a:lnTo>
                  <a:pt x="156" y="608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0" y="604"/>
                </a:lnTo>
                <a:lnTo>
                  <a:pt x="148" y="604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5" y="597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4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8" y="584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5" y="579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6" y="574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2" y="559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3" y="567"/>
                </a:lnTo>
                <a:lnTo>
                  <a:pt x="82" y="567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6" y="568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1" y="544"/>
                </a:lnTo>
                <a:lnTo>
                  <a:pt x="51" y="543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6" y="537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3" y="507"/>
                </a:lnTo>
                <a:lnTo>
                  <a:pt x="34" y="507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39" y="499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29" y="485"/>
                </a:lnTo>
                <a:lnTo>
                  <a:pt x="29" y="484"/>
                </a:lnTo>
                <a:lnTo>
                  <a:pt x="28" y="484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4" y="481"/>
                </a:lnTo>
                <a:lnTo>
                  <a:pt x="24" y="480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8" y="473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1" y="471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60"/>
                </a:lnTo>
                <a:lnTo>
                  <a:pt x="23" y="459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1" y="447"/>
                </a:lnTo>
                <a:lnTo>
                  <a:pt x="11" y="446"/>
                </a:lnTo>
                <a:lnTo>
                  <a:pt x="10" y="446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8" y="432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4" y="412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7"/>
                </a:lnTo>
                <a:lnTo>
                  <a:pt x="17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0" y="396"/>
                </a:lnTo>
                <a:lnTo>
                  <a:pt x="21" y="396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0" y="388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5" y="398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7" y="416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1" y="426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0" y="421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69" y="410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9" y="403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6" y="366"/>
                </a:lnTo>
                <a:lnTo>
                  <a:pt x="76" y="365"/>
                </a:lnTo>
                <a:lnTo>
                  <a:pt x="77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8" y="340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3" y="337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7" y="330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8" y="312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90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5" y="283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4" y="250"/>
                </a:lnTo>
                <a:lnTo>
                  <a:pt x="24" y="249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4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2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5" y="213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7" y="210"/>
                </a:lnTo>
                <a:lnTo>
                  <a:pt x="98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0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5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3" y="168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7" y="161"/>
                </a:lnTo>
                <a:lnTo>
                  <a:pt x="148" y="160"/>
                </a:lnTo>
                <a:lnTo>
                  <a:pt x="148" y="159"/>
                </a:lnTo>
                <a:lnTo>
                  <a:pt x="147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3" y="132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2"/>
                </a:lnTo>
                <a:lnTo>
                  <a:pt x="177" y="131"/>
                </a:lnTo>
                <a:lnTo>
                  <a:pt x="177" y="130"/>
                </a:lnTo>
                <a:lnTo>
                  <a:pt x="175" y="130"/>
                </a:lnTo>
                <a:lnTo>
                  <a:pt x="174" y="129"/>
                </a:lnTo>
                <a:lnTo>
                  <a:pt x="174" y="128"/>
                </a:lnTo>
                <a:lnTo>
                  <a:pt x="173" y="126"/>
                </a:lnTo>
                <a:lnTo>
                  <a:pt x="172" y="126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0" y="112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7" y="118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8"/>
                </a:lnTo>
                <a:lnTo>
                  <a:pt x="215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8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5" y="121"/>
                </a:lnTo>
                <a:lnTo>
                  <a:pt x="237" y="120"/>
                </a:lnTo>
                <a:lnTo>
                  <a:pt x="236" y="120"/>
                </a:lnTo>
                <a:lnTo>
                  <a:pt x="235" y="119"/>
                </a:lnTo>
                <a:lnTo>
                  <a:pt x="235" y="118"/>
                </a:lnTo>
                <a:lnTo>
                  <a:pt x="237" y="118"/>
                </a:lnTo>
                <a:lnTo>
                  <a:pt x="237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4"/>
                </a:lnTo>
                <a:lnTo>
                  <a:pt x="237" y="113"/>
                </a:lnTo>
                <a:lnTo>
                  <a:pt x="238" y="112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3" y="111"/>
                </a:lnTo>
                <a:lnTo>
                  <a:pt x="244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5"/>
                </a:lnTo>
                <a:lnTo>
                  <a:pt x="252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8"/>
                </a:lnTo>
                <a:lnTo>
                  <a:pt x="257" y="118"/>
                </a:lnTo>
                <a:lnTo>
                  <a:pt x="257" y="119"/>
                </a:lnTo>
                <a:lnTo>
                  <a:pt x="258" y="119"/>
                </a:lnTo>
                <a:lnTo>
                  <a:pt x="258" y="118"/>
                </a:lnTo>
                <a:lnTo>
                  <a:pt x="259" y="117"/>
                </a:lnTo>
                <a:lnTo>
                  <a:pt x="262" y="117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4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79" y="123"/>
                </a:lnTo>
                <a:lnTo>
                  <a:pt x="280" y="123"/>
                </a:lnTo>
                <a:lnTo>
                  <a:pt x="280" y="124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1" y="128"/>
                </a:lnTo>
                <a:lnTo>
                  <a:pt x="282" y="128"/>
                </a:lnTo>
                <a:lnTo>
                  <a:pt x="283" y="127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9" y="128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8"/>
                </a:lnTo>
                <a:lnTo>
                  <a:pt x="297" y="127"/>
                </a:lnTo>
                <a:lnTo>
                  <a:pt x="298" y="127"/>
                </a:lnTo>
                <a:lnTo>
                  <a:pt x="298" y="126"/>
                </a:lnTo>
                <a:lnTo>
                  <a:pt x="299" y="126"/>
                </a:lnTo>
                <a:lnTo>
                  <a:pt x="300" y="126"/>
                </a:lnTo>
                <a:lnTo>
                  <a:pt x="300" y="125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6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19" y="123"/>
                </a:lnTo>
                <a:lnTo>
                  <a:pt x="319" y="122"/>
                </a:lnTo>
                <a:lnTo>
                  <a:pt x="321" y="121"/>
                </a:lnTo>
                <a:lnTo>
                  <a:pt x="321" y="120"/>
                </a:lnTo>
                <a:lnTo>
                  <a:pt x="322" y="120"/>
                </a:lnTo>
                <a:lnTo>
                  <a:pt x="323" y="121"/>
                </a:lnTo>
                <a:lnTo>
                  <a:pt x="324" y="121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9"/>
                </a:lnTo>
                <a:lnTo>
                  <a:pt x="328" y="118"/>
                </a:lnTo>
                <a:lnTo>
                  <a:pt x="329" y="118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3"/>
                </a:lnTo>
                <a:lnTo>
                  <a:pt x="328" y="111"/>
                </a:lnTo>
                <a:lnTo>
                  <a:pt x="328" y="110"/>
                </a:lnTo>
                <a:lnTo>
                  <a:pt x="327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6"/>
                </a:lnTo>
                <a:lnTo>
                  <a:pt x="329" y="106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4" y="104"/>
                </a:lnTo>
                <a:lnTo>
                  <a:pt x="336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0"/>
                </a:lnTo>
                <a:lnTo>
                  <a:pt x="342" y="100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7"/>
                </a:lnTo>
                <a:lnTo>
                  <a:pt x="353" y="97"/>
                </a:lnTo>
                <a:lnTo>
                  <a:pt x="353" y="96"/>
                </a:lnTo>
                <a:lnTo>
                  <a:pt x="354" y="95"/>
                </a:lnTo>
                <a:lnTo>
                  <a:pt x="355" y="94"/>
                </a:lnTo>
                <a:lnTo>
                  <a:pt x="355" y="93"/>
                </a:lnTo>
                <a:lnTo>
                  <a:pt x="354" y="93"/>
                </a:lnTo>
                <a:lnTo>
                  <a:pt x="354" y="92"/>
                </a:lnTo>
                <a:lnTo>
                  <a:pt x="355" y="92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8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7" y="86"/>
                </a:lnTo>
                <a:lnTo>
                  <a:pt x="358" y="86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3" y="80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1"/>
                </a:lnTo>
                <a:lnTo>
                  <a:pt x="373" y="80"/>
                </a:lnTo>
                <a:lnTo>
                  <a:pt x="374" y="80"/>
                </a:lnTo>
                <a:lnTo>
                  <a:pt x="375" y="80"/>
                </a:lnTo>
                <a:lnTo>
                  <a:pt x="376" y="81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3" y="83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6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2"/>
                </a:lnTo>
                <a:lnTo>
                  <a:pt x="396" y="82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19" y="104"/>
                </a:lnTo>
                <a:lnTo>
                  <a:pt x="420" y="104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4" y="111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1" y="112"/>
                </a:lnTo>
                <a:lnTo>
                  <a:pt x="433" y="112"/>
                </a:lnTo>
                <a:lnTo>
                  <a:pt x="434" y="111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10"/>
                </a:lnTo>
                <a:lnTo>
                  <a:pt x="439" y="111"/>
                </a:lnTo>
                <a:lnTo>
                  <a:pt x="439" y="110"/>
                </a:lnTo>
                <a:lnTo>
                  <a:pt x="440" y="111"/>
                </a:lnTo>
                <a:lnTo>
                  <a:pt x="441" y="111"/>
                </a:lnTo>
                <a:lnTo>
                  <a:pt x="441" y="112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4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7"/>
                </a:lnTo>
                <a:lnTo>
                  <a:pt x="470" y="118"/>
                </a:lnTo>
                <a:lnTo>
                  <a:pt x="472" y="117"/>
                </a:lnTo>
                <a:lnTo>
                  <a:pt x="473" y="117"/>
                </a:lnTo>
                <a:lnTo>
                  <a:pt x="475" y="116"/>
                </a:lnTo>
                <a:lnTo>
                  <a:pt x="476" y="115"/>
                </a:lnTo>
                <a:lnTo>
                  <a:pt x="477" y="115"/>
                </a:lnTo>
                <a:lnTo>
                  <a:pt x="480" y="115"/>
                </a:lnTo>
                <a:lnTo>
                  <a:pt x="481" y="115"/>
                </a:lnTo>
                <a:lnTo>
                  <a:pt x="482" y="115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6"/>
                </a:lnTo>
                <a:lnTo>
                  <a:pt x="494" y="115"/>
                </a:lnTo>
                <a:lnTo>
                  <a:pt x="495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1"/>
                </a:lnTo>
                <a:lnTo>
                  <a:pt x="497" y="110"/>
                </a:lnTo>
                <a:lnTo>
                  <a:pt x="498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0"/>
                </a:lnTo>
                <a:lnTo>
                  <a:pt x="502" y="110"/>
                </a:lnTo>
                <a:lnTo>
                  <a:pt x="505" y="109"/>
                </a:lnTo>
                <a:lnTo>
                  <a:pt x="506" y="109"/>
                </a:lnTo>
                <a:lnTo>
                  <a:pt x="506" y="110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2" y="112"/>
                </a:lnTo>
                <a:lnTo>
                  <a:pt x="512" y="113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5" y="114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9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1" y="115"/>
                </a:lnTo>
                <a:lnTo>
                  <a:pt x="522" y="114"/>
                </a:lnTo>
                <a:lnTo>
                  <a:pt x="523" y="113"/>
                </a:lnTo>
                <a:lnTo>
                  <a:pt x="524" y="113"/>
                </a:lnTo>
                <a:lnTo>
                  <a:pt x="525" y="113"/>
                </a:lnTo>
                <a:lnTo>
                  <a:pt x="525" y="112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8"/>
                </a:lnTo>
                <a:lnTo>
                  <a:pt x="538" y="107"/>
                </a:lnTo>
                <a:lnTo>
                  <a:pt x="539" y="107"/>
                </a:lnTo>
                <a:lnTo>
                  <a:pt x="540" y="107"/>
                </a:lnTo>
                <a:lnTo>
                  <a:pt x="540" y="106"/>
                </a:lnTo>
                <a:lnTo>
                  <a:pt x="541" y="106"/>
                </a:lnTo>
                <a:lnTo>
                  <a:pt x="541" y="105"/>
                </a:lnTo>
                <a:lnTo>
                  <a:pt x="542" y="105"/>
                </a:lnTo>
                <a:lnTo>
                  <a:pt x="543" y="104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6" y="103"/>
                </a:lnTo>
                <a:lnTo>
                  <a:pt x="545" y="103"/>
                </a:lnTo>
                <a:lnTo>
                  <a:pt x="546" y="103"/>
                </a:lnTo>
                <a:lnTo>
                  <a:pt x="546" y="102"/>
                </a:lnTo>
                <a:lnTo>
                  <a:pt x="547" y="101"/>
                </a:lnTo>
                <a:lnTo>
                  <a:pt x="547" y="100"/>
                </a:lnTo>
                <a:lnTo>
                  <a:pt x="548" y="100"/>
                </a:lnTo>
                <a:lnTo>
                  <a:pt x="548" y="99"/>
                </a:lnTo>
                <a:lnTo>
                  <a:pt x="548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6" y="96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2"/>
                </a:lnTo>
                <a:lnTo>
                  <a:pt x="561" y="92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0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3" y="79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6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5" y="73"/>
                </a:lnTo>
                <a:lnTo>
                  <a:pt x="617" y="73"/>
                </a:lnTo>
                <a:lnTo>
                  <a:pt x="618" y="72"/>
                </a:lnTo>
                <a:lnTo>
                  <a:pt x="619" y="72"/>
                </a:lnTo>
                <a:lnTo>
                  <a:pt x="619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4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8" y="81"/>
                </a:lnTo>
                <a:lnTo>
                  <a:pt x="629" y="81"/>
                </a:lnTo>
                <a:lnTo>
                  <a:pt x="629" y="80"/>
                </a:lnTo>
                <a:lnTo>
                  <a:pt x="630" y="81"/>
                </a:lnTo>
                <a:lnTo>
                  <a:pt x="631" y="81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0" y="73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5" y="69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3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5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9" y="50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2" y="41"/>
                </a:lnTo>
                <a:lnTo>
                  <a:pt x="701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0" y="33"/>
                </a:lnTo>
                <a:lnTo>
                  <a:pt x="711" y="33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5" y="34"/>
                </a:lnTo>
                <a:lnTo>
                  <a:pt x="716" y="34"/>
                </a:lnTo>
                <a:lnTo>
                  <a:pt x="717" y="34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0" y="30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3" y="27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7" y="28"/>
                </a:lnTo>
                <a:lnTo>
                  <a:pt x="738" y="28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0" y="28"/>
                </a:lnTo>
                <a:lnTo>
                  <a:pt x="741" y="28"/>
                </a:lnTo>
                <a:lnTo>
                  <a:pt x="741" y="27"/>
                </a:lnTo>
                <a:lnTo>
                  <a:pt x="742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2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5" y="20"/>
                </a:lnTo>
                <a:lnTo>
                  <a:pt x="756" y="20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5" y="20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2" y="15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4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8"/>
                </a:lnTo>
                <a:lnTo>
                  <a:pt x="816" y="8"/>
                </a:lnTo>
                <a:lnTo>
                  <a:pt x="816" y="9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7" y="14"/>
                </a:lnTo>
                <a:lnTo>
                  <a:pt x="818" y="14"/>
                </a:lnTo>
                <a:lnTo>
                  <a:pt x="820" y="14"/>
                </a:lnTo>
                <a:lnTo>
                  <a:pt x="821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40" y="11"/>
                </a:lnTo>
                <a:lnTo>
                  <a:pt x="841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0" y="11"/>
                </a:lnTo>
                <a:lnTo>
                  <a:pt x="851" y="11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4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5"/>
                </a:lnTo>
                <a:lnTo>
                  <a:pt x="881" y="4"/>
                </a:lnTo>
                <a:lnTo>
                  <a:pt x="882" y="3"/>
                </a:lnTo>
                <a:lnTo>
                  <a:pt x="882" y="4"/>
                </a:lnTo>
                <a:lnTo>
                  <a:pt x="883" y="4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6" y="3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2" y="3"/>
                </a:lnTo>
                <a:lnTo>
                  <a:pt x="893" y="3"/>
                </a:lnTo>
                <a:lnTo>
                  <a:pt x="893" y="2"/>
                </a:lnTo>
                <a:lnTo>
                  <a:pt x="894" y="2"/>
                </a:lnTo>
                <a:lnTo>
                  <a:pt x="894" y="3"/>
                </a:lnTo>
                <a:lnTo>
                  <a:pt x="895" y="3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8" y="2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152240" y="143172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3"/>
                </a:moveTo>
                <a:lnTo>
                  <a:pt x="511" y="6"/>
                </a:lnTo>
                <a:lnTo>
                  <a:pt x="510" y="7"/>
                </a:lnTo>
                <a:lnTo>
                  <a:pt x="508" y="8"/>
                </a:lnTo>
                <a:lnTo>
                  <a:pt x="507" y="9"/>
                </a:lnTo>
                <a:lnTo>
                  <a:pt x="506" y="11"/>
                </a:lnTo>
                <a:lnTo>
                  <a:pt x="506" y="12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3" y="15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2" y="24"/>
                </a:lnTo>
                <a:lnTo>
                  <a:pt x="511" y="24"/>
                </a:lnTo>
                <a:lnTo>
                  <a:pt x="511" y="25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5" y="26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20" y="30"/>
                </a:lnTo>
                <a:lnTo>
                  <a:pt x="519" y="31"/>
                </a:lnTo>
                <a:lnTo>
                  <a:pt x="518" y="31"/>
                </a:lnTo>
                <a:lnTo>
                  <a:pt x="517" y="33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8" y="56"/>
                </a:lnTo>
                <a:lnTo>
                  <a:pt x="507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7" y="75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1" y="90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9" y="95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5" y="125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70" y="128"/>
                </a:lnTo>
                <a:lnTo>
                  <a:pt x="469" y="129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60" y="132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3" y="146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3"/>
                </a:lnTo>
                <a:lnTo>
                  <a:pt x="455" y="164"/>
                </a:lnTo>
                <a:lnTo>
                  <a:pt x="454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5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60" y="170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3" y="174"/>
                </a:lnTo>
                <a:lnTo>
                  <a:pt x="463" y="175"/>
                </a:lnTo>
                <a:lnTo>
                  <a:pt x="464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2" y="185"/>
                </a:lnTo>
                <a:lnTo>
                  <a:pt x="474" y="186"/>
                </a:lnTo>
                <a:lnTo>
                  <a:pt x="475" y="187"/>
                </a:lnTo>
                <a:lnTo>
                  <a:pt x="475" y="188"/>
                </a:lnTo>
                <a:lnTo>
                  <a:pt x="476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1" y="191"/>
                </a:lnTo>
                <a:lnTo>
                  <a:pt x="470" y="191"/>
                </a:lnTo>
                <a:lnTo>
                  <a:pt x="470" y="192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8" y="196"/>
                </a:lnTo>
                <a:lnTo>
                  <a:pt x="479" y="197"/>
                </a:lnTo>
                <a:lnTo>
                  <a:pt x="479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7" y="201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9" y="207"/>
                </a:lnTo>
                <a:lnTo>
                  <a:pt x="479" y="208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6" y="212"/>
                </a:lnTo>
                <a:lnTo>
                  <a:pt x="476" y="213"/>
                </a:lnTo>
                <a:lnTo>
                  <a:pt x="475" y="214"/>
                </a:lnTo>
                <a:lnTo>
                  <a:pt x="475" y="215"/>
                </a:lnTo>
                <a:lnTo>
                  <a:pt x="476" y="215"/>
                </a:lnTo>
                <a:lnTo>
                  <a:pt x="476" y="216"/>
                </a:lnTo>
                <a:lnTo>
                  <a:pt x="475" y="218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2" y="219"/>
                </a:lnTo>
                <a:lnTo>
                  <a:pt x="470" y="219"/>
                </a:lnTo>
                <a:lnTo>
                  <a:pt x="469" y="219"/>
                </a:lnTo>
                <a:lnTo>
                  <a:pt x="469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1"/>
                </a:lnTo>
                <a:lnTo>
                  <a:pt x="463" y="242"/>
                </a:lnTo>
                <a:lnTo>
                  <a:pt x="463" y="243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8" y="248"/>
                </a:lnTo>
                <a:lnTo>
                  <a:pt x="457" y="249"/>
                </a:lnTo>
                <a:lnTo>
                  <a:pt x="456" y="249"/>
                </a:lnTo>
                <a:lnTo>
                  <a:pt x="456" y="250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5"/>
                </a:lnTo>
                <a:lnTo>
                  <a:pt x="452" y="255"/>
                </a:lnTo>
                <a:lnTo>
                  <a:pt x="452" y="256"/>
                </a:lnTo>
                <a:lnTo>
                  <a:pt x="451" y="257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8" y="261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4" y="262"/>
                </a:lnTo>
                <a:lnTo>
                  <a:pt x="443" y="262"/>
                </a:lnTo>
                <a:lnTo>
                  <a:pt x="442" y="262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5"/>
                </a:lnTo>
                <a:lnTo>
                  <a:pt x="444" y="266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2" y="289"/>
                </a:lnTo>
                <a:lnTo>
                  <a:pt x="444" y="289"/>
                </a:lnTo>
                <a:lnTo>
                  <a:pt x="445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5" y="293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7" y="296"/>
                </a:lnTo>
                <a:lnTo>
                  <a:pt x="447" y="297"/>
                </a:lnTo>
                <a:lnTo>
                  <a:pt x="446" y="297"/>
                </a:lnTo>
                <a:lnTo>
                  <a:pt x="445" y="297"/>
                </a:lnTo>
                <a:lnTo>
                  <a:pt x="445" y="296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7" y="303"/>
                </a:lnTo>
                <a:lnTo>
                  <a:pt x="448" y="304"/>
                </a:lnTo>
                <a:lnTo>
                  <a:pt x="449" y="305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3" y="316"/>
                </a:lnTo>
                <a:lnTo>
                  <a:pt x="453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0" y="320"/>
                </a:lnTo>
                <a:lnTo>
                  <a:pt x="450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2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30"/>
                </a:lnTo>
                <a:lnTo>
                  <a:pt x="450" y="330"/>
                </a:lnTo>
                <a:lnTo>
                  <a:pt x="450" y="331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50" y="335"/>
                </a:lnTo>
                <a:lnTo>
                  <a:pt x="450" y="336"/>
                </a:lnTo>
                <a:lnTo>
                  <a:pt x="449" y="336"/>
                </a:lnTo>
                <a:lnTo>
                  <a:pt x="449" y="337"/>
                </a:lnTo>
                <a:lnTo>
                  <a:pt x="450" y="337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9" y="346"/>
                </a:lnTo>
                <a:lnTo>
                  <a:pt x="449" y="347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8" y="351"/>
                </a:lnTo>
                <a:lnTo>
                  <a:pt x="448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50" y="357"/>
                </a:lnTo>
                <a:lnTo>
                  <a:pt x="450" y="358"/>
                </a:lnTo>
                <a:lnTo>
                  <a:pt x="450" y="359"/>
                </a:lnTo>
                <a:lnTo>
                  <a:pt x="449" y="359"/>
                </a:lnTo>
                <a:lnTo>
                  <a:pt x="450" y="360"/>
                </a:lnTo>
                <a:lnTo>
                  <a:pt x="450" y="361"/>
                </a:lnTo>
                <a:lnTo>
                  <a:pt x="451" y="362"/>
                </a:lnTo>
                <a:lnTo>
                  <a:pt x="451" y="363"/>
                </a:lnTo>
                <a:lnTo>
                  <a:pt x="452" y="363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4" y="370"/>
                </a:lnTo>
                <a:lnTo>
                  <a:pt x="454" y="371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4" y="374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7" y="379"/>
                </a:lnTo>
                <a:lnTo>
                  <a:pt x="457" y="380"/>
                </a:lnTo>
                <a:lnTo>
                  <a:pt x="457" y="381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9" y="387"/>
                </a:lnTo>
                <a:lnTo>
                  <a:pt x="459" y="388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1"/>
                </a:lnTo>
                <a:lnTo>
                  <a:pt x="461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3" y="403"/>
                </a:lnTo>
                <a:lnTo>
                  <a:pt x="463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1"/>
                </a:lnTo>
                <a:lnTo>
                  <a:pt x="461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4"/>
                </a:lnTo>
                <a:lnTo>
                  <a:pt x="453" y="425"/>
                </a:lnTo>
                <a:lnTo>
                  <a:pt x="452" y="425"/>
                </a:lnTo>
                <a:lnTo>
                  <a:pt x="451" y="425"/>
                </a:lnTo>
                <a:lnTo>
                  <a:pt x="450" y="426"/>
                </a:lnTo>
                <a:lnTo>
                  <a:pt x="450" y="427"/>
                </a:lnTo>
                <a:lnTo>
                  <a:pt x="450" y="428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5" y="438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2" y="440"/>
                </a:lnTo>
                <a:lnTo>
                  <a:pt x="442" y="441"/>
                </a:lnTo>
                <a:lnTo>
                  <a:pt x="442" y="442"/>
                </a:lnTo>
                <a:lnTo>
                  <a:pt x="441" y="442"/>
                </a:lnTo>
                <a:lnTo>
                  <a:pt x="441" y="443"/>
                </a:lnTo>
                <a:lnTo>
                  <a:pt x="441" y="445"/>
                </a:lnTo>
                <a:lnTo>
                  <a:pt x="441" y="447"/>
                </a:lnTo>
                <a:lnTo>
                  <a:pt x="440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6"/>
                </a:lnTo>
                <a:lnTo>
                  <a:pt x="441" y="457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6" y="468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1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9" y="542"/>
                </a:lnTo>
                <a:lnTo>
                  <a:pt x="448" y="542"/>
                </a:lnTo>
                <a:lnTo>
                  <a:pt x="448" y="543"/>
                </a:lnTo>
                <a:lnTo>
                  <a:pt x="447" y="543"/>
                </a:lnTo>
                <a:lnTo>
                  <a:pt x="446" y="543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5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1" y="562"/>
                </a:lnTo>
                <a:lnTo>
                  <a:pt x="460" y="562"/>
                </a:lnTo>
                <a:lnTo>
                  <a:pt x="460" y="563"/>
                </a:lnTo>
                <a:lnTo>
                  <a:pt x="461" y="563"/>
                </a:lnTo>
                <a:lnTo>
                  <a:pt x="461" y="564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4" y="571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2" y="603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5" y="609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3" y="613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6" y="648"/>
                </a:lnTo>
                <a:lnTo>
                  <a:pt x="497" y="648"/>
                </a:lnTo>
                <a:lnTo>
                  <a:pt x="497" y="649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4" y="650"/>
                </a:lnTo>
                <a:lnTo>
                  <a:pt x="493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60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5"/>
                </a:lnTo>
                <a:lnTo>
                  <a:pt x="461" y="654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6" y="654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2"/>
                </a:lnTo>
                <a:lnTo>
                  <a:pt x="401" y="652"/>
                </a:lnTo>
                <a:lnTo>
                  <a:pt x="401" y="651"/>
                </a:lnTo>
                <a:lnTo>
                  <a:pt x="400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1" y="651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1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1" y="656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4"/>
                </a:lnTo>
                <a:lnTo>
                  <a:pt x="373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9" y="672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4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4" y="686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0" y="724"/>
                </a:lnTo>
                <a:lnTo>
                  <a:pt x="370" y="725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4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69" y="755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2" y="757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3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1"/>
                </a:lnTo>
                <a:lnTo>
                  <a:pt x="373" y="792"/>
                </a:lnTo>
                <a:lnTo>
                  <a:pt x="372" y="792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6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1" y="803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7" y="805"/>
                </a:lnTo>
                <a:lnTo>
                  <a:pt x="365" y="805"/>
                </a:lnTo>
                <a:lnTo>
                  <a:pt x="364" y="805"/>
                </a:lnTo>
                <a:lnTo>
                  <a:pt x="364" y="806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5" y="807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5" y="806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3" y="804"/>
                </a:lnTo>
                <a:lnTo>
                  <a:pt x="342" y="803"/>
                </a:lnTo>
                <a:lnTo>
                  <a:pt x="341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41" y="801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6" y="795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5" y="777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6" y="770"/>
                </a:lnTo>
                <a:lnTo>
                  <a:pt x="295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4"/>
                </a:lnTo>
                <a:lnTo>
                  <a:pt x="284" y="763"/>
                </a:lnTo>
                <a:lnTo>
                  <a:pt x="283" y="762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3"/>
                </a:lnTo>
                <a:lnTo>
                  <a:pt x="273" y="752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1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4"/>
                </a:lnTo>
                <a:lnTo>
                  <a:pt x="240" y="755"/>
                </a:lnTo>
                <a:lnTo>
                  <a:pt x="239" y="755"/>
                </a:lnTo>
                <a:lnTo>
                  <a:pt x="238" y="755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2" y="755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50"/>
                </a:lnTo>
                <a:lnTo>
                  <a:pt x="209" y="749"/>
                </a:lnTo>
                <a:lnTo>
                  <a:pt x="208" y="749"/>
                </a:lnTo>
                <a:lnTo>
                  <a:pt x="208" y="748"/>
                </a:lnTo>
                <a:lnTo>
                  <a:pt x="208" y="747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3"/>
                </a:lnTo>
                <a:lnTo>
                  <a:pt x="205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2"/>
                </a:lnTo>
                <a:lnTo>
                  <a:pt x="200" y="741"/>
                </a:lnTo>
                <a:lnTo>
                  <a:pt x="199" y="740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6" y="735"/>
                </a:lnTo>
                <a:lnTo>
                  <a:pt x="195" y="735"/>
                </a:lnTo>
                <a:lnTo>
                  <a:pt x="194" y="735"/>
                </a:lnTo>
                <a:lnTo>
                  <a:pt x="194" y="736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9" y="736"/>
                </a:lnTo>
                <a:lnTo>
                  <a:pt x="188" y="736"/>
                </a:lnTo>
                <a:lnTo>
                  <a:pt x="187" y="737"/>
                </a:lnTo>
                <a:lnTo>
                  <a:pt x="186" y="737"/>
                </a:lnTo>
                <a:lnTo>
                  <a:pt x="186" y="738"/>
                </a:lnTo>
                <a:lnTo>
                  <a:pt x="185" y="738"/>
                </a:lnTo>
                <a:lnTo>
                  <a:pt x="184" y="737"/>
                </a:lnTo>
                <a:lnTo>
                  <a:pt x="183" y="737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7" y="733"/>
                </a:lnTo>
                <a:lnTo>
                  <a:pt x="178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7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3"/>
                </a:lnTo>
                <a:lnTo>
                  <a:pt x="176" y="722"/>
                </a:lnTo>
                <a:lnTo>
                  <a:pt x="175" y="722"/>
                </a:lnTo>
                <a:lnTo>
                  <a:pt x="174" y="722"/>
                </a:lnTo>
                <a:lnTo>
                  <a:pt x="172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7"/>
                </a:lnTo>
                <a:lnTo>
                  <a:pt x="164" y="728"/>
                </a:lnTo>
                <a:lnTo>
                  <a:pt x="164" y="729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3" y="733"/>
                </a:lnTo>
                <a:lnTo>
                  <a:pt x="162" y="734"/>
                </a:lnTo>
                <a:lnTo>
                  <a:pt x="161" y="734"/>
                </a:lnTo>
                <a:lnTo>
                  <a:pt x="161" y="735"/>
                </a:lnTo>
                <a:lnTo>
                  <a:pt x="162" y="735"/>
                </a:lnTo>
                <a:lnTo>
                  <a:pt x="161" y="736"/>
                </a:lnTo>
                <a:lnTo>
                  <a:pt x="160" y="735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3" y="722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5" y="709"/>
                </a:lnTo>
                <a:lnTo>
                  <a:pt x="144" y="709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2"/>
                </a:lnTo>
                <a:lnTo>
                  <a:pt x="113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7"/>
                </a:lnTo>
                <a:lnTo>
                  <a:pt x="104" y="707"/>
                </a:lnTo>
                <a:lnTo>
                  <a:pt x="104" y="706"/>
                </a:lnTo>
                <a:lnTo>
                  <a:pt x="104" y="707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7"/>
                </a:lnTo>
                <a:lnTo>
                  <a:pt x="98" y="708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6" y="708"/>
                </a:lnTo>
                <a:lnTo>
                  <a:pt x="95" y="708"/>
                </a:lnTo>
                <a:lnTo>
                  <a:pt x="94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0" y="711"/>
                </a:lnTo>
                <a:lnTo>
                  <a:pt x="79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6" y="706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6" y="692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9"/>
                </a:lnTo>
                <a:lnTo>
                  <a:pt x="25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3" y="705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8" y="703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2" y="683"/>
                </a:lnTo>
                <a:lnTo>
                  <a:pt x="3" y="683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7"/>
                </a:lnTo>
                <a:lnTo>
                  <a:pt x="11" y="686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3" y="681"/>
                </a:lnTo>
                <a:lnTo>
                  <a:pt x="34" y="681"/>
                </a:lnTo>
                <a:lnTo>
                  <a:pt x="34" y="680"/>
                </a:lnTo>
                <a:lnTo>
                  <a:pt x="34" y="679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40" y="667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1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4" y="658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5" y="651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30" y="649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3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5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8" y="636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5" y="622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40" y="616"/>
                </a:lnTo>
                <a:lnTo>
                  <a:pt x="41" y="615"/>
                </a:lnTo>
                <a:lnTo>
                  <a:pt x="42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7" y="613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8" y="614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2"/>
                </a:lnTo>
                <a:lnTo>
                  <a:pt x="80" y="612"/>
                </a:lnTo>
                <a:lnTo>
                  <a:pt x="80" y="611"/>
                </a:lnTo>
                <a:lnTo>
                  <a:pt x="82" y="611"/>
                </a:lnTo>
                <a:lnTo>
                  <a:pt x="83" y="612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7" y="620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7" y="585"/>
                </a:lnTo>
                <a:lnTo>
                  <a:pt x="88" y="585"/>
                </a:lnTo>
                <a:lnTo>
                  <a:pt x="86" y="586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1" y="548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4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100" y="546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6" y="547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8" y="545"/>
                </a:lnTo>
                <a:lnTo>
                  <a:pt x="109" y="545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5" y="519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80" y="520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7"/>
                </a:lnTo>
                <a:lnTo>
                  <a:pt x="84" y="506"/>
                </a:lnTo>
                <a:lnTo>
                  <a:pt x="84" y="505"/>
                </a:lnTo>
                <a:lnTo>
                  <a:pt x="84" y="506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6" y="494"/>
                </a:lnTo>
                <a:lnTo>
                  <a:pt x="97" y="494"/>
                </a:lnTo>
                <a:lnTo>
                  <a:pt x="98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6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2" y="462"/>
                </a:lnTo>
                <a:lnTo>
                  <a:pt x="133" y="463"/>
                </a:lnTo>
                <a:lnTo>
                  <a:pt x="134" y="464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1" y="468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7"/>
                </a:lnTo>
                <a:lnTo>
                  <a:pt x="151" y="477"/>
                </a:lnTo>
                <a:lnTo>
                  <a:pt x="152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3"/>
                </a:lnTo>
                <a:lnTo>
                  <a:pt x="157" y="483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4" y="477"/>
                </a:lnTo>
                <a:lnTo>
                  <a:pt x="166" y="477"/>
                </a:lnTo>
                <a:lnTo>
                  <a:pt x="167" y="477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6" y="478"/>
                </a:lnTo>
                <a:lnTo>
                  <a:pt x="177" y="479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1" y="480"/>
                </a:lnTo>
                <a:lnTo>
                  <a:pt x="182" y="480"/>
                </a:lnTo>
                <a:lnTo>
                  <a:pt x="182" y="479"/>
                </a:lnTo>
                <a:lnTo>
                  <a:pt x="184" y="479"/>
                </a:lnTo>
                <a:lnTo>
                  <a:pt x="185" y="479"/>
                </a:lnTo>
                <a:lnTo>
                  <a:pt x="184" y="478"/>
                </a:lnTo>
                <a:lnTo>
                  <a:pt x="185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89" y="474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4" y="478"/>
                </a:lnTo>
                <a:lnTo>
                  <a:pt x="193" y="478"/>
                </a:lnTo>
                <a:lnTo>
                  <a:pt x="194" y="478"/>
                </a:lnTo>
                <a:lnTo>
                  <a:pt x="195" y="479"/>
                </a:lnTo>
                <a:lnTo>
                  <a:pt x="195" y="478"/>
                </a:lnTo>
                <a:lnTo>
                  <a:pt x="194" y="477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5"/>
                </a:lnTo>
                <a:lnTo>
                  <a:pt x="198" y="475"/>
                </a:lnTo>
                <a:lnTo>
                  <a:pt x="200" y="475"/>
                </a:lnTo>
                <a:lnTo>
                  <a:pt x="201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5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10" y="467"/>
                </a:lnTo>
                <a:lnTo>
                  <a:pt x="209" y="467"/>
                </a:lnTo>
                <a:lnTo>
                  <a:pt x="209" y="466"/>
                </a:lnTo>
                <a:lnTo>
                  <a:pt x="208" y="465"/>
                </a:lnTo>
                <a:lnTo>
                  <a:pt x="207" y="465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6"/>
                </a:lnTo>
                <a:lnTo>
                  <a:pt x="202" y="455"/>
                </a:lnTo>
                <a:lnTo>
                  <a:pt x="201" y="455"/>
                </a:lnTo>
                <a:lnTo>
                  <a:pt x="201" y="454"/>
                </a:lnTo>
                <a:lnTo>
                  <a:pt x="201" y="453"/>
                </a:lnTo>
                <a:lnTo>
                  <a:pt x="201" y="452"/>
                </a:lnTo>
                <a:lnTo>
                  <a:pt x="202" y="452"/>
                </a:lnTo>
                <a:lnTo>
                  <a:pt x="201" y="450"/>
                </a:lnTo>
                <a:lnTo>
                  <a:pt x="200" y="450"/>
                </a:lnTo>
                <a:lnTo>
                  <a:pt x="200" y="449"/>
                </a:lnTo>
                <a:lnTo>
                  <a:pt x="199" y="449"/>
                </a:lnTo>
                <a:lnTo>
                  <a:pt x="199" y="448"/>
                </a:lnTo>
                <a:lnTo>
                  <a:pt x="199" y="447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2" y="444"/>
                </a:lnTo>
                <a:lnTo>
                  <a:pt x="201" y="443"/>
                </a:lnTo>
                <a:lnTo>
                  <a:pt x="202" y="443"/>
                </a:lnTo>
                <a:lnTo>
                  <a:pt x="203" y="442"/>
                </a:lnTo>
                <a:lnTo>
                  <a:pt x="202" y="442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3" y="441"/>
                </a:lnTo>
                <a:lnTo>
                  <a:pt x="203" y="442"/>
                </a:lnTo>
                <a:lnTo>
                  <a:pt x="204" y="441"/>
                </a:lnTo>
                <a:lnTo>
                  <a:pt x="203" y="441"/>
                </a:lnTo>
                <a:lnTo>
                  <a:pt x="203" y="440"/>
                </a:lnTo>
                <a:lnTo>
                  <a:pt x="204" y="440"/>
                </a:lnTo>
                <a:lnTo>
                  <a:pt x="204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9"/>
                </a:lnTo>
                <a:lnTo>
                  <a:pt x="201" y="439"/>
                </a:lnTo>
                <a:lnTo>
                  <a:pt x="201" y="438"/>
                </a:lnTo>
                <a:lnTo>
                  <a:pt x="202" y="438"/>
                </a:lnTo>
                <a:lnTo>
                  <a:pt x="203" y="437"/>
                </a:lnTo>
                <a:lnTo>
                  <a:pt x="204" y="437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8" y="439"/>
                </a:lnTo>
                <a:lnTo>
                  <a:pt x="208" y="440"/>
                </a:lnTo>
                <a:lnTo>
                  <a:pt x="209" y="440"/>
                </a:lnTo>
                <a:lnTo>
                  <a:pt x="210" y="440"/>
                </a:lnTo>
                <a:lnTo>
                  <a:pt x="211" y="441"/>
                </a:lnTo>
                <a:lnTo>
                  <a:pt x="212" y="441"/>
                </a:lnTo>
                <a:lnTo>
                  <a:pt x="213" y="441"/>
                </a:lnTo>
                <a:lnTo>
                  <a:pt x="214" y="442"/>
                </a:lnTo>
                <a:lnTo>
                  <a:pt x="215" y="442"/>
                </a:lnTo>
                <a:lnTo>
                  <a:pt x="215" y="443"/>
                </a:lnTo>
                <a:lnTo>
                  <a:pt x="216" y="443"/>
                </a:lnTo>
                <a:lnTo>
                  <a:pt x="216" y="442"/>
                </a:lnTo>
                <a:lnTo>
                  <a:pt x="218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1" y="442"/>
                </a:lnTo>
                <a:lnTo>
                  <a:pt x="222" y="442"/>
                </a:lnTo>
                <a:lnTo>
                  <a:pt x="223" y="442"/>
                </a:lnTo>
                <a:lnTo>
                  <a:pt x="224" y="442"/>
                </a:lnTo>
                <a:lnTo>
                  <a:pt x="223" y="443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0" y="443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40"/>
                </a:lnTo>
                <a:lnTo>
                  <a:pt x="241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9"/>
                </a:lnTo>
                <a:lnTo>
                  <a:pt x="247" y="439"/>
                </a:lnTo>
                <a:lnTo>
                  <a:pt x="247" y="440"/>
                </a:lnTo>
                <a:lnTo>
                  <a:pt x="248" y="440"/>
                </a:lnTo>
                <a:lnTo>
                  <a:pt x="247" y="441"/>
                </a:lnTo>
                <a:lnTo>
                  <a:pt x="248" y="441"/>
                </a:lnTo>
                <a:lnTo>
                  <a:pt x="248" y="442"/>
                </a:lnTo>
                <a:lnTo>
                  <a:pt x="249" y="443"/>
                </a:lnTo>
                <a:lnTo>
                  <a:pt x="250" y="443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2"/>
                </a:lnTo>
                <a:lnTo>
                  <a:pt x="255" y="441"/>
                </a:lnTo>
                <a:lnTo>
                  <a:pt x="255" y="440"/>
                </a:lnTo>
                <a:lnTo>
                  <a:pt x="254" y="439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7" y="440"/>
                </a:lnTo>
                <a:lnTo>
                  <a:pt x="257" y="439"/>
                </a:lnTo>
                <a:lnTo>
                  <a:pt x="258" y="438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8" y="441"/>
                </a:lnTo>
                <a:lnTo>
                  <a:pt x="269" y="441"/>
                </a:lnTo>
                <a:lnTo>
                  <a:pt x="270" y="441"/>
                </a:lnTo>
                <a:lnTo>
                  <a:pt x="271" y="441"/>
                </a:lnTo>
                <a:lnTo>
                  <a:pt x="271" y="440"/>
                </a:lnTo>
                <a:lnTo>
                  <a:pt x="272" y="440"/>
                </a:lnTo>
                <a:lnTo>
                  <a:pt x="274" y="440"/>
                </a:lnTo>
                <a:lnTo>
                  <a:pt x="275" y="440"/>
                </a:lnTo>
                <a:lnTo>
                  <a:pt x="275" y="439"/>
                </a:lnTo>
                <a:lnTo>
                  <a:pt x="276" y="438"/>
                </a:lnTo>
                <a:lnTo>
                  <a:pt x="277" y="438"/>
                </a:lnTo>
                <a:lnTo>
                  <a:pt x="277" y="439"/>
                </a:lnTo>
                <a:lnTo>
                  <a:pt x="278" y="439"/>
                </a:lnTo>
                <a:lnTo>
                  <a:pt x="279" y="439"/>
                </a:lnTo>
                <a:lnTo>
                  <a:pt x="280" y="439"/>
                </a:lnTo>
                <a:lnTo>
                  <a:pt x="280" y="438"/>
                </a:lnTo>
                <a:lnTo>
                  <a:pt x="281" y="438"/>
                </a:lnTo>
                <a:lnTo>
                  <a:pt x="282" y="437"/>
                </a:lnTo>
                <a:lnTo>
                  <a:pt x="282" y="436"/>
                </a:lnTo>
                <a:lnTo>
                  <a:pt x="283" y="436"/>
                </a:lnTo>
                <a:lnTo>
                  <a:pt x="283" y="435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3" y="430"/>
                </a:lnTo>
                <a:lnTo>
                  <a:pt x="283" y="429"/>
                </a:lnTo>
                <a:lnTo>
                  <a:pt x="284" y="429"/>
                </a:lnTo>
                <a:lnTo>
                  <a:pt x="284" y="428"/>
                </a:lnTo>
                <a:lnTo>
                  <a:pt x="285" y="428"/>
                </a:lnTo>
                <a:lnTo>
                  <a:pt x="284" y="427"/>
                </a:lnTo>
                <a:lnTo>
                  <a:pt x="284" y="426"/>
                </a:lnTo>
                <a:lnTo>
                  <a:pt x="283" y="425"/>
                </a:lnTo>
                <a:lnTo>
                  <a:pt x="284" y="425"/>
                </a:lnTo>
                <a:lnTo>
                  <a:pt x="284" y="424"/>
                </a:lnTo>
                <a:lnTo>
                  <a:pt x="284" y="423"/>
                </a:lnTo>
                <a:lnTo>
                  <a:pt x="283" y="423"/>
                </a:lnTo>
                <a:lnTo>
                  <a:pt x="283" y="422"/>
                </a:lnTo>
                <a:lnTo>
                  <a:pt x="283" y="421"/>
                </a:lnTo>
                <a:lnTo>
                  <a:pt x="283" y="420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2" y="416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3" y="412"/>
                </a:lnTo>
                <a:lnTo>
                  <a:pt x="282" y="412"/>
                </a:lnTo>
                <a:lnTo>
                  <a:pt x="282" y="411"/>
                </a:lnTo>
                <a:lnTo>
                  <a:pt x="281" y="411"/>
                </a:lnTo>
                <a:lnTo>
                  <a:pt x="280" y="410"/>
                </a:lnTo>
                <a:lnTo>
                  <a:pt x="279" y="409"/>
                </a:lnTo>
                <a:lnTo>
                  <a:pt x="278" y="409"/>
                </a:lnTo>
                <a:lnTo>
                  <a:pt x="278" y="408"/>
                </a:lnTo>
                <a:lnTo>
                  <a:pt x="277" y="408"/>
                </a:lnTo>
                <a:lnTo>
                  <a:pt x="276" y="408"/>
                </a:lnTo>
                <a:lnTo>
                  <a:pt x="276" y="407"/>
                </a:lnTo>
                <a:lnTo>
                  <a:pt x="276" y="406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2"/>
                </a:lnTo>
                <a:lnTo>
                  <a:pt x="275" y="401"/>
                </a:lnTo>
                <a:lnTo>
                  <a:pt x="275" y="400"/>
                </a:lnTo>
                <a:lnTo>
                  <a:pt x="275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4" y="395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5" y="392"/>
                </a:lnTo>
                <a:lnTo>
                  <a:pt x="274" y="392"/>
                </a:lnTo>
                <a:lnTo>
                  <a:pt x="274" y="391"/>
                </a:lnTo>
                <a:lnTo>
                  <a:pt x="274" y="390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7"/>
                </a:lnTo>
                <a:lnTo>
                  <a:pt x="275" y="385"/>
                </a:lnTo>
                <a:lnTo>
                  <a:pt x="274" y="385"/>
                </a:lnTo>
                <a:lnTo>
                  <a:pt x="274" y="384"/>
                </a:lnTo>
                <a:lnTo>
                  <a:pt x="274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6"/>
                </a:lnTo>
                <a:lnTo>
                  <a:pt x="276" y="376"/>
                </a:lnTo>
                <a:lnTo>
                  <a:pt x="277" y="375"/>
                </a:lnTo>
                <a:lnTo>
                  <a:pt x="278" y="375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3"/>
                </a:lnTo>
                <a:lnTo>
                  <a:pt x="280" y="372"/>
                </a:lnTo>
                <a:lnTo>
                  <a:pt x="281" y="372"/>
                </a:lnTo>
                <a:lnTo>
                  <a:pt x="281" y="373"/>
                </a:lnTo>
                <a:lnTo>
                  <a:pt x="282" y="373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3"/>
                </a:lnTo>
                <a:lnTo>
                  <a:pt x="286" y="373"/>
                </a:lnTo>
                <a:lnTo>
                  <a:pt x="286" y="372"/>
                </a:lnTo>
                <a:lnTo>
                  <a:pt x="286" y="371"/>
                </a:lnTo>
                <a:lnTo>
                  <a:pt x="286" y="370"/>
                </a:lnTo>
                <a:lnTo>
                  <a:pt x="286" y="369"/>
                </a:lnTo>
                <a:lnTo>
                  <a:pt x="287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9" y="365"/>
                </a:lnTo>
                <a:lnTo>
                  <a:pt x="289" y="364"/>
                </a:lnTo>
                <a:lnTo>
                  <a:pt x="289" y="363"/>
                </a:lnTo>
                <a:lnTo>
                  <a:pt x="288" y="362"/>
                </a:lnTo>
                <a:lnTo>
                  <a:pt x="289" y="359"/>
                </a:lnTo>
                <a:lnTo>
                  <a:pt x="289" y="358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1" y="353"/>
                </a:lnTo>
                <a:lnTo>
                  <a:pt x="291" y="352"/>
                </a:lnTo>
                <a:lnTo>
                  <a:pt x="291" y="351"/>
                </a:lnTo>
                <a:lnTo>
                  <a:pt x="290" y="350"/>
                </a:lnTo>
                <a:lnTo>
                  <a:pt x="289" y="348"/>
                </a:lnTo>
                <a:lnTo>
                  <a:pt x="287" y="346"/>
                </a:lnTo>
                <a:lnTo>
                  <a:pt x="286" y="345"/>
                </a:lnTo>
                <a:lnTo>
                  <a:pt x="286" y="344"/>
                </a:lnTo>
                <a:lnTo>
                  <a:pt x="286" y="342"/>
                </a:lnTo>
                <a:lnTo>
                  <a:pt x="286" y="340"/>
                </a:lnTo>
                <a:lnTo>
                  <a:pt x="286" y="339"/>
                </a:lnTo>
                <a:lnTo>
                  <a:pt x="285" y="337"/>
                </a:lnTo>
                <a:lnTo>
                  <a:pt x="285" y="335"/>
                </a:lnTo>
                <a:lnTo>
                  <a:pt x="285" y="330"/>
                </a:lnTo>
                <a:lnTo>
                  <a:pt x="286" y="328"/>
                </a:lnTo>
                <a:lnTo>
                  <a:pt x="286" y="327"/>
                </a:lnTo>
                <a:lnTo>
                  <a:pt x="285" y="326"/>
                </a:lnTo>
                <a:lnTo>
                  <a:pt x="284" y="324"/>
                </a:lnTo>
                <a:lnTo>
                  <a:pt x="283" y="323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2"/>
                </a:lnTo>
                <a:lnTo>
                  <a:pt x="278" y="322"/>
                </a:lnTo>
                <a:lnTo>
                  <a:pt x="278" y="323"/>
                </a:lnTo>
                <a:lnTo>
                  <a:pt x="278" y="322"/>
                </a:lnTo>
                <a:lnTo>
                  <a:pt x="276" y="321"/>
                </a:lnTo>
                <a:lnTo>
                  <a:pt x="274" y="320"/>
                </a:lnTo>
                <a:lnTo>
                  <a:pt x="274" y="319"/>
                </a:lnTo>
                <a:lnTo>
                  <a:pt x="273" y="318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2" y="323"/>
                </a:lnTo>
                <a:lnTo>
                  <a:pt x="272" y="324"/>
                </a:lnTo>
                <a:lnTo>
                  <a:pt x="270" y="323"/>
                </a:lnTo>
                <a:lnTo>
                  <a:pt x="266" y="323"/>
                </a:lnTo>
                <a:lnTo>
                  <a:pt x="266" y="322"/>
                </a:lnTo>
                <a:lnTo>
                  <a:pt x="264" y="321"/>
                </a:lnTo>
                <a:lnTo>
                  <a:pt x="263" y="321"/>
                </a:lnTo>
                <a:lnTo>
                  <a:pt x="264" y="320"/>
                </a:lnTo>
                <a:lnTo>
                  <a:pt x="264" y="318"/>
                </a:lnTo>
                <a:lnTo>
                  <a:pt x="263" y="316"/>
                </a:lnTo>
                <a:lnTo>
                  <a:pt x="261" y="315"/>
                </a:lnTo>
                <a:lnTo>
                  <a:pt x="261" y="314"/>
                </a:lnTo>
                <a:lnTo>
                  <a:pt x="260" y="313"/>
                </a:lnTo>
                <a:lnTo>
                  <a:pt x="259" y="311"/>
                </a:lnTo>
                <a:lnTo>
                  <a:pt x="259" y="310"/>
                </a:lnTo>
                <a:lnTo>
                  <a:pt x="256" y="310"/>
                </a:lnTo>
                <a:lnTo>
                  <a:pt x="254" y="309"/>
                </a:lnTo>
                <a:lnTo>
                  <a:pt x="254" y="310"/>
                </a:lnTo>
                <a:lnTo>
                  <a:pt x="253" y="310"/>
                </a:lnTo>
                <a:lnTo>
                  <a:pt x="252" y="310"/>
                </a:lnTo>
                <a:lnTo>
                  <a:pt x="252" y="309"/>
                </a:lnTo>
                <a:lnTo>
                  <a:pt x="251" y="309"/>
                </a:lnTo>
                <a:lnTo>
                  <a:pt x="251" y="310"/>
                </a:lnTo>
                <a:lnTo>
                  <a:pt x="251" y="311"/>
                </a:lnTo>
                <a:lnTo>
                  <a:pt x="250" y="311"/>
                </a:lnTo>
                <a:lnTo>
                  <a:pt x="250" y="310"/>
                </a:lnTo>
                <a:lnTo>
                  <a:pt x="249" y="309"/>
                </a:lnTo>
                <a:lnTo>
                  <a:pt x="247" y="309"/>
                </a:lnTo>
                <a:lnTo>
                  <a:pt x="247" y="308"/>
                </a:lnTo>
                <a:lnTo>
                  <a:pt x="246" y="308"/>
                </a:lnTo>
                <a:lnTo>
                  <a:pt x="246" y="306"/>
                </a:lnTo>
                <a:lnTo>
                  <a:pt x="246" y="305"/>
                </a:lnTo>
                <a:lnTo>
                  <a:pt x="247" y="303"/>
                </a:lnTo>
                <a:lnTo>
                  <a:pt x="247" y="302"/>
                </a:lnTo>
                <a:lnTo>
                  <a:pt x="246" y="302"/>
                </a:lnTo>
                <a:lnTo>
                  <a:pt x="245" y="303"/>
                </a:lnTo>
                <a:lnTo>
                  <a:pt x="244" y="304"/>
                </a:lnTo>
                <a:lnTo>
                  <a:pt x="243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8"/>
                </a:lnTo>
                <a:lnTo>
                  <a:pt x="242" y="308"/>
                </a:lnTo>
                <a:lnTo>
                  <a:pt x="241" y="310"/>
                </a:lnTo>
                <a:lnTo>
                  <a:pt x="240" y="310"/>
                </a:lnTo>
                <a:lnTo>
                  <a:pt x="240" y="309"/>
                </a:lnTo>
                <a:lnTo>
                  <a:pt x="239" y="309"/>
                </a:lnTo>
                <a:lnTo>
                  <a:pt x="239" y="308"/>
                </a:lnTo>
                <a:lnTo>
                  <a:pt x="240" y="308"/>
                </a:lnTo>
                <a:lnTo>
                  <a:pt x="239" y="307"/>
                </a:lnTo>
                <a:lnTo>
                  <a:pt x="237" y="306"/>
                </a:lnTo>
                <a:lnTo>
                  <a:pt x="236" y="307"/>
                </a:lnTo>
                <a:lnTo>
                  <a:pt x="235" y="307"/>
                </a:lnTo>
                <a:lnTo>
                  <a:pt x="235" y="306"/>
                </a:lnTo>
                <a:lnTo>
                  <a:pt x="235" y="305"/>
                </a:lnTo>
                <a:lnTo>
                  <a:pt x="236" y="305"/>
                </a:lnTo>
                <a:lnTo>
                  <a:pt x="235" y="305"/>
                </a:lnTo>
                <a:lnTo>
                  <a:pt x="235" y="304"/>
                </a:lnTo>
                <a:lnTo>
                  <a:pt x="234" y="304"/>
                </a:lnTo>
                <a:lnTo>
                  <a:pt x="234" y="305"/>
                </a:lnTo>
                <a:lnTo>
                  <a:pt x="232" y="306"/>
                </a:lnTo>
                <a:lnTo>
                  <a:pt x="231" y="305"/>
                </a:lnTo>
                <a:lnTo>
                  <a:pt x="230" y="304"/>
                </a:lnTo>
                <a:lnTo>
                  <a:pt x="228" y="303"/>
                </a:lnTo>
                <a:lnTo>
                  <a:pt x="228" y="302"/>
                </a:lnTo>
                <a:lnTo>
                  <a:pt x="227" y="302"/>
                </a:lnTo>
                <a:lnTo>
                  <a:pt x="227" y="301"/>
                </a:lnTo>
                <a:lnTo>
                  <a:pt x="228" y="301"/>
                </a:lnTo>
                <a:lnTo>
                  <a:pt x="229" y="301"/>
                </a:lnTo>
                <a:lnTo>
                  <a:pt x="229" y="299"/>
                </a:lnTo>
                <a:lnTo>
                  <a:pt x="229" y="298"/>
                </a:lnTo>
                <a:lnTo>
                  <a:pt x="228" y="297"/>
                </a:lnTo>
                <a:lnTo>
                  <a:pt x="227" y="297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5" y="300"/>
                </a:lnTo>
                <a:lnTo>
                  <a:pt x="225" y="299"/>
                </a:lnTo>
                <a:lnTo>
                  <a:pt x="224" y="299"/>
                </a:lnTo>
                <a:lnTo>
                  <a:pt x="223" y="299"/>
                </a:lnTo>
                <a:lnTo>
                  <a:pt x="222" y="300"/>
                </a:lnTo>
                <a:lnTo>
                  <a:pt x="221" y="300"/>
                </a:lnTo>
                <a:lnTo>
                  <a:pt x="222" y="298"/>
                </a:lnTo>
                <a:lnTo>
                  <a:pt x="222" y="297"/>
                </a:lnTo>
                <a:lnTo>
                  <a:pt x="222" y="295"/>
                </a:lnTo>
                <a:lnTo>
                  <a:pt x="221" y="295"/>
                </a:lnTo>
                <a:lnTo>
                  <a:pt x="221" y="294"/>
                </a:lnTo>
                <a:lnTo>
                  <a:pt x="220" y="294"/>
                </a:lnTo>
                <a:lnTo>
                  <a:pt x="220" y="293"/>
                </a:lnTo>
                <a:lnTo>
                  <a:pt x="220" y="292"/>
                </a:lnTo>
                <a:lnTo>
                  <a:pt x="219" y="292"/>
                </a:lnTo>
                <a:lnTo>
                  <a:pt x="219" y="291"/>
                </a:lnTo>
                <a:lnTo>
                  <a:pt x="218" y="290"/>
                </a:lnTo>
                <a:lnTo>
                  <a:pt x="217" y="290"/>
                </a:lnTo>
                <a:lnTo>
                  <a:pt x="216" y="291"/>
                </a:lnTo>
                <a:lnTo>
                  <a:pt x="215" y="289"/>
                </a:lnTo>
                <a:lnTo>
                  <a:pt x="215" y="288"/>
                </a:lnTo>
                <a:lnTo>
                  <a:pt x="214" y="288"/>
                </a:lnTo>
                <a:lnTo>
                  <a:pt x="213" y="288"/>
                </a:lnTo>
                <a:lnTo>
                  <a:pt x="213" y="287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7"/>
                </a:lnTo>
                <a:lnTo>
                  <a:pt x="207" y="286"/>
                </a:lnTo>
                <a:lnTo>
                  <a:pt x="207" y="285"/>
                </a:lnTo>
                <a:lnTo>
                  <a:pt x="206" y="285"/>
                </a:lnTo>
                <a:lnTo>
                  <a:pt x="206" y="286"/>
                </a:lnTo>
                <a:lnTo>
                  <a:pt x="205" y="285"/>
                </a:lnTo>
                <a:lnTo>
                  <a:pt x="204" y="284"/>
                </a:lnTo>
                <a:lnTo>
                  <a:pt x="203" y="284"/>
                </a:lnTo>
                <a:lnTo>
                  <a:pt x="202" y="285"/>
                </a:lnTo>
                <a:lnTo>
                  <a:pt x="200" y="285"/>
                </a:lnTo>
                <a:lnTo>
                  <a:pt x="200" y="284"/>
                </a:lnTo>
                <a:lnTo>
                  <a:pt x="199" y="284"/>
                </a:lnTo>
                <a:lnTo>
                  <a:pt x="199" y="283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6" y="283"/>
                </a:lnTo>
                <a:lnTo>
                  <a:pt x="195" y="283"/>
                </a:lnTo>
                <a:lnTo>
                  <a:pt x="194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1"/>
                </a:lnTo>
                <a:lnTo>
                  <a:pt x="188" y="282"/>
                </a:lnTo>
                <a:lnTo>
                  <a:pt x="187" y="282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0"/>
                </a:lnTo>
                <a:lnTo>
                  <a:pt x="184" y="280"/>
                </a:lnTo>
                <a:lnTo>
                  <a:pt x="185" y="279"/>
                </a:lnTo>
                <a:lnTo>
                  <a:pt x="185" y="278"/>
                </a:lnTo>
                <a:lnTo>
                  <a:pt x="183" y="277"/>
                </a:lnTo>
                <a:lnTo>
                  <a:pt x="182" y="276"/>
                </a:lnTo>
                <a:lnTo>
                  <a:pt x="181" y="275"/>
                </a:lnTo>
                <a:lnTo>
                  <a:pt x="181" y="274"/>
                </a:lnTo>
                <a:lnTo>
                  <a:pt x="181" y="273"/>
                </a:lnTo>
                <a:lnTo>
                  <a:pt x="179" y="274"/>
                </a:lnTo>
                <a:lnTo>
                  <a:pt x="178" y="274"/>
                </a:lnTo>
                <a:lnTo>
                  <a:pt x="178" y="275"/>
                </a:lnTo>
                <a:lnTo>
                  <a:pt x="177" y="276"/>
                </a:lnTo>
                <a:lnTo>
                  <a:pt x="177" y="275"/>
                </a:lnTo>
                <a:lnTo>
                  <a:pt x="177" y="274"/>
                </a:lnTo>
                <a:lnTo>
                  <a:pt x="176" y="274"/>
                </a:lnTo>
                <a:lnTo>
                  <a:pt x="175" y="274"/>
                </a:lnTo>
                <a:lnTo>
                  <a:pt x="175" y="275"/>
                </a:lnTo>
                <a:lnTo>
                  <a:pt x="174" y="275"/>
                </a:lnTo>
                <a:lnTo>
                  <a:pt x="173" y="275"/>
                </a:lnTo>
                <a:lnTo>
                  <a:pt x="172" y="274"/>
                </a:lnTo>
                <a:lnTo>
                  <a:pt x="171" y="274"/>
                </a:lnTo>
                <a:lnTo>
                  <a:pt x="170" y="274"/>
                </a:lnTo>
                <a:lnTo>
                  <a:pt x="170" y="275"/>
                </a:lnTo>
                <a:lnTo>
                  <a:pt x="169" y="274"/>
                </a:lnTo>
                <a:lnTo>
                  <a:pt x="168" y="273"/>
                </a:lnTo>
                <a:lnTo>
                  <a:pt x="167" y="273"/>
                </a:lnTo>
                <a:lnTo>
                  <a:pt x="167" y="272"/>
                </a:lnTo>
                <a:lnTo>
                  <a:pt x="166" y="272"/>
                </a:lnTo>
                <a:lnTo>
                  <a:pt x="167" y="273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8"/>
                </a:lnTo>
                <a:lnTo>
                  <a:pt x="163" y="267"/>
                </a:lnTo>
                <a:lnTo>
                  <a:pt x="163" y="265"/>
                </a:lnTo>
                <a:lnTo>
                  <a:pt x="163" y="264"/>
                </a:lnTo>
                <a:lnTo>
                  <a:pt x="163" y="263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2" y="260"/>
                </a:lnTo>
                <a:lnTo>
                  <a:pt x="163" y="259"/>
                </a:lnTo>
                <a:lnTo>
                  <a:pt x="162" y="258"/>
                </a:lnTo>
                <a:lnTo>
                  <a:pt x="162" y="257"/>
                </a:lnTo>
                <a:lnTo>
                  <a:pt x="162" y="255"/>
                </a:lnTo>
                <a:lnTo>
                  <a:pt x="161" y="255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4"/>
                </a:lnTo>
                <a:lnTo>
                  <a:pt x="165" y="254"/>
                </a:lnTo>
                <a:lnTo>
                  <a:pt x="166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7" y="246"/>
                </a:lnTo>
                <a:lnTo>
                  <a:pt x="166" y="246"/>
                </a:lnTo>
                <a:lnTo>
                  <a:pt x="166" y="245"/>
                </a:lnTo>
                <a:lnTo>
                  <a:pt x="166" y="244"/>
                </a:lnTo>
                <a:lnTo>
                  <a:pt x="165" y="244"/>
                </a:lnTo>
                <a:lnTo>
                  <a:pt x="164" y="244"/>
                </a:lnTo>
                <a:lnTo>
                  <a:pt x="163" y="243"/>
                </a:lnTo>
                <a:lnTo>
                  <a:pt x="163" y="242"/>
                </a:lnTo>
                <a:lnTo>
                  <a:pt x="162" y="242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61" y="241"/>
                </a:lnTo>
                <a:lnTo>
                  <a:pt x="162" y="240"/>
                </a:lnTo>
                <a:lnTo>
                  <a:pt x="163" y="240"/>
                </a:lnTo>
                <a:lnTo>
                  <a:pt x="165" y="241"/>
                </a:lnTo>
                <a:lnTo>
                  <a:pt x="165" y="239"/>
                </a:lnTo>
                <a:lnTo>
                  <a:pt x="165" y="238"/>
                </a:lnTo>
                <a:lnTo>
                  <a:pt x="164" y="237"/>
                </a:lnTo>
                <a:lnTo>
                  <a:pt x="163" y="236"/>
                </a:lnTo>
                <a:lnTo>
                  <a:pt x="162" y="235"/>
                </a:lnTo>
                <a:lnTo>
                  <a:pt x="161" y="234"/>
                </a:lnTo>
                <a:lnTo>
                  <a:pt x="161" y="233"/>
                </a:lnTo>
                <a:lnTo>
                  <a:pt x="160" y="232"/>
                </a:lnTo>
                <a:lnTo>
                  <a:pt x="160" y="230"/>
                </a:lnTo>
                <a:lnTo>
                  <a:pt x="161" y="230"/>
                </a:lnTo>
                <a:lnTo>
                  <a:pt x="161" y="229"/>
                </a:lnTo>
                <a:lnTo>
                  <a:pt x="161" y="226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2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5" y="214"/>
                </a:lnTo>
                <a:lnTo>
                  <a:pt x="166" y="213"/>
                </a:lnTo>
                <a:lnTo>
                  <a:pt x="166" y="214"/>
                </a:lnTo>
                <a:lnTo>
                  <a:pt x="167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1"/>
                </a:lnTo>
                <a:lnTo>
                  <a:pt x="169" y="210"/>
                </a:lnTo>
                <a:lnTo>
                  <a:pt x="170" y="207"/>
                </a:lnTo>
                <a:lnTo>
                  <a:pt x="170" y="206"/>
                </a:lnTo>
                <a:lnTo>
                  <a:pt x="170" y="205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5" y="203"/>
                </a:lnTo>
                <a:lnTo>
                  <a:pt x="165" y="202"/>
                </a:lnTo>
                <a:lnTo>
                  <a:pt x="166" y="202"/>
                </a:lnTo>
                <a:lnTo>
                  <a:pt x="166" y="203"/>
                </a:lnTo>
                <a:lnTo>
                  <a:pt x="167" y="202"/>
                </a:lnTo>
                <a:lnTo>
                  <a:pt x="168" y="203"/>
                </a:lnTo>
                <a:lnTo>
                  <a:pt x="169" y="202"/>
                </a:lnTo>
                <a:lnTo>
                  <a:pt x="170" y="202"/>
                </a:lnTo>
                <a:lnTo>
                  <a:pt x="170" y="201"/>
                </a:lnTo>
                <a:lnTo>
                  <a:pt x="171" y="200"/>
                </a:lnTo>
                <a:lnTo>
                  <a:pt x="173" y="198"/>
                </a:lnTo>
                <a:lnTo>
                  <a:pt x="175" y="198"/>
                </a:lnTo>
                <a:lnTo>
                  <a:pt x="175" y="197"/>
                </a:lnTo>
                <a:lnTo>
                  <a:pt x="172" y="196"/>
                </a:lnTo>
                <a:lnTo>
                  <a:pt x="172" y="195"/>
                </a:lnTo>
                <a:lnTo>
                  <a:pt x="172" y="194"/>
                </a:lnTo>
                <a:lnTo>
                  <a:pt x="173" y="194"/>
                </a:lnTo>
                <a:lnTo>
                  <a:pt x="174" y="195"/>
                </a:lnTo>
                <a:lnTo>
                  <a:pt x="175" y="195"/>
                </a:lnTo>
                <a:lnTo>
                  <a:pt x="176" y="195"/>
                </a:lnTo>
                <a:lnTo>
                  <a:pt x="177" y="194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7"/>
                </a:lnTo>
                <a:lnTo>
                  <a:pt x="185" y="185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90" y="185"/>
                </a:lnTo>
                <a:lnTo>
                  <a:pt x="190" y="184"/>
                </a:lnTo>
                <a:lnTo>
                  <a:pt x="189" y="184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4"/>
                </a:lnTo>
                <a:lnTo>
                  <a:pt x="192" y="185"/>
                </a:lnTo>
                <a:lnTo>
                  <a:pt x="193" y="186"/>
                </a:lnTo>
                <a:lnTo>
                  <a:pt x="194" y="186"/>
                </a:lnTo>
                <a:lnTo>
                  <a:pt x="194" y="184"/>
                </a:lnTo>
                <a:lnTo>
                  <a:pt x="195" y="182"/>
                </a:lnTo>
                <a:lnTo>
                  <a:pt x="196" y="183"/>
                </a:lnTo>
                <a:lnTo>
                  <a:pt x="196" y="182"/>
                </a:lnTo>
                <a:lnTo>
                  <a:pt x="195" y="182"/>
                </a:lnTo>
                <a:lnTo>
                  <a:pt x="196" y="180"/>
                </a:lnTo>
                <a:lnTo>
                  <a:pt x="196" y="179"/>
                </a:lnTo>
                <a:lnTo>
                  <a:pt x="197" y="179"/>
                </a:lnTo>
                <a:lnTo>
                  <a:pt x="197" y="178"/>
                </a:lnTo>
                <a:lnTo>
                  <a:pt x="196" y="176"/>
                </a:lnTo>
                <a:lnTo>
                  <a:pt x="198" y="175"/>
                </a:lnTo>
                <a:lnTo>
                  <a:pt x="199" y="174"/>
                </a:lnTo>
                <a:lnTo>
                  <a:pt x="200" y="174"/>
                </a:lnTo>
                <a:lnTo>
                  <a:pt x="199" y="175"/>
                </a:lnTo>
                <a:lnTo>
                  <a:pt x="201" y="176"/>
                </a:lnTo>
                <a:lnTo>
                  <a:pt x="203" y="178"/>
                </a:lnTo>
                <a:lnTo>
                  <a:pt x="204" y="178"/>
                </a:lnTo>
                <a:lnTo>
                  <a:pt x="205" y="179"/>
                </a:lnTo>
                <a:lnTo>
                  <a:pt x="207" y="179"/>
                </a:lnTo>
                <a:lnTo>
                  <a:pt x="208" y="179"/>
                </a:lnTo>
                <a:lnTo>
                  <a:pt x="209" y="179"/>
                </a:lnTo>
                <a:lnTo>
                  <a:pt x="211" y="180"/>
                </a:lnTo>
                <a:lnTo>
                  <a:pt x="212" y="180"/>
                </a:lnTo>
                <a:lnTo>
                  <a:pt x="213" y="180"/>
                </a:lnTo>
                <a:lnTo>
                  <a:pt x="214" y="181"/>
                </a:lnTo>
                <a:lnTo>
                  <a:pt x="217" y="182"/>
                </a:lnTo>
                <a:lnTo>
                  <a:pt x="217" y="181"/>
                </a:lnTo>
                <a:lnTo>
                  <a:pt x="218" y="181"/>
                </a:lnTo>
                <a:lnTo>
                  <a:pt x="218" y="182"/>
                </a:lnTo>
                <a:lnTo>
                  <a:pt x="220" y="182"/>
                </a:lnTo>
                <a:lnTo>
                  <a:pt x="220" y="183"/>
                </a:lnTo>
                <a:lnTo>
                  <a:pt x="221" y="183"/>
                </a:lnTo>
                <a:lnTo>
                  <a:pt x="225" y="184"/>
                </a:lnTo>
                <a:lnTo>
                  <a:pt x="225" y="186"/>
                </a:lnTo>
                <a:lnTo>
                  <a:pt x="227" y="188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9" y="193"/>
                </a:lnTo>
                <a:lnTo>
                  <a:pt x="229" y="194"/>
                </a:lnTo>
                <a:lnTo>
                  <a:pt x="229" y="195"/>
                </a:lnTo>
                <a:lnTo>
                  <a:pt x="228" y="196"/>
                </a:lnTo>
                <a:lnTo>
                  <a:pt x="228" y="197"/>
                </a:lnTo>
                <a:lnTo>
                  <a:pt x="229" y="198"/>
                </a:lnTo>
                <a:lnTo>
                  <a:pt x="230" y="198"/>
                </a:lnTo>
                <a:lnTo>
                  <a:pt x="232" y="198"/>
                </a:lnTo>
                <a:lnTo>
                  <a:pt x="234" y="199"/>
                </a:lnTo>
                <a:lnTo>
                  <a:pt x="235" y="199"/>
                </a:lnTo>
                <a:lnTo>
                  <a:pt x="237" y="199"/>
                </a:lnTo>
                <a:lnTo>
                  <a:pt x="238" y="200"/>
                </a:lnTo>
                <a:lnTo>
                  <a:pt x="239" y="201"/>
                </a:lnTo>
                <a:lnTo>
                  <a:pt x="240" y="201"/>
                </a:lnTo>
                <a:lnTo>
                  <a:pt x="241" y="201"/>
                </a:lnTo>
                <a:lnTo>
                  <a:pt x="244" y="200"/>
                </a:lnTo>
                <a:lnTo>
                  <a:pt x="245" y="199"/>
                </a:lnTo>
                <a:lnTo>
                  <a:pt x="245" y="198"/>
                </a:lnTo>
                <a:lnTo>
                  <a:pt x="246" y="197"/>
                </a:lnTo>
                <a:lnTo>
                  <a:pt x="249" y="197"/>
                </a:lnTo>
                <a:lnTo>
                  <a:pt x="251" y="197"/>
                </a:lnTo>
                <a:lnTo>
                  <a:pt x="253" y="197"/>
                </a:lnTo>
                <a:lnTo>
                  <a:pt x="254" y="198"/>
                </a:lnTo>
                <a:lnTo>
                  <a:pt x="254" y="199"/>
                </a:lnTo>
                <a:lnTo>
                  <a:pt x="255" y="200"/>
                </a:lnTo>
                <a:lnTo>
                  <a:pt x="257" y="200"/>
                </a:lnTo>
                <a:lnTo>
                  <a:pt x="258" y="200"/>
                </a:lnTo>
                <a:lnTo>
                  <a:pt x="260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8"/>
                </a:lnTo>
                <a:lnTo>
                  <a:pt x="267" y="197"/>
                </a:lnTo>
                <a:lnTo>
                  <a:pt x="269" y="197"/>
                </a:lnTo>
                <a:lnTo>
                  <a:pt x="270" y="196"/>
                </a:lnTo>
                <a:lnTo>
                  <a:pt x="271" y="195"/>
                </a:lnTo>
                <a:lnTo>
                  <a:pt x="275" y="194"/>
                </a:lnTo>
                <a:lnTo>
                  <a:pt x="276" y="194"/>
                </a:lnTo>
                <a:lnTo>
                  <a:pt x="277" y="195"/>
                </a:lnTo>
                <a:lnTo>
                  <a:pt x="278" y="195"/>
                </a:lnTo>
                <a:lnTo>
                  <a:pt x="278" y="196"/>
                </a:lnTo>
                <a:lnTo>
                  <a:pt x="280" y="196"/>
                </a:lnTo>
                <a:lnTo>
                  <a:pt x="281" y="197"/>
                </a:lnTo>
                <a:lnTo>
                  <a:pt x="282" y="197"/>
                </a:lnTo>
                <a:lnTo>
                  <a:pt x="284" y="198"/>
                </a:lnTo>
                <a:lnTo>
                  <a:pt x="287" y="197"/>
                </a:lnTo>
                <a:lnTo>
                  <a:pt x="289" y="197"/>
                </a:lnTo>
                <a:lnTo>
                  <a:pt x="290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7" y="195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9"/>
                </a:lnTo>
                <a:lnTo>
                  <a:pt x="298" y="187"/>
                </a:lnTo>
                <a:lnTo>
                  <a:pt x="298" y="186"/>
                </a:lnTo>
                <a:lnTo>
                  <a:pt x="299" y="185"/>
                </a:lnTo>
                <a:lnTo>
                  <a:pt x="299" y="183"/>
                </a:lnTo>
                <a:lnTo>
                  <a:pt x="299" y="182"/>
                </a:lnTo>
                <a:lnTo>
                  <a:pt x="299" y="179"/>
                </a:lnTo>
                <a:lnTo>
                  <a:pt x="298" y="176"/>
                </a:lnTo>
                <a:lnTo>
                  <a:pt x="298" y="174"/>
                </a:lnTo>
                <a:lnTo>
                  <a:pt x="299" y="171"/>
                </a:lnTo>
                <a:lnTo>
                  <a:pt x="299" y="170"/>
                </a:lnTo>
                <a:lnTo>
                  <a:pt x="299" y="168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0" y="159"/>
                </a:lnTo>
                <a:lnTo>
                  <a:pt x="299" y="158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10" y="168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2" y="170"/>
                </a:lnTo>
                <a:lnTo>
                  <a:pt x="315" y="170"/>
                </a:lnTo>
                <a:lnTo>
                  <a:pt x="315" y="169"/>
                </a:lnTo>
                <a:lnTo>
                  <a:pt x="315" y="168"/>
                </a:lnTo>
                <a:lnTo>
                  <a:pt x="316" y="168"/>
                </a:lnTo>
                <a:lnTo>
                  <a:pt x="315" y="167"/>
                </a:lnTo>
                <a:lnTo>
                  <a:pt x="316" y="166"/>
                </a:lnTo>
                <a:lnTo>
                  <a:pt x="317" y="166"/>
                </a:lnTo>
                <a:lnTo>
                  <a:pt x="319" y="164"/>
                </a:lnTo>
                <a:lnTo>
                  <a:pt x="320" y="163"/>
                </a:lnTo>
                <a:lnTo>
                  <a:pt x="321" y="162"/>
                </a:lnTo>
                <a:lnTo>
                  <a:pt x="323" y="160"/>
                </a:lnTo>
                <a:lnTo>
                  <a:pt x="323" y="159"/>
                </a:lnTo>
                <a:lnTo>
                  <a:pt x="322" y="158"/>
                </a:lnTo>
                <a:lnTo>
                  <a:pt x="321" y="157"/>
                </a:lnTo>
                <a:lnTo>
                  <a:pt x="322" y="156"/>
                </a:lnTo>
                <a:lnTo>
                  <a:pt x="322" y="155"/>
                </a:lnTo>
                <a:lnTo>
                  <a:pt x="323" y="153"/>
                </a:lnTo>
                <a:lnTo>
                  <a:pt x="323" y="152"/>
                </a:lnTo>
                <a:lnTo>
                  <a:pt x="321" y="152"/>
                </a:lnTo>
                <a:lnTo>
                  <a:pt x="319" y="150"/>
                </a:lnTo>
                <a:lnTo>
                  <a:pt x="318" y="148"/>
                </a:lnTo>
                <a:lnTo>
                  <a:pt x="315" y="147"/>
                </a:lnTo>
                <a:lnTo>
                  <a:pt x="314" y="146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4" y="139"/>
                </a:lnTo>
                <a:lnTo>
                  <a:pt x="314" y="138"/>
                </a:lnTo>
                <a:lnTo>
                  <a:pt x="315" y="137"/>
                </a:lnTo>
                <a:lnTo>
                  <a:pt x="315" y="136"/>
                </a:lnTo>
                <a:lnTo>
                  <a:pt x="314" y="136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2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5"/>
                </a:lnTo>
                <a:lnTo>
                  <a:pt x="328" y="114"/>
                </a:lnTo>
                <a:lnTo>
                  <a:pt x="329" y="114"/>
                </a:lnTo>
                <a:lnTo>
                  <a:pt x="329" y="113"/>
                </a:lnTo>
                <a:lnTo>
                  <a:pt x="331" y="111"/>
                </a:lnTo>
                <a:lnTo>
                  <a:pt x="334" y="109"/>
                </a:lnTo>
                <a:lnTo>
                  <a:pt x="336" y="105"/>
                </a:lnTo>
                <a:lnTo>
                  <a:pt x="339" y="102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6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2"/>
                </a:lnTo>
                <a:lnTo>
                  <a:pt x="348" y="91"/>
                </a:lnTo>
                <a:lnTo>
                  <a:pt x="349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3"/>
                </a:lnTo>
                <a:lnTo>
                  <a:pt x="358" y="83"/>
                </a:lnTo>
                <a:lnTo>
                  <a:pt x="358" y="82"/>
                </a:lnTo>
                <a:lnTo>
                  <a:pt x="360" y="80"/>
                </a:lnTo>
                <a:lnTo>
                  <a:pt x="363" y="78"/>
                </a:lnTo>
                <a:lnTo>
                  <a:pt x="364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5"/>
                </a:lnTo>
                <a:lnTo>
                  <a:pt x="375" y="72"/>
                </a:lnTo>
                <a:lnTo>
                  <a:pt x="376" y="72"/>
                </a:lnTo>
                <a:lnTo>
                  <a:pt x="377" y="70"/>
                </a:lnTo>
                <a:lnTo>
                  <a:pt x="379" y="67"/>
                </a:lnTo>
                <a:lnTo>
                  <a:pt x="379" y="64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401" y="43"/>
                </a:lnTo>
                <a:lnTo>
                  <a:pt x="402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8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4"/>
                </a:lnTo>
                <a:lnTo>
                  <a:pt x="424" y="32"/>
                </a:lnTo>
                <a:lnTo>
                  <a:pt x="425" y="32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7"/>
                </a:lnTo>
                <a:lnTo>
                  <a:pt x="419" y="14"/>
                </a:lnTo>
                <a:lnTo>
                  <a:pt x="420" y="14"/>
                </a:lnTo>
                <a:lnTo>
                  <a:pt x="421" y="14"/>
                </a:lnTo>
                <a:lnTo>
                  <a:pt x="425" y="15"/>
                </a:lnTo>
                <a:lnTo>
                  <a:pt x="427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7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6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8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30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1"/>
                </a:lnTo>
                <a:lnTo>
                  <a:pt x="510" y="0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372564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1" y="31"/>
                </a:lnTo>
                <a:lnTo>
                  <a:pt x="460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3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9" y="63"/>
                </a:lnTo>
                <a:lnTo>
                  <a:pt x="469" y="64"/>
                </a:lnTo>
                <a:lnTo>
                  <a:pt x="469" y="65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2" y="71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5"/>
                </a:lnTo>
                <a:lnTo>
                  <a:pt x="475" y="76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8" y="101"/>
                </a:lnTo>
                <a:lnTo>
                  <a:pt x="489" y="103"/>
                </a:lnTo>
                <a:lnTo>
                  <a:pt x="489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6" y="117"/>
                </a:lnTo>
                <a:lnTo>
                  <a:pt x="497" y="118"/>
                </a:lnTo>
                <a:lnTo>
                  <a:pt x="496" y="118"/>
                </a:lnTo>
                <a:lnTo>
                  <a:pt x="494" y="119"/>
                </a:lnTo>
                <a:lnTo>
                  <a:pt x="494" y="120"/>
                </a:lnTo>
                <a:lnTo>
                  <a:pt x="493" y="121"/>
                </a:lnTo>
                <a:lnTo>
                  <a:pt x="492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4" y="128"/>
                </a:lnTo>
                <a:lnTo>
                  <a:pt x="483" y="129"/>
                </a:lnTo>
                <a:lnTo>
                  <a:pt x="483" y="130"/>
                </a:lnTo>
                <a:lnTo>
                  <a:pt x="482" y="130"/>
                </a:lnTo>
                <a:lnTo>
                  <a:pt x="481" y="131"/>
                </a:lnTo>
                <a:lnTo>
                  <a:pt x="480" y="132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7" y="135"/>
                </a:lnTo>
                <a:lnTo>
                  <a:pt x="476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8"/>
                </a:lnTo>
                <a:lnTo>
                  <a:pt x="477" y="139"/>
                </a:lnTo>
                <a:lnTo>
                  <a:pt x="477" y="140"/>
                </a:lnTo>
                <a:lnTo>
                  <a:pt x="486" y="150"/>
                </a:lnTo>
                <a:lnTo>
                  <a:pt x="487" y="150"/>
                </a:lnTo>
                <a:lnTo>
                  <a:pt x="488" y="152"/>
                </a:lnTo>
                <a:lnTo>
                  <a:pt x="502" y="167"/>
                </a:lnTo>
                <a:lnTo>
                  <a:pt x="502" y="168"/>
                </a:lnTo>
                <a:lnTo>
                  <a:pt x="508" y="175"/>
                </a:lnTo>
                <a:lnTo>
                  <a:pt x="510" y="176"/>
                </a:lnTo>
                <a:lnTo>
                  <a:pt x="511" y="176"/>
                </a:lnTo>
                <a:lnTo>
                  <a:pt x="514" y="179"/>
                </a:lnTo>
                <a:lnTo>
                  <a:pt x="516" y="180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2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7"/>
                </a:lnTo>
                <a:lnTo>
                  <a:pt x="529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89"/>
                </a:lnTo>
                <a:lnTo>
                  <a:pt x="532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6" y="191"/>
                </a:lnTo>
                <a:lnTo>
                  <a:pt x="537" y="192"/>
                </a:lnTo>
                <a:lnTo>
                  <a:pt x="539" y="192"/>
                </a:lnTo>
                <a:lnTo>
                  <a:pt x="540" y="193"/>
                </a:lnTo>
                <a:lnTo>
                  <a:pt x="540" y="194"/>
                </a:lnTo>
                <a:lnTo>
                  <a:pt x="540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1" y="216"/>
                </a:lnTo>
                <a:lnTo>
                  <a:pt x="541" y="217"/>
                </a:lnTo>
                <a:lnTo>
                  <a:pt x="541" y="219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9" y="226"/>
                </a:lnTo>
                <a:lnTo>
                  <a:pt x="555" y="223"/>
                </a:lnTo>
                <a:lnTo>
                  <a:pt x="556" y="223"/>
                </a:lnTo>
                <a:lnTo>
                  <a:pt x="557" y="222"/>
                </a:lnTo>
                <a:lnTo>
                  <a:pt x="558" y="222"/>
                </a:lnTo>
                <a:lnTo>
                  <a:pt x="559" y="221"/>
                </a:lnTo>
                <a:lnTo>
                  <a:pt x="561" y="220"/>
                </a:lnTo>
                <a:lnTo>
                  <a:pt x="562" y="220"/>
                </a:lnTo>
                <a:lnTo>
                  <a:pt x="564" y="219"/>
                </a:lnTo>
                <a:lnTo>
                  <a:pt x="565" y="219"/>
                </a:lnTo>
                <a:lnTo>
                  <a:pt x="566" y="218"/>
                </a:lnTo>
                <a:lnTo>
                  <a:pt x="567" y="218"/>
                </a:lnTo>
                <a:lnTo>
                  <a:pt x="567" y="217"/>
                </a:lnTo>
                <a:lnTo>
                  <a:pt x="566" y="217"/>
                </a:lnTo>
                <a:lnTo>
                  <a:pt x="566" y="216"/>
                </a:lnTo>
                <a:lnTo>
                  <a:pt x="565" y="216"/>
                </a:lnTo>
                <a:lnTo>
                  <a:pt x="565" y="215"/>
                </a:lnTo>
                <a:lnTo>
                  <a:pt x="565" y="214"/>
                </a:lnTo>
                <a:lnTo>
                  <a:pt x="563" y="213"/>
                </a:lnTo>
                <a:lnTo>
                  <a:pt x="563" y="212"/>
                </a:lnTo>
                <a:lnTo>
                  <a:pt x="562" y="211"/>
                </a:lnTo>
                <a:lnTo>
                  <a:pt x="564" y="210"/>
                </a:lnTo>
                <a:lnTo>
                  <a:pt x="566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1" y="209"/>
                </a:lnTo>
                <a:lnTo>
                  <a:pt x="571" y="211"/>
                </a:lnTo>
                <a:lnTo>
                  <a:pt x="572" y="212"/>
                </a:lnTo>
                <a:lnTo>
                  <a:pt x="572" y="213"/>
                </a:lnTo>
                <a:lnTo>
                  <a:pt x="572" y="215"/>
                </a:lnTo>
                <a:lnTo>
                  <a:pt x="572" y="216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5"/>
                </a:lnTo>
                <a:lnTo>
                  <a:pt x="583" y="224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5" y="213"/>
                </a:lnTo>
                <a:lnTo>
                  <a:pt x="587" y="212"/>
                </a:lnTo>
                <a:lnTo>
                  <a:pt x="589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7" y="208"/>
                </a:lnTo>
                <a:lnTo>
                  <a:pt x="599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2" y="212"/>
                </a:lnTo>
                <a:lnTo>
                  <a:pt x="603" y="213"/>
                </a:lnTo>
                <a:lnTo>
                  <a:pt x="603" y="214"/>
                </a:lnTo>
                <a:lnTo>
                  <a:pt x="603" y="215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09" y="218"/>
                </a:lnTo>
                <a:lnTo>
                  <a:pt x="610" y="218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1" y="214"/>
                </a:lnTo>
                <a:lnTo>
                  <a:pt x="612" y="214"/>
                </a:lnTo>
                <a:lnTo>
                  <a:pt x="616" y="211"/>
                </a:lnTo>
                <a:lnTo>
                  <a:pt x="616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6" y="199"/>
                </a:lnTo>
                <a:lnTo>
                  <a:pt x="633" y="200"/>
                </a:lnTo>
                <a:lnTo>
                  <a:pt x="640" y="200"/>
                </a:lnTo>
                <a:lnTo>
                  <a:pt x="651" y="200"/>
                </a:lnTo>
                <a:lnTo>
                  <a:pt x="661" y="192"/>
                </a:lnTo>
                <a:lnTo>
                  <a:pt x="668" y="192"/>
                </a:lnTo>
                <a:lnTo>
                  <a:pt x="675" y="193"/>
                </a:lnTo>
                <a:lnTo>
                  <a:pt x="689" y="194"/>
                </a:lnTo>
                <a:lnTo>
                  <a:pt x="691" y="194"/>
                </a:lnTo>
                <a:lnTo>
                  <a:pt x="696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1" y="212"/>
                </a:lnTo>
                <a:lnTo>
                  <a:pt x="712" y="214"/>
                </a:lnTo>
                <a:lnTo>
                  <a:pt x="712" y="219"/>
                </a:lnTo>
                <a:lnTo>
                  <a:pt x="712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2" y="260"/>
                </a:lnTo>
                <a:lnTo>
                  <a:pt x="701" y="261"/>
                </a:lnTo>
                <a:lnTo>
                  <a:pt x="699" y="262"/>
                </a:lnTo>
                <a:lnTo>
                  <a:pt x="698" y="263"/>
                </a:lnTo>
                <a:lnTo>
                  <a:pt x="697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0"/>
                </a:lnTo>
                <a:lnTo>
                  <a:pt x="687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4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1"/>
                </a:lnTo>
                <a:lnTo>
                  <a:pt x="682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8" y="286"/>
                </a:lnTo>
                <a:lnTo>
                  <a:pt x="668" y="287"/>
                </a:lnTo>
                <a:lnTo>
                  <a:pt x="667" y="288"/>
                </a:lnTo>
                <a:lnTo>
                  <a:pt x="666" y="289"/>
                </a:lnTo>
                <a:lnTo>
                  <a:pt x="665" y="289"/>
                </a:lnTo>
                <a:lnTo>
                  <a:pt x="665" y="290"/>
                </a:lnTo>
                <a:lnTo>
                  <a:pt x="664" y="290"/>
                </a:lnTo>
                <a:lnTo>
                  <a:pt x="663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60" y="292"/>
                </a:lnTo>
                <a:lnTo>
                  <a:pt x="658" y="293"/>
                </a:lnTo>
                <a:lnTo>
                  <a:pt x="657" y="294"/>
                </a:lnTo>
                <a:lnTo>
                  <a:pt x="656" y="294"/>
                </a:lnTo>
                <a:lnTo>
                  <a:pt x="656" y="295"/>
                </a:lnTo>
                <a:lnTo>
                  <a:pt x="655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9" y="298"/>
                </a:lnTo>
                <a:lnTo>
                  <a:pt x="648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4" y="298"/>
                </a:lnTo>
                <a:lnTo>
                  <a:pt x="643" y="298"/>
                </a:lnTo>
                <a:lnTo>
                  <a:pt x="642" y="297"/>
                </a:lnTo>
                <a:lnTo>
                  <a:pt x="641" y="298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0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6" y="299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0" y="300"/>
                </a:lnTo>
                <a:lnTo>
                  <a:pt x="673" y="301"/>
                </a:lnTo>
                <a:lnTo>
                  <a:pt x="674" y="301"/>
                </a:lnTo>
                <a:lnTo>
                  <a:pt x="680" y="307"/>
                </a:lnTo>
                <a:lnTo>
                  <a:pt x="682" y="309"/>
                </a:lnTo>
                <a:lnTo>
                  <a:pt x="687" y="311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1"/>
                </a:lnTo>
                <a:lnTo>
                  <a:pt x="720" y="327"/>
                </a:lnTo>
                <a:lnTo>
                  <a:pt x="719" y="331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9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0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90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5"/>
                </a:lnTo>
                <a:lnTo>
                  <a:pt x="779" y="395"/>
                </a:lnTo>
                <a:lnTo>
                  <a:pt x="780" y="395"/>
                </a:lnTo>
                <a:lnTo>
                  <a:pt x="785" y="393"/>
                </a:lnTo>
                <a:lnTo>
                  <a:pt x="793" y="392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5"/>
                </a:lnTo>
                <a:lnTo>
                  <a:pt x="809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5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3" y="421"/>
                </a:lnTo>
                <a:lnTo>
                  <a:pt x="835" y="423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5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90"/>
                </a:lnTo>
                <a:lnTo>
                  <a:pt x="866" y="388"/>
                </a:lnTo>
                <a:lnTo>
                  <a:pt x="856" y="380"/>
                </a:lnTo>
                <a:lnTo>
                  <a:pt x="858" y="379"/>
                </a:lnTo>
                <a:lnTo>
                  <a:pt x="872" y="376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5"/>
                </a:lnTo>
                <a:lnTo>
                  <a:pt x="985" y="362"/>
                </a:lnTo>
                <a:lnTo>
                  <a:pt x="988" y="360"/>
                </a:lnTo>
                <a:lnTo>
                  <a:pt x="993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3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3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6" y="497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6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9"/>
                </a:lnTo>
                <a:lnTo>
                  <a:pt x="1023" y="513"/>
                </a:lnTo>
                <a:lnTo>
                  <a:pt x="1035" y="526"/>
                </a:lnTo>
                <a:lnTo>
                  <a:pt x="1038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8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7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2" y="569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90"/>
                </a:lnTo>
                <a:lnTo>
                  <a:pt x="1139" y="590"/>
                </a:lnTo>
                <a:lnTo>
                  <a:pt x="1139" y="591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6" y="592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4"/>
                </a:lnTo>
                <a:lnTo>
                  <a:pt x="1152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5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8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7" y="620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2" y="632"/>
                </a:lnTo>
                <a:lnTo>
                  <a:pt x="1163" y="632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70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7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6" y="690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3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8" y="712"/>
                </a:lnTo>
                <a:lnTo>
                  <a:pt x="1177" y="712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5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7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3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4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10" y="726"/>
                </a:lnTo>
                <a:lnTo>
                  <a:pt x="1209" y="726"/>
                </a:lnTo>
                <a:lnTo>
                  <a:pt x="1209" y="727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6" y="744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1"/>
                </a:lnTo>
                <a:lnTo>
                  <a:pt x="1254" y="761"/>
                </a:lnTo>
                <a:lnTo>
                  <a:pt x="1254" y="762"/>
                </a:lnTo>
                <a:lnTo>
                  <a:pt x="1254" y="763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5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2" y="773"/>
                </a:lnTo>
                <a:lnTo>
                  <a:pt x="1263" y="773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6" y="772"/>
                </a:lnTo>
                <a:lnTo>
                  <a:pt x="1265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8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7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6" y="716"/>
                </a:lnTo>
                <a:lnTo>
                  <a:pt x="1315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10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3" y="705"/>
                </a:lnTo>
                <a:lnTo>
                  <a:pt x="1314" y="705"/>
                </a:lnTo>
                <a:lnTo>
                  <a:pt x="1314" y="704"/>
                </a:lnTo>
                <a:lnTo>
                  <a:pt x="1314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5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3"/>
                </a:lnTo>
                <a:lnTo>
                  <a:pt x="1317" y="693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2" y="679"/>
                </a:lnTo>
                <a:lnTo>
                  <a:pt x="1311" y="678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8" y="661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3"/>
                </a:lnTo>
                <a:lnTo>
                  <a:pt x="1277" y="654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9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6"/>
                </a:lnTo>
                <a:lnTo>
                  <a:pt x="1280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7" y="598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9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3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4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9" y="601"/>
                </a:lnTo>
                <a:lnTo>
                  <a:pt x="1350" y="602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4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4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9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1" y="652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3" y="651"/>
                </a:lnTo>
                <a:lnTo>
                  <a:pt x="1463" y="652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2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2"/>
                </a:lnTo>
                <a:lnTo>
                  <a:pt x="1469" y="703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60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1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3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60" y="769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9"/>
                </a:lnTo>
                <a:lnTo>
                  <a:pt x="1440" y="770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9" y="769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5" y="773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4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400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80" y="806"/>
                </a:lnTo>
                <a:lnTo>
                  <a:pt x="1380" y="807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70" y="807"/>
                </a:lnTo>
                <a:lnTo>
                  <a:pt x="1369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2" y="805"/>
                </a:lnTo>
                <a:lnTo>
                  <a:pt x="1351" y="805"/>
                </a:lnTo>
                <a:lnTo>
                  <a:pt x="1349" y="805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1"/>
                </a:lnTo>
                <a:lnTo>
                  <a:pt x="1341" y="811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5" y="804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1" y="799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9" y="792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90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4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4" y="822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70" y="834"/>
                </a:lnTo>
                <a:lnTo>
                  <a:pt x="1270" y="835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6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2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4" y="913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9" y="940"/>
                </a:lnTo>
                <a:lnTo>
                  <a:pt x="1268" y="939"/>
                </a:lnTo>
                <a:lnTo>
                  <a:pt x="1266" y="939"/>
                </a:lnTo>
                <a:lnTo>
                  <a:pt x="1266" y="940"/>
                </a:lnTo>
                <a:lnTo>
                  <a:pt x="1265" y="940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4" y="942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1"/>
                </a:lnTo>
                <a:lnTo>
                  <a:pt x="1228" y="941"/>
                </a:lnTo>
                <a:lnTo>
                  <a:pt x="1228" y="942"/>
                </a:lnTo>
                <a:lnTo>
                  <a:pt x="1228" y="943"/>
                </a:lnTo>
                <a:lnTo>
                  <a:pt x="1227" y="943"/>
                </a:lnTo>
                <a:lnTo>
                  <a:pt x="1226" y="944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1" y="950"/>
                </a:lnTo>
                <a:lnTo>
                  <a:pt x="1220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30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9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2" y="1010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1"/>
                </a:lnTo>
                <a:lnTo>
                  <a:pt x="1188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1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9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19"/>
                </a:lnTo>
                <a:lnTo>
                  <a:pt x="1177" y="1019"/>
                </a:lnTo>
                <a:lnTo>
                  <a:pt x="1178" y="1021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8" y="1032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9" y="1042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3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6" y="1036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4" y="999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4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2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1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1" y="968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3" y="962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5" y="934"/>
                </a:lnTo>
                <a:lnTo>
                  <a:pt x="1034" y="934"/>
                </a:lnTo>
                <a:lnTo>
                  <a:pt x="1034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1" y="936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30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7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6"/>
                </a:lnTo>
                <a:lnTo>
                  <a:pt x="977" y="915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8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0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4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2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2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3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9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6" y="879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9" y="884"/>
                </a:lnTo>
                <a:lnTo>
                  <a:pt x="928" y="884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2"/>
                </a:lnTo>
                <a:lnTo>
                  <a:pt x="920" y="892"/>
                </a:lnTo>
                <a:lnTo>
                  <a:pt x="920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9" y="897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4" y="902"/>
                </a:lnTo>
                <a:lnTo>
                  <a:pt x="903" y="903"/>
                </a:lnTo>
                <a:lnTo>
                  <a:pt x="903" y="904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3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3"/>
                </a:lnTo>
                <a:lnTo>
                  <a:pt x="890" y="903"/>
                </a:lnTo>
                <a:lnTo>
                  <a:pt x="889" y="902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5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1" y="926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2" y="927"/>
                </a:lnTo>
                <a:lnTo>
                  <a:pt x="902" y="928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4" y="949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4"/>
                </a:lnTo>
                <a:lnTo>
                  <a:pt x="912" y="955"/>
                </a:lnTo>
                <a:lnTo>
                  <a:pt x="913" y="956"/>
                </a:lnTo>
                <a:lnTo>
                  <a:pt x="914" y="956"/>
                </a:lnTo>
                <a:lnTo>
                  <a:pt x="914" y="957"/>
                </a:lnTo>
                <a:lnTo>
                  <a:pt x="913" y="957"/>
                </a:lnTo>
                <a:lnTo>
                  <a:pt x="913" y="956"/>
                </a:lnTo>
                <a:lnTo>
                  <a:pt x="912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3" y="961"/>
                </a:lnTo>
                <a:lnTo>
                  <a:pt x="902" y="961"/>
                </a:lnTo>
                <a:lnTo>
                  <a:pt x="902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4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1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6" y="977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7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4"/>
                </a:lnTo>
                <a:lnTo>
                  <a:pt x="867" y="984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4" y="988"/>
                </a:lnTo>
                <a:lnTo>
                  <a:pt x="863" y="988"/>
                </a:lnTo>
                <a:lnTo>
                  <a:pt x="862" y="988"/>
                </a:lnTo>
                <a:lnTo>
                  <a:pt x="862" y="989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3" y="974"/>
                </a:lnTo>
                <a:lnTo>
                  <a:pt x="854" y="974"/>
                </a:lnTo>
                <a:lnTo>
                  <a:pt x="855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9" y="972"/>
                </a:lnTo>
                <a:lnTo>
                  <a:pt x="859" y="971"/>
                </a:lnTo>
                <a:lnTo>
                  <a:pt x="860" y="971"/>
                </a:lnTo>
                <a:lnTo>
                  <a:pt x="861" y="970"/>
                </a:lnTo>
                <a:lnTo>
                  <a:pt x="860" y="970"/>
                </a:lnTo>
                <a:lnTo>
                  <a:pt x="860" y="969"/>
                </a:lnTo>
                <a:lnTo>
                  <a:pt x="861" y="968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7"/>
                </a:lnTo>
                <a:lnTo>
                  <a:pt x="851" y="948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4"/>
                </a:lnTo>
                <a:lnTo>
                  <a:pt x="834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2" y="932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8"/>
                </a:lnTo>
                <a:lnTo>
                  <a:pt x="798" y="928"/>
                </a:lnTo>
                <a:lnTo>
                  <a:pt x="798" y="927"/>
                </a:lnTo>
                <a:lnTo>
                  <a:pt x="799" y="926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2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900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1" y="881"/>
                </a:lnTo>
                <a:lnTo>
                  <a:pt x="762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6" y="868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80" y="863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3" y="867"/>
                </a:lnTo>
                <a:lnTo>
                  <a:pt x="803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1" y="885"/>
                </a:lnTo>
                <a:lnTo>
                  <a:pt x="840" y="886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1"/>
                </a:lnTo>
                <a:lnTo>
                  <a:pt x="886" y="870"/>
                </a:lnTo>
                <a:lnTo>
                  <a:pt x="887" y="870"/>
                </a:lnTo>
                <a:lnTo>
                  <a:pt x="887" y="869"/>
                </a:lnTo>
                <a:lnTo>
                  <a:pt x="887" y="867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3" y="865"/>
                </a:lnTo>
                <a:lnTo>
                  <a:pt x="894" y="865"/>
                </a:lnTo>
                <a:lnTo>
                  <a:pt x="895" y="865"/>
                </a:lnTo>
                <a:lnTo>
                  <a:pt x="895" y="864"/>
                </a:lnTo>
                <a:lnTo>
                  <a:pt x="894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90" y="857"/>
                </a:lnTo>
                <a:lnTo>
                  <a:pt x="890" y="856"/>
                </a:lnTo>
                <a:lnTo>
                  <a:pt x="889" y="856"/>
                </a:lnTo>
                <a:lnTo>
                  <a:pt x="889" y="855"/>
                </a:lnTo>
                <a:lnTo>
                  <a:pt x="888" y="855"/>
                </a:lnTo>
                <a:lnTo>
                  <a:pt x="888" y="854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4" y="845"/>
                </a:lnTo>
                <a:lnTo>
                  <a:pt x="873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70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7" y="841"/>
                </a:lnTo>
                <a:lnTo>
                  <a:pt x="866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6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6" y="809"/>
                </a:lnTo>
                <a:lnTo>
                  <a:pt x="867" y="809"/>
                </a:lnTo>
                <a:lnTo>
                  <a:pt x="868" y="810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1" y="809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10"/>
                </a:lnTo>
                <a:lnTo>
                  <a:pt x="878" y="809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9" y="804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7" y="792"/>
                </a:lnTo>
                <a:lnTo>
                  <a:pt x="898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1" y="785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40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1" y="711"/>
                </a:lnTo>
                <a:lnTo>
                  <a:pt x="952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5"/>
                </a:lnTo>
                <a:lnTo>
                  <a:pt x="957" y="704"/>
                </a:lnTo>
                <a:lnTo>
                  <a:pt x="957" y="703"/>
                </a:lnTo>
                <a:lnTo>
                  <a:pt x="957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8" y="695"/>
                </a:lnTo>
                <a:lnTo>
                  <a:pt x="958" y="694"/>
                </a:lnTo>
                <a:lnTo>
                  <a:pt x="957" y="694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4"/>
                </a:lnTo>
                <a:lnTo>
                  <a:pt x="957" y="683"/>
                </a:lnTo>
                <a:lnTo>
                  <a:pt x="958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6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7" y="673"/>
                </a:lnTo>
                <a:lnTo>
                  <a:pt x="967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3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6" y="618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3"/>
                </a:lnTo>
                <a:lnTo>
                  <a:pt x="923" y="602"/>
                </a:lnTo>
                <a:lnTo>
                  <a:pt x="922" y="602"/>
                </a:lnTo>
                <a:lnTo>
                  <a:pt x="921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8" y="579"/>
                </a:lnTo>
                <a:lnTo>
                  <a:pt x="927" y="578"/>
                </a:lnTo>
                <a:lnTo>
                  <a:pt x="926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4" y="560"/>
                </a:lnTo>
                <a:lnTo>
                  <a:pt x="903" y="559"/>
                </a:lnTo>
                <a:lnTo>
                  <a:pt x="902" y="559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4"/>
                </a:lnTo>
                <a:lnTo>
                  <a:pt x="897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5" y="512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70" y="476"/>
                </a:lnTo>
                <a:lnTo>
                  <a:pt x="769" y="476"/>
                </a:lnTo>
                <a:lnTo>
                  <a:pt x="767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1" y="458"/>
                </a:lnTo>
                <a:lnTo>
                  <a:pt x="721" y="457"/>
                </a:lnTo>
                <a:lnTo>
                  <a:pt x="722" y="457"/>
                </a:lnTo>
                <a:lnTo>
                  <a:pt x="721" y="457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3"/>
                </a:lnTo>
                <a:lnTo>
                  <a:pt x="717" y="453"/>
                </a:lnTo>
                <a:lnTo>
                  <a:pt x="716" y="453"/>
                </a:lnTo>
                <a:lnTo>
                  <a:pt x="715" y="454"/>
                </a:lnTo>
                <a:lnTo>
                  <a:pt x="713" y="454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1" y="445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3" y="447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699" y="452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6" y="463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8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8"/>
                </a:lnTo>
                <a:lnTo>
                  <a:pt x="664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20" y="410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6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6" y="394"/>
                </a:lnTo>
                <a:lnTo>
                  <a:pt x="555" y="394"/>
                </a:lnTo>
                <a:lnTo>
                  <a:pt x="555" y="395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3" y="396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0" y="378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8" y="377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2"/>
                </a:lnTo>
                <a:lnTo>
                  <a:pt x="449" y="372"/>
                </a:lnTo>
                <a:lnTo>
                  <a:pt x="448" y="372"/>
                </a:lnTo>
                <a:lnTo>
                  <a:pt x="448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1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0" y="374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21" y="376"/>
                </a:lnTo>
                <a:lnTo>
                  <a:pt x="420" y="376"/>
                </a:lnTo>
                <a:lnTo>
                  <a:pt x="419" y="377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90" y="452"/>
                </a:lnTo>
                <a:lnTo>
                  <a:pt x="389" y="452"/>
                </a:lnTo>
                <a:lnTo>
                  <a:pt x="388" y="453"/>
                </a:lnTo>
                <a:lnTo>
                  <a:pt x="388" y="454"/>
                </a:lnTo>
                <a:lnTo>
                  <a:pt x="387" y="454"/>
                </a:lnTo>
                <a:lnTo>
                  <a:pt x="387" y="455"/>
                </a:lnTo>
                <a:lnTo>
                  <a:pt x="387" y="456"/>
                </a:lnTo>
                <a:lnTo>
                  <a:pt x="386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9" y="465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3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2" y="455"/>
                </a:lnTo>
                <a:lnTo>
                  <a:pt x="311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8" y="459"/>
                </a:lnTo>
                <a:lnTo>
                  <a:pt x="268" y="460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2"/>
                </a:lnTo>
                <a:lnTo>
                  <a:pt x="253" y="451"/>
                </a:lnTo>
                <a:lnTo>
                  <a:pt x="252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8"/>
                </a:lnTo>
                <a:lnTo>
                  <a:pt x="140" y="418"/>
                </a:lnTo>
                <a:lnTo>
                  <a:pt x="139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3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6" y="377"/>
                </a:lnTo>
                <a:lnTo>
                  <a:pt x="35" y="377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2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2" y="380"/>
                </a:lnTo>
                <a:lnTo>
                  <a:pt x="3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1" y="370"/>
                </a:lnTo>
                <a:lnTo>
                  <a:pt x="1" y="368"/>
                </a:lnTo>
                <a:lnTo>
                  <a:pt x="1" y="367"/>
                </a:lnTo>
                <a:lnTo>
                  <a:pt x="0" y="365"/>
                </a:lnTo>
                <a:lnTo>
                  <a:pt x="1" y="365"/>
                </a:lnTo>
                <a:lnTo>
                  <a:pt x="1" y="364"/>
                </a:lnTo>
                <a:lnTo>
                  <a:pt x="2" y="364"/>
                </a:lnTo>
                <a:lnTo>
                  <a:pt x="4" y="363"/>
                </a:lnTo>
                <a:lnTo>
                  <a:pt x="5" y="362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6"/>
                </a:lnTo>
                <a:lnTo>
                  <a:pt x="36" y="304"/>
                </a:lnTo>
                <a:lnTo>
                  <a:pt x="37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3" y="247"/>
                </a:lnTo>
                <a:lnTo>
                  <a:pt x="53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8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6" y="157"/>
                </a:lnTo>
                <a:lnTo>
                  <a:pt x="175" y="150"/>
                </a:lnTo>
                <a:lnTo>
                  <a:pt x="198" y="133"/>
                </a:lnTo>
                <a:lnTo>
                  <a:pt x="213" y="130"/>
                </a:lnTo>
                <a:lnTo>
                  <a:pt x="217" y="130"/>
                </a:lnTo>
                <a:lnTo>
                  <a:pt x="220" y="126"/>
                </a:lnTo>
                <a:lnTo>
                  <a:pt x="223" y="121"/>
                </a:lnTo>
                <a:lnTo>
                  <a:pt x="224" y="120"/>
                </a:lnTo>
                <a:lnTo>
                  <a:pt x="228" y="116"/>
                </a:lnTo>
                <a:lnTo>
                  <a:pt x="237" y="111"/>
                </a:lnTo>
                <a:lnTo>
                  <a:pt x="241" y="110"/>
                </a:lnTo>
                <a:lnTo>
                  <a:pt x="250" y="106"/>
                </a:lnTo>
                <a:lnTo>
                  <a:pt x="252" y="106"/>
                </a:lnTo>
                <a:lnTo>
                  <a:pt x="253" y="107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8" y="111"/>
                </a:lnTo>
                <a:lnTo>
                  <a:pt x="258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3"/>
                </a:lnTo>
                <a:lnTo>
                  <a:pt x="267" y="127"/>
                </a:lnTo>
                <a:lnTo>
                  <a:pt x="268" y="126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6"/>
                </a:lnTo>
                <a:lnTo>
                  <a:pt x="274" y="115"/>
                </a:lnTo>
                <a:lnTo>
                  <a:pt x="276" y="114"/>
                </a:lnTo>
                <a:lnTo>
                  <a:pt x="276" y="113"/>
                </a:lnTo>
                <a:lnTo>
                  <a:pt x="278" y="112"/>
                </a:lnTo>
                <a:lnTo>
                  <a:pt x="280" y="111"/>
                </a:lnTo>
                <a:lnTo>
                  <a:pt x="282" y="110"/>
                </a:lnTo>
                <a:lnTo>
                  <a:pt x="283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8" y="106"/>
                </a:lnTo>
                <a:lnTo>
                  <a:pt x="288" y="105"/>
                </a:lnTo>
                <a:lnTo>
                  <a:pt x="290" y="105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9" y="100"/>
                </a:lnTo>
                <a:lnTo>
                  <a:pt x="301" y="100"/>
                </a:lnTo>
                <a:lnTo>
                  <a:pt x="303" y="100"/>
                </a:lnTo>
                <a:lnTo>
                  <a:pt x="304" y="100"/>
                </a:lnTo>
                <a:lnTo>
                  <a:pt x="304" y="99"/>
                </a:lnTo>
                <a:lnTo>
                  <a:pt x="305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1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7" y="98"/>
                </a:lnTo>
                <a:lnTo>
                  <a:pt x="318" y="97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2" y="95"/>
                </a:lnTo>
                <a:lnTo>
                  <a:pt x="324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1"/>
                </a:lnTo>
                <a:lnTo>
                  <a:pt x="333" y="91"/>
                </a:lnTo>
                <a:lnTo>
                  <a:pt x="333" y="90"/>
                </a:lnTo>
                <a:lnTo>
                  <a:pt x="334" y="90"/>
                </a:lnTo>
                <a:lnTo>
                  <a:pt x="335" y="89"/>
                </a:lnTo>
                <a:lnTo>
                  <a:pt x="336" y="88"/>
                </a:lnTo>
                <a:lnTo>
                  <a:pt x="337" y="87"/>
                </a:lnTo>
                <a:lnTo>
                  <a:pt x="338" y="87"/>
                </a:lnTo>
                <a:lnTo>
                  <a:pt x="338" y="86"/>
                </a:lnTo>
                <a:lnTo>
                  <a:pt x="339" y="85"/>
                </a:lnTo>
                <a:lnTo>
                  <a:pt x="340" y="85"/>
                </a:lnTo>
                <a:lnTo>
                  <a:pt x="340" y="84"/>
                </a:lnTo>
                <a:lnTo>
                  <a:pt x="341" y="84"/>
                </a:lnTo>
                <a:lnTo>
                  <a:pt x="341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2" y="79"/>
                </a:lnTo>
                <a:lnTo>
                  <a:pt x="343" y="77"/>
                </a:lnTo>
                <a:lnTo>
                  <a:pt x="337" y="67"/>
                </a:lnTo>
                <a:lnTo>
                  <a:pt x="340" y="65"/>
                </a:lnTo>
                <a:lnTo>
                  <a:pt x="342" y="63"/>
                </a:lnTo>
                <a:lnTo>
                  <a:pt x="346" y="60"/>
                </a:lnTo>
                <a:lnTo>
                  <a:pt x="334" y="49"/>
                </a:lnTo>
                <a:lnTo>
                  <a:pt x="334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30" y="36"/>
                </a:lnTo>
                <a:lnTo>
                  <a:pt x="330" y="35"/>
                </a:lnTo>
                <a:lnTo>
                  <a:pt x="332" y="33"/>
                </a:lnTo>
                <a:lnTo>
                  <a:pt x="332" y="31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9" y="21"/>
                </a:lnTo>
                <a:lnTo>
                  <a:pt x="340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2" y="15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5" y="13"/>
                </a:lnTo>
                <a:lnTo>
                  <a:pt x="356" y="13"/>
                </a:lnTo>
                <a:lnTo>
                  <a:pt x="357" y="13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1"/>
                </a:lnTo>
                <a:lnTo>
                  <a:pt x="360" y="11"/>
                </a:lnTo>
                <a:lnTo>
                  <a:pt x="361" y="11"/>
                </a:lnTo>
                <a:lnTo>
                  <a:pt x="361" y="10"/>
                </a:lnTo>
                <a:lnTo>
                  <a:pt x="362" y="10"/>
                </a:lnTo>
                <a:lnTo>
                  <a:pt x="363" y="9"/>
                </a:lnTo>
                <a:lnTo>
                  <a:pt x="365" y="8"/>
                </a:lnTo>
                <a:lnTo>
                  <a:pt x="369" y="8"/>
                </a:lnTo>
                <a:lnTo>
                  <a:pt x="371" y="8"/>
                </a:lnTo>
                <a:lnTo>
                  <a:pt x="373" y="7"/>
                </a:lnTo>
                <a:lnTo>
                  <a:pt x="375" y="7"/>
                </a:lnTo>
                <a:lnTo>
                  <a:pt x="376" y="7"/>
                </a:lnTo>
                <a:lnTo>
                  <a:pt x="378" y="7"/>
                </a:lnTo>
                <a:lnTo>
                  <a:pt x="380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8" y="6"/>
                </a:lnTo>
                <a:lnTo>
                  <a:pt x="398" y="5"/>
                </a:lnTo>
                <a:lnTo>
                  <a:pt x="403" y="5"/>
                </a:lnTo>
                <a:lnTo>
                  <a:pt x="409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3" y="4"/>
                </a:lnTo>
                <a:lnTo>
                  <a:pt x="424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2" y="1"/>
                </a:lnTo>
                <a:lnTo>
                  <a:pt x="434" y="1"/>
                </a:lnTo>
                <a:lnTo>
                  <a:pt x="436" y="0"/>
                </a:lnTo>
                <a:lnTo>
                  <a:pt x="437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3630600" y="144540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4"/>
                </a:lnTo>
                <a:lnTo>
                  <a:pt x="710" y="5"/>
                </a:lnTo>
                <a:lnTo>
                  <a:pt x="711" y="5"/>
                </a:lnTo>
                <a:lnTo>
                  <a:pt x="713" y="6"/>
                </a:lnTo>
                <a:lnTo>
                  <a:pt x="713" y="5"/>
                </a:lnTo>
                <a:lnTo>
                  <a:pt x="714" y="5"/>
                </a:lnTo>
                <a:lnTo>
                  <a:pt x="715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7" y="6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3" y="10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5" y="11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2" y="15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6" y="17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3" y="28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7" y="29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0" y="30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6" y="34"/>
                </a:lnTo>
                <a:lnTo>
                  <a:pt x="767" y="34"/>
                </a:lnTo>
                <a:lnTo>
                  <a:pt x="768" y="34"/>
                </a:lnTo>
                <a:lnTo>
                  <a:pt x="768" y="35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0" y="41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7" y="27"/>
                </a:lnTo>
                <a:lnTo>
                  <a:pt x="818" y="27"/>
                </a:lnTo>
                <a:lnTo>
                  <a:pt x="819" y="27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1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49" y="15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4" y="18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1" y="24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0" y="27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2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0" y="46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4" y="49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8" y="52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899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6" y="63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7" y="73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4" y="77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4" y="79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7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2"/>
                </a:lnTo>
                <a:lnTo>
                  <a:pt x="931" y="83"/>
                </a:lnTo>
                <a:lnTo>
                  <a:pt x="932" y="83"/>
                </a:lnTo>
                <a:lnTo>
                  <a:pt x="933" y="82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0" y="90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1" y="92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0" y="96"/>
                </a:lnTo>
                <a:lnTo>
                  <a:pt x="961" y="96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6" y="100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8" y="91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5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69" y="77"/>
                </a:lnTo>
                <a:lnTo>
                  <a:pt x="970" y="77"/>
                </a:lnTo>
                <a:lnTo>
                  <a:pt x="971" y="77"/>
                </a:lnTo>
                <a:lnTo>
                  <a:pt x="971" y="78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8" y="87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5" y="90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4" y="91"/>
                </a:lnTo>
                <a:lnTo>
                  <a:pt x="985" y="91"/>
                </a:lnTo>
                <a:lnTo>
                  <a:pt x="985" y="92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1" y="95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4" y="97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0" y="97"/>
                </a:lnTo>
                <a:lnTo>
                  <a:pt x="1001" y="97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09" y="100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6" y="105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39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5" y="120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5"/>
                </a:lnTo>
                <a:lnTo>
                  <a:pt x="1045" y="125"/>
                </a:lnTo>
                <a:lnTo>
                  <a:pt x="1045" y="126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9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6" y="140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79" y="145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8" y="142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0" y="154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3" y="155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8"/>
                </a:lnTo>
                <a:lnTo>
                  <a:pt x="1124" y="157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6" y="154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39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5" y="169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7" y="177"/>
                </a:lnTo>
                <a:lnTo>
                  <a:pt x="1147" y="178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1" y="180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6"/>
                </a:lnTo>
                <a:lnTo>
                  <a:pt x="1160" y="187"/>
                </a:lnTo>
                <a:lnTo>
                  <a:pt x="1160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6" y="192"/>
                </a:lnTo>
                <a:lnTo>
                  <a:pt x="1167" y="192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1" y="193"/>
                </a:lnTo>
                <a:lnTo>
                  <a:pt x="1171" y="194"/>
                </a:lnTo>
                <a:lnTo>
                  <a:pt x="1172" y="194"/>
                </a:lnTo>
                <a:lnTo>
                  <a:pt x="1173" y="194"/>
                </a:lnTo>
                <a:lnTo>
                  <a:pt x="1173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7"/>
                </a:lnTo>
                <a:lnTo>
                  <a:pt x="1174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4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5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1"/>
                </a:lnTo>
                <a:lnTo>
                  <a:pt x="1191" y="211"/>
                </a:lnTo>
                <a:lnTo>
                  <a:pt x="1192" y="212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0" y="223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5" y="235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7" y="239"/>
                </a:lnTo>
                <a:lnTo>
                  <a:pt x="1188" y="239"/>
                </a:lnTo>
                <a:lnTo>
                  <a:pt x="1188" y="240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3"/>
                </a:lnTo>
                <a:lnTo>
                  <a:pt x="1191" y="254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0" y="260"/>
                </a:lnTo>
                <a:lnTo>
                  <a:pt x="1191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6" y="266"/>
                </a:lnTo>
                <a:lnTo>
                  <a:pt x="1197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0" y="268"/>
                </a:lnTo>
                <a:lnTo>
                  <a:pt x="1200" y="269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2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6" y="278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1"/>
                </a:lnTo>
                <a:lnTo>
                  <a:pt x="1205" y="282"/>
                </a:lnTo>
                <a:lnTo>
                  <a:pt x="1205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7" y="286"/>
                </a:lnTo>
                <a:lnTo>
                  <a:pt x="1208" y="286"/>
                </a:lnTo>
                <a:lnTo>
                  <a:pt x="1208" y="287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0" y="289"/>
                </a:lnTo>
                <a:lnTo>
                  <a:pt x="1209" y="290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2"/>
                </a:lnTo>
                <a:lnTo>
                  <a:pt x="1210" y="292"/>
                </a:lnTo>
                <a:lnTo>
                  <a:pt x="1210" y="293"/>
                </a:lnTo>
                <a:lnTo>
                  <a:pt x="1211" y="294"/>
                </a:lnTo>
                <a:lnTo>
                  <a:pt x="1211" y="295"/>
                </a:lnTo>
                <a:lnTo>
                  <a:pt x="1212" y="295"/>
                </a:lnTo>
                <a:lnTo>
                  <a:pt x="1212" y="296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8" y="298"/>
                </a:lnTo>
                <a:lnTo>
                  <a:pt x="1219" y="299"/>
                </a:lnTo>
                <a:lnTo>
                  <a:pt x="1219" y="300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1"/>
                </a:lnTo>
                <a:lnTo>
                  <a:pt x="1223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8"/>
                </a:lnTo>
                <a:lnTo>
                  <a:pt x="1232" y="309"/>
                </a:lnTo>
                <a:lnTo>
                  <a:pt x="1231" y="309"/>
                </a:lnTo>
                <a:lnTo>
                  <a:pt x="1230" y="310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1" y="314"/>
                </a:lnTo>
                <a:lnTo>
                  <a:pt x="1221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8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5" y="321"/>
                </a:lnTo>
                <a:lnTo>
                  <a:pt x="1215" y="322"/>
                </a:lnTo>
                <a:lnTo>
                  <a:pt x="1216" y="322"/>
                </a:lnTo>
                <a:lnTo>
                  <a:pt x="1216" y="323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4"/>
                </a:lnTo>
                <a:lnTo>
                  <a:pt x="1219" y="325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6"/>
                </a:lnTo>
                <a:lnTo>
                  <a:pt x="1222" y="327"/>
                </a:lnTo>
                <a:lnTo>
                  <a:pt x="1221" y="328"/>
                </a:lnTo>
                <a:lnTo>
                  <a:pt x="1222" y="328"/>
                </a:lnTo>
                <a:lnTo>
                  <a:pt x="1222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1" y="333"/>
                </a:lnTo>
                <a:lnTo>
                  <a:pt x="1221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8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1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1" y="347"/>
                </a:lnTo>
                <a:lnTo>
                  <a:pt x="1219" y="347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1" y="344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7" y="344"/>
                </a:lnTo>
                <a:lnTo>
                  <a:pt x="1206" y="344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2" y="348"/>
                </a:lnTo>
                <a:lnTo>
                  <a:pt x="1201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8" y="357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1"/>
                </a:lnTo>
                <a:lnTo>
                  <a:pt x="1201" y="361"/>
                </a:lnTo>
                <a:lnTo>
                  <a:pt x="1201" y="362"/>
                </a:lnTo>
                <a:lnTo>
                  <a:pt x="1202" y="363"/>
                </a:lnTo>
                <a:lnTo>
                  <a:pt x="1202" y="364"/>
                </a:lnTo>
                <a:lnTo>
                  <a:pt x="1202" y="365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4" y="368"/>
                </a:lnTo>
                <a:lnTo>
                  <a:pt x="1204" y="370"/>
                </a:lnTo>
                <a:lnTo>
                  <a:pt x="1205" y="370"/>
                </a:lnTo>
                <a:lnTo>
                  <a:pt x="1205" y="371"/>
                </a:lnTo>
                <a:lnTo>
                  <a:pt x="1205" y="372"/>
                </a:lnTo>
                <a:lnTo>
                  <a:pt x="1206" y="372"/>
                </a:lnTo>
                <a:lnTo>
                  <a:pt x="1207" y="373"/>
                </a:lnTo>
                <a:lnTo>
                  <a:pt x="1208" y="374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2" y="377"/>
                </a:lnTo>
                <a:lnTo>
                  <a:pt x="1202" y="378"/>
                </a:lnTo>
                <a:lnTo>
                  <a:pt x="1201" y="378"/>
                </a:lnTo>
                <a:lnTo>
                  <a:pt x="1201" y="379"/>
                </a:lnTo>
                <a:lnTo>
                  <a:pt x="1202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1" y="373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7" y="380"/>
                </a:lnTo>
                <a:lnTo>
                  <a:pt x="1177" y="381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3"/>
                </a:lnTo>
                <a:lnTo>
                  <a:pt x="1176" y="384"/>
                </a:lnTo>
                <a:lnTo>
                  <a:pt x="1175" y="384"/>
                </a:lnTo>
                <a:lnTo>
                  <a:pt x="1175" y="385"/>
                </a:lnTo>
                <a:lnTo>
                  <a:pt x="1175" y="386"/>
                </a:lnTo>
                <a:lnTo>
                  <a:pt x="1176" y="386"/>
                </a:lnTo>
                <a:lnTo>
                  <a:pt x="1176" y="387"/>
                </a:lnTo>
                <a:lnTo>
                  <a:pt x="1174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1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3" y="396"/>
                </a:lnTo>
                <a:lnTo>
                  <a:pt x="1164" y="397"/>
                </a:lnTo>
                <a:lnTo>
                  <a:pt x="1164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8" y="405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68" y="408"/>
                </a:lnTo>
                <a:lnTo>
                  <a:pt x="1169" y="408"/>
                </a:lnTo>
                <a:lnTo>
                  <a:pt x="1169" y="409"/>
                </a:lnTo>
                <a:lnTo>
                  <a:pt x="1170" y="409"/>
                </a:lnTo>
                <a:lnTo>
                  <a:pt x="1170" y="410"/>
                </a:lnTo>
                <a:lnTo>
                  <a:pt x="1170" y="411"/>
                </a:lnTo>
                <a:lnTo>
                  <a:pt x="1171" y="412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6"/>
                </a:lnTo>
                <a:lnTo>
                  <a:pt x="1168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6" y="417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7"/>
                </a:lnTo>
                <a:lnTo>
                  <a:pt x="1156" y="426"/>
                </a:lnTo>
                <a:lnTo>
                  <a:pt x="1155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3" y="429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5" y="433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0" y="442"/>
                </a:lnTo>
                <a:lnTo>
                  <a:pt x="1141" y="442"/>
                </a:lnTo>
                <a:lnTo>
                  <a:pt x="1141" y="443"/>
                </a:lnTo>
                <a:lnTo>
                  <a:pt x="1142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8" y="443"/>
                </a:lnTo>
                <a:lnTo>
                  <a:pt x="1138" y="442"/>
                </a:lnTo>
                <a:lnTo>
                  <a:pt x="1136" y="443"/>
                </a:lnTo>
                <a:lnTo>
                  <a:pt x="1136" y="442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29" y="445"/>
                </a:lnTo>
                <a:lnTo>
                  <a:pt x="1128" y="445"/>
                </a:lnTo>
                <a:lnTo>
                  <a:pt x="1129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29" y="450"/>
                </a:lnTo>
                <a:lnTo>
                  <a:pt x="1129" y="452"/>
                </a:lnTo>
                <a:lnTo>
                  <a:pt x="1128" y="453"/>
                </a:lnTo>
                <a:lnTo>
                  <a:pt x="1128" y="455"/>
                </a:lnTo>
                <a:lnTo>
                  <a:pt x="1129" y="455"/>
                </a:lnTo>
                <a:lnTo>
                  <a:pt x="1128" y="456"/>
                </a:lnTo>
                <a:lnTo>
                  <a:pt x="1129" y="456"/>
                </a:lnTo>
                <a:lnTo>
                  <a:pt x="1129" y="457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8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8" y="466"/>
                </a:lnTo>
                <a:lnTo>
                  <a:pt x="1128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8" y="469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4"/>
                </a:lnTo>
                <a:lnTo>
                  <a:pt x="1130" y="475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2" y="477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3" y="478"/>
                </a:lnTo>
                <a:lnTo>
                  <a:pt x="1134" y="479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8" y="480"/>
                </a:lnTo>
                <a:lnTo>
                  <a:pt x="1139" y="480"/>
                </a:lnTo>
                <a:lnTo>
                  <a:pt x="1140" y="480"/>
                </a:lnTo>
                <a:lnTo>
                  <a:pt x="1140" y="479"/>
                </a:lnTo>
                <a:lnTo>
                  <a:pt x="1141" y="479"/>
                </a:lnTo>
                <a:lnTo>
                  <a:pt x="1141" y="480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4" y="480"/>
                </a:lnTo>
                <a:lnTo>
                  <a:pt x="1145" y="481"/>
                </a:lnTo>
                <a:lnTo>
                  <a:pt x="1146" y="481"/>
                </a:lnTo>
                <a:lnTo>
                  <a:pt x="1147" y="481"/>
                </a:lnTo>
                <a:lnTo>
                  <a:pt x="1147" y="482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3" y="491"/>
                </a:lnTo>
                <a:lnTo>
                  <a:pt x="1154" y="491"/>
                </a:lnTo>
                <a:lnTo>
                  <a:pt x="1154" y="492"/>
                </a:lnTo>
                <a:lnTo>
                  <a:pt x="1154" y="493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5"/>
                </a:lnTo>
                <a:lnTo>
                  <a:pt x="1157" y="496"/>
                </a:lnTo>
                <a:lnTo>
                  <a:pt x="1158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6" y="500"/>
                </a:lnTo>
                <a:lnTo>
                  <a:pt x="1155" y="499"/>
                </a:lnTo>
                <a:lnTo>
                  <a:pt x="1154" y="499"/>
                </a:lnTo>
                <a:lnTo>
                  <a:pt x="1153" y="499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4"/>
                </a:lnTo>
                <a:lnTo>
                  <a:pt x="1149" y="505"/>
                </a:lnTo>
                <a:lnTo>
                  <a:pt x="1149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7" y="506"/>
                </a:lnTo>
                <a:lnTo>
                  <a:pt x="1145" y="505"/>
                </a:lnTo>
                <a:lnTo>
                  <a:pt x="1144" y="505"/>
                </a:lnTo>
                <a:lnTo>
                  <a:pt x="1143" y="505"/>
                </a:lnTo>
                <a:lnTo>
                  <a:pt x="1142" y="505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10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3"/>
                </a:lnTo>
                <a:lnTo>
                  <a:pt x="1130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2" y="520"/>
                </a:lnTo>
                <a:lnTo>
                  <a:pt x="1122" y="521"/>
                </a:lnTo>
                <a:lnTo>
                  <a:pt x="1121" y="521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5"/>
                </a:lnTo>
                <a:lnTo>
                  <a:pt x="1112" y="526"/>
                </a:lnTo>
                <a:lnTo>
                  <a:pt x="1111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8" y="523"/>
                </a:lnTo>
                <a:lnTo>
                  <a:pt x="1106" y="523"/>
                </a:lnTo>
                <a:lnTo>
                  <a:pt x="1104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4" y="519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7"/>
                </a:lnTo>
                <a:lnTo>
                  <a:pt x="1099" y="516"/>
                </a:lnTo>
                <a:lnTo>
                  <a:pt x="1099" y="515"/>
                </a:lnTo>
                <a:lnTo>
                  <a:pt x="1098" y="515"/>
                </a:lnTo>
                <a:lnTo>
                  <a:pt x="1098" y="514"/>
                </a:lnTo>
                <a:lnTo>
                  <a:pt x="1097" y="514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2" y="513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89" y="514"/>
                </a:lnTo>
                <a:lnTo>
                  <a:pt x="1089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2"/>
                </a:lnTo>
                <a:lnTo>
                  <a:pt x="1084" y="511"/>
                </a:lnTo>
                <a:lnTo>
                  <a:pt x="1083" y="511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5" y="507"/>
                </a:lnTo>
                <a:lnTo>
                  <a:pt x="1074" y="507"/>
                </a:lnTo>
                <a:lnTo>
                  <a:pt x="1072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69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6" y="504"/>
                </a:lnTo>
                <a:lnTo>
                  <a:pt x="1066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4" y="500"/>
                </a:lnTo>
                <a:lnTo>
                  <a:pt x="1063" y="500"/>
                </a:lnTo>
                <a:lnTo>
                  <a:pt x="1062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0" y="501"/>
                </a:lnTo>
                <a:lnTo>
                  <a:pt x="1059" y="500"/>
                </a:lnTo>
                <a:lnTo>
                  <a:pt x="1058" y="500"/>
                </a:lnTo>
                <a:lnTo>
                  <a:pt x="1058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0"/>
                </a:lnTo>
                <a:lnTo>
                  <a:pt x="1049" y="500"/>
                </a:lnTo>
                <a:lnTo>
                  <a:pt x="1048" y="500"/>
                </a:lnTo>
                <a:lnTo>
                  <a:pt x="1048" y="499"/>
                </a:lnTo>
                <a:lnTo>
                  <a:pt x="1047" y="498"/>
                </a:lnTo>
                <a:lnTo>
                  <a:pt x="1046" y="498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1" y="496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4" y="500"/>
                </a:lnTo>
                <a:lnTo>
                  <a:pt x="1033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2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8" y="508"/>
                </a:lnTo>
                <a:lnTo>
                  <a:pt x="1027" y="508"/>
                </a:lnTo>
                <a:lnTo>
                  <a:pt x="1028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4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6" y="518"/>
                </a:lnTo>
                <a:lnTo>
                  <a:pt x="1027" y="518"/>
                </a:lnTo>
                <a:lnTo>
                  <a:pt x="1028" y="519"/>
                </a:lnTo>
                <a:lnTo>
                  <a:pt x="1029" y="520"/>
                </a:lnTo>
                <a:lnTo>
                  <a:pt x="1030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1" y="524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6" y="532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0" y="538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2" y="540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5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5"/>
                </a:lnTo>
                <a:lnTo>
                  <a:pt x="1062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1" y="570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8" y="568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6"/>
                </a:lnTo>
                <a:lnTo>
                  <a:pt x="1093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8" y="568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1"/>
                </a:lnTo>
                <a:lnTo>
                  <a:pt x="1099" y="571"/>
                </a:lnTo>
                <a:lnTo>
                  <a:pt x="1099" y="572"/>
                </a:lnTo>
                <a:lnTo>
                  <a:pt x="1100" y="572"/>
                </a:lnTo>
                <a:lnTo>
                  <a:pt x="1100" y="573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1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1" y="608"/>
                </a:lnTo>
                <a:lnTo>
                  <a:pt x="1112" y="608"/>
                </a:lnTo>
                <a:lnTo>
                  <a:pt x="1112" y="609"/>
                </a:lnTo>
                <a:lnTo>
                  <a:pt x="1112" y="610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0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7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58" y="631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0"/>
                </a:lnTo>
                <a:lnTo>
                  <a:pt x="1057" y="641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6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1" y="673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6" y="674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2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5" y="680"/>
                </a:lnTo>
                <a:lnTo>
                  <a:pt x="1005" y="681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9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3" y="671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7" y="654"/>
                </a:lnTo>
                <a:lnTo>
                  <a:pt x="966" y="653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1" y="642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8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7" y="635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4" y="643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4" y="655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5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8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1"/>
                </a:lnTo>
                <a:lnTo>
                  <a:pt x="926" y="660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1" y="629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20"/>
                </a:lnTo>
                <a:lnTo>
                  <a:pt x="850" y="618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1"/>
                </a:lnTo>
                <a:lnTo>
                  <a:pt x="848" y="610"/>
                </a:lnTo>
                <a:lnTo>
                  <a:pt x="848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5" y="609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3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7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40"/>
                </a:lnTo>
                <a:lnTo>
                  <a:pt x="812" y="539"/>
                </a:lnTo>
                <a:lnTo>
                  <a:pt x="813" y="539"/>
                </a:lnTo>
                <a:lnTo>
                  <a:pt x="814" y="539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5"/>
                </a:lnTo>
                <a:lnTo>
                  <a:pt x="814" y="535"/>
                </a:lnTo>
                <a:lnTo>
                  <a:pt x="814" y="534"/>
                </a:lnTo>
                <a:lnTo>
                  <a:pt x="815" y="534"/>
                </a:lnTo>
                <a:lnTo>
                  <a:pt x="815" y="533"/>
                </a:lnTo>
                <a:lnTo>
                  <a:pt x="814" y="532"/>
                </a:lnTo>
                <a:lnTo>
                  <a:pt x="813" y="531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5" y="524"/>
                </a:lnTo>
                <a:lnTo>
                  <a:pt x="804" y="525"/>
                </a:lnTo>
                <a:lnTo>
                  <a:pt x="803" y="525"/>
                </a:lnTo>
                <a:lnTo>
                  <a:pt x="801" y="526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8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3" y="525"/>
                </a:lnTo>
                <a:lnTo>
                  <a:pt x="792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8" y="524"/>
                </a:lnTo>
                <a:lnTo>
                  <a:pt x="787" y="523"/>
                </a:lnTo>
                <a:lnTo>
                  <a:pt x="786" y="522"/>
                </a:lnTo>
                <a:lnTo>
                  <a:pt x="784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80" y="523"/>
                </a:lnTo>
                <a:lnTo>
                  <a:pt x="779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9"/>
                </a:lnTo>
                <a:lnTo>
                  <a:pt x="775" y="518"/>
                </a:lnTo>
                <a:lnTo>
                  <a:pt x="774" y="518"/>
                </a:lnTo>
                <a:lnTo>
                  <a:pt x="772" y="516"/>
                </a:lnTo>
                <a:lnTo>
                  <a:pt x="771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3" y="513"/>
                </a:lnTo>
                <a:lnTo>
                  <a:pt x="761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4"/>
                </a:lnTo>
                <a:lnTo>
                  <a:pt x="756" y="517"/>
                </a:lnTo>
                <a:lnTo>
                  <a:pt x="755" y="517"/>
                </a:lnTo>
                <a:lnTo>
                  <a:pt x="755" y="518"/>
                </a:lnTo>
                <a:lnTo>
                  <a:pt x="754" y="518"/>
                </a:lnTo>
                <a:lnTo>
                  <a:pt x="752" y="518"/>
                </a:lnTo>
                <a:lnTo>
                  <a:pt x="752" y="519"/>
                </a:lnTo>
                <a:lnTo>
                  <a:pt x="749" y="520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1"/>
                </a:lnTo>
                <a:lnTo>
                  <a:pt x="745" y="523"/>
                </a:lnTo>
                <a:lnTo>
                  <a:pt x="746" y="525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8" y="531"/>
                </a:lnTo>
                <a:lnTo>
                  <a:pt x="748" y="532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4" y="534"/>
                </a:lnTo>
                <a:lnTo>
                  <a:pt x="744" y="535"/>
                </a:lnTo>
                <a:lnTo>
                  <a:pt x="744" y="536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3" y="543"/>
                </a:lnTo>
                <a:lnTo>
                  <a:pt x="742" y="543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3" y="563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4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9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2" y="578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8" y="590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3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4" y="640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6"/>
                </a:lnTo>
                <a:lnTo>
                  <a:pt x="736" y="675"/>
                </a:lnTo>
                <a:lnTo>
                  <a:pt x="736" y="676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5"/>
                </a:lnTo>
                <a:lnTo>
                  <a:pt x="730" y="684"/>
                </a:lnTo>
                <a:lnTo>
                  <a:pt x="729" y="684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0" y="710"/>
                </a:lnTo>
                <a:lnTo>
                  <a:pt x="719" y="710"/>
                </a:lnTo>
                <a:lnTo>
                  <a:pt x="719" y="711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10" y="719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2"/>
                </a:lnTo>
                <a:lnTo>
                  <a:pt x="710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30"/>
                </a:lnTo>
                <a:lnTo>
                  <a:pt x="704" y="730"/>
                </a:lnTo>
                <a:lnTo>
                  <a:pt x="704" y="731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7" y="737"/>
                </a:lnTo>
                <a:lnTo>
                  <a:pt x="666" y="737"/>
                </a:lnTo>
                <a:lnTo>
                  <a:pt x="666" y="738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3" y="738"/>
                </a:lnTo>
                <a:lnTo>
                  <a:pt x="662" y="738"/>
                </a:lnTo>
                <a:lnTo>
                  <a:pt x="662" y="737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0" y="738"/>
                </a:lnTo>
                <a:lnTo>
                  <a:pt x="661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5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4" y="757"/>
                </a:lnTo>
                <a:lnTo>
                  <a:pt x="664" y="758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1" y="768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5"/>
                </a:lnTo>
                <a:lnTo>
                  <a:pt x="632" y="754"/>
                </a:lnTo>
                <a:lnTo>
                  <a:pt x="632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3" y="748"/>
                </a:lnTo>
                <a:lnTo>
                  <a:pt x="613" y="749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4"/>
                </a:lnTo>
                <a:lnTo>
                  <a:pt x="613" y="755"/>
                </a:lnTo>
                <a:lnTo>
                  <a:pt x="612" y="756"/>
                </a:lnTo>
                <a:lnTo>
                  <a:pt x="611" y="757"/>
                </a:lnTo>
                <a:lnTo>
                  <a:pt x="611" y="758"/>
                </a:lnTo>
                <a:lnTo>
                  <a:pt x="611" y="759"/>
                </a:lnTo>
                <a:lnTo>
                  <a:pt x="612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3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4"/>
                </a:lnTo>
                <a:lnTo>
                  <a:pt x="609" y="773"/>
                </a:lnTo>
                <a:lnTo>
                  <a:pt x="608" y="772"/>
                </a:lnTo>
                <a:lnTo>
                  <a:pt x="609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8" y="757"/>
                </a:lnTo>
                <a:lnTo>
                  <a:pt x="586" y="758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70"/>
                </a:lnTo>
                <a:lnTo>
                  <a:pt x="577" y="769"/>
                </a:lnTo>
                <a:lnTo>
                  <a:pt x="577" y="768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3"/>
                </a:lnTo>
                <a:lnTo>
                  <a:pt x="558" y="763"/>
                </a:lnTo>
                <a:lnTo>
                  <a:pt x="558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2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5" y="739"/>
                </a:lnTo>
                <a:lnTo>
                  <a:pt x="546" y="739"/>
                </a:lnTo>
                <a:lnTo>
                  <a:pt x="546" y="738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5" y="725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4" y="722"/>
                </a:lnTo>
                <a:lnTo>
                  <a:pt x="543" y="723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3" y="724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30" y="719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4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500" y="698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3"/>
                </a:lnTo>
                <a:lnTo>
                  <a:pt x="496" y="693"/>
                </a:lnTo>
                <a:lnTo>
                  <a:pt x="496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9" y="673"/>
                </a:lnTo>
                <a:lnTo>
                  <a:pt x="468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6" y="674"/>
                </a:lnTo>
                <a:lnTo>
                  <a:pt x="466" y="675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1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4" y="693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1"/>
                </a:lnTo>
                <a:lnTo>
                  <a:pt x="412" y="690"/>
                </a:lnTo>
                <a:lnTo>
                  <a:pt x="411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7" y="684"/>
                </a:lnTo>
                <a:lnTo>
                  <a:pt x="357" y="683"/>
                </a:lnTo>
                <a:lnTo>
                  <a:pt x="356" y="683"/>
                </a:lnTo>
                <a:lnTo>
                  <a:pt x="356" y="682"/>
                </a:lnTo>
                <a:lnTo>
                  <a:pt x="355" y="682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2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2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29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3" y="666"/>
                </a:lnTo>
                <a:lnTo>
                  <a:pt x="313" y="667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1" y="663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3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7" y="652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5" y="650"/>
                </a:lnTo>
                <a:lnTo>
                  <a:pt x="225" y="649"/>
                </a:lnTo>
                <a:lnTo>
                  <a:pt x="224" y="648"/>
                </a:lnTo>
                <a:lnTo>
                  <a:pt x="225" y="647"/>
                </a:lnTo>
                <a:lnTo>
                  <a:pt x="224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7"/>
                </a:lnTo>
                <a:lnTo>
                  <a:pt x="221" y="646"/>
                </a:lnTo>
                <a:lnTo>
                  <a:pt x="221" y="645"/>
                </a:lnTo>
                <a:lnTo>
                  <a:pt x="220" y="645"/>
                </a:lnTo>
                <a:lnTo>
                  <a:pt x="220" y="644"/>
                </a:lnTo>
                <a:lnTo>
                  <a:pt x="220" y="643"/>
                </a:lnTo>
                <a:lnTo>
                  <a:pt x="219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3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09" y="640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4" y="631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2" y="630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7" y="627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3"/>
                </a:lnTo>
                <a:lnTo>
                  <a:pt x="162" y="624"/>
                </a:lnTo>
                <a:lnTo>
                  <a:pt x="161" y="624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3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8"/>
                </a:lnTo>
                <a:lnTo>
                  <a:pt x="109" y="617"/>
                </a:lnTo>
                <a:lnTo>
                  <a:pt x="108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0" y="592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7" y="591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3" y="590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4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3" y="566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9"/>
                </a:lnTo>
                <a:lnTo>
                  <a:pt x="26" y="538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3" y="533"/>
                </a:lnTo>
                <a:lnTo>
                  <a:pt x="23" y="532"/>
                </a:lnTo>
                <a:lnTo>
                  <a:pt x="22" y="532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0" y="529"/>
                </a:lnTo>
                <a:lnTo>
                  <a:pt x="21" y="529"/>
                </a:lnTo>
                <a:lnTo>
                  <a:pt x="22" y="529"/>
                </a:lnTo>
                <a:lnTo>
                  <a:pt x="22" y="528"/>
                </a:lnTo>
                <a:lnTo>
                  <a:pt x="22" y="526"/>
                </a:lnTo>
                <a:lnTo>
                  <a:pt x="22" y="525"/>
                </a:lnTo>
                <a:lnTo>
                  <a:pt x="22" y="524"/>
                </a:lnTo>
                <a:lnTo>
                  <a:pt x="23" y="524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5" y="523"/>
                </a:lnTo>
                <a:lnTo>
                  <a:pt x="25" y="522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31" y="521"/>
                </a:lnTo>
                <a:lnTo>
                  <a:pt x="31" y="522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8" y="513"/>
                </a:lnTo>
                <a:lnTo>
                  <a:pt x="38" y="512"/>
                </a:lnTo>
                <a:lnTo>
                  <a:pt x="37" y="512"/>
                </a:lnTo>
                <a:lnTo>
                  <a:pt x="37" y="511"/>
                </a:lnTo>
                <a:lnTo>
                  <a:pt x="38" y="511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9" y="508"/>
                </a:lnTo>
                <a:lnTo>
                  <a:pt x="39" y="507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5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8" y="488"/>
                </a:lnTo>
                <a:lnTo>
                  <a:pt x="37" y="488"/>
                </a:lnTo>
                <a:lnTo>
                  <a:pt x="37" y="487"/>
                </a:lnTo>
                <a:lnTo>
                  <a:pt x="36" y="486"/>
                </a:lnTo>
                <a:lnTo>
                  <a:pt x="36" y="485"/>
                </a:lnTo>
                <a:lnTo>
                  <a:pt x="37" y="485"/>
                </a:lnTo>
                <a:lnTo>
                  <a:pt x="37" y="484"/>
                </a:lnTo>
                <a:lnTo>
                  <a:pt x="36" y="483"/>
                </a:lnTo>
                <a:lnTo>
                  <a:pt x="37" y="482"/>
                </a:lnTo>
                <a:lnTo>
                  <a:pt x="37" y="481"/>
                </a:lnTo>
                <a:lnTo>
                  <a:pt x="36" y="481"/>
                </a:lnTo>
                <a:lnTo>
                  <a:pt x="36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3" y="476"/>
                </a:lnTo>
                <a:lnTo>
                  <a:pt x="33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29" y="463"/>
                </a:lnTo>
                <a:lnTo>
                  <a:pt x="28" y="463"/>
                </a:lnTo>
                <a:lnTo>
                  <a:pt x="28" y="462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1" y="459"/>
                </a:lnTo>
                <a:lnTo>
                  <a:pt x="32" y="459"/>
                </a:lnTo>
                <a:lnTo>
                  <a:pt x="32" y="458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1" y="451"/>
                </a:lnTo>
                <a:lnTo>
                  <a:pt x="42" y="451"/>
                </a:lnTo>
                <a:lnTo>
                  <a:pt x="41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39" y="447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4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7" y="442"/>
                </a:lnTo>
                <a:lnTo>
                  <a:pt x="36" y="442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3" y="441"/>
                </a:lnTo>
                <a:lnTo>
                  <a:pt x="32" y="441"/>
                </a:lnTo>
                <a:lnTo>
                  <a:pt x="31" y="441"/>
                </a:lnTo>
                <a:lnTo>
                  <a:pt x="31" y="442"/>
                </a:lnTo>
                <a:lnTo>
                  <a:pt x="30" y="442"/>
                </a:lnTo>
                <a:lnTo>
                  <a:pt x="30" y="441"/>
                </a:lnTo>
                <a:lnTo>
                  <a:pt x="30" y="442"/>
                </a:lnTo>
                <a:lnTo>
                  <a:pt x="29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2" y="444"/>
                </a:lnTo>
                <a:lnTo>
                  <a:pt x="21" y="444"/>
                </a:lnTo>
                <a:lnTo>
                  <a:pt x="19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8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4" y="440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4" y="436"/>
                </a:lnTo>
                <a:lnTo>
                  <a:pt x="15" y="435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4" y="431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5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6" y="423"/>
                </a:lnTo>
                <a:lnTo>
                  <a:pt x="16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3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09"/>
                </a:lnTo>
                <a:lnTo>
                  <a:pt x="4" y="408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9" y="397"/>
                </a:lnTo>
                <a:lnTo>
                  <a:pt x="9" y="396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90"/>
                </a:lnTo>
                <a:lnTo>
                  <a:pt x="20" y="389"/>
                </a:lnTo>
                <a:lnTo>
                  <a:pt x="21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8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29" y="384"/>
                </a:lnTo>
                <a:lnTo>
                  <a:pt x="30" y="384"/>
                </a:lnTo>
                <a:lnTo>
                  <a:pt x="30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1" y="382"/>
                </a:lnTo>
                <a:lnTo>
                  <a:pt x="31" y="381"/>
                </a:lnTo>
                <a:lnTo>
                  <a:pt x="30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6" y="377"/>
                </a:lnTo>
                <a:lnTo>
                  <a:pt x="26" y="376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1" y="370"/>
                </a:lnTo>
                <a:lnTo>
                  <a:pt x="31" y="369"/>
                </a:lnTo>
                <a:lnTo>
                  <a:pt x="30" y="369"/>
                </a:lnTo>
                <a:lnTo>
                  <a:pt x="30" y="368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2"/>
                </a:lnTo>
                <a:lnTo>
                  <a:pt x="31" y="361"/>
                </a:lnTo>
                <a:lnTo>
                  <a:pt x="30" y="361"/>
                </a:lnTo>
                <a:lnTo>
                  <a:pt x="30" y="360"/>
                </a:lnTo>
                <a:lnTo>
                  <a:pt x="31" y="360"/>
                </a:lnTo>
                <a:lnTo>
                  <a:pt x="31" y="359"/>
                </a:lnTo>
                <a:lnTo>
                  <a:pt x="30" y="360"/>
                </a:lnTo>
                <a:lnTo>
                  <a:pt x="30" y="359"/>
                </a:lnTo>
                <a:lnTo>
                  <a:pt x="30" y="358"/>
                </a:lnTo>
                <a:lnTo>
                  <a:pt x="31" y="358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3" y="353"/>
                </a:lnTo>
                <a:lnTo>
                  <a:pt x="33" y="352"/>
                </a:lnTo>
                <a:lnTo>
                  <a:pt x="33" y="351"/>
                </a:lnTo>
                <a:lnTo>
                  <a:pt x="32" y="351"/>
                </a:lnTo>
                <a:lnTo>
                  <a:pt x="32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5"/>
                </a:lnTo>
                <a:lnTo>
                  <a:pt x="30" y="345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7" y="345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2" y="344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1" y="338"/>
                </a:lnTo>
                <a:lnTo>
                  <a:pt x="1" y="337"/>
                </a:lnTo>
                <a:lnTo>
                  <a:pt x="1" y="336"/>
                </a:lnTo>
                <a:lnTo>
                  <a:pt x="2" y="336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1" y="330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2" y="326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7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7" y="320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0" y="322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4" y="323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3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50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4" y="302"/>
                </a:lnTo>
                <a:lnTo>
                  <a:pt x="54" y="301"/>
                </a:lnTo>
                <a:lnTo>
                  <a:pt x="54" y="302"/>
                </a:lnTo>
                <a:lnTo>
                  <a:pt x="55" y="302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3" y="305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1" y="311"/>
                </a:lnTo>
                <a:lnTo>
                  <a:pt x="72" y="311"/>
                </a:lnTo>
                <a:lnTo>
                  <a:pt x="72" y="312"/>
                </a:lnTo>
                <a:lnTo>
                  <a:pt x="73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7" y="313"/>
                </a:lnTo>
                <a:lnTo>
                  <a:pt x="78" y="313"/>
                </a:lnTo>
                <a:lnTo>
                  <a:pt x="78" y="314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9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5" y="316"/>
                </a:lnTo>
                <a:lnTo>
                  <a:pt x="96" y="317"/>
                </a:lnTo>
                <a:lnTo>
                  <a:pt x="97" y="317"/>
                </a:lnTo>
                <a:lnTo>
                  <a:pt x="97" y="316"/>
                </a:lnTo>
                <a:lnTo>
                  <a:pt x="98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5"/>
                </a:lnTo>
                <a:lnTo>
                  <a:pt x="104" y="315"/>
                </a:lnTo>
                <a:lnTo>
                  <a:pt x="104" y="316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6"/>
                </a:lnTo>
                <a:lnTo>
                  <a:pt x="111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7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2" y="321"/>
                </a:lnTo>
                <a:lnTo>
                  <a:pt x="123" y="321"/>
                </a:lnTo>
                <a:lnTo>
                  <a:pt x="124" y="321"/>
                </a:lnTo>
                <a:lnTo>
                  <a:pt x="124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7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7" y="326"/>
                </a:lnTo>
                <a:lnTo>
                  <a:pt x="138" y="325"/>
                </a:lnTo>
                <a:lnTo>
                  <a:pt x="139" y="324"/>
                </a:lnTo>
                <a:lnTo>
                  <a:pt x="139" y="323"/>
                </a:lnTo>
                <a:lnTo>
                  <a:pt x="139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19"/>
                </a:lnTo>
                <a:lnTo>
                  <a:pt x="146" y="320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1" y="321"/>
                </a:lnTo>
                <a:lnTo>
                  <a:pt x="152" y="321"/>
                </a:lnTo>
                <a:lnTo>
                  <a:pt x="153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9"/>
                </a:lnTo>
                <a:lnTo>
                  <a:pt x="155" y="318"/>
                </a:lnTo>
                <a:lnTo>
                  <a:pt x="154" y="318"/>
                </a:lnTo>
                <a:lnTo>
                  <a:pt x="154" y="317"/>
                </a:lnTo>
                <a:lnTo>
                  <a:pt x="154" y="316"/>
                </a:lnTo>
                <a:lnTo>
                  <a:pt x="154" y="315"/>
                </a:lnTo>
                <a:lnTo>
                  <a:pt x="153" y="315"/>
                </a:lnTo>
                <a:lnTo>
                  <a:pt x="153" y="314"/>
                </a:lnTo>
                <a:lnTo>
                  <a:pt x="152" y="313"/>
                </a:lnTo>
                <a:lnTo>
                  <a:pt x="152" y="312"/>
                </a:lnTo>
                <a:lnTo>
                  <a:pt x="153" y="312"/>
                </a:lnTo>
                <a:lnTo>
                  <a:pt x="152" y="312"/>
                </a:lnTo>
                <a:lnTo>
                  <a:pt x="152" y="311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8" y="306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2"/>
                </a:lnTo>
                <a:lnTo>
                  <a:pt x="150" y="301"/>
                </a:lnTo>
                <a:lnTo>
                  <a:pt x="150" y="300"/>
                </a:lnTo>
                <a:lnTo>
                  <a:pt x="151" y="300"/>
                </a:lnTo>
                <a:lnTo>
                  <a:pt x="150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6" y="294"/>
                </a:lnTo>
                <a:lnTo>
                  <a:pt x="146" y="293"/>
                </a:lnTo>
                <a:lnTo>
                  <a:pt x="146" y="292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8" y="287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7" y="273"/>
                </a:lnTo>
                <a:lnTo>
                  <a:pt x="127" y="272"/>
                </a:lnTo>
                <a:lnTo>
                  <a:pt x="128" y="271"/>
                </a:lnTo>
                <a:lnTo>
                  <a:pt x="127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8" y="261"/>
                </a:lnTo>
                <a:lnTo>
                  <a:pt x="118" y="262"/>
                </a:lnTo>
                <a:lnTo>
                  <a:pt x="117" y="262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7" y="235"/>
                </a:lnTo>
                <a:lnTo>
                  <a:pt x="138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5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80"/>
                </a:lnTo>
                <a:lnTo>
                  <a:pt x="151" y="179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7"/>
                </a:lnTo>
                <a:lnTo>
                  <a:pt x="138" y="176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5" y="174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1" y="172"/>
                </a:lnTo>
                <a:lnTo>
                  <a:pt x="131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29" y="165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60"/>
                </a:lnTo>
                <a:lnTo>
                  <a:pt x="120" y="159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4" y="156"/>
                </a:lnTo>
                <a:lnTo>
                  <a:pt x="113" y="156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3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6" y="94"/>
                </a:lnTo>
                <a:lnTo>
                  <a:pt x="86" y="95"/>
                </a:lnTo>
                <a:lnTo>
                  <a:pt x="85" y="99"/>
                </a:lnTo>
                <a:lnTo>
                  <a:pt x="85" y="100"/>
                </a:lnTo>
                <a:lnTo>
                  <a:pt x="85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1"/>
                </a:lnTo>
                <a:lnTo>
                  <a:pt x="66" y="90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6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5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1" y="65"/>
                </a:lnTo>
                <a:lnTo>
                  <a:pt x="102" y="65"/>
                </a:lnTo>
                <a:lnTo>
                  <a:pt x="103" y="64"/>
                </a:lnTo>
                <a:lnTo>
                  <a:pt x="104" y="63"/>
                </a:lnTo>
                <a:lnTo>
                  <a:pt x="104" y="64"/>
                </a:lnTo>
                <a:lnTo>
                  <a:pt x="105" y="64"/>
                </a:lnTo>
                <a:lnTo>
                  <a:pt x="106" y="64"/>
                </a:lnTo>
                <a:lnTo>
                  <a:pt x="107" y="64"/>
                </a:lnTo>
                <a:lnTo>
                  <a:pt x="108" y="63"/>
                </a:lnTo>
                <a:lnTo>
                  <a:pt x="109" y="63"/>
                </a:lnTo>
                <a:lnTo>
                  <a:pt x="108" y="63"/>
                </a:lnTo>
                <a:lnTo>
                  <a:pt x="108" y="62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1" y="49"/>
                </a:lnTo>
                <a:lnTo>
                  <a:pt x="162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2" y="47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1" y="19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3" y="18"/>
                </a:lnTo>
                <a:lnTo>
                  <a:pt x="274" y="18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6" y="15"/>
                </a:lnTo>
                <a:lnTo>
                  <a:pt x="277" y="13"/>
                </a:lnTo>
                <a:lnTo>
                  <a:pt x="278" y="12"/>
                </a:lnTo>
                <a:lnTo>
                  <a:pt x="280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5" y="5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5" y="4"/>
                </a:lnTo>
                <a:lnTo>
                  <a:pt x="335" y="5"/>
                </a:lnTo>
                <a:lnTo>
                  <a:pt x="336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0" y="16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5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2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0"/>
                </a:lnTo>
                <a:lnTo>
                  <a:pt x="369" y="31"/>
                </a:lnTo>
                <a:lnTo>
                  <a:pt x="371" y="31"/>
                </a:lnTo>
                <a:lnTo>
                  <a:pt x="376" y="30"/>
                </a:lnTo>
                <a:lnTo>
                  <a:pt x="387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6"/>
                </a:lnTo>
                <a:lnTo>
                  <a:pt x="396" y="47"/>
                </a:lnTo>
                <a:lnTo>
                  <a:pt x="397" y="48"/>
                </a:lnTo>
                <a:lnTo>
                  <a:pt x="398" y="48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4" y="51"/>
                </a:lnTo>
                <a:lnTo>
                  <a:pt x="405" y="51"/>
                </a:lnTo>
                <a:lnTo>
                  <a:pt x="406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50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0" y="52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2" y="88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6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6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08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10"/>
                </a:lnTo>
                <a:lnTo>
                  <a:pt x="620" y="110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3" y="106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6"/>
                </a:lnTo>
                <a:lnTo>
                  <a:pt x="632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8"/>
                </a:lnTo>
                <a:lnTo>
                  <a:pt x="642" y="98"/>
                </a:lnTo>
                <a:lnTo>
                  <a:pt x="643" y="98"/>
                </a:lnTo>
                <a:lnTo>
                  <a:pt x="644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89"/>
                </a:lnTo>
                <a:lnTo>
                  <a:pt x="652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1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1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5"/>
                </a:lnTo>
                <a:lnTo>
                  <a:pt x="680" y="25"/>
                </a:lnTo>
                <a:lnTo>
                  <a:pt x="680" y="24"/>
                </a:lnTo>
                <a:lnTo>
                  <a:pt x="680" y="23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4" y="10"/>
                </a:lnTo>
                <a:lnTo>
                  <a:pt x="685" y="9"/>
                </a:lnTo>
                <a:lnTo>
                  <a:pt x="686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7"/>
                </a:lnTo>
                <a:lnTo>
                  <a:pt x="685" y="6"/>
                </a:lnTo>
                <a:lnTo>
                  <a:pt x="685" y="5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165200" y="158256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6" y="1"/>
                </a:move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B7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11336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4" y="2"/>
                </a:lnTo>
                <a:lnTo>
                  <a:pt x="225" y="3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5" y="15"/>
                </a:lnTo>
                <a:lnTo>
                  <a:pt x="225" y="16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8"/>
                </a:lnTo>
                <a:lnTo>
                  <a:pt x="231" y="29"/>
                </a:lnTo>
                <a:lnTo>
                  <a:pt x="232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5" y="33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39" y="35"/>
                </a:lnTo>
                <a:lnTo>
                  <a:pt x="240" y="36"/>
                </a:lnTo>
                <a:lnTo>
                  <a:pt x="241" y="36"/>
                </a:lnTo>
                <a:lnTo>
                  <a:pt x="241" y="39"/>
                </a:lnTo>
                <a:lnTo>
                  <a:pt x="240" y="47"/>
                </a:lnTo>
                <a:lnTo>
                  <a:pt x="228" y="58"/>
                </a:lnTo>
                <a:lnTo>
                  <a:pt x="226" y="61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90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3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0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4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3"/>
                </a:lnTo>
                <a:lnTo>
                  <a:pt x="221" y="124"/>
                </a:lnTo>
                <a:lnTo>
                  <a:pt x="221" y="125"/>
                </a:lnTo>
                <a:lnTo>
                  <a:pt x="222" y="125"/>
                </a:lnTo>
                <a:lnTo>
                  <a:pt x="223" y="126"/>
                </a:lnTo>
                <a:lnTo>
                  <a:pt x="224" y="126"/>
                </a:lnTo>
                <a:lnTo>
                  <a:pt x="227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8"/>
                </a:lnTo>
                <a:lnTo>
                  <a:pt x="233" y="128"/>
                </a:lnTo>
                <a:lnTo>
                  <a:pt x="234" y="129"/>
                </a:lnTo>
                <a:lnTo>
                  <a:pt x="235" y="129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2"/>
                </a:lnTo>
                <a:lnTo>
                  <a:pt x="247" y="131"/>
                </a:lnTo>
                <a:lnTo>
                  <a:pt x="248" y="131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3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0" y="134"/>
                </a:lnTo>
                <a:lnTo>
                  <a:pt x="270" y="133"/>
                </a:lnTo>
                <a:lnTo>
                  <a:pt x="271" y="133"/>
                </a:lnTo>
                <a:lnTo>
                  <a:pt x="271" y="134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4" y="144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296" y="155"/>
                </a:lnTo>
                <a:lnTo>
                  <a:pt x="302" y="157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8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1"/>
                </a:lnTo>
                <a:lnTo>
                  <a:pt x="277" y="182"/>
                </a:lnTo>
                <a:lnTo>
                  <a:pt x="277" y="183"/>
                </a:lnTo>
                <a:lnTo>
                  <a:pt x="276" y="183"/>
                </a:lnTo>
                <a:lnTo>
                  <a:pt x="275" y="184"/>
                </a:lnTo>
                <a:lnTo>
                  <a:pt x="274" y="183"/>
                </a:lnTo>
                <a:lnTo>
                  <a:pt x="273" y="184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7" y="187"/>
                </a:lnTo>
                <a:lnTo>
                  <a:pt x="277" y="188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8" y="211"/>
                </a:lnTo>
                <a:lnTo>
                  <a:pt x="267" y="211"/>
                </a:lnTo>
                <a:lnTo>
                  <a:pt x="267" y="213"/>
                </a:lnTo>
                <a:lnTo>
                  <a:pt x="268" y="214"/>
                </a:lnTo>
                <a:lnTo>
                  <a:pt x="268" y="215"/>
                </a:lnTo>
                <a:lnTo>
                  <a:pt x="269" y="216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7" y="223"/>
                </a:lnTo>
                <a:lnTo>
                  <a:pt x="268" y="223"/>
                </a:lnTo>
                <a:lnTo>
                  <a:pt x="269" y="223"/>
                </a:lnTo>
                <a:lnTo>
                  <a:pt x="270" y="223"/>
                </a:lnTo>
                <a:lnTo>
                  <a:pt x="270" y="224"/>
                </a:lnTo>
                <a:lnTo>
                  <a:pt x="271" y="225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6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3"/>
                </a:lnTo>
                <a:lnTo>
                  <a:pt x="251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5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1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30"/>
                </a:lnTo>
                <a:lnTo>
                  <a:pt x="223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19" y="234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4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2" y="233"/>
                </a:lnTo>
                <a:lnTo>
                  <a:pt x="211" y="233"/>
                </a:lnTo>
                <a:lnTo>
                  <a:pt x="210" y="232"/>
                </a:lnTo>
                <a:lnTo>
                  <a:pt x="209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0" y="237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4" y="253"/>
                </a:lnTo>
                <a:lnTo>
                  <a:pt x="205" y="253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9" y="256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3" y="274"/>
                </a:lnTo>
                <a:lnTo>
                  <a:pt x="202" y="274"/>
                </a:lnTo>
                <a:lnTo>
                  <a:pt x="201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1" y="277"/>
                </a:lnTo>
                <a:lnTo>
                  <a:pt x="202" y="277"/>
                </a:lnTo>
                <a:lnTo>
                  <a:pt x="201" y="278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6" y="289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1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3" y="296"/>
                </a:lnTo>
                <a:lnTo>
                  <a:pt x="194" y="296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6"/>
                </a:lnTo>
                <a:lnTo>
                  <a:pt x="199" y="305"/>
                </a:lnTo>
                <a:lnTo>
                  <a:pt x="198" y="305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8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199" y="313"/>
                </a:lnTo>
                <a:lnTo>
                  <a:pt x="200" y="313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2"/>
                </a:lnTo>
                <a:lnTo>
                  <a:pt x="213" y="321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30"/>
                </a:lnTo>
                <a:lnTo>
                  <a:pt x="234" y="331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6" y="335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6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39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5"/>
                </a:lnTo>
                <a:lnTo>
                  <a:pt x="238" y="345"/>
                </a:lnTo>
                <a:lnTo>
                  <a:pt x="237" y="346"/>
                </a:lnTo>
                <a:lnTo>
                  <a:pt x="237" y="347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3"/>
                </a:lnTo>
                <a:lnTo>
                  <a:pt x="236" y="354"/>
                </a:lnTo>
                <a:lnTo>
                  <a:pt x="235" y="353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4" y="352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8" y="356"/>
                </a:lnTo>
                <a:lnTo>
                  <a:pt x="237" y="356"/>
                </a:lnTo>
                <a:lnTo>
                  <a:pt x="237" y="355"/>
                </a:lnTo>
                <a:lnTo>
                  <a:pt x="236" y="355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6" y="357"/>
                </a:lnTo>
                <a:lnTo>
                  <a:pt x="236" y="356"/>
                </a:lnTo>
                <a:lnTo>
                  <a:pt x="236" y="357"/>
                </a:lnTo>
                <a:lnTo>
                  <a:pt x="235" y="357"/>
                </a:lnTo>
                <a:lnTo>
                  <a:pt x="234" y="356"/>
                </a:lnTo>
                <a:lnTo>
                  <a:pt x="234" y="357"/>
                </a:lnTo>
                <a:lnTo>
                  <a:pt x="233" y="357"/>
                </a:lnTo>
                <a:lnTo>
                  <a:pt x="233" y="358"/>
                </a:lnTo>
                <a:lnTo>
                  <a:pt x="232" y="358"/>
                </a:lnTo>
                <a:lnTo>
                  <a:pt x="232" y="359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2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6"/>
                </a:lnTo>
                <a:lnTo>
                  <a:pt x="236" y="365"/>
                </a:lnTo>
                <a:lnTo>
                  <a:pt x="236" y="366"/>
                </a:lnTo>
                <a:lnTo>
                  <a:pt x="237" y="367"/>
                </a:lnTo>
                <a:lnTo>
                  <a:pt x="238" y="368"/>
                </a:lnTo>
                <a:lnTo>
                  <a:pt x="237" y="368"/>
                </a:lnTo>
                <a:lnTo>
                  <a:pt x="234" y="367"/>
                </a:lnTo>
                <a:lnTo>
                  <a:pt x="234" y="368"/>
                </a:lnTo>
                <a:lnTo>
                  <a:pt x="235" y="368"/>
                </a:lnTo>
                <a:lnTo>
                  <a:pt x="235" y="369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6" y="372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8" y="377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19" y="380"/>
                </a:lnTo>
                <a:lnTo>
                  <a:pt x="220" y="379"/>
                </a:lnTo>
                <a:lnTo>
                  <a:pt x="219" y="379"/>
                </a:lnTo>
                <a:lnTo>
                  <a:pt x="218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5" y="379"/>
                </a:lnTo>
                <a:lnTo>
                  <a:pt x="214" y="378"/>
                </a:lnTo>
                <a:lnTo>
                  <a:pt x="213" y="378"/>
                </a:lnTo>
                <a:lnTo>
                  <a:pt x="212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6" y="376"/>
                </a:lnTo>
                <a:lnTo>
                  <a:pt x="206" y="375"/>
                </a:lnTo>
                <a:lnTo>
                  <a:pt x="205" y="375"/>
                </a:lnTo>
                <a:lnTo>
                  <a:pt x="205" y="374"/>
                </a:lnTo>
                <a:lnTo>
                  <a:pt x="205" y="375"/>
                </a:lnTo>
                <a:lnTo>
                  <a:pt x="204" y="375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5"/>
                </a:lnTo>
                <a:lnTo>
                  <a:pt x="201" y="376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7"/>
                </a:lnTo>
                <a:lnTo>
                  <a:pt x="195" y="377"/>
                </a:lnTo>
                <a:lnTo>
                  <a:pt x="195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3" y="383"/>
                </a:lnTo>
                <a:lnTo>
                  <a:pt x="194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7" y="405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9"/>
                </a:lnTo>
                <a:lnTo>
                  <a:pt x="194" y="420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7" y="424"/>
                </a:lnTo>
                <a:lnTo>
                  <a:pt x="188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5" y="425"/>
                </a:lnTo>
                <a:lnTo>
                  <a:pt x="184" y="425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1" y="421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7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7" y="413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9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3"/>
                </a:lnTo>
                <a:lnTo>
                  <a:pt x="138" y="392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2"/>
                </a:lnTo>
                <a:lnTo>
                  <a:pt x="135" y="391"/>
                </a:lnTo>
                <a:lnTo>
                  <a:pt x="134" y="391"/>
                </a:lnTo>
                <a:lnTo>
                  <a:pt x="134" y="390"/>
                </a:lnTo>
                <a:lnTo>
                  <a:pt x="135" y="390"/>
                </a:lnTo>
                <a:lnTo>
                  <a:pt x="134" y="389"/>
                </a:lnTo>
                <a:lnTo>
                  <a:pt x="133" y="389"/>
                </a:lnTo>
                <a:lnTo>
                  <a:pt x="132" y="389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29" y="379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6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5" y="375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6" y="379"/>
                </a:lnTo>
                <a:lnTo>
                  <a:pt x="115" y="379"/>
                </a:lnTo>
                <a:lnTo>
                  <a:pt x="115" y="380"/>
                </a:lnTo>
                <a:lnTo>
                  <a:pt x="114" y="379"/>
                </a:lnTo>
                <a:lnTo>
                  <a:pt x="115" y="377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1"/>
                </a:lnTo>
                <a:lnTo>
                  <a:pt x="104" y="370"/>
                </a:lnTo>
                <a:lnTo>
                  <a:pt x="103" y="371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7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7" y="364"/>
                </a:lnTo>
                <a:lnTo>
                  <a:pt x="98" y="363"/>
                </a:lnTo>
                <a:lnTo>
                  <a:pt x="99" y="363"/>
                </a:lnTo>
                <a:lnTo>
                  <a:pt x="99" y="364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6" y="361"/>
                </a:lnTo>
                <a:lnTo>
                  <a:pt x="95" y="361"/>
                </a:lnTo>
                <a:lnTo>
                  <a:pt x="95" y="360"/>
                </a:lnTo>
                <a:lnTo>
                  <a:pt x="94" y="360"/>
                </a:lnTo>
                <a:lnTo>
                  <a:pt x="94" y="359"/>
                </a:lnTo>
                <a:lnTo>
                  <a:pt x="93" y="358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5" y="345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2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5"/>
                </a:lnTo>
                <a:lnTo>
                  <a:pt x="103" y="315"/>
                </a:lnTo>
                <a:lnTo>
                  <a:pt x="102" y="314"/>
                </a:lnTo>
                <a:lnTo>
                  <a:pt x="102" y="313"/>
                </a:lnTo>
                <a:lnTo>
                  <a:pt x="101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0" y="309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9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92" y="294"/>
                </a:lnTo>
                <a:lnTo>
                  <a:pt x="89" y="294"/>
                </a:lnTo>
                <a:lnTo>
                  <a:pt x="88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8" y="290"/>
                </a:lnTo>
                <a:lnTo>
                  <a:pt x="89" y="290"/>
                </a:lnTo>
                <a:lnTo>
                  <a:pt x="89" y="289"/>
                </a:lnTo>
                <a:lnTo>
                  <a:pt x="88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4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6"/>
                </a:lnTo>
                <a:lnTo>
                  <a:pt x="93" y="265"/>
                </a:lnTo>
                <a:lnTo>
                  <a:pt x="91" y="264"/>
                </a:lnTo>
                <a:lnTo>
                  <a:pt x="90" y="263"/>
                </a:lnTo>
                <a:lnTo>
                  <a:pt x="90" y="262"/>
                </a:lnTo>
                <a:lnTo>
                  <a:pt x="91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7"/>
                </a:lnTo>
                <a:lnTo>
                  <a:pt x="85" y="256"/>
                </a:lnTo>
                <a:lnTo>
                  <a:pt x="84" y="257"/>
                </a:lnTo>
                <a:lnTo>
                  <a:pt x="83" y="257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6"/>
                </a:lnTo>
                <a:lnTo>
                  <a:pt x="73" y="246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9"/>
                </a:lnTo>
                <a:lnTo>
                  <a:pt x="52" y="229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8" y="224"/>
                </a:lnTo>
                <a:lnTo>
                  <a:pt x="36" y="225"/>
                </a:lnTo>
                <a:lnTo>
                  <a:pt x="35" y="225"/>
                </a:lnTo>
                <a:lnTo>
                  <a:pt x="34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1" y="216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4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9" y="203"/>
                </a:lnTo>
                <a:lnTo>
                  <a:pt x="18" y="203"/>
                </a:lnTo>
                <a:lnTo>
                  <a:pt x="16" y="203"/>
                </a:lnTo>
                <a:lnTo>
                  <a:pt x="15" y="203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1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9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1"/>
                </a:lnTo>
                <a:lnTo>
                  <a:pt x="49" y="189"/>
                </a:lnTo>
                <a:lnTo>
                  <a:pt x="52" y="188"/>
                </a:lnTo>
                <a:lnTo>
                  <a:pt x="55" y="188"/>
                </a:lnTo>
                <a:lnTo>
                  <a:pt x="57" y="187"/>
                </a:lnTo>
                <a:lnTo>
                  <a:pt x="64" y="187"/>
                </a:lnTo>
                <a:lnTo>
                  <a:pt x="66" y="186"/>
                </a:lnTo>
                <a:lnTo>
                  <a:pt x="67" y="186"/>
                </a:lnTo>
                <a:lnTo>
                  <a:pt x="72" y="183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6"/>
                </a:lnTo>
                <a:lnTo>
                  <a:pt x="93" y="174"/>
                </a:lnTo>
                <a:lnTo>
                  <a:pt x="97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9"/>
                </a:lnTo>
                <a:lnTo>
                  <a:pt x="136" y="158"/>
                </a:lnTo>
                <a:lnTo>
                  <a:pt x="137" y="157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49"/>
                </a:lnTo>
                <a:lnTo>
                  <a:pt x="136" y="148"/>
                </a:lnTo>
                <a:lnTo>
                  <a:pt x="137" y="147"/>
                </a:lnTo>
                <a:lnTo>
                  <a:pt x="139" y="145"/>
                </a:lnTo>
                <a:lnTo>
                  <a:pt x="139" y="144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7" y="139"/>
                </a:lnTo>
                <a:lnTo>
                  <a:pt x="136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4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2" y="76"/>
                </a:lnTo>
                <a:lnTo>
                  <a:pt x="143" y="76"/>
                </a:lnTo>
                <a:lnTo>
                  <a:pt x="142" y="76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9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50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4"/>
                </a:lnTo>
                <a:lnTo>
                  <a:pt x="163" y="33"/>
                </a:lnTo>
                <a:lnTo>
                  <a:pt x="163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5" y="27"/>
                </a:lnTo>
                <a:lnTo>
                  <a:pt x="166" y="26"/>
                </a:lnTo>
                <a:lnTo>
                  <a:pt x="167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4"/>
                </a:lnTo>
                <a:lnTo>
                  <a:pt x="170" y="24"/>
                </a:lnTo>
                <a:lnTo>
                  <a:pt x="170" y="25"/>
                </a:lnTo>
                <a:lnTo>
                  <a:pt x="171" y="25"/>
                </a:lnTo>
                <a:lnTo>
                  <a:pt x="171" y="26"/>
                </a:lnTo>
                <a:lnTo>
                  <a:pt x="172" y="26"/>
                </a:lnTo>
                <a:lnTo>
                  <a:pt x="173" y="27"/>
                </a:lnTo>
                <a:lnTo>
                  <a:pt x="174" y="26"/>
                </a:lnTo>
                <a:lnTo>
                  <a:pt x="175" y="26"/>
                </a:lnTo>
                <a:lnTo>
                  <a:pt x="177" y="26"/>
                </a:lnTo>
                <a:lnTo>
                  <a:pt x="177" y="27"/>
                </a:lnTo>
                <a:lnTo>
                  <a:pt x="178" y="26"/>
                </a:lnTo>
                <a:lnTo>
                  <a:pt x="179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79" y="19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3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3"/>
                </a:lnTo>
                <a:lnTo>
                  <a:pt x="211" y="3"/>
                </a:lnTo>
                <a:lnTo>
                  <a:pt x="212" y="3"/>
                </a:lnTo>
                <a:lnTo>
                  <a:pt x="212" y="4"/>
                </a:lnTo>
                <a:lnTo>
                  <a:pt x="214" y="4"/>
                </a:lnTo>
                <a:lnTo>
                  <a:pt x="215" y="4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B7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311472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0" y="662"/>
                </a:lnTo>
                <a:lnTo>
                  <a:pt x="2059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0"/>
                </a:lnTo>
                <a:lnTo>
                  <a:pt x="2042" y="671"/>
                </a:lnTo>
                <a:lnTo>
                  <a:pt x="2040" y="672"/>
                </a:lnTo>
                <a:lnTo>
                  <a:pt x="2039" y="672"/>
                </a:lnTo>
                <a:lnTo>
                  <a:pt x="2038" y="673"/>
                </a:lnTo>
                <a:lnTo>
                  <a:pt x="2037" y="673"/>
                </a:lnTo>
                <a:lnTo>
                  <a:pt x="2035" y="676"/>
                </a:lnTo>
                <a:lnTo>
                  <a:pt x="2034" y="676"/>
                </a:lnTo>
                <a:lnTo>
                  <a:pt x="2034" y="677"/>
                </a:lnTo>
                <a:lnTo>
                  <a:pt x="2033" y="677"/>
                </a:lnTo>
                <a:lnTo>
                  <a:pt x="2031" y="678"/>
                </a:lnTo>
                <a:lnTo>
                  <a:pt x="2031" y="679"/>
                </a:lnTo>
                <a:lnTo>
                  <a:pt x="2030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8" y="687"/>
                </a:lnTo>
                <a:lnTo>
                  <a:pt x="2028" y="688"/>
                </a:lnTo>
                <a:lnTo>
                  <a:pt x="2026" y="690"/>
                </a:lnTo>
                <a:lnTo>
                  <a:pt x="2028" y="690"/>
                </a:lnTo>
                <a:lnTo>
                  <a:pt x="2034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4" y="712"/>
                </a:lnTo>
                <a:lnTo>
                  <a:pt x="2040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0" y="731"/>
                </a:lnTo>
                <a:lnTo>
                  <a:pt x="2041" y="732"/>
                </a:lnTo>
                <a:lnTo>
                  <a:pt x="2040" y="732"/>
                </a:lnTo>
                <a:lnTo>
                  <a:pt x="2041" y="732"/>
                </a:lnTo>
                <a:lnTo>
                  <a:pt x="2040" y="732"/>
                </a:lnTo>
                <a:lnTo>
                  <a:pt x="2040" y="733"/>
                </a:lnTo>
                <a:lnTo>
                  <a:pt x="2039" y="733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6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4" y="740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2" y="746"/>
                </a:lnTo>
                <a:lnTo>
                  <a:pt x="2020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5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10" y="750"/>
                </a:lnTo>
                <a:lnTo>
                  <a:pt x="2009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5" y="751"/>
                </a:lnTo>
                <a:lnTo>
                  <a:pt x="2003" y="751"/>
                </a:lnTo>
                <a:lnTo>
                  <a:pt x="2002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6" y="753"/>
                </a:lnTo>
                <a:lnTo>
                  <a:pt x="1995" y="753"/>
                </a:lnTo>
                <a:lnTo>
                  <a:pt x="1994" y="754"/>
                </a:lnTo>
                <a:lnTo>
                  <a:pt x="1993" y="754"/>
                </a:lnTo>
                <a:lnTo>
                  <a:pt x="1992" y="755"/>
                </a:lnTo>
                <a:lnTo>
                  <a:pt x="1990" y="755"/>
                </a:lnTo>
                <a:lnTo>
                  <a:pt x="1989" y="755"/>
                </a:lnTo>
                <a:lnTo>
                  <a:pt x="1989" y="756"/>
                </a:lnTo>
                <a:lnTo>
                  <a:pt x="1988" y="757"/>
                </a:lnTo>
                <a:lnTo>
                  <a:pt x="1986" y="757"/>
                </a:lnTo>
                <a:lnTo>
                  <a:pt x="1986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1" y="761"/>
                </a:lnTo>
                <a:lnTo>
                  <a:pt x="1980" y="762"/>
                </a:lnTo>
                <a:lnTo>
                  <a:pt x="1978" y="763"/>
                </a:lnTo>
                <a:lnTo>
                  <a:pt x="1976" y="764"/>
                </a:lnTo>
                <a:lnTo>
                  <a:pt x="1974" y="765"/>
                </a:lnTo>
                <a:lnTo>
                  <a:pt x="1974" y="766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3"/>
                </a:lnTo>
                <a:lnTo>
                  <a:pt x="1967" y="774"/>
                </a:lnTo>
                <a:lnTo>
                  <a:pt x="1966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5" y="779"/>
                </a:lnTo>
                <a:lnTo>
                  <a:pt x="1960" y="775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4" y="762"/>
                </a:lnTo>
                <a:lnTo>
                  <a:pt x="1953" y="762"/>
                </a:lnTo>
                <a:lnTo>
                  <a:pt x="1952" y="760"/>
                </a:lnTo>
                <a:lnTo>
                  <a:pt x="1951" y="759"/>
                </a:lnTo>
                <a:lnTo>
                  <a:pt x="1950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5" y="763"/>
                </a:lnTo>
                <a:lnTo>
                  <a:pt x="1926" y="768"/>
                </a:lnTo>
                <a:lnTo>
                  <a:pt x="1922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5" y="782"/>
                </a:lnTo>
                <a:lnTo>
                  <a:pt x="1911" y="782"/>
                </a:lnTo>
                <a:lnTo>
                  <a:pt x="1896" y="785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6" y="872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4"/>
                </a:lnTo>
                <a:lnTo>
                  <a:pt x="1742" y="919"/>
                </a:lnTo>
                <a:lnTo>
                  <a:pt x="1739" y="924"/>
                </a:lnTo>
                <a:lnTo>
                  <a:pt x="1737" y="940"/>
                </a:lnTo>
                <a:lnTo>
                  <a:pt x="1735" y="950"/>
                </a:lnTo>
                <a:lnTo>
                  <a:pt x="1735" y="953"/>
                </a:lnTo>
                <a:lnTo>
                  <a:pt x="1734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5" y="990"/>
                </a:lnTo>
                <a:lnTo>
                  <a:pt x="1724" y="991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2" y="1016"/>
                </a:lnTo>
                <a:lnTo>
                  <a:pt x="1700" y="1017"/>
                </a:lnTo>
                <a:lnTo>
                  <a:pt x="1699" y="1017"/>
                </a:lnTo>
                <a:lnTo>
                  <a:pt x="1699" y="1018"/>
                </a:lnTo>
                <a:lnTo>
                  <a:pt x="1698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8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699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4" y="1039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1"/>
                </a:lnTo>
                <a:lnTo>
                  <a:pt x="1703" y="1042"/>
                </a:lnTo>
                <a:lnTo>
                  <a:pt x="1702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4" y="1044"/>
                </a:lnTo>
                <a:lnTo>
                  <a:pt x="1684" y="1045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6" y="1046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0" y="1047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8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48"/>
                </a:lnTo>
                <a:lnTo>
                  <a:pt x="1666" y="1049"/>
                </a:lnTo>
                <a:lnTo>
                  <a:pt x="1665" y="1049"/>
                </a:lnTo>
                <a:lnTo>
                  <a:pt x="1664" y="1049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8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8" y="1059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7" y="1061"/>
                </a:lnTo>
                <a:lnTo>
                  <a:pt x="1617" y="1062"/>
                </a:lnTo>
                <a:lnTo>
                  <a:pt x="1616" y="1062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6"/>
                </a:lnTo>
                <a:lnTo>
                  <a:pt x="1606" y="1067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6" y="1068"/>
                </a:lnTo>
                <a:lnTo>
                  <a:pt x="1596" y="1069"/>
                </a:lnTo>
                <a:lnTo>
                  <a:pt x="1595" y="1069"/>
                </a:lnTo>
                <a:lnTo>
                  <a:pt x="1594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8" y="1071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1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69" y="1074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3" y="1076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3" y="1081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3"/>
                </a:lnTo>
                <a:lnTo>
                  <a:pt x="1542" y="1083"/>
                </a:lnTo>
                <a:lnTo>
                  <a:pt x="1541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3"/>
                </a:lnTo>
                <a:lnTo>
                  <a:pt x="1537" y="1084"/>
                </a:lnTo>
                <a:lnTo>
                  <a:pt x="1536" y="1085"/>
                </a:lnTo>
                <a:lnTo>
                  <a:pt x="1535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6" y="1093"/>
                </a:lnTo>
                <a:lnTo>
                  <a:pt x="1526" y="1094"/>
                </a:lnTo>
                <a:lnTo>
                  <a:pt x="1524" y="1094"/>
                </a:lnTo>
                <a:lnTo>
                  <a:pt x="1523" y="1094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3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8" y="1095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3" y="1104"/>
                </a:lnTo>
                <a:lnTo>
                  <a:pt x="1503" y="1105"/>
                </a:lnTo>
                <a:lnTo>
                  <a:pt x="1503" y="1106"/>
                </a:lnTo>
                <a:lnTo>
                  <a:pt x="1502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0" y="1107"/>
                </a:lnTo>
                <a:lnTo>
                  <a:pt x="1500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8" y="1117"/>
                </a:lnTo>
                <a:lnTo>
                  <a:pt x="1511" y="1119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19" y="1121"/>
                </a:lnTo>
                <a:lnTo>
                  <a:pt x="1519" y="1120"/>
                </a:lnTo>
                <a:lnTo>
                  <a:pt x="1519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2"/>
                </a:lnTo>
                <a:lnTo>
                  <a:pt x="1526" y="1112"/>
                </a:lnTo>
                <a:lnTo>
                  <a:pt x="1528" y="1112"/>
                </a:lnTo>
                <a:lnTo>
                  <a:pt x="1530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4" y="1112"/>
                </a:lnTo>
                <a:lnTo>
                  <a:pt x="1535" y="1112"/>
                </a:lnTo>
                <a:lnTo>
                  <a:pt x="1535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4" y="1119"/>
                </a:lnTo>
                <a:lnTo>
                  <a:pt x="1534" y="1121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40"/>
                </a:lnTo>
                <a:lnTo>
                  <a:pt x="1534" y="1143"/>
                </a:lnTo>
                <a:lnTo>
                  <a:pt x="1534" y="1157"/>
                </a:lnTo>
                <a:lnTo>
                  <a:pt x="1534" y="1158"/>
                </a:lnTo>
                <a:lnTo>
                  <a:pt x="1534" y="1172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7"/>
                </a:lnTo>
                <a:lnTo>
                  <a:pt x="1549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3" y="1184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5" y="1191"/>
                </a:lnTo>
                <a:lnTo>
                  <a:pt x="1565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4"/>
                </a:lnTo>
                <a:lnTo>
                  <a:pt x="1569" y="1193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5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7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6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6" y="1226"/>
                </a:lnTo>
                <a:lnTo>
                  <a:pt x="1597" y="1226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2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2" y="1246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4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89" y="1246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1" y="1252"/>
                </a:lnTo>
                <a:lnTo>
                  <a:pt x="1581" y="1253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2" y="1255"/>
                </a:lnTo>
                <a:lnTo>
                  <a:pt x="1571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5"/>
                </a:lnTo>
                <a:lnTo>
                  <a:pt x="1564" y="1256"/>
                </a:lnTo>
                <a:lnTo>
                  <a:pt x="1563" y="1257"/>
                </a:lnTo>
                <a:lnTo>
                  <a:pt x="1561" y="1259"/>
                </a:lnTo>
                <a:lnTo>
                  <a:pt x="1560" y="1260"/>
                </a:lnTo>
                <a:lnTo>
                  <a:pt x="1559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7" y="1264"/>
                </a:lnTo>
                <a:lnTo>
                  <a:pt x="1556" y="1264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3" y="1264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5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6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1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2" y="1281"/>
                </a:lnTo>
                <a:lnTo>
                  <a:pt x="1553" y="1282"/>
                </a:lnTo>
                <a:lnTo>
                  <a:pt x="1553" y="1283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0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0" y="1295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2" y="1306"/>
                </a:lnTo>
                <a:lnTo>
                  <a:pt x="1581" y="1306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0" y="1311"/>
                </a:lnTo>
                <a:lnTo>
                  <a:pt x="1580" y="1312"/>
                </a:lnTo>
                <a:lnTo>
                  <a:pt x="1580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4" y="1319"/>
                </a:lnTo>
                <a:lnTo>
                  <a:pt x="1585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6" y="1331"/>
                </a:lnTo>
                <a:lnTo>
                  <a:pt x="1586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8"/>
                </a:lnTo>
                <a:lnTo>
                  <a:pt x="1588" y="1339"/>
                </a:lnTo>
                <a:lnTo>
                  <a:pt x="1587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8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5" y="1338"/>
                </a:lnTo>
                <a:lnTo>
                  <a:pt x="1575" y="1339"/>
                </a:lnTo>
                <a:lnTo>
                  <a:pt x="1574" y="1339"/>
                </a:lnTo>
                <a:lnTo>
                  <a:pt x="1574" y="1340"/>
                </a:lnTo>
                <a:lnTo>
                  <a:pt x="1573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2" y="1344"/>
                </a:lnTo>
                <a:lnTo>
                  <a:pt x="1571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8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5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8" y="1334"/>
                </a:lnTo>
                <a:lnTo>
                  <a:pt x="1537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4" y="1334"/>
                </a:lnTo>
                <a:lnTo>
                  <a:pt x="1532" y="1334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3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2" y="1332"/>
                </a:lnTo>
                <a:lnTo>
                  <a:pt x="1511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499" y="1326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1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0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89" y="1324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7" y="1331"/>
                </a:lnTo>
                <a:lnTo>
                  <a:pt x="1487" y="1332"/>
                </a:lnTo>
                <a:lnTo>
                  <a:pt x="1486" y="1332"/>
                </a:lnTo>
                <a:lnTo>
                  <a:pt x="1486" y="1333"/>
                </a:lnTo>
                <a:lnTo>
                  <a:pt x="1485" y="1333"/>
                </a:lnTo>
                <a:lnTo>
                  <a:pt x="1484" y="1334"/>
                </a:lnTo>
                <a:lnTo>
                  <a:pt x="1483" y="1334"/>
                </a:lnTo>
                <a:lnTo>
                  <a:pt x="1482" y="1334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2" y="1339"/>
                </a:lnTo>
                <a:lnTo>
                  <a:pt x="1482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7" y="1320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1" y="1322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7" y="1312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3"/>
                </a:lnTo>
                <a:lnTo>
                  <a:pt x="1381" y="1314"/>
                </a:lnTo>
                <a:lnTo>
                  <a:pt x="1380" y="1314"/>
                </a:lnTo>
                <a:lnTo>
                  <a:pt x="1379" y="1314"/>
                </a:lnTo>
                <a:lnTo>
                  <a:pt x="1379" y="1315"/>
                </a:lnTo>
                <a:lnTo>
                  <a:pt x="1379" y="1316"/>
                </a:lnTo>
                <a:lnTo>
                  <a:pt x="1378" y="1316"/>
                </a:lnTo>
                <a:lnTo>
                  <a:pt x="1378" y="1317"/>
                </a:lnTo>
                <a:lnTo>
                  <a:pt x="1379" y="1317"/>
                </a:lnTo>
                <a:lnTo>
                  <a:pt x="1378" y="1318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5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2" y="1307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6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39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2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1" y="1304"/>
                </a:lnTo>
                <a:lnTo>
                  <a:pt x="1322" y="1304"/>
                </a:lnTo>
                <a:lnTo>
                  <a:pt x="1321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6" y="1305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8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09"/>
                </a:lnTo>
                <a:lnTo>
                  <a:pt x="1297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89" y="1309"/>
                </a:lnTo>
                <a:lnTo>
                  <a:pt x="1289" y="1310"/>
                </a:lnTo>
                <a:lnTo>
                  <a:pt x="1288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2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8" y="1310"/>
                </a:lnTo>
                <a:lnTo>
                  <a:pt x="1258" y="1309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7"/>
                </a:lnTo>
                <a:lnTo>
                  <a:pt x="1249" y="1308"/>
                </a:lnTo>
                <a:lnTo>
                  <a:pt x="1248" y="1308"/>
                </a:lnTo>
                <a:lnTo>
                  <a:pt x="1248" y="1309"/>
                </a:lnTo>
                <a:lnTo>
                  <a:pt x="1247" y="1309"/>
                </a:lnTo>
                <a:lnTo>
                  <a:pt x="1247" y="1310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1" y="1312"/>
                </a:lnTo>
                <a:lnTo>
                  <a:pt x="1241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7" y="1312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4" y="1314"/>
                </a:lnTo>
                <a:lnTo>
                  <a:pt x="1233" y="1315"/>
                </a:lnTo>
                <a:lnTo>
                  <a:pt x="1232" y="1316"/>
                </a:lnTo>
                <a:lnTo>
                  <a:pt x="1231" y="1316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0" y="1318"/>
                </a:lnTo>
                <a:lnTo>
                  <a:pt x="1230" y="1319"/>
                </a:lnTo>
                <a:lnTo>
                  <a:pt x="1229" y="1319"/>
                </a:lnTo>
                <a:lnTo>
                  <a:pt x="1228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2" y="1319"/>
                </a:lnTo>
                <a:lnTo>
                  <a:pt x="1212" y="1320"/>
                </a:lnTo>
                <a:lnTo>
                  <a:pt x="1211" y="1320"/>
                </a:lnTo>
                <a:lnTo>
                  <a:pt x="1211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1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3" y="1318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4" y="1325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3" y="1328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6" y="1326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3" y="1328"/>
                </a:lnTo>
                <a:lnTo>
                  <a:pt x="1162" y="1328"/>
                </a:lnTo>
                <a:lnTo>
                  <a:pt x="1162" y="1329"/>
                </a:lnTo>
                <a:lnTo>
                  <a:pt x="1161" y="1329"/>
                </a:lnTo>
                <a:lnTo>
                  <a:pt x="1161" y="1330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1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3" y="1339"/>
                </a:lnTo>
                <a:lnTo>
                  <a:pt x="1143" y="1340"/>
                </a:lnTo>
                <a:lnTo>
                  <a:pt x="1144" y="1340"/>
                </a:lnTo>
                <a:lnTo>
                  <a:pt x="1143" y="1341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2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39" y="1350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6" y="1357"/>
                </a:lnTo>
                <a:lnTo>
                  <a:pt x="1135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2"/>
                </a:lnTo>
                <a:lnTo>
                  <a:pt x="1134" y="1362"/>
                </a:lnTo>
                <a:lnTo>
                  <a:pt x="1134" y="1363"/>
                </a:lnTo>
                <a:lnTo>
                  <a:pt x="1133" y="1363"/>
                </a:lnTo>
                <a:lnTo>
                  <a:pt x="1133" y="1364"/>
                </a:lnTo>
                <a:lnTo>
                  <a:pt x="1132" y="1364"/>
                </a:lnTo>
                <a:lnTo>
                  <a:pt x="1132" y="1365"/>
                </a:lnTo>
                <a:lnTo>
                  <a:pt x="1131" y="1365"/>
                </a:lnTo>
                <a:lnTo>
                  <a:pt x="1131" y="1364"/>
                </a:lnTo>
                <a:lnTo>
                  <a:pt x="1130" y="1364"/>
                </a:lnTo>
                <a:lnTo>
                  <a:pt x="1130" y="1365"/>
                </a:lnTo>
                <a:lnTo>
                  <a:pt x="1129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2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4"/>
                </a:lnTo>
                <a:lnTo>
                  <a:pt x="1099" y="1375"/>
                </a:lnTo>
                <a:lnTo>
                  <a:pt x="1098" y="1375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2" y="1383"/>
                </a:lnTo>
                <a:lnTo>
                  <a:pt x="1092" y="1384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79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5"/>
                </a:lnTo>
                <a:lnTo>
                  <a:pt x="1068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7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9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4"/>
                </a:lnTo>
                <a:lnTo>
                  <a:pt x="1041" y="1374"/>
                </a:lnTo>
                <a:lnTo>
                  <a:pt x="1040" y="1374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5" y="1378"/>
                </a:lnTo>
                <a:lnTo>
                  <a:pt x="1034" y="1379"/>
                </a:lnTo>
                <a:lnTo>
                  <a:pt x="1033" y="1379"/>
                </a:lnTo>
                <a:lnTo>
                  <a:pt x="1032" y="1379"/>
                </a:lnTo>
                <a:lnTo>
                  <a:pt x="1032" y="1380"/>
                </a:lnTo>
                <a:lnTo>
                  <a:pt x="1031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4" y="1382"/>
                </a:lnTo>
                <a:lnTo>
                  <a:pt x="1024" y="1383"/>
                </a:lnTo>
                <a:lnTo>
                  <a:pt x="1023" y="1383"/>
                </a:lnTo>
                <a:lnTo>
                  <a:pt x="1022" y="1383"/>
                </a:lnTo>
                <a:lnTo>
                  <a:pt x="1022" y="1384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2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8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2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4" y="1404"/>
                </a:lnTo>
                <a:lnTo>
                  <a:pt x="983" y="1404"/>
                </a:lnTo>
                <a:lnTo>
                  <a:pt x="983" y="1405"/>
                </a:lnTo>
                <a:lnTo>
                  <a:pt x="982" y="1405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79" y="1407"/>
                </a:lnTo>
                <a:lnTo>
                  <a:pt x="978" y="1408"/>
                </a:lnTo>
                <a:lnTo>
                  <a:pt x="977" y="1408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1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4" y="1413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3"/>
                </a:lnTo>
                <a:lnTo>
                  <a:pt x="956" y="1414"/>
                </a:lnTo>
                <a:lnTo>
                  <a:pt x="955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2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10"/>
                </a:lnTo>
                <a:lnTo>
                  <a:pt x="937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2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8" y="1415"/>
                </a:lnTo>
                <a:lnTo>
                  <a:pt x="907" y="1415"/>
                </a:lnTo>
                <a:lnTo>
                  <a:pt x="905" y="1416"/>
                </a:lnTo>
                <a:lnTo>
                  <a:pt x="905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900" y="1413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1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09"/>
                </a:lnTo>
                <a:lnTo>
                  <a:pt x="881" y="1410"/>
                </a:lnTo>
                <a:lnTo>
                  <a:pt x="880" y="1409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09"/>
                </a:lnTo>
                <a:lnTo>
                  <a:pt x="876" y="1410"/>
                </a:lnTo>
                <a:lnTo>
                  <a:pt x="875" y="1411"/>
                </a:lnTo>
                <a:lnTo>
                  <a:pt x="873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70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3"/>
                </a:lnTo>
                <a:lnTo>
                  <a:pt x="861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8" y="1382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7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0" y="1384"/>
                </a:lnTo>
                <a:lnTo>
                  <a:pt x="829" y="1383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10" y="1378"/>
                </a:lnTo>
                <a:lnTo>
                  <a:pt x="808" y="1378"/>
                </a:lnTo>
                <a:lnTo>
                  <a:pt x="807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2" y="1384"/>
                </a:lnTo>
                <a:lnTo>
                  <a:pt x="800" y="1385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7" y="1384"/>
                </a:lnTo>
                <a:lnTo>
                  <a:pt x="797" y="1385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2"/>
                </a:lnTo>
                <a:lnTo>
                  <a:pt x="797" y="1392"/>
                </a:lnTo>
                <a:lnTo>
                  <a:pt x="797" y="1393"/>
                </a:lnTo>
                <a:lnTo>
                  <a:pt x="796" y="1394"/>
                </a:lnTo>
                <a:lnTo>
                  <a:pt x="795" y="1395"/>
                </a:lnTo>
                <a:lnTo>
                  <a:pt x="795" y="1396"/>
                </a:lnTo>
                <a:lnTo>
                  <a:pt x="794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9" y="1407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7"/>
                </a:lnTo>
                <a:lnTo>
                  <a:pt x="770" y="1417"/>
                </a:lnTo>
                <a:lnTo>
                  <a:pt x="770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5" y="1424"/>
                </a:lnTo>
                <a:lnTo>
                  <a:pt x="754" y="1424"/>
                </a:lnTo>
                <a:lnTo>
                  <a:pt x="754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3"/>
                </a:lnTo>
                <a:lnTo>
                  <a:pt x="748" y="1423"/>
                </a:lnTo>
                <a:lnTo>
                  <a:pt x="747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3" y="1425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8" y="1427"/>
                </a:lnTo>
                <a:lnTo>
                  <a:pt x="735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1" y="1427"/>
                </a:lnTo>
                <a:lnTo>
                  <a:pt x="727" y="1427"/>
                </a:lnTo>
                <a:lnTo>
                  <a:pt x="726" y="1427"/>
                </a:lnTo>
                <a:lnTo>
                  <a:pt x="726" y="1426"/>
                </a:lnTo>
                <a:lnTo>
                  <a:pt x="725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1" y="1421"/>
                </a:lnTo>
                <a:lnTo>
                  <a:pt x="720" y="1421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5"/>
                </a:lnTo>
                <a:lnTo>
                  <a:pt x="706" y="1415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6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3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5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80" y="1414"/>
                </a:lnTo>
                <a:lnTo>
                  <a:pt x="680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19"/>
                </a:lnTo>
                <a:lnTo>
                  <a:pt x="677" y="1420"/>
                </a:lnTo>
                <a:lnTo>
                  <a:pt x="677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2" y="1419"/>
                </a:lnTo>
                <a:lnTo>
                  <a:pt x="671" y="1418"/>
                </a:lnTo>
                <a:lnTo>
                  <a:pt x="670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7" y="1418"/>
                </a:lnTo>
                <a:lnTo>
                  <a:pt x="666" y="1418"/>
                </a:lnTo>
                <a:lnTo>
                  <a:pt x="666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2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6"/>
                </a:lnTo>
                <a:lnTo>
                  <a:pt x="622" y="1408"/>
                </a:lnTo>
                <a:lnTo>
                  <a:pt x="621" y="1409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2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2" y="1424"/>
                </a:lnTo>
                <a:lnTo>
                  <a:pt x="613" y="1424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8"/>
                </a:lnTo>
                <a:lnTo>
                  <a:pt x="616" y="1429"/>
                </a:lnTo>
                <a:lnTo>
                  <a:pt x="618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8" y="1430"/>
                </a:lnTo>
                <a:lnTo>
                  <a:pt x="608" y="1431"/>
                </a:lnTo>
                <a:lnTo>
                  <a:pt x="608" y="1432"/>
                </a:lnTo>
                <a:lnTo>
                  <a:pt x="607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5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6"/>
                </a:lnTo>
                <a:lnTo>
                  <a:pt x="605" y="1437"/>
                </a:lnTo>
                <a:lnTo>
                  <a:pt x="605" y="1438"/>
                </a:lnTo>
                <a:lnTo>
                  <a:pt x="604" y="1438"/>
                </a:lnTo>
                <a:lnTo>
                  <a:pt x="602" y="1439"/>
                </a:lnTo>
                <a:lnTo>
                  <a:pt x="599" y="1442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0" y="1445"/>
                </a:lnTo>
                <a:lnTo>
                  <a:pt x="588" y="1447"/>
                </a:lnTo>
                <a:lnTo>
                  <a:pt x="588" y="1448"/>
                </a:lnTo>
                <a:lnTo>
                  <a:pt x="589" y="1448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89" y="1453"/>
                </a:lnTo>
                <a:lnTo>
                  <a:pt x="588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8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6" y="1461"/>
                </a:lnTo>
                <a:lnTo>
                  <a:pt x="586" y="1462"/>
                </a:lnTo>
                <a:lnTo>
                  <a:pt x="585" y="1462"/>
                </a:lnTo>
                <a:lnTo>
                  <a:pt x="585" y="1463"/>
                </a:lnTo>
                <a:lnTo>
                  <a:pt x="585" y="1465"/>
                </a:lnTo>
                <a:lnTo>
                  <a:pt x="584" y="1466"/>
                </a:lnTo>
                <a:lnTo>
                  <a:pt x="584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7" y="1477"/>
                </a:lnTo>
                <a:lnTo>
                  <a:pt x="576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6" y="1484"/>
                </a:lnTo>
                <a:lnTo>
                  <a:pt x="575" y="1484"/>
                </a:lnTo>
                <a:lnTo>
                  <a:pt x="573" y="1485"/>
                </a:lnTo>
                <a:lnTo>
                  <a:pt x="573" y="1486"/>
                </a:lnTo>
                <a:lnTo>
                  <a:pt x="574" y="1486"/>
                </a:lnTo>
                <a:lnTo>
                  <a:pt x="575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5" y="1488"/>
                </a:lnTo>
                <a:lnTo>
                  <a:pt x="575" y="1490"/>
                </a:lnTo>
                <a:lnTo>
                  <a:pt x="574" y="1490"/>
                </a:lnTo>
                <a:lnTo>
                  <a:pt x="573" y="1490"/>
                </a:lnTo>
                <a:lnTo>
                  <a:pt x="573" y="1491"/>
                </a:lnTo>
                <a:lnTo>
                  <a:pt x="573" y="1492"/>
                </a:lnTo>
                <a:lnTo>
                  <a:pt x="572" y="1493"/>
                </a:lnTo>
                <a:lnTo>
                  <a:pt x="573" y="1493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2" y="1498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2" y="1498"/>
                </a:lnTo>
                <a:lnTo>
                  <a:pt x="571" y="1498"/>
                </a:lnTo>
                <a:lnTo>
                  <a:pt x="571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1" y="1500"/>
                </a:lnTo>
                <a:lnTo>
                  <a:pt x="571" y="1501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69" y="1503"/>
                </a:lnTo>
                <a:lnTo>
                  <a:pt x="568" y="1503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7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6"/>
                </a:lnTo>
                <a:lnTo>
                  <a:pt x="547" y="1507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19" y="1509"/>
                </a:lnTo>
                <a:lnTo>
                  <a:pt x="519" y="1510"/>
                </a:lnTo>
                <a:lnTo>
                  <a:pt x="518" y="1511"/>
                </a:lnTo>
                <a:lnTo>
                  <a:pt x="516" y="1511"/>
                </a:lnTo>
                <a:lnTo>
                  <a:pt x="516" y="1510"/>
                </a:lnTo>
                <a:lnTo>
                  <a:pt x="515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8" y="1508"/>
                </a:lnTo>
                <a:lnTo>
                  <a:pt x="508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4" y="1510"/>
                </a:lnTo>
                <a:lnTo>
                  <a:pt x="503" y="1511"/>
                </a:lnTo>
                <a:lnTo>
                  <a:pt x="501" y="1511"/>
                </a:lnTo>
                <a:lnTo>
                  <a:pt x="501" y="1513"/>
                </a:lnTo>
                <a:lnTo>
                  <a:pt x="500" y="1514"/>
                </a:lnTo>
                <a:lnTo>
                  <a:pt x="500" y="1516"/>
                </a:lnTo>
                <a:lnTo>
                  <a:pt x="500" y="1517"/>
                </a:lnTo>
                <a:lnTo>
                  <a:pt x="500" y="1518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5" y="1508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3" y="1505"/>
                </a:lnTo>
                <a:lnTo>
                  <a:pt x="473" y="1504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1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5" y="1499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8" y="1495"/>
                </a:lnTo>
                <a:lnTo>
                  <a:pt x="447" y="1495"/>
                </a:lnTo>
                <a:lnTo>
                  <a:pt x="446" y="1495"/>
                </a:lnTo>
                <a:lnTo>
                  <a:pt x="446" y="1496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39" y="1491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4" y="1475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3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6" y="1446"/>
                </a:lnTo>
                <a:lnTo>
                  <a:pt x="417" y="1446"/>
                </a:lnTo>
                <a:lnTo>
                  <a:pt x="418" y="1446"/>
                </a:lnTo>
                <a:lnTo>
                  <a:pt x="417" y="1446"/>
                </a:lnTo>
                <a:lnTo>
                  <a:pt x="417" y="1445"/>
                </a:lnTo>
                <a:lnTo>
                  <a:pt x="418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2" y="1441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8"/>
                </a:lnTo>
                <a:lnTo>
                  <a:pt x="406" y="1414"/>
                </a:lnTo>
                <a:lnTo>
                  <a:pt x="407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09" y="1412"/>
                </a:lnTo>
                <a:lnTo>
                  <a:pt x="409" y="1411"/>
                </a:lnTo>
                <a:lnTo>
                  <a:pt x="410" y="1411"/>
                </a:lnTo>
                <a:lnTo>
                  <a:pt x="410" y="1410"/>
                </a:lnTo>
                <a:lnTo>
                  <a:pt x="411" y="1410"/>
                </a:lnTo>
                <a:lnTo>
                  <a:pt x="412" y="1409"/>
                </a:lnTo>
                <a:lnTo>
                  <a:pt x="412" y="1408"/>
                </a:lnTo>
                <a:lnTo>
                  <a:pt x="413" y="1408"/>
                </a:lnTo>
                <a:lnTo>
                  <a:pt x="414" y="1408"/>
                </a:lnTo>
                <a:lnTo>
                  <a:pt x="414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5" y="1403"/>
                </a:lnTo>
                <a:lnTo>
                  <a:pt x="416" y="1403"/>
                </a:lnTo>
                <a:lnTo>
                  <a:pt x="416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3" y="1401"/>
                </a:lnTo>
                <a:lnTo>
                  <a:pt x="412" y="1401"/>
                </a:lnTo>
                <a:lnTo>
                  <a:pt x="411" y="1401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0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7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0"/>
                </a:lnTo>
                <a:lnTo>
                  <a:pt x="383" y="1401"/>
                </a:lnTo>
                <a:lnTo>
                  <a:pt x="382" y="1401"/>
                </a:lnTo>
                <a:lnTo>
                  <a:pt x="382" y="1402"/>
                </a:lnTo>
                <a:lnTo>
                  <a:pt x="381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4"/>
                </a:lnTo>
                <a:lnTo>
                  <a:pt x="378" y="1405"/>
                </a:lnTo>
                <a:lnTo>
                  <a:pt x="377" y="1405"/>
                </a:lnTo>
                <a:lnTo>
                  <a:pt x="376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4" y="1402"/>
                </a:lnTo>
                <a:lnTo>
                  <a:pt x="373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0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7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1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4" y="1390"/>
                </a:lnTo>
                <a:lnTo>
                  <a:pt x="313" y="1390"/>
                </a:lnTo>
                <a:lnTo>
                  <a:pt x="312" y="1390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9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3"/>
                </a:lnTo>
                <a:lnTo>
                  <a:pt x="297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3" y="1381"/>
                </a:lnTo>
                <a:lnTo>
                  <a:pt x="292" y="1381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7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6" y="1368"/>
                </a:lnTo>
                <a:lnTo>
                  <a:pt x="276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8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4" y="1357"/>
                </a:lnTo>
                <a:lnTo>
                  <a:pt x="274" y="1358"/>
                </a:lnTo>
                <a:lnTo>
                  <a:pt x="274" y="1359"/>
                </a:lnTo>
                <a:lnTo>
                  <a:pt x="273" y="1360"/>
                </a:lnTo>
                <a:lnTo>
                  <a:pt x="272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6" y="1361"/>
                </a:lnTo>
                <a:lnTo>
                  <a:pt x="265" y="1362"/>
                </a:lnTo>
                <a:lnTo>
                  <a:pt x="265" y="1363"/>
                </a:lnTo>
                <a:lnTo>
                  <a:pt x="264" y="1363"/>
                </a:lnTo>
                <a:lnTo>
                  <a:pt x="264" y="1364"/>
                </a:lnTo>
                <a:lnTo>
                  <a:pt x="263" y="1364"/>
                </a:lnTo>
                <a:lnTo>
                  <a:pt x="262" y="1364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7" y="1363"/>
                </a:lnTo>
                <a:lnTo>
                  <a:pt x="257" y="1364"/>
                </a:lnTo>
                <a:lnTo>
                  <a:pt x="257" y="1365"/>
                </a:lnTo>
                <a:lnTo>
                  <a:pt x="258" y="1365"/>
                </a:lnTo>
                <a:lnTo>
                  <a:pt x="258" y="1367"/>
                </a:lnTo>
                <a:lnTo>
                  <a:pt x="257" y="1367"/>
                </a:lnTo>
                <a:lnTo>
                  <a:pt x="256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2" y="1365"/>
                </a:lnTo>
                <a:lnTo>
                  <a:pt x="250" y="1365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8" y="1366"/>
                </a:lnTo>
                <a:lnTo>
                  <a:pt x="238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39" y="1361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7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4" y="1350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2" y="1334"/>
                </a:lnTo>
                <a:lnTo>
                  <a:pt x="223" y="1334"/>
                </a:lnTo>
                <a:lnTo>
                  <a:pt x="222" y="1333"/>
                </a:lnTo>
                <a:lnTo>
                  <a:pt x="223" y="1332"/>
                </a:lnTo>
                <a:lnTo>
                  <a:pt x="224" y="1332"/>
                </a:lnTo>
                <a:lnTo>
                  <a:pt x="226" y="1332"/>
                </a:lnTo>
                <a:lnTo>
                  <a:pt x="226" y="1331"/>
                </a:lnTo>
                <a:lnTo>
                  <a:pt x="226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8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1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7" y="1320"/>
                </a:lnTo>
                <a:lnTo>
                  <a:pt x="227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2"/>
                </a:lnTo>
                <a:lnTo>
                  <a:pt x="225" y="1311"/>
                </a:lnTo>
                <a:lnTo>
                  <a:pt x="226" y="1310"/>
                </a:lnTo>
                <a:lnTo>
                  <a:pt x="226" y="1309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19" y="1288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2" y="1280"/>
                </a:lnTo>
                <a:lnTo>
                  <a:pt x="211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2"/>
                </a:lnTo>
                <a:lnTo>
                  <a:pt x="199" y="1272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2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0" y="1274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4"/>
                </a:lnTo>
                <a:lnTo>
                  <a:pt x="177" y="1275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0" y="1254"/>
                </a:lnTo>
                <a:lnTo>
                  <a:pt x="171" y="1254"/>
                </a:lnTo>
                <a:lnTo>
                  <a:pt x="171" y="1253"/>
                </a:lnTo>
                <a:lnTo>
                  <a:pt x="172" y="1253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69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50"/>
                </a:lnTo>
                <a:lnTo>
                  <a:pt x="163" y="1249"/>
                </a:lnTo>
                <a:lnTo>
                  <a:pt x="162" y="1249"/>
                </a:lnTo>
                <a:lnTo>
                  <a:pt x="162" y="1250"/>
                </a:lnTo>
                <a:lnTo>
                  <a:pt x="161" y="1249"/>
                </a:lnTo>
                <a:lnTo>
                  <a:pt x="159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5" y="1249"/>
                </a:lnTo>
                <a:lnTo>
                  <a:pt x="154" y="1249"/>
                </a:lnTo>
                <a:lnTo>
                  <a:pt x="152" y="1249"/>
                </a:lnTo>
                <a:lnTo>
                  <a:pt x="151" y="1248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5"/>
                </a:lnTo>
                <a:lnTo>
                  <a:pt x="146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5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7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8"/>
                </a:lnTo>
                <a:lnTo>
                  <a:pt x="129" y="1249"/>
                </a:lnTo>
                <a:lnTo>
                  <a:pt x="128" y="1249"/>
                </a:lnTo>
                <a:lnTo>
                  <a:pt x="128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8"/>
                </a:lnTo>
                <a:lnTo>
                  <a:pt x="122" y="1246"/>
                </a:lnTo>
                <a:lnTo>
                  <a:pt x="122" y="1245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21" y="1241"/>
                </a:lnTo>
                <a:lnTo>
                  <a:pt x="119" y="1241"/>
                </a:lnTo>
                <a:lnTo>
                  <a:pt x="117" y="1241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39"/>
                </a:lnTo>
                <a:lnTo>
                  <a:pt x="102" y="1240"/>
                </a:lnTo>
                <a:lnTo>
                  <a:pt x="101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2"/>
                </a:lnTo>
                <a:lnTo>
                  <a:pt x="98" y="1243"/>
                </a:lnTo>
                <a:lnTo>
                  <a:pt x="97" y="1243"/>
                </a:lnTo>
                <a:lnTo>
                  <a:pt x="96" y="1243"/>
                </a:lnTo>
                <a:lnTo>
                  <a:pt x="94" y="1241"/>
                </a:lnTo>
                <a:lnTo>
                  <a:pt x="94" y="1240"/>
                </a:lnTo>
                <a:lnTo>
                  <a:pt x="93" y="1240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1" y="1239"/>
                </a:lnTo>
                <a:lnTo>
                  <a:pt x="90" y="1240"/>
                </a:lnTo>
                <a:lnTo>
                  <a:pt x="90" y="1239"/>
                </a:lnTo>
                <a:lnTo>
                  <a:pt x="89" y="1238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1"/>
                </a:lnTo>
                <a:lnTo>
                  <a:pt x="88" y="1231"/>
                </a:lnTo>
                <a:lnTo>
                  <a:pt x="88" y="1230"/>
                </a:lnTo>
                <a:lnTo>
                  <a:pt x="89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8" y="1225"/>
                </a:lnTo>
                <a:lnTo>
                  <a:pt x="89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2"/>
                </a:lnTo>
                <a:lnTo>
                  <a:pt x="92" y="1221"/>
                </a:lnTo>
                <a:lnTo>
                  <a:pt x="94" y="1221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8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19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6" y="1220"/>
                </a:lnTo>
                <a:lnTo>
                  <a:pt x="107" y="1219"/>
                </a:lnTo>
                <a:lnTo>
                  <a:pt x="108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0" y="1217"/>
                </a:lnTo>
                <a:lnTo>
                  <a:pt x="111" y="1217"/>
                </a:lnTo>
                <a:lnTo>
                  <a:pt x="112" y="1217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7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8" y="1218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5"/>
                </a:lnTo>
                <a:lnTo>
                  <a:pt x="140" y="1215"/>
                </a:lnTo>
                <a:lnTo>
                  <a:pt x="141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6" y="1213"/>
                </a:lnTo>
                <a:lnTo>
                  <a:pt x="146" y="1212"/>
                </a:lnTo>
                <a:lnTo>
                  <a:pt x="147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6" y="1200"/>
                </a:lnTo>
                <a:lnTo>
                  <a:pt x="146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4"/>
                </a:lnTo>
                <a:lnTo>
                  <a:pt x="140" y="1195"/>
                </a:lnTo>
                <a:lnTo>
                  <a:pt x="138" y="1195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8" y="1187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5" y="1179"/>
                </a:lnTo>
                <a:lnTo>
                  <a:pt x="126" y="1178"/>
                </a:lnTo>
                <a:lnTo>
                  <a:pt x="126" y="1177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0" y="1172"/>
                </a:lnTo>
                <a:lnTo>
                  <a:pt x="131" y="1171"/>
                </a:lnTo>
                <a:lnTo>
                  <a:pt x="132" y="1171"/>
                </a:lnTo>
                <a:lnTo>
                  <a:pt x="132" y="1170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8" y="1158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49"/>
                </a:lnTo>
                <a:lnTo>
                  <a:pt x="127" y="1148"/>
                </a:lnTo>
                <a:lnTo>
                  <a:pt x="127" y="1147"/>
                </a:lnTo>
                <a:lnTo>
                  <a:pt x="128" y="1146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1"/>
                </a:lnTo>
                <a:lnTo>
                  <a:pt x="125" y="1142"/>
                </a:lnTo>
                <a:lnTo>
                  <a:pt x="124" y="1141"/>
                </a:lnTo>
                <a:lnTo>
                  <a:pt x="123" y="1140"/>
                </a:lnTo>
                <a:lnTo>
                  <a:pt x="122" y="1138"/>
                </a:lnTo>
                <a:lnTo>
                  <a:pt x="121" y="1137"/>
                </a:lnTo>
                <a:lnTo>
                  <a:pt x="120" y="1136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1"/>
                </a:lnTo>
                <a:lnTo>
                  <a:pt x="118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8" y="1124"/>
                </a:lnTo>
                <a:lnTo>
                  <a:pt x="118" y="1121"/>
                </a:lnTo>
                <a:lnTo>
                  <a:pt x="117" y="1119"/>
                </a:lnTo>
                <a:lnTo>
                  <a:pt x="117" y="1118"/>
                </a:lnTo>
                <a:lnTo>
                  <a:pt x="116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7" y="1114"/>
                </a:lnTo>
                <a:lnTo>
                  <a:pt x="116" y="1112"/>
                </a:lnTo>
                <a:lnTo>
                  <a:pt x="116" y="1111"/>
                </a:lnTo>
                <a:lnTo>
                  <a:pt x="116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0" y="1106"/>
                </a:lnTo>
                <a:lnTo>
                  <a:pt x="121" y="1106"/>
                </a:lnTo>
                <a:lnTo>
                  <a:pt x="122" y="1104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9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4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1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7"/>
                </a:lnTo>
                <a:lnTo>
                  <a:pt x="62" y="1076"/>
                </a:lnTo>
                <a:lnTo>
                  <a:pt x="60" y="1076"/>
                </a:lnTo>
                <a:lnTo>
                  <a:pt x="59" y="1076"/>
                </a:lnTo>
                <a:lnTo>
                  <a:pt x="59" y="1075"/>
                </a:lnTo>
                <a:lnTo>
                  <a:pt x="58" y="1075"/>
                </a:lnTo>
                <a:lnTo>
                  <a:pt x="57" y="1075"/>
                </a:lnTo>
                <a:lnTo>
                  <a:pt x="57" y="1076"/>
                </a:lnTo>
                <a:lnTo>
                  <a:pt x="56" y="1077"/>
                </a:lnTo>
                <a:lnTo>
                  <a:pt x="55" y="1078"/>
                </a:lnTo>
                <a:lnTo>
                  <a:pt x="55" y="1079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3"/>
                </a:lnTo>
                <a:lnTo>
                  <a:pt x="51" y="1084"/>
                </a:lnTo>
                <a:lnTo>
                  <a:pt x="50" y="1084"/>
                </a:lnTo>
                <a:lnTo>
                  <a:pt x="50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8"/>
                </a:lnTo>
                <a:lnTo>
                  <a:pt x="52" y="1089"/>
                </a:lnTo>
                <a:lnTo>
                  <a:pt x="51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89"/>
                </a:lnTo>
                <a:lnTo>
                  <a:pt x="46" y="1090"/>
                </a:lnTo>
                <a:lnTo>
                  <a:pt x="45" y="1090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0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6" y="1076"/>
                </a:lnTo>
                <a:lnTo>
                  <a:pt x="25" y="1076"/>
                </a:lnTo>
                <a:lnTo>
                  <a:pt x="24" y="1075"/>
                </a:lnTo>
                <a:lnTo>
                  <a:pt x="24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2" y="1071"/>
                </a:lnTo>
                <a:lnTo>
                  <a:pt x="22" y="1069"/>
                </a:lnTo>
                <a:lnTo>
                  <a:pt x="23" y="1068"/>
                </a:lnTo>
                <a:lnTo>
                  <a:pt x="23" y="1067"/>
                </a:lnTo>
                <a:lnTo>
                  <a:pt x="23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8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9"/>
                </a:lnTo>
                <a:lnTo>
                  <a:pt x="27" y="1049"/>
                </a:lnTo>
                <a:lnTo>
                  <a:pt x="28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4"/>
                </a:lnTo>
                <a:lnTo>
                  <a:pt x="19" y="1033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3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10" y="1017"/>
                </a:lnTo>
                <a:lnTo>
                  <a:pt x="9" y="1017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4"/>
                </a:lnTo>
                <a:lnTo>
                  <a:pt x="4" y="1015"/>
                </a:lnTo>
                <a:lnTo>
                  <a:pt x="4" y="1014"/>
                </a:lnTo>
                <a:lnTo>
                  <a:pt x="4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8"/>
                </a:lnTo>
                <a:lnTo>
                  <a:pt x="4" y="1007"/>
                </a:lnTo>
                <a:lnTo>
                  <a:pt x="4" y="1006"/>
                </a:lnTo>
                <a:lnTo>
                  <a:pt x="2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3" y="1002"/>
                </a:lnTo>
                <a:lnTo>
                  <a:pt x="5" y="1002"/>
                </a:lnTo>
                <a:lnTo>
                  <a:pt x="7" y="1002"/>
                </a:lnTo>
                <a:lnTo>
                  <a:pt x="7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9" y="995"/>
                </a:lnTo>
                <a:lnTo>
                  <a:pt x="10" y="995"/>
                </a:lnTo>
                <a:lnTo>
                  <a:pt x="11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19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1" y="994"/>
                </a:lnTo>
                <a:lnTo>
                  <a:pt x="31" y="993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3" y="991"/>
                </a:lnTo>
                <a:lnTo>
                  <a:pt x="34" y="991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5" y="987"/>
                </a:lnTo>
                <a:lnTo>
                  <a:pt x="34" y="987"/>
                </a:lnTo>
                <a:lnTo>
                  <a:pt x="35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4"/>
                </a:lnTo>
                <a:lnTo>
                  <a:pt x="37" y="983"/>
                </a:lnTo>
                <a:lnTo>
                  <a:pt x="37" y="982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0" y="981"/>
                </a:lnTo>
                <a:lnTo>
                  <a:pt x="41" y="981"/>
                </a:lnTo>
                <a:lnTo>
                  <a:pt x="41" y="980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9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1" y="958"/>
                </a:lnTo>
                <a:lnTo>
                  <a:pt x="32" y="956"/>
                </a:lnTo>
                <a:lnTo>
                  <a:pt x="33" y="955"/>
                </a:lnTo>
                <a:lnTo>
                  <a:pt x="35" y="955"/>
                </a:lnTo>
                <a:lnTo>
                  <a:pt x="35" y="954"/>
                </a:lnTo>
                <a:lnTo>
                  <a:pt x="36" y="954"/>
                </a:lnTo>
                <a:lnTo>
                  <a:pt x="36" y="953"/>
                </a:lnTo>
                <a:lnTo>
                  <a:pt x="37" y="953"/>
                </a:lnTo>
                <a:lnTo>
                  <a:pt x="37" y="952"/>
                </a:lnTo>
                <a:lnTo>
                  <a:pt x="38" y="952"/>
                </a:lnTo>
                <a:lnTo>
                  <a:pt x="38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8" y="945"/>
                </a:lnTo>
                <a:lnTo>
                  <a:pt x="39" y="944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2" y="941"/>
                </a:lnTo>
                <a:lnTo>
                  <a:pt x="42" y="940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1" y="937"/>
                </a:lnTo>
                <a:lnTo>
                  <a:pt x="44" y="936"/>
                </a:lnTo>
                <a:lnTo>
                  <a:pt x="45" y="935"/>
                </a:lnTo>
                <a:lnTo>
                  <a:pt x="45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8" y="930"/>
                </a:lnTo>
                <a:lnTo>
                  <a:pt x="49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0"/>
                </a:lnTo>
                <a:lnTo>
                  <a:pt x="56" y="929"/>
                </a:lnTo>
                <a:lnTo>
                  <a:pt x="58" y="929"/>
                </a:lnTo>
                <a:lnTo>
                  <a:pt x="59" y="928"/>
                </a:lnTo>
                <a:lnTo>
                  <a:pt x="61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1" y="929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1"/>
                </a:lnTo>
                <a:lnTo>
                  <a:pt x="78" y="930"/>
                </a:lnTo>
                <a:lnTo>
                  <a:pt x="80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0" y="919"/>
                </a:lnTo>
                <a:lnTo>
                  <a:pt x="93" y="918"/>
                </a:lnTo>
                <a:lnTo>
                  <a:pt x="94" y="917"/>
                </a:lnTo>
                <a:lnTo>
                  <a:pt x="95" y="916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1"/>
                </a:lnTo>
                <a:lnTo>
                  <a:pt x="107" y="910"/>
                </a:lnTo>
                <a:lnTo>
                  <a:pt x="107" y="908"/>
                </a:lnTo>
                <a:lnTo>
                  <a:pt x="108" y="907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4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0" y="875"/>
                </a:lnTo>
                <a:lnTo>
                  <a:pt x="191" y="875"/>
                </a:lnTo>
                <a:lnTo>
                  <a:pt x="192" y="876"/>
                </a:lnTo>
                <a:lnTo>
                  <a:pt x="192" y="877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4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5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0"/>
                </a:lnTo>
                <a:lnTo>
                  <a:pt x="244" y="900"/>
                </a:lnTo>
                <a:lnTo>
                  <a:pt x="245" y="899"/>
                </a:lnTo>
                <a:lnTo>
                  <a:pt x="246" y="897"/>
                </a:lnTo>
                <a:lnTo>
                  <a:pt x="248" y="897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1" y="894"/>
                </a:lnTo>
                <a:lnTo>
                  <a:pt x="272" y="893"/>
                </a:lnTo>
                <a:lnTo>
                  <a:pt x="273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1" y="836"/>
                </a:lnTo>
                <a:lnTo>
                  <a:pt x="332" y="836"/>
                </a:lnTo>
                <a:lnTo>
                  <a:pt x="334" y="835"/>
                </a:lnTo>
                <a:lnTo>
                  <a:pt x="335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6"/>
                </a:lnTo>
                <a:lnTo>
                  <a:pt x="357" y="837"/>
                </a:lnTo>
                <a:lnTo>
                  <a:pt x="357" y="838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8"/>
                </a:lnTo>
                <a:lnTo>
                  <a:pt x="362" y="837"/>
                </a:lnTo>
                <a:lnTo>
                  <a:pt x="363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8"/>
                </a:lnTo>
                <a:lnTo>
                  <a:pt x="367" y="838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799"/>
                </a:lnTo>
                <a:lnTo>
                  <a:pt x="419" y="798"/>
                </a:lnTo>
                <a:lnTo>
                  <a:pt x="420" y="798"/>
                </a:lnTo>
                <a:lnTo>
                  <a:pt x="421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29" y="796"/>
                </a:lnTo>
                <a:lnTo>
                  <a:pt x="430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0" y="795"/>
                </a:lnTo>
                <a:lnTo>
                  <a:pt x="441" y="795"/>
                </a:lnTo>
                <a:lnTo>
                  <a:pt x="442" y="795"/>
                </a:lnTo>
                <a:lnTo>
                  <a:pt x="442" y="794"/>
                </a:lnTo>
                <a:lnTo>
                  <a:pt x="443" y="794"/>
                </a:lnTo>
                <a:lnTo>
                  <a:pt x="444" y="794"/>
                </a:lnTo>
                <a:lnTo>
                  <a:pt x="445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2" y="792"/>
                </a:lnTo>
                <a:lnTo>
                  <a:pt x="453" y="791"/>
                </a:lnTo>
                <a:lnTo>
                  <a:pt x="453" y="790"/>
                </a:lnTo>
                <a:lnTo>
                  <a:pt x="454" y="789"/>
                </a:lnTo>
                <a:lnTo>
                  <a:pt x="455" y="788"/>
                </a:lnTo>
                <a:lnTo>
                  <a:pt x="456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3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3"/>
                </a:lnTo>
                <a:lnTo>
                  <a:pt x="468" y="782"/>
                </a:lnTo>
                <a:lnTo>
                  <a:pt x="468" y="781"/>
                </a:lnTo>
                <a:lnTo>
                  <a:pt x="469" y="780"/>
                </a:lnTo>
                <a:lnTo>
                  <a:pt x="471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0"/>
                </a:lnTo>
                <a:lnTo>
                  <a:pt x="492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8" y="768"/>
                </a:lnTo>
                <a:lnTo>
                  <a:pt x="498" y="767"/>
                </a:lnTo>
                <a:lnTo>
                  <a:pt x="499" y="767"/>
                </a:lnTo>
                <a:lnTo>
                  <a:pt x="500" y="767"/>
                </a:lnTo>
                <a:lnTo>
                  <a:pt x="501" y="766"/>
                </a:lnTo>
                <a:lnTo>
                  <a:pt x="504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6" y="763"/>
                </a:lnTo>
                <a:lnTo>
                  <a:pt x="508" y="762"/>
                </a:lnTo>
                <a:lnTo>
                  <a:pt x="511" y="762"/>
                </a:lnTo>
                <a:lnTo>
                  <a:pt x="513" y="763"/>
                </a:lnTo>
                <a:lnTo>
                  <a:pt x="514" y="763"/>
                </a:lnTo>
                <a:lnTo>
                  <a:pt x="514" y="762"/>
                </a:lnTo>
                <a:lnTo>
                  <a:pt x="516" y="761"/>
                </a:lnTo>
                <a:lnTo>
                  <a:pt x="517" y="761"/>
                </a:lnTo>
                <a:lnTo>
                  <a:pt x="518" y="759"/>
                </a:lnTo>
                <a:lnTo>
                  <a:pt x="519" y="758"/>
                </a:lnTo>
                <a:lnTo>
                  <a:pt x="520" y="758"/>
                </a:lnTo>
                <a:lnTo>
                  <a:pt x="520" y="757"/>
                </a:lnTo>
                <a:lnTo>
                  <a:pt x="520" y="756"/>
                </a:lnTo>
                <a:lnTo>
                  <a:pt x="521" y="756"/>
                </a:lnTo>
                <a:lnTo>
                  <a:pt x="522" y="755"/>
                </a:lnTo>
                <a:lnTo>
                  <a:pt x="523" y="755"/>
                </a:lnTo>
                <a:lnTo>
                  <a:pt x="524" y="754"/>
                </a:lnTo>
                <a:lnTo>
                  <a:pt x="525" y="754"/>
                </a:lnTo>
                <a:lnTo>
                  <a:pt x="526" y="755"/>
                </a:lnTo>
                <a:lnTo>
                  <a:pt x="527" y="755"/>
                </a:lnTo>
                <a:lnTo>
                  <a:pt x="528" y="755"/>
                </a:lnTo>
                <a:lnTo>
                  <a:pt x="528" y="754"/>
                </a:lnTo>
                <a:lnTo>
                  <a:pt x="529" y="753"/>
                </a:lnTo>
                <a:lnTo>
                  <a:pt x="530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5" y="751"/>
                </a:lnTo>
                <a:lnTo>
                  <a:pt x="546" y="751"/>
                </a:lnTo>
                <a:lnTo>
                  <a:pt x="548" y="750"/>
                </a:lnTo>
                <a:lnTo>
                  <a:pt x="549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1" y="747"/>
                </a:lnTo>
                <a:lnTo>
                  <a:pt x="552" y="746"/>
                </a:lnTo>
                <a:lnTo>
                  <a:pt x="553" y="746"/>
                </a:lnTo>
                <a:lnTo>
                  <a:pt x="555" y="746"/>
                </a:lnTo>
                <a:lnTo>
                  <a:pt x="557" y="746"/>
                </a:lnTo>
                <a:lnTo>
                  <a:pt x="558" y="745"/>
                </a:lnTo>
                <a:lnTo>
                  <a:pt x="559" y="745"/>
                </a:lnTo>
                <a:lnTo>
                  <a:pt x="560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5" y="744"/>
                </a:lnTo>
                <a:lnTo>
                  <a:pt x="566" y="744"/>
                </a:lnTo>
                <a:lnTo>
                  <a:pt x="566" y="743"/>
                </a:lnTo>
                <a:lnTo>
                  <a:pt x="567" y="743"/>
                </a:lnTo>
                <a:lnTo>
                  <a:pt x="567" y="742"/>
                </a:lnTo>
                <a:lnTo>
                  <a:pt x="568" y="741"/>
                </a:lnTo>
                <a:lnTo>
                  <a:pt x="568" y="740"/>
                </a:lnTo>
                <a:lnTo>
                  <a:pt x="568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2"/>
                </a:lnTo>
                <a:lnTo>
                  <a:pt x="574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2" y="730"/>
                </a:lnTo>
                <a:lnTo>
                  <a:pt x="585" y="730"/>
                </a:lnTo>
                <a:lnTo>
                  <a:pt x="586" y="730"/>
                </a:lnTo>
                <a:lnTo>
                  <a:pt x="588" y="730"/>
                </a:lnTo>
                <a:lnTo>
                  <a:pt x="592" y="730"/>
                </a:lnTo>
                <a:lnTo>
                  <a:pt x="593" y="730"/>
                </a:lnTo>
                <a:lnTo>
                  <a:pt x="594" y="730"/>
                </a:lnTo>
                <a:lnTo>
                  <a:pt x="595" y="730"/>
                </a:lnTo>
                <a:lnTo>
                  <a:pt x="597" y="731"/>
                </a:lnTo>
                <a:lnTo>
                  <a:pt x="599" y="731"/>
                </a:lnTo>
                <a:lnTo>
                  <a:pt x="600" y="730"/>
                </a:lnTo>
                <a:lnTo>
                  <a:pt x="600" y="729"/>
                </a:lnTo>
                <a:lnTo>
                  <a:pt x="600" y="728"/>
                </a:lnTo>
                <a:lnTo>
                  <a:pt x="602" y="727"/>
                </a:lnTo>
                <a:lnTo>
                  <a:pt x="603" y="726"/>
                </a:lnTo>
                <a:lnTo>
                  <a:pt x="602" y="725"/>
                </a:lnTo>
                <a:lnTo>
                  <a:pt x="601" y="725"/>
                </a:lnTo>
                <a:lnTo>
                  <a:pt x="600" y="724"/>
                </a:lnTo>
                <a:lnTo>
                  <a:pt x="599" y="721"/>
                </a:lnTo>
                <a:lnTo>
                  <a:pt x="598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0" y="715"/>
                </a:lnTo>
                <a:lnTo>
                  <a:pt x="601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2"/>
                </a:lnTo>
                <a:lnTo>
                  <a:pt x="609" y="711"/>
                </a:lnTo>
                <a:lnTo>
                  <a:pt x="610" y="711"/>
                </a:lnTo>
                <a:lnTo>
                  <a:pt x="611" y="711"/>
                </a:lnTo>
                <a:lnTo>
                  <a:pt x="611" y="710"/>
                </a:lnTo>
                <a:lnTo>
                  <a:pt x="612" y="708"/>
                </a:lnTo>
                <a:lnTo>
                  <a:pt x="611" y="707"/>
                </a:lnTo>
                <a:lnTo>
                  <a:pt x="610" y="705"/>
                </a:lnTo>
                <a:lnTo>
                  <a:pt x="610" y="704"/>
                </a:lnTo>
                <a:lnTo>
                  <a:pt x="610" y="703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4"/>
                </a:lnTo>
                <a:lnTo>
                  <a:pt x="606" y="693"/>
                </a:lnTo>
                <a:lnTo>
                  <a:pt x="604" y="691"/>
                </a:lnTo>
                <a:lnTo>
                  <a:pt x="604" y="690"/>
                </a:lnTo>
                <a:lnTo>
                  <a:pt x="604" y="688"/>
                </a:lnTo>
                <a:lnTo>
                  <a:pt x="604" y="686"/>
                </a:lnTo>
                <a:lnTo>
                  <a:pt x="605" y="685"/>
                </a:lnTo>
                <a:lnTo>
                  <a:pt x="607" y="684"/>
                </a:lnTo>
                <a:lnTo>
                  <a:pt x="610" y="683"/>
                </a:lnTo>
                <a:lnTo>
                  <a:pt x="610" y="682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1"/>
                </a:lnTo>
                <a:lnTo>
                  <a:pt x="606" y="680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0" y="669"/>
                </a:lnTo>
                <a:lnTo>
                  <a:pt x="601" y="669"/>
                </a:lnTo>
                <a:lnTo>
                  <a:pt x="601" y="667"/>
                </a:lnTo>
                <a:lnTo>
                  <a:pt x="601" y="666"/>
                </a:lnTo>
                <a:lnTo>
                  <a:pt x="602" y="665"/>
                </a:lnTo>
                <a:lnTo>
                  <a:pt x="604" y="664"/>
                </a:lnTo>
                <a:lnTo>
                  <a:pt x="606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7" y="650"/>
                </a:lnTo>
                <a:lnTo>
                  <a:pt x="617" y="649"/>
                </a:lnTo>
                <a:lnTo>
                  <a:pt x="618" y="649"/>
                </a:lnTo>
                <a:lnTo>
                  <a:pt x="618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48"/>
                </a:lnTo>
                <a:lnTo>
                  <a:pt x="621" y="649"/>
                </a:lnTo>
                <a:lnTo>
                  <a:pt x="624" y="649"/>
                </a:lnTo>
                <a:lnTo>
                  <a:pt x="624" y="648"/>
                </a:lnTo>
                <a:lnTo>
                  <a:pt x="624" y="647"/>
                </a:lnTo>
                <a:lnTo>
                  <a:pt x="626" y="647"/>
                </a:lnTo>
                <a:lnTo>
                  <a:pt x="626" y="646"/>
                </a:lnTo>
                <a:lnTo>
                  <a:pt x="627" y="646"/>
                </a:lnTo>
                <a:lnTo>
                  <a:pt x="627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3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9" y="637"/>
                </a:lnTo>
                <a:lnTo>
                  <a:pt x="627" y="636"/>
                </a:lnTo>
                <a:lnTo>
                  <a:pt x="626" y="635"/>
                </a:lnTo>
                <a:lnTo>
                  <a:pt x="625" y="635"/>
                </a:lnTo>
                <a:lnTo>
                  <a:pt x="624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2"/>
                </a:lnTo>
                <a:lnTo>
                  <a:pt x="620" y="631"/>
                </a:lnTo>
                <a:lnTo>
                  <a:pt x="620" y="630"/>
                </a:lnTo>
                <a:lnTo>
                  <a:pt x="619" y="630"/>
                </a:lnTo>
                <a:lnTo>
                  <a:pt x="619" y="629"/>
                </a:lnTo>
                <a:lnTo>
                  <a:pt x="620" y="628"/>
                </a:lnTo>
                <a:lnTo>
                  <a:pt x="621" y="627"/>
                </a:lnTo>
                <a:lnTo>
                  <a:pt x="624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30" y="625"/>
                </a:lnTo>
                <a:lnTo>
                  <a:pt x="632" y="624"/>
                </a:lnTo>
                <a:lnTo>
                  <a:pt x="634" y="623"/>
                </a:lnTo>
                <a:lnTo>
                  <a:pt x="635" y="622"/>
                </a:lnTo>
                <a:lnTo>
                  <a:pt x="636" y="622"/>
                </a:lnTo>
                <a:lnTo>
                  <a:pt x="638" y="620"/>
                </a:lnTo>
                <a:lnTo>
                  <a:pt x="639" y="619"/>
                </a:lnTo>
                <a:lnTo>
                  <a:pt x="640" y="618"/>
                </a:lnTo>
                <a:lnTo>
                  <a:pt x="641" y="618"/>
                </a:lnTo>
                <a:lnTo>
                  <a:pt x="642" y="618"/>
                </a:lnTo>
                <a:lnTo>
                  <a:pt x="643" y="617"/>
                </a:lnTo>
                <a:lnTo>
                  <a:pt x="645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8"/>
                </a:lnTo>
                <a:lnTo>
                  <a:pt x="652" y="619"/>
                </a:lnTo>
                <a:lnTo>
                  <a:pt x="653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8" y="615"/>
                </a:lnTo>
                <a:lnTo>
                  <a:pt x="659" y="614"/>
                </a:lnTo>
                <a:lnTo>
                  <a:pt x="658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6"/>
                </a:lnTo>
                <a:lnTo>
                  <a:pt x="656" y="605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6" y="600"/>
                </a:lnTo>
                <a:lnTo>
                  <a:pt x="655" y="600"/>
                </a:lnTo>
                <a:lnTo>
                  <a:pt x="653" y="600"/>
                </a:lnTo>
                <a:lnTo>
                  <a:pt x="651" y="600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0" y="595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3" y="591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5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3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38"/>
                </a:lnTo>
                <a:lnTo>
                  <a:pt x="630" y="537"/>
                </a:lnTo>
                <a:lnTo>
                  <a:pt x="629" y="536"/>
                </a:lnTo>
                <a:lnTo>
                  <a:pt x="630" y="535"/>
                </a:lnTo>
                <a:lnTo>
                  <a:pt x="630" y="534"/>
                </a:lnTo>
                <a:lnTo>
                  <a:pt x="629" y="533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7" y="530"/>
                </a:lnTo>
                <a:lnTo>
                  <a:pt x="627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6"/>
                </a:lnTo>
                <a:lnTo>
                  <a:pt x="627" y="525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1" y="510"/>
                </a:lnTo>
                <a:lnTo>
                  <a:pt x="622" y="508"/>
                </a:lnTo>
                <a:lnTo>
                  <a:pt x="622" y="506"/>
                </a:lnTo>
                <a:lnTo>
                  <a:pt x="622" y="505"/>
                </a:lnTo>
                <a:lnTo>
                  <a:pt x="622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8"/>
                </a:lnTo>
                <a:lnTo>
                  <a:pt x="620" y="494"/>
                </a:lnTo>
                <a:lnTo>
                  <a:pt x="620" y="491"/>
                </a:lnTo>
                <a:lnTo>
                  <a:pt x="620" y="489"/>
                </a:lnTo>
                <a:lnTo>
                  <a:pt x="619" y="487"/>
                </a:lnTo>
                <a:lnTo>
                  <a:pt x="618" y="484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7"/>
                </a:lnTo>
                <a:lnTo>
                  <a:pt x="619" y="475"/>
                </a:lnTo>
                <a:lnTo>
                  <a:pt x="620" y="474"/>
                </a:lnTo>
                <a:lnTo>
                  <a:pt x="620" y="472"/>
                </a:lnTo>
                <a:lnTo>
                  <a:pt x="621" y="471"/>
                </a:lnTo>
                <a:lnTo>
                  <a:pt x="621" y="469"/>
                </a:lnTo>
                <a:lnTo>
                  <a:pt x="622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6" y="459"/>
                </a:lnTo>
                <a:lnTo>
                  <a:pt x="615" y="458"/>
                </a:lnTo>
                <a:lnTo>
                  <a:pt x="614" y="457"/>
                </a:lnTo>
                <a:lnTo>
                  <a:pt x="613" y="457"/>
                </a:lnTo>
                <a:lnTo>
                  <a:pt x="610" y="456"/>
                </a:lnTo>
                <a:lnTo>
                  <a:pt x="608" y="456"/>
                </a:lnTo>
                <a:lnTo>
                  <a:pt x="607" y="456"/>
                </a:lnTo>
                <a:lnTo>
                  <a:pt x="606" y="455"/>
                </a:lnTo>
                <a:lnTo>
                  <a:pt x="605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599" y="444"/>
                </a:lnTo>
                <a:lnTo>
                  <a:pt x="599" y="445"/>
                </a:lnTo>
                <a:lnTo>
                  <a:pt x="598" y="445"/>
                </a:lnTo>
                <a:lnTo>
                  <a:pt x="596" y="446"/>
                </a:lnTo>
                <a:lnTo>
                  <a:pt x="595" y="446"/>
                </a:lnTo>
                <a:lnTo>
                  <a:pt x="594" y="446"/>
                </a:lnTo>
                <a:lnTo>
                  <a:pt x="591" y="446"/>
                </a:lnTo>
                <a:lnTo>
                  <a:pt x="589" y="447"/>
                </a:lnTo>
                <a:lnTo>
                  <a:pt x="588" y="447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5" y="445"/>
                </a:lnTo>
                <a:lnTo>
                  <a:pt x="584" y="444"/>
                </a:lnTo>
                <a:lnTo>
                  <a:pt x="583" y="444"/>
                </a:lnTo>
                <a:lnTo>
                  <a:pt x="581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0"/>
                </a:lnTo>
                <a:lnTo>
                  <a:pt x="582" y="439"/>
                </a:lnTo>
                <a:lnTo>
                  <a:pt x="581" y="439"/>
                </a:lnTo>
                <a:lnTo>
                  <a:pt x="579" y="438"/>
                </a:lnTo>
                <a:lnTo>
                  <a:pt x="578" y="438"/>
                </a:lnTo>
                <a:lnTo>
                  <a:pt x="576" y="438"/>
                </a:lnTo>
                <a:lnTo>
                  <a:pt x="575" y="437"/>
                </a:lnTo>
                <a:lnTo>
                  <a:pt x="576" y="436"/>
                </a:lnTo>
                <a:lnTo>
                  <a:pt x="577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1"/>
                </a:lnTo>
                <a:lnTo>
                  <a:pt x="584" y="431"/>
                </a:lnTo>
                <a:lnTo>
                  <a:pt x="585" y="430"/>
                </a:lnTo>
                <a:lnTo>
                  <a:pt x="586" y="429"/>
                </a:lnTo>
                <a:lnTo>
                  <a:pt x="587" y="428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4"/>
                </a:lnTo>
                <a:lnTo>
                  <a:pt x="592" y="424"/>
                </a:lnTo>
                <a:lnTo>
                  <a:pt x="593" y="423"/>
                </a:lnTo>
                <a:lnTo>
                  <a:pt x="594" y="422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7" y="423"/>
                </a:lnTo>
                <a:lnTo>
                  <a:pt x="598" y="423"/>
                </a:lnTo>
                <a:lnTo>
                  <a:pt x="598" y="422"/>
                </a:lnTo>
                <a:lnTo>
                  <a:pt x="598" y="421"/>
                </a:lnTo>
                <a:lnTo>
                  <a:pt x="599" y="421"/>
                </a:lnTo>
                <a:lnTo>
                  <a:pt x="600" y="421"/>
                </a:lnTo>
                <a:lnTo>
                  <a:pt x="600" y="422"/>
                </a:lnTo>
                <a:lnTo>
                  <a:pt x="603" y="424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2" y="420"/>
                </a:lnTo>
                <a:lnTo>
                  <a:pt x="614" y="420"/>
                </a:lnTo>
                <a:lnTo>
                  <a:pt x="615" y="420"/>
                </a:lnTo>
                <a:lnTo>
                  <a:pt x="615" y="421"/>
                </a:lnTo>
                <a:lnTo>
                  <a:pt x="616" y="422"/>
                </a:lnTo>
                <a:lnTo>
                  <a:pt x="617" y="423"/>
                </a:lnTo>
                <a:lnTo>
                  <a:pt x="619" y="423"/>
                </a:lnTo>
                <a:lnTo>
                  <a:pt x="621" y="423"/>
                </a:lnTo>
                <a:lnTo>
                  <a:pt x="622" y="422"/>
                </a:lnTo>
                <a:lnTo>
                  <a:pt x="626" y="420"/>
                </a:lnTo>
                <a:lnTo>
                  <a:pt x="626" y="419"/>
                </a:lnTo>
                <a:lnTo>
                  <a:pt x="626" y="417"/>
                </a:lnTo>
                <a:lnTo>
                  <a:pt x="627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4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8" y="416"/>
                </a:lnTo>
                <a:lnTo>
                  <a:pt x="639" y="417"/>
                </a:lnTo>
                <a:lnTo>
                  <a:pt x="640" y="417"/>
                </a:lnTo>
                <a:lnTo>
                  <a:pt x="640" y="416"/>
                </a:lnTo>
                <a:lnTo>
                  <a:pt x="641" y="416"/>
                </a:lnTo>
                <a:lnTo>
                  <a:pt x="643" y="415"/>
                </a:lnTo>
                <a:lnTo>
                  <a:pt x="645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2" y="411"/>
                </a:lnTo>
                <a:lnTo>
                  <a:pt x="651" y="410"/>
                </a:lnTo>
                <a:lnTo>
                  <a:pt x="651" y="409"/>
                </a:lnTo>
                <a:lnTo>
                  <a:pt x="652" y="409"/>
                </a:lnTo>
                <a:lnTo>
                  <a:pt x="653" y="410"/>
                </a:lnTo>
                <a:lnTo>
                  <a:pt x="654" y="410"/>
                </a:lnTo>
                <a:lnTo>
                  <a:pt x="654" y="411"/>
                </a:lnTo>
                <a:lnTo>
                  <a:pt x="655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9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3" y="410"/>
                </a:lnTo>
                <a:lnTo>
                  <a:pt x="674" y="410"/>
                </a:lnTo>
                <a:lnTo>
                  <a:pt x="675" y="411"/>
                </a:lnTo>
                <a:lnTo>
                  <a:pt x="676" y="411"/>
                </a:lnTo>
                <a:lnTo>
                  <a:pt x="679" y="410"/>
                </a:lnTo>
                <a:lnTo>
                  <a:pt x="681" y="410"/>
                </a:lnTo>
                <a:lnTo>
                  <a:pt x="681" y="409"/>
                </a:lnTo>
                <a:lnTo>
                  <a:pt x="682" y="409"/>
                </a:lnTo>
                <a:lnTo>
                  <a:pt x="684" y="409"/>
                </a:lnTo>
                <a:lnTo>
                  <a:pt x="684" y="408"/>
                </a:lnTo>
                <a:lnTo>
                  <a:pt x="684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90" y="405"/>
                </a:lnTo>
                <a:lnTo>
                  <a:pt x="690" y="406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3"/>
                </a:lnTo>
                <a:lnTo>
                  <a:pt x="700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6" y="401"/>
                </a:lnTo>
                <a:lnTo>
                  <a:pt x="707" y="400"/>
                </a:lnTo>
                <a:lnTo>
                  <a:pt x="709" y="400"/>
                </a:lnTo>
                <a:lnTo>
                  <a:pt x="710" y="401"/>
                </a:lnTo>
                <a:lnTo>
                  <a:pt x="711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400"/>
                </a:lnTo>
                <a:lnTo>
                  <a:pt x="718" y="400"/>
                </a:lnTo>
                <a:lnTo>
                  <a:pt x="720" y="400"/>
                </a:lnTo>
                <a:lnTo>
                  <a:pt x="721" y="399"/>
                </a:lnTo>
                <a:lnTo>
                  <a:pt x="722" y="399"/>
                </a:lnTo>
                <a:lnTo>
                  <a:pt x="723" y="399"/>
                </a:lnTo>
                <a:lnTo>
                  <a:pt x="724" y="398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5" y="391"/>
                </a:lnTo>
                <a:lnTo>
                  <a:pt x="737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6" y="389"/>
                </a:lnTo>
                <a:lnTo>
                  <a:pt x="747" y="388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50" y="391"/>
                </a:lnTo>
                <a:lnTo>
                  <a:pt x="751" y="393"/>
                </a:lnTo>
                <a:lnTo>
                  <a:pt x="751" y="394"/>
                </a:lnTo>
                <a:lnTo>
                  <a:pt x="752" y="394"/>
                </a:lnTo>
                <a:lnTo>
                  <a:pt x="753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6" y="399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59" y="403"/>
                </a:lnTo>
                <a:lnTo>
                  <a:pt x="760" y="404"/>
                </a:lnTo>
                <a:lnTo>
                  <a:pt x="760" y="403"/>
                </a:lnTo>
                <a:lnTo>
                  <a:pt x="761" y="403"/>
                </a:lnTo>
                <a:lnTo>
                  <a:pt x="762" y="403"/>
                </a:lnTo>
                <a:lnTo>
                  <a:pt x="764" y="403"/>
                </a:lnTo>
                <a:lnTo>
                  <a:pt x="765" y="403"/>
                </a:lnTo>
                <a:lnTo>
                  <a:pt x="766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4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1" y="402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0" y="409"/>
                </a:lnTo>
                <a:lnTo>
                  <a:pt x="816" y="407"/>
                </a:lnTo>
                <a:lnTo>
                  <a:pt x="819" y="404"/>
                </a:lnTo>
                <a:lnTo>
                  <a:pt x="821" y="392"/>
                </a:lnTo>
                <a:lnTo>
                  <a:pt x="817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3" y="354"/>
                </a:lnTo>
                <a:lnTo>
                  <a:pt x="793" y="353"/>
                </a:lnTo>
                <a:lnTo>
                  <a:pt x="795" y="350"/>
                </a:lnTo>
                <a:lnTo>
                  <a:pt x="796" y="349"/>
                </a:lnTo>
                <a:lnTo>
                  <a:pt x="797" y="349"/>
                </a:lnTo>
                <a:lnTo>
                  <a:pt x="797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8" y="331"/>
                </a:lnTo>
                <a:lnTo>
                  <a:pt x="801" y="329"/>
                </a:lnTo>
                <a:lnTo>
                  <a:pt x="802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3" y="309"/>
                </a:lnTo>
                <a:lnTo>
                  <a:pt x="821" y="295"/>
                </a:lnTo>
                <a:lnTo>
                  <a:pt x="832" y="275"/>
                </a:lnTo>
                <a:lnTo>
                  <a:pt x="836" y="264"/>
                </a:lnTo>
                <a:lnTo>
                  <a:pt x="837" y="256"/>
                </a:lnTo>
                <a:lnTo>
                  <a:pt x="841" y="246"/>
                </a:lnTo>
                <a:lnTo>
                  <a:pt x="846" y="244"/>
                </a:lnTo>
                <a:lnTo>
                  <a:pt x="845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1" y="222"/>
                </a:lnTo>
                <a:lnTo>
                  <a:pt x="851" y="221"/>
                </a:lnTo>
                <a:lnTo>
                  <a:pt x="853" y="220"/>
                </a:lnTo>
                <a:lnTo>
                  <a:pt x="854" y="218"/>
                </a:lnTo>
                <a:lnTo>
                  <a:pt x="856" y="216"/>
                </a:lnTo>
                <a:lnTo>
                  <a:pt x="856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7"/>
                </a:lnTo>
                <a:lnTo>
                  <a:pt x="859" y="206"/>
                </a:lnTo>
                <a:lnTo>
                  <a:pt x="859" y="205"/>
                </a:lnTo>
                <a:lnTo>
                  <a:pt x="859" y="204"/>
                </a:lnTo>
                <a:lnTo>
                  <a:pt x="859" y="202"/>
                </a:lnTo>
                <a:lnTo>
                  <a:pt x="859" y="201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5" y="200"/>
                </a:lnTo>
                <a:lnTo>
                  <a:pt x="866" y="200"/>
                </a:lnTo>
                <a:lnTo>
                  <a:pt x="868" y="199"/>
                </a:lnTo>
                <a:lnTo>
                  <a:pt x="869" y="199"/>
                </a:lnTo>
                <a:lnTo>
                  <a:pt x="870" y="198"/>
                </a:lnTo>
                <a:lnTo>
                  <a:pt x="871" y="199"/>
                </a:lnTo>
                <a:lnTo>
                  <a:pt x="872" y="200"/>
                </a:lnTo>
                <a:lnTo>
                  <a:pt x="873" y="200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7" y="203"/>
                </a:lnTo>
                <a:lnTo>
                  <a:pt x="878" y="204"/>
                </a:lnTo>
                <a:lnTo>
                  <a:pt x="879" y="205"/>
                </a:lnTo>
                <a:lnTo>
                  <a:pt x="880" y="205"/>
                </a:lnTo>
                <a:lnTo>
                  <a:pt x="882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3" y="209"/>
                </a:lnTo>
                <a:lnTo>
                  <a:pt x="894" y="210"/>
                </a:lnTo>
                <a:lnTo>
                  <a:pt x="895" y="211"/>
                </a:lnTo>
                <a:lnTo>
                  <a:pt x="895" y="210"/>
                </a:lnTo>
                <a:lnTo>
                  <a:pt x="896" y="210"/>
                </a:lnTo>
                <a:lnTo>
                  <a:pt x="898" y="209"/>
                </a:lnTo>
                <a:lnTo>
                  <a:pt x="899" y="210"/>
                </a:lnTo>
                <a:lnTo>
                  <a:pt x="900" y="210"/>
                </a:lnTo>
                <a:lnTo>
                  <a:pt x="900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8" y="214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8"/>
                </a:lnTo>
                <a:lnTo>
                  <a:pt x="915" y="218"/>
                </a:lnTo>
                <a:lnTo>
                  <a:pt x="917" y="218"/>
                </a:lnTo>
                <a:lnTo>
                  <a:pt x="918" y="219"/>
                </a:lnTo>
                <a:lnTo>
                  <a:pt x="919" y="219"/>
                </a:lnTo>
                <a:lnTo>
                  <a:pt x="920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1"/>
                </a:lnTo>
                <a:lnTo>
                  <a:pt x="921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8" y="221"/>
                </a:lnTo>
                <a:lnTo>
                  <a:pt x="930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5"/>
                </a:lnTo>
                <a:lnTo>
                  <a:pt x="938" y="224"/>
                </a:lnTo>
                <a:lnTo>
                  <a:pt x="939" y="224"/>
                </a:lnTo>
                <a:lnTo>
                  <a:pt x="939" y="225"/>
                </a:lnTo>
                <a:lnTo>
                  <a:pt x="940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4" y="225"/>
                </a:lnTo>
                <a:lnTo>
                  <a:pt x="945" y="225"/>
                </a:lnTo>
                <a:lnTo>
                  <a:pt x="945" y="224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2" y="226"/>
                </a:lnTo>
                <a:lnTo>
                  <a:pt x="955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4" y="222"/>
                </a:lnTo>
                <a:lnTo>
                  <a:pt x="965" y="222"/>
                </a:lnTo>
                <a:lnTo>
                  <a:pt x="967" y="223"/>
                </a:lnTo>
                <a:lnTo>
                  <a:pt x="968" y="223"/>
                </a:lnTo>
                <a:lnTo>
                  <a:pt x="969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7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2" y="223"/>
                </a:lnTo>
                <a:lnTo>
                  <a:pt x="984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6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4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8" y="225"/>
                </a:lnTo>
                <a:lnTo>
                  <a:pt x="1020" y="226"/>
                </a:lnTo>
                <a:lnTo>
                  <a:pt x="1022" y="227"/>
                </a:lnTo>
                <a:lnTo>
                  <a:pt x="1023" y="227"/>
                </a:lnTo>
                <a:lnTo>
                  <a:pt x="1024" y="229"/>
                </a:lnTo>
                <a:lnTo>
                  <a:pt x="1025" y="230"/>
                </a:lnTo>
                <a:lnTo>
                  <a:pt x="1028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1"/>
                </a:lnTo>
                <a:lnTo>
                  <a:pt x="1036" y="231"/>
                </a:lnTo>
                <a:lnTo>
                  <a:pt x="1037" y="230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1" y="224"/>
                </a:lnTo>
                <a:lnTo>
                  <a:pt x="1052" y="223"/>
                </a:lnTo>
                <a:lnTo>
                  <a:pt x="1053" y="222"/>
                </a:lnTo>
                <a:lnTo>
                  <a:pt x="1054" y="220"/>
                </a:lnTo>
                <a:lnTo>
                  <a:pt x="1055" y="218"/>
                </a:lnTo>
                <a:lnTo>
                  <a:pt x="1056" y="217"/>
                </a:lnTo>
                <a:lnTo>
                  <a:pt x="1058" y="217"/>
                </a:lnTo>
                <a:lnTo>
                  <a:pt x="1060" y="217"/>
                </a:lnTo>
                <a:lnTo>
                  <a:pt x="1061" y="217"/>
                </a:lnTo>
                <a:lnTo>
                  <a:pt x="1061" y="216"/>
                </a:lnTo>
                <a:lnTo>
                  <a:pt x="1062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8"/>
                </a:lnTo>
                <a:lnTo>
                  <a:pt x="1072" y="217"/>
                </a:lnTo>
                <a:lnTo>
                  <a:pt x="1073" y="217"/>
                </a:lnTo>
                <a:lnTo>
                  <a:pt x="1075" y="217"/>
                </a:lnTo>
                <a:lnTo>
                  <a:pt x="1077" y="216"/>
                </a:lnTo>
                <a:lnTo>
                  <a:pt x="1078" y="216"/>
                </a:lnTo>
                <a:lnTo>
                  <a:pt x="1079" y="217"/>
                </a:lnTo>
                <a:lnTo>
                  <a:pt x="1080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5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2" y="205"/>
                </a:lnTo>
                <a:lnTo>
                  <a:pt x="1095" y="202"/>
                </a:lnTo>
                <a:lnTo>
                  <a:pt x="1096" y="201"/>
                </a:lnTo>
                <a:lnTo>
                  <a:pt x="1097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099" y="195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7" y="190"/>
                </a:lnTo>
                <a:lnTo>
                  <a:pt x="1098" y="188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2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7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2" y="171"/>
                </a:lnTo>
                <a:lnTo>
                  <a:pt x="1092" y="169"/>
                </a:lnTo>
                <a:lnTo>
                  <a:pt x="1093" y="167"/>
                </a:lnTo>
                <a:lnTo>
                  <a:pt x="1092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1" y="158"/>
                </a:lnTo>
                <a:lnTo>
                  <a:pt x="1089" y="138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4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7" y="107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8" y="104"/>
                </a:lnTo>
                <a:lnTo>
                  <a:pt x="1089" y="104"/>
                </a:lnTo>
                <a:lnTo>
                  <a:pt x="1089" y="103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0" y="100"/>
                </a:lnTo>
                <a:lnTo>
                  <a:pt x="1091" y="100"/>
                </a:lnTo>
                <a:lnTo>
                  <a:pt x="1092" y="100"/>
                </a:lnTo>
                <a:lnTo>
                  <a:pt x="1092" y="99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4" y="97"/>
                </a:lnTo>
                <a:lnTo>
                  <a:pt x="1095" y="97"/>
                </a:lnTo>
                <a:lnTo>
                  <a:pt x="1095" y="96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8" y="94"/>
                </a:lnTo>
                <a:lnTo>
                  <a:pt x="1098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79"/>
                </a:lnTo>
                <a:lnTo>
                  <a:pt x="1107" y="78"/>
                </a:lnTo>
                <a:lnTo>
                  <a:pt x="1108" y="78"/>
                </a:lnTo>
                <a:lnTo>
                  <a:pt x="1109" y="78"/>
                </a:lnTo>
                <a:lnTo>
                  <a:pt x="1110" y="77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4" y="76"/>
                </a:lnTo>
                <a:lnTo>
                  <a:pt x="1115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33" y="75"/>
                </a:lnTo>
                <a:lnTo>
                  <a:pt x="1147" y="76"/>
                </a:lnTo>
                <a:lnTo>
                  <a:pt x="1148" y="76"/>
                </a:lnTo>
                <a:lnTo>
                  <a:pt x="1149" y="76"/>
                </a:lnTo>
                <a:lnTo>
                  <a:pt x="1149" y="75"/>
                </a:lnTo>
                <a:lnTo>
                  <a:pt x="1150" y="75"/>
                </a:lnTo>
                <a:lnTo>
                  <a:pt x="1150" y="74"/>
                </a:lnTo>
                <a:lnTo>
                  <a:pt x="1151" y="74"/>
                </a:lnTo>
                <a:lnTo>
                  <a:pt x="1152" y="74"/>
                </a:lnTo>
                <a:lnTo>
                  <a:pt x="1152" y="73"/>
                </a:lnTo>
                <a:lnTo>
                  <a:pt x="1153" y="73"/>
                </a:lnTo>
                <a:lnTo>
                  <a:pt x="1153" y="72"/>
                </a:lnTo>
                <a:lnTo>
                  <a:pt x="1154" y="72"/>
                </a:lnTo>
                <a:lnTo>
                  <a:pt x="1155" y="71"/>
                </a:lnTo>
                <a:lnTo>
                  <a:pt x="1155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0" y="69"/>
                </a:lnTo>
                <a:lnTo>
                  <a:pt x="1161" y="69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1" y="61"/>
                </a:lnTo>
                <a:lnTo>
                  <a:pt x="1182" y="61"/>
                </a:lnTo>
                <a:lnTo>
                  <a:pt x="1182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4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0" y="53"/>
                </a:lnTo>
                <a:lnTo>
                  <a:pt x="1191" y="52"/>
                </a:lnTo>
                <a:lnTo>
                  <a:pt x="1191" y="51"/>
                </a:lnTo>
                <a:lnTo>
                  <a:pt x="1193" y="51"/>
                </a:lnTo>
                <a:lnTo>
                  <a:pt x="1195" y="49"/>
                </a:lnTo>
                <a:lnTo>
                  <a:pt x="1196" y="47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7" y="43"/>
                </a:lnTo>
                <a:lnTo>
                  <a:pt x="1196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199" y="32"/>
                </a:lnTo>
                <a:lnTo>
                  <a:pt x="1199" y="31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8"/>
                </a:lnTo>
                <a:lnTo>
                  <a:pt x="1194" y="17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1" y="13"/>
                </a:lnTo>
                <a:lnTo>
                  <a:pt x="1202" y="13"/>
                </a:lnTo>
                <a:lnTo>
                  <a:pt x="1203" y="12"/>
                </a:lnTo>
                <a:lnTo>
                  <a:pt x="1204" y="11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3" y="5"/>
                </a:lnTo>
                <a:lnTo>
                  <a:pt x="1214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9" y="4"/>
                </a:lnTo>
                <a:lnTo>
                  <a:pt x="1220" y="4"/>
                </a:lnTo>
                <a:lnTo>
                  <a:pt x="1221" y="5"/>
                </a:lnTo>
                <a:lnTo>
                  <a:pt x="1222" y="4"/>
                </a:lnTo>
                <a:lnTo>
                  <a:pt x="1223" y="4"/>
                </a:lnTo>
                <a:lnTo>
                  <a:pt x="1224" y="4"/>
                </a:lnTo>
                <a:lnTo>
                  <a:pt x="1225" y="4"/>
                </a:lnTo>
                <a:lnTo>
                  <a:pt x="1226" y="3"/>
                </a:lnTo>
                <a:lnTo>
                  <a:pt x="1227" y="3"/>
                </a:lnTo>
                <a:lnTo>
                  <a:pt x="1227" y="2"/>
                </a:lnTo>
                <a:lnTo>
                  <a:pt x="1230" y="2"/>
                </a:lnTo>
                <a:lnTo>
                  <a:pt x="1231" y="3"/>
                </a:lnTo>
                <a:lnTo>
                  <a:pt x="1232" y="3"/>
                </a:lnTo>
                <a:lnTo>
                  <a:pt x="1235" y="4"/>
                </a:lnTo>
                <a:lnTo>
                  <a:pt x="1236" y="4"/>
                </a:lnTo>
                <a:lnTo>
                  <a:pt x="1238" y="7"/>
                </a:lnTo>
                <a:lnTo>
                  <a:pt x="1242" y="6"/>
                </a:lnTo>
                <a:lnTo>
                  <a:pt x="1243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0"/>
                </a:lnTo>
                <a:lnTo>
                  <a:pt x="1256" y="10"/>
                </a:lnTo>
                <a:lnTo>
                  <a:pt x="1257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2" y="8"/>
                </a:lnTo>
                <a:lnTo>
                  <a:pt x="1263" y="8"/>
                </a:lnTo>
                <a:lnTo>
                  <a:pt x="1263" y="7"/>
                </a:lnTo>
                <a:lnTo>
                  <a:pt x="1263" y="6"/>
                </a:lnTo>
                <a:lnTo>
                  <a:pt x="1261" y="5"/>
                </a:lnTo>
                <a:lnTo>
                  <a:pt x="1261" y="4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0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79" y="1"/>
                </a:lnTo>
                <a:lnTo>
                  <a:pt x="1280" y="0"/>
                </a:lnTo>
                <a:lnTo>
                  <a:pt x="1282" y="0"/>
                </a:lnTo>
                <a:lnTo>
                  <a:pt x="1283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3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4" y="8"/>
                </a:lnTo>
                <a:lnTo>
                  <a:pt x="1293" y="9"/>
                </a:lnTo>
                <a:lnTo>
                  <a:pt x="1293" y="10"/>
                </a:lnTo>
                <a:lnTo>
                  <a:pt x="1294" y="10"/>
                </a:lnTo>
                <a:lnTo>
                  <a:pt x="1294" y="11"/>
                </a:lnTo>
                <a:lnTo>
                  <a:pt x="1293" y="12"/>
                </a:lnTo>
                <a:lnTo>
                  <a:pt x="1292" y="12"/>
                </a:lnTo>
                <a:lnTo>
                  <a:pt x="1292" y="13"/>
                </a:lnTo>
                <a:lnTo>
                  <a:pt x="1292" y="14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6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3" y="24"/>
                </a:lnTo>
                <a:lnTo>
                  <a:pt x="1292" y="24"/>
                </a:lnTo>
                <a:lnTo>
                  <a:pt x="1291" y="23"/>
                </a:lnTo>
                <a:lnTo>
                  <a:pt x="1290" y="24"/>
                </a:lnTo>
                <a:lnTo>
                  <a:pt x="1290" y="25"/>
                </a:lnTo>
                <a:lnTo>
                  <a:pt x="1289" y="25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4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2"/>
                </a:lnTo>
                <a:lnTo>
                  <a:pt x="1287" y="32"/>
                </a:lnTo>
                <a:lnTo>
                  <a:pt x="1287" y="31"/>
                </a:lnTo>
                <a:lnTo>
                  <a:pt x="1288" y="31"/>
                </a:lnTo>
                <a:lnTo>
                  <a:pt x="1288" y="32"/>
                </a:lnTo>
                <a:lnTo>
                  <a:pt x="1288" y="33"/>
                </a:lnTo>
                <a:lnTo>
                  <a:pt x="1289" y="34"/>
                </a:lnTo>
                <a:lnTo>
                  <a:pt x="1290" y="34"/>
                </a:lnTo>
                <a:lnTo>
                  <a:pt x="1291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6"/>
                </a:lnTo>
                <a:lnTo>
                  <a:pt x="1289" y="37"/>
                </a:lnTo>
                <a:lnTo>
                  <a:pt x="1290" y="38"/>
                </a:lnTo>
                <a:lnTo>
                  <a:pt x="1291" y="38"/>
                </a:lnTo>
                <a:lnTo>
                  <a:pt x="1292" y="39"/>
                </a:lnTo>
                <a:lnTo>
                  <a:pt x="1293" y="39"/>
                </a:lnTo>
                <a:lnTo>
                  <a:pt x="1295" y="38"/>
                </a:lnTo>
                <a:lnTo>
                  <a:pt x="1296" y="39"/>
                </a:lnTo>
                <a:lnTo>
                  <a:pt x="1297" y="40"/>
                </a:lnTo>
                <a:lnTo>
                  <a:pt x="1299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7" y="43"/>
                </a:lnTo>
                <a:lnTo>
                  <a:pt x="1311" y="44"/>
                </a:lnTo>
                <a:lnTo>
                  <a:pt x="1312" y="45"/>
                </a:lnTo>
                <a:lnTo>
                  <a:pt x="1312" y="46"/>
                </a:lnTo>
                <a:lnTo>
                  <a:pt x="1312" y="47"/>
                </a:lnTo>
                <a:lnTo>
                  <a:pt x="1313" y="47"/>
                </a:lnTo>
                <a:lnTo>
                  <a:pt x="1313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6" y="48"/>
                </a:lnTo>
                <a:lnTo>
                  <a:pt x="1316" y="49"/>
                </a:lnTo>
                <a:lnTo>
                  <a:pt x="1314" y="50"/>
                </a:lnTo>
                <a:lnTo>
                  <a:pt x="1313" y="51"/>
                </a:lnTo>
                <a:lnTo>
                  <a:pt x="1312" y="52"/>
                </a:lnTo>
                <a:lnTo>
                  <a:pt x="1310" y="53"/>
                </a:lnTo>
                <a:lnTo>
                  <a:pt x="1309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7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09" y="64"/>
                </a:lnTo>
                <a:lnTo>
                  <a:pt x="1310" y="64"/>
                </a:lnTo>
                <a:lnTo>
                  <a:pt x="1311" y="64"/>
                </a:lnTo>
                <a:lnTo>
                  <a:pt x="1313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20" y="67"/>
                </a:lnTo>
                <a:lnTo>
                  <a:pt x="1320" y="66"/>
                </a:lnTo>
                <a:lnTo>
                  <a:pt x="1321" y="67"/>
                </a:lnTo>
                <a:lnTo>
                  <a:pt x="1323" y="69"/>
                </a:lnTo>
                <a:lnTo>
                  <a:pt x="1324" y="69"/>
                </a:lnTo>
                <a:lnTo>
                  <a:pt x="1325" y="70"/>
                </a:lnTo>
                <a:lnTo>
                  <a:pt x="1326" y="69"/>
                </a:lnTo>
                <a:lnTo>
                  <a:pt x="1327" y="69"/>
                </a:lnTo>
                <a:lnTo>
                  <a:pt x="1329" y="70"/>
                </a:lnTo>
                <a:lnTo>
                  <a:pt x="1330" y="69"/>
                </a:lnTo>
                <a:lnTo>
                  <a:pt x="1331" y="70"/>
                </a:lnTo>
                <a:lnTo>
                  <a:pt x="1334" y="71"/>
                </a:lnTo>
                <a:lnTo>
                  <a:pt x="1336" y="72"/>
                </a:lnTo>
                <a:lnTo>
                  <a:pt x="1338" y="72"/>
                </a:lnTo>
                <a:lnTo>
                  <a:pt x="1339" y="73"/>
                </a:lnTo>
                <a:lnTo>
                  <a:pt x="1340" y="73"/>
                </a:lnTo>
                <a:lnTo>
                  <a:pt x="1339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6"/>
                </a:lnTo>
                <a:lnTo>
                  <a:pt x="1342" y="77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0"/>
                </a:lnTo>
                <a:lnTo>
                  <a:pt x="1350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4" y="79"/>
                </a:lnTo>
                <a:lnTo>
                  <a:pt x="1354" y="80"/>
                </a:lnTo>
                <a:lnTo>
                  <a:pt x="1354" y="82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7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1" y="85"/>
                </a:lnTo>
                <a:lnTo>
                  <a:pt x="1362" y="86"/>
                </a:lnTo>
                <a:lnTo>
                  <a:pt x="1361" y="88"/>
                </a:lnTo>
                <a:lnTo>
                  <a:pt x="1360" y="90"/>
                </a:lnTo>
                <a:lnTo>
                  <a:pt x="1359" y="90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4" y="100"/>
                </a:lnTo>
                <a:lnTo>
                  <a:pt x="1364" y="101"/>
                </a:lnTo>
                <a:lnTo>
                  <a:pt x="1365" y="102"/>
                </a:lnTo>
                <a:lnTo>
                  <a:pt x="1367" y="103"/>
                </a:lnTo>
                <a:lnTo>
                  <a:pt x="1368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5" y="109"/>
                </a:lnTo>
                <a:lnTo>
                  <a:pt x="1386" y="109"/>
                </a:lnTo>
                <a:lnTo>
                  <a:pt x="1388" y="109"/>
                </a:lnTo>
                <a:lnTo>
                  <a:pt x="1390" y="109"/>
                </a:lnTo>
                <a:lnTo>
                  <a:pt x="1391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6" y="113"/>
                </a:lnTo>
                <a:lnTo>
                  <a:pt x="1399" y="114"/>
                </a:lnTo>
                <a:lnTo>
                  <a:pt x="1400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6" y="122"/>
                </a:lnTo>
                <a:lnTo>
                  <a:pt x="1408" y="122"/>
                </a:lnTo>
                <a:lnTo>
                  <a:pt x="1410" y="121"/>
                </a:lnTo>
                <a:lnTo>
                  <a:pt x="1411" y="121"/>
                </a:lnTo>
                <a:lnTo>
                  <a:pt x="1412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2"/>
                </a:lnTo>
                <a:lnTo>
                  <a:pt x="1420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3" y="120"/>
                </a:lnTo>
                <a:lnTo>
                  <a:pt x="1424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8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0" y="122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5" y="128"/>
                </a:lnTo>
                <a:lnTo>
                  <a:pt x="1455" y="129"/>
                </a:lnTo>
                <a:lnTo>
                  <a:pt x="1456" y="129"/>
                </a:lnTo>
                <a:lnTo>
                  <a:pt x="1456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8" y="138"/>
                </a:lnTo>
                <a:lnTo>
                  <a:pt x="1469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79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3" y="137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6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2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0"/>
                </a:lnTo>
                <a:lnTo>
                  <a:pt x="1494" y="142"/>
                </a:lnTo>
                <a:lnTo>
                  <a:pt x="1494" y="143"/>
                </a:lnTo>
                <a:lnTo>
                  <a:pt x="1495" y="144"/>
                </a:lnTo>
                <a:lnTo>
                  <a:pt x="1497" y="146"/>
                </a:lnTo>
                <a:lnTo>
                  <a:pt x="1498" y="146"/>
                </a:lnTo>
                <a:lnTo>
                  <a:pt x="1499" y="148"/>
                </a:lnTo>
                <a:lnTo>
                  <a:pt x="1501" y="149"/>
                </a:lnTo>
                <a:lnTo>
                  <a:pt x="1503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2"/>
                </a:lnTo>
                <a:lnTo>
                  <a:pt x="1516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1" y="156"/>
                </a:lnTo>
                <a:lnTo>
                  <a:pt x="1523" y="157"/>
                </a:lnTo>
                <a:lnTo>
                  <a:pt x="1520" y="157"/>
                </a:lnTo>
                <a:lnTo>
                  <a:pt x="1519" y="157"/>
                </a:lnTo>
                <a:lnTo>
                  <a:pt x="1519" y="158"/>
                </a:lnTo>
                <a:lnTo>
                  <a:pt x="1519" y="159"/>
                </a:lnTo>
                <a:lnTo>
                  <a:pt x="1522" y="161"/>
                </a:lnTo>
                <a:lnTo>
                  <a:pt x="1522" y="164"/>
                </a:lnTo>
                <a:lnTo>
                  <a:pt x="1523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0" y="175"/>
                </a:lnTo>
                <a:lnTo>
                  <a:pt x="1530" y="176"/>
                </a:lnTo>
                <a:lnTo>
                  <a:pt x="1530" y="177"/>
                </a:lnTo>
                <a:lnTo>
                  <a:pt x="1529" y="177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2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5" y="195"/>
                </a:lnTo>
                <a:lnTo>
                  <a:pt x="1536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3"/>
                </a:lnTo>
                <a:lnTo>
                  <a:pt x="1541" y="204"/>
                </a:lnTo>
                <a:lnTo>
                  <a:pt x="1541" y="206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7"/>
                </a:lnTo>
                <a:lnTo>
                  <a:pt x="1544" y="209"/>
                </a:lnTo>
                <a:lnTo>
                  <a:pt x="1545" y="209"/>
                </a:lnTo>
                <a:lnTo>
                  <a:pt x="1546" y="209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3"/>
                </a:lnTo>
                <a:lnTo>
                  <a:pt x="1549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8" y="224"/>
                </a:lnTo>
                <a:lnTo>
                  <a:pt x="1559" y="223"/>
                </a:lnTo>
                <a:lnTo>
                  <a:pt x="1560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0" y="230"/>
                </a:lnTo>
                <a:lnTo>
                  <a:pt x="1570" y="231"/>
                </a:lnTo>
                <a:lnTo>
                  <a:pt x="1570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3" y="235"/>
                </a:lnTo>
                <a:lnTo>
                  <a:pt x="1574" y="235"/>
                </a:lnTo>
                <a:lnTo>
                  <a:pt x="1573" y="238"/>
                </a:lnTo>
                <a:lnTo>
                  <a:pt x="1573" y="239"/>
                </a:lnTo>
                <a:lnTo>
                  <a:pt x="1572" y="240"/>
                </a:lnTo>
                <a:lnTo>
                  <a:pt x="1572" y="241"/>
                </a:lnTo>
                <a:lnTo>
                  <a:pt x="1575" y="243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5"/>
                </a:lnTo>
                <a:lnTo>
                  <a:pt x="1579" y="266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3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0" y="276"/>
                </a:lnTo>
                <a:lnTo>
                  <a:pt x="1580" y="277"/>
                </a:lnTo>
                <a:lnTo>
                  <a:pt x="1579" y="278"/>
                </a:lnTo>
                <a:lnTo>
                  <a:pt x="1579" y="280"/>
                </a:lnTo>
                <a:lnTo>
                  <a:pt x="1578" y="281"/>
                </a:lnTo>
                <a:lnTo>
                  <a:pt x="1577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1" y="291"/>
                </a:lnTo>
                <a:lnTo>
                  <a:pt x="1570" y="292"/>
                </a:lnTo>
                <a:lnTo>
                  <a:pt x="1569" y="293"/>
                </a:lnTo>
                <a:lnTo>
                  <a:pt x="1568" y="293"/>
                </a:lnTo>
                <a:lnTo>
                  <a:pt x="1568" y="294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3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8" y="318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69" y="332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49" y="379"/>
                </a:lnTo>
                <a:lnTo>
                  <a:pt x="1550" y="380"/>
                </a:lnTo>
                <a:lnTo>
                  <a:pt x="1552" y="381"/>
                </a:lnTo>
                <a:lnTo>
                  <a:pt x="1554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7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0" y="394"/>
                </a:lnTo>
                <a:lnTo>
                  <a:pt x="1560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6" y="399"/>
                </a:lnTo>
                <a:lnTo>
                  <a:pt x="1568" y="402"/>
                </a:lnTo>
                <a:lnTo>
                  <a:pt x="1566" y="407"/>
                </a:lnTo>
                <a:lnTo>
                  <a:pt x="1567" y="407"/>
                </a:lnTo>
                <a:lnTo>
                  <a:pt x="1567" y="408"/>
                </a:lnTo>
                <a:lnTo>
                  <a:pt x="1574" y="407"/>
                </a:lnTo>
                <a:lnTo>
                  <a:pt x="1577" y="405"/>
                </a:lnTo>
                <a:lnTo>
                  <a:pt x="1579" y="405"/>
                </a:lnTo>
                <a:lnTo>
                  <a:pt x="1582" y="406"/>
                </a:lnTo>
                <a:lnTo>
                  <a:pt x="1585" y="405"/>
                </a:lnTo>
                <a:lnTo>
                  <a:pt x="1586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0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4"/>
                </a:lnTo>
                <a:lnTo>
                  <a:pt x="1605" y="414"/>
                </a:lnTo>
                <a:lnTo>
                  <a:pt x="1607" y="414"/>
                </a:lnTo>
                <a:lnTo>
                  <a:pt x="1609" y="415"/>
                </a:lnTo>
                <a:lnTo>
                  <a:pt x="1611" y="416"/>
                </a:lnTo>
                <a:lnTo>
                  <a:pt x="1613" y="416"/>
                </a:lnTo>
                <a:lnTo>
                  <a:pt x="1612" y="415"/>
                </a:lnTo>
                <a:lnTo>
                  <a:pt x="1616" y="412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0" y="414"/>
                </a:lnTo>
                <a:lnTo>
                  <a:pt x="1621" y="415"/>
                </a:lnTo>
                <a:lnTo>
                  <a:pt x="1622" y="417"/>
                </a:lnTo>
                <a:lnTo>
                  <a:pt x="1623" y="417"/>
                </a:lnTo>
                <a:lnTo>
                  <a:pt x="1626" y="418"/>
                </a:lnTo>
                <a:lnTo>
                  <a:pt x="1628" y="420"/>
                </a:lnTo>
                <a:lnTo>
                  <a:pt x="1629" y="419"/>
                </a:lnTo>
                <a:lnTo>
                  <a:pt x="1630" y="419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1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2" y="419"/>
                </a:lnTo>
                <a:lnTo>
                  <a:pt x="1664" y="419"/>
                </a:lnTo>
                <a:lnTo>
                  <a:pt x="1668" y="419"/>
                </a:lnTo>
                <a:lnTo>
                  <a:pt x="1672" y="419"/>
                </a:lnTo>
                <a:lnTo>
                  <a:pt x="1676" y="419"/>
                </a:lnTo>
                <a:lnTo>
                  <a:pt x="1681" y="422"/>
                </a:lnTo>
                <a:lnTo>
                  <a:pt x="1689" y="426"/>
                </a:lnTo>
                <a:lnTo>
                  <a:pt x="1690" y="425"/>
                </a:lnTo>
                <a:lnTo>
                  <a:pt x="1691" y="425"/>
                </a:lnTo>
                <a:lnTo>
                  <a:pt x="1692" y="425"/>
                </a:lnTo>
                <a:lnTo>
                  <a:pt x="1696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1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5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3"/>
                </a:lnTo>
                <a:lnTo>
                  <a:pt x="1749" y="424"/>
                </a:lnTo>
                <a:lnTo>
                  <a:pt x="1751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1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5" y="427"/>
                </a:lnTo>
                <a:lnTo>
                  <a:pt x="1766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79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6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2"/>
                </a:lnTo>
                <a:lnTo>
                  <a:pt x="1798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3"/>
                </a:lnTo>
                <a:lnTo>
                  <a:pt x="1811" y="434"/>
                </a:lnTo>
                <a:lnTo>
                  <a:pt x="1813" y="435"/>
                </a:lnTo>
                <a:lnTo>
                  <a:pt x="1816" y="436"/>
                </a:lnTo>
                <a:lnTo>
                  <a:pt x="1818" y="437"/>
                </a:lnTo>
                <a:lnTo>
                  <a:pt x="1820" y="438"/>
                </a:lnTo>
                <a:lnTo>
                  <a:pt x="1822" y="438"/>
                </a:lnTo>
                <a:lnTo>
                  <a:pt x="1822" y="439"/>
                </a:lnTo>
                <a:lnTo>
                  <a:pt x="1822" y="441"/>
                </a:lnTo>
                <a:lnTo>
                  <a:pt x="1823" y="441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5"/>
                </a:lnTo>
                <a:lnTo>
                  <a:pt x="1839" y="448"/>
                </a:lnTo>
                <a:lnTo>
                  <a:pt x="1843" y="450"/>
                </a:lnTo>
                <a:lnTo>
                  <a:pt x="1846" y="451"/>
                </a:lnTo>
                <a:lnTo>
                  <a:pt x="1850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7" y="461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8"/>
                </a:lnTo>
                <a:lnTo>
                  <a:pt x="1877" y="470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79" y="476"/>
                </a:lnTo>
                <a:lnTo>
                  <a:pt x="1880" y="477"/>
                </a:lnTo>
                <a:lnTo>
                  <a:pt x="1883" y="476"/>
                </a:lnTo>
                <a:lnTo>
                  <a:pt x="1884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6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2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19" y="495"/>
                </a:lnTo>
                <a:lnTo>
                  <a:pt x="1921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5" y="498"/>
                </a:lnTo>
                <a:lnTo>
                  <a:pt x="1927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49" y="502"/>
                </a:lnTo>
                <a:lnTo>
                  <a:pt x="1955" y="502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1"/>
                </a:lnTo>
                <a:lnTo>
                  <a:pt x="1967" y="527"/>
                </a:lnTo>
                <a:lnTo>
                  <a:pt x="1972" y="527"/>
                </a:lnTo>
                <a:lnTo>
                  <a:pt x="1976" y="529"/>
                </a:lnTo>
                <a:lnTo>
                  <a:pt x="1985" y="529"/>
                </a:lnTo>
                <a:lnTo>
                  <a:pt x="1985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2" y="541"/>
                </a:lnTo>
                <a:lnTo>
                  <a:pt x="1992" y="542"/>
                </a:lnTo>
                <a:lnTo>
                  <a:pt x="1994" y="545"/>
                </a:lnTo>
                <a:lnTo>
                  <a:pt x="1996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2" y="565"/>
                </a:lnTo>
                <a:lnTo>
                  <a:pt x="2004" y="569"/>
                </a:lnTo>
                <a:lnTo>
                  <a:pt x="2004" y="571"/>
                </a:lnTo>
                <a:lnTo>
                  <a:pt x="2011" y="583"/>
                </a:lnTo>
                <a:lnTo>
                  <a:pt x="2015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2" y="610"/>
                </a:lnTo>
                <a:lnTo>
                  <a:pt x="2028" y="615"/>
                </a:lnTo>
                <a:lnTo>
                  <a:pt x="2038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419000" y="2558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44024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549320" y="233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550760" y="2332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54932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6"/>
                </a:move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2"/>
                </a:move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5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349880" y="2281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354200" y="2280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35420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6"/>
                </a:move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28868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279680" y="221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25520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337640" y="215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31496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4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24512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268520" y="2091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fill="none" w="6" h="13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fill="none" w="17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37652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417560" y="2077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427640" y="2076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414320" y="2072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437720" y="207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415400" y="2070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1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440240" y="2066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2"/>
                </a:move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470840" y="204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534920" y="2032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fill="none"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624560" y="203760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60692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54896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55004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60728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53960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2"/>
                </a:move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591440" y="1967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591800" y="196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3"/>
                </a:move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609800" y="196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615200" y="1957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61232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5" y="1"/>
                </a:ln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61628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63320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626720" y="1901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463212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465948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465804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4660200" y="1866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4659840" y="184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4676760" y="1847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467748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678920" y="184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685040" y="184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67460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69512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6742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6753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67676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687920" y="179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695480" y="1796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69404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2"/>
                </a:move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68792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689720" y="1786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691160" y="178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702320" y="178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69944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fill="none" w="19" h="12">
                <a:moveTo>
                  <a:pt x="14" y="1"/>
                </a:moveTo>
                <a:lnTo>
                  <a:pt x="15" y="1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70304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620600" y="1577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647960" y="155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4617000" y="15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4598640" y="1496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468216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0"/>
                </a:move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76388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762440" y="141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76316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76424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762080" y="1416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76460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763880" y="14137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766760" y="141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76712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767480" y="141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76892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77072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477108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77144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77288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77468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77612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965840" y="132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496476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495540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95504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4954680" y="131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3114720" y="917280"/>
            <a:ext cx="1998000" cy="1227960"/>
          </a:xfrm>
          <a:custGeom>
            <a:avLst/>
            <a:gdLst/>
            <a:ahLst/>
            <a:rect l="0" t="0" r="r" b="b"/>
            <a:pathLst>
              <a:path fill="none" w="5550" h="3411">
                <a:moveTo>
                  <a:pt x="4515" y="1"/>
                </a:moveTo>
                <a:lnTo>
                  <a:pt x="4516" y="1"/>
                </a:lnTo>
                <a:lnTo>
                  <a:pt x="4517" y="1"/>
                </a:ln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0" y="4"/>
                </a:lnTo>
                <a:lnTo>
                  <a:pt x="4521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5" y="6"/>
                </a:lnTo>
                <a:lnTo>
                  <a:pt x="4526" y="6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5" y="11"/>
                </a:lnTo>
                <a:lnTo>
                  <a:pt x="4547" y="12"/>
                </a:lnTo>
                <a:lnTo>
                  <a:pt x="4547" y="13"/>
                </a:lnTo>
                <a:lnTo>
                  <a:pt x="4550" y="14"/>
                </a:lnTo>
                <a:lnTo>
                  <a:pt x="4550" y="15"/>
                </a:lnTo>
                <a:lnTo>
                  <a:pt x="4550" y="16"/>
                </a:lnTo>
                <a:lnTo>
                  <a:pt x="4551" y="16"/>
                </a:lnTo>
                <a:lnTo>
                  <a:pt x="4551" y="17"/>
                </a:lnTo>
                <a:lnTo>
                  <a:pt x="4552" y="17"/>
                </a:lnTo>
                <a:lnTo>
                  <a:pt x="4553" y="17"/>
                </a:lnTo>
                <a:lnTo>
                  <a:pt x="4553" y="16"/>
                </a:lnTo>
                <a:lnTo>
                  <a:pt x="4554" y="16"/>
                </a:lnTo>
                <a:lnTo>
                  <a:pt x="4555" y="16"/>
                </a:lnTo>
                <a:lnTo>
                  <a:pt x="4556" y="16"/>
                </a:lnTo>
                <a:lnTo>
                  <a:pt x="4556" y="17"/>
                </a:lnTo>
                <a:lnTo>
                  <a:pt x="4557" y="17"/>
                </a:lnTo>
                <a:lnTo>
                  <a:pt x="4557" y="18"/>
                </a:lnTo>
                <a:lnTo>
                  <a:pt x="4557" y="19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60" y="21"/>
                </a:lnTo>
                <a:lnTo>
                  <a:pt x="4560" y="22"/>
                </a:lnTo>
                <a:lnTo>
                  <a:pt x="4561" y="22"/>
                </a:lnTo>
                <a:lnTo>
                  <a:pt x="4562" y="22"/>
                </a:lnTo>
                <a:lnTo>
                  <a:pt x="4562" y="21"/>
                </a:lnTo>
                <a:lnTo>
                  <a:pt x="4563" y="21"/>
                </a:lnTo>
                <a:lnTo>
                  <a:pt x="4564" y="21"/>
                </a:lnTo>
                <a:lnTo>
                  <a:pt x="4564" y="20"/>
                </a:lnTo>
                <a:lnTo>
                  <a:pt x="4565" y="20"/>
                </a:lnTo>
                <a:lnTo>
                  <a:pt x="4565" y="19"/>
                </a:lnTo>
                <a:lnTo>
                  <a:pt x="4566" y="19"/>
                </a:lnTo>
                <a:lnTo>
                  <a:pt x="4567" y="19"/>
                </a:lnTo>
                <a:lnTo>
                  <a:pt x="4569" y="19"/>
                </a:lnTo>
                <a:lnTo>
                  <a:pt x="4570" y="19"/>
                </a:lnTo>
                <a:lnTo>
                  <a:pt x="4571" y="18"/>
                </a:lnTo>
                <a:lnTo>
                  <a:pt x="4572" y="18"/>
                </a:lnTo>
                <a:lnTo>
                  <a:pt x="4572" y="19"/>
                </a:lnTo>
                <a:lnTo>
                  <a:pt x="4573" y="19"/>
                </a:lnTo>
                <a:lnTo>
                  <a:pt x="4573" y="20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5" y="22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5"/>
                </a:lnTo>
                <a:lnTo>
                  <a:pt x="4581" y="26"/>
                </a:lnTo>
                <a:lnTo>
                  <a:pt x="4581" y="27"/>
                </a:lnTo>
                <a:lnTo>
                  <a:pt x="4581" y="28"/>
                </a:lnTo>
                <a:lnTo>
                  <a:pt x="4582" y="28"/>
                </a:lnTo>
                <a:lnTo>
                  <a:pt x="4582" y="29"/>
                </a:lnTo>
                <a:lnTo>
                  <a:pt x="4582" y="30"/>
                </a:lnTo>
                <a:lnTo>
                  <a:pt x="4583" y="30"/>
                </a:lnTo>
                <a:lnTo>
                  <a:pt x="4583" y="31"/>
                </a:lnTo>
                <a:lnTo>
                  <a:pt x="4584" y="31"/>
                </a:lnTo>
                <a:lnTo>
                  <a:pt x="4585" y="31"/>
                </a:lnTo>
                <a:lnTo>
                  <a:pt x="4586" y="31"/>
                </a:lnTo>
                <a:lnTo>
                  <a:pt x="4586" y="32"/>
                </a:lnTo>
                <a:lnTo>
                  <a:pt x="4587" y="32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6"/>
                </a:lnTo>
                <a:lnTo>
                  <a:pt x="4597" y="36"/>
                </a:lnTo>
                <a:lnTo>
                  <a:pt x="4598" y="37"/>
                </a:lnTo>
                <a:lnTo>
                  <a:pt x="4599" y="37"/>
                </a:lnTo>
                <a:lnTo>
                  <a:pt x="4602" y="36"/>
                </a:lnTo>
                <a:lnTo>
                  <a:pt x="4603" y="36"/>
                </a:lnTo>
                <a:lnTo>
                  <a:pt x="4607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5" y="38"/>
                </a:lnTo>
                <a:lnTo>
                  <a:pt x="4615" y="39"/>
                </a:lnTo>
                <a:lnTo>
                  <a:pt x="4614" y="40"/>
                </a:lnTo>
                <a:lnTo>
                  <a:pt x="4614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8" y="43"/>
                </a:lnTo>
                <a:lnTo>
                  <a:pt x="4621" y="43"/>
                </a:lnTo>
                <a:lnTo>
                  <a:pt x="4622" y="43"/>
                </a:lnTo>
                <a:lnTo>
                  <a:pt x="4623" y="42"/>
                </a:lnTo>
                <a:lnTo>
                  <a:pt x="4624" y="42"/>
                </a:lnTo>
                <a:lnTo>
                  <a:pt x="4625" y="42"/>
                </a:lnTo>
                <a:lnTo>
                  <a:pt x="4625" y="43"/>
                </a:lnTo>
                <a:lnTo>
                  <a:pt x="4626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6"/>
                </a:lnTo>
                <a:lnTo>
                  <a:pt x="4627" y="47"/>
                </a:lnTo>
                <a:lnTo>
                  <a:pt x="4628" y="47"/>
                </a:lnTo>
                <a:lnTo>
                  <a:pt x="4630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1" y="43"/>
                </a:lnTo>
                <a:lnTo>
                  <a:pt x="4630" y="43"/>
                </a:lnTo>
                <a:lnTo>
                  <a:pt x="4630" y="42"/>
                </a:lnTo>
                <a:lnTo>
                  <a:pt x="4629" y="42"/>
                </a:lnTo>
                <a:lnTo>
                  <a:pt x="4629" y="41"/>
                </a:lnTo>
                <a:lnTo>
                  <a:pt x="4629" y="40"/>
                </a:lnTo>
                <a:lnTo>
                  <a:pt x="4630" y="40"/>
                </a:lnTo>
                <a:lnTo>
                  <a:pt x="4631" y="40"/>
                </a:lnTo>
                <a:lnTo>
                  <a:pt x="4634" y="38"/>
                </a:lnTo>
                <a:lnTo>
                  <a:pt x="4635" y="38"/>
                </a:lnTo>
                <a:lnTo>
                  <a:pt x="4636" y="38"/>
                </a:lnTo>
                <a:lnTo>
                  <a:pt x="4637" y="38"/>
                </a:lnTo>
                <a:lnTo>
                  <a:pt x="4637" y="37"/>
                </a:lnTo>
                <a:lnTo>
                  <a:pt x="4638" y="37"/>
                </a:lnTo>
                <a:lnTo>
                  <a:pt x="4639" y="37"/>
                </a:lnTo>
                <a:lnTo>
                  <a:pt x="4640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6"/>
                </a:lnTo>
                <a:lnTo>
                  <a:pt x="4647" y="36"/>
                </a:lnTo>
                <a:lnTo>
                  <a:pt x="4650" y="36"/>
                </a:lnTo>
                <a:lnTo>
                  <a:pt x="4652" y="36"/>
                </a:lnTo>
                <a:lnTo>
                  <a:pt x="4653" y="36"/>
                </a:lnTo>
                <a:lnTo>
                  <a:pt x="4654" y="36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9" y="38"/>
                </a:lnTo>
                <a:lnTo>
                  <a:pt x="4660" y="38"/>
                </a:lnTo>
                <a:lnTo>
                  <a:pt x="4662" y="39"/>
                </a:lnTo>
                <a:lnTo>
                  <a:pt x="4665" y="41"/>
                </a:lnTo>
                <a:lnTo>
                  <a:pt x="4666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7"/>
                </a:lnTo>
                <a:lnTo>
                  <a:pt x="4685" y="47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6" y="52"/>
                </a:lnTo>
                <a:lnTo>
                  <a:pt x="4687" y="52"/>
                </a:lnTo>
                <a:lnTo>
                  <a:pt x="4688" y="52"/>
                </a:lnTo>
                <a:lnTo>
                  <a:pt x="4689" y="51"/>
                </a:lnTo>
                <a:lnTo>
                  <a:pt x="4690" y="51"/>
                </a:lnTo>
                <a:lnTo>
                  <a:pt x="4690" y="50"/>
                </a:lnTo>
                <a:lnTo>
                  <a:pt x="4691" y="50"/>
                </a:lnTo>
                <a:lnTo>
                  <a:pt x="4691" y="49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50"/>
                </a:lnTo>
                <a:lnTo>
                  <a:pt x="4697" y="51"/>
                </a:lnTo>
                <a:lnTo>
                  <a:pt x="4698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9" y="54"/>
                </a:lnTo>
                <a:lnTo>
                  <a:pt x="4700" y="55"/>
                </a:lnTo>
                <a:lnTo>
                  <a:pt x="4701" y="56"/>
                </a:lnTo>
                <a:lnTo>
                  <a:pt x="4701" y="57"/>
                </a:lnTo>
                <a:lnTo>
                  <a:pt x="4702" y="57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8"/>
                </a:lnTo>
                <a:lnTo>
                  <a:pt x="4707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5" y="61"/>
                </a:lnTo>
                <a:lnTo>
                  <a:pt x="4706" y="62"/>
                </a:lnTo>
                <a:lnTo>
                  <a:pt x="4706" y="63"/>
                </a:lnTo>
                <a:lnTo>
                  <a:pt x="4705" y="64"/>
                </a:lnTo>
                <a:lnTo>
                  <a:pt x="4704" y="64"/>
                </a:lnTo>
                <a:lnTo>
                  <a:pt x="4703" y="64"/>
                </a:lnTo>
                <a:lnTo>
                  <a:pt x="4702" y="64"/>
                </a:lnTo>
                <a:lnTo>
                  <a:pt x="4701" y="65"/>
                </a:lnTo>
                <a:lnTo>
                  <a:pt x="4700" y="65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700" y="69"/>
                </a:lnTo>
                <a:lnTo>
                  <a:pt x="4700" y="70"/>
                </a:lnTo>
                <a:lnTo>
                  <a:pt x="4699" y="70"/>
                </a:lnTo>
                <a:lnTo>
                  <a:pt x="4700" y="71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3" y="70"/>
                </a:lnTo>
                <a:lnTo>
                  <a:pt x="4704" y="70"/>
                </a:lnTo>
                <a:lnTo>
                  <a:pt x="4704" y="69"/>
                </a:lnTo>
                <a:lnTo>
                  <a:pt x="4705" y="69"/>
                </a:lnTo>
                <a:lnTo>
                  <a:pt x="4707" y="69"/>
                </a:lnTo>
                <a:lnTo>
                  <a:pt x="4708" y="69"/>
                </a:lnTo>
                <a:lnTo>
                  <a:pt x="4709" y="68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7" y="69"/>
                </a:lnTo>
                <a:lnTo>
                  <a:pt x="4716" y="69"/>
                </a:lnTo>
                <a:lnTo>
                  <a:pt x="4716" y="70"/>
                </a:lnTo>
                <a:lnTo>
                  <a:pt x="4716" y="71"/>
                </a:lnTo>
                <a:lnTo>
                  <a:pt x="4717" y="72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6"/>
                </a:lnTo>
                <a:lnTo>
                  <a:pt x="4723" y="77"/>
                </a:lnTo>
                <a:lnTo>
                  <a:pt x="4723" y="78"/>
                </a:lnTo>
                <a:lnTo>
                  <a:pt x="4724" y="78"/>
                </a:lnTo>
                <a:lnTo>
                  <a:pt x="4724" y="79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6" y="81"/>
                </a:lnTo>
                <a:lnTo>
                  <a:pt x="4727" y="82"/>
                </a:lnTo>
                <a:lnTo>
                  <a:pt x="4729" y="82"/>
                </a:lnTo>
                <a:lnTo>
                  <a:pt x="4729" y="81"/>
                </a:lnTo>
                <a:lnTo>
                  <a:pt x="4730" y="81"/>
                </a:lnTo>
                <a:lnTo>
                  <a:pt x="4730" y="80"/>
                </a:lnTo>
                <a:lnTo>
                  <a:pt x="4731" y="78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8" y="80"/>
                </a:lnTo>
                <a:lnTo>
                  <a:pt x="4739" y="80"/>
                </a:lnTo>
                <a:lnTo>
                  <a:pt x="4740" y="80"/>
                </a:lnTo>
                <a:lnTo>
                  <a:pt x="4740" y="81"/>
                </a:lnTo>
                <a:lnTo>
                  <a:pt x="4740" y="82"/>
                </a:lnTo>
                <a:lnTo>
                  <a:pt x="4739" y="82"/>
                </a:lnTo>
                <a:lnTo>
                  <a:pt x="4738" y="82"/>
                </a:lnTo>
                <a:lnTo>
                  <a:pt x="4737" y="82"/>
                </a:lnTo>
                <a:lnTo>
                  <a:pt x="4736" y="82"/>
                </a:lnTo>
                <a:lnTo>
                  <a:pt x="4735" y="83"/>
                </a:lnTo>
                <a:lnTo>
                  <a:pt x="4734" y="83"/>
                </a:lnTo>
                <a:lnTo>
                  <a:pt x="4734" y="84"/>
                </a:lnTo>
                <a:lnTo>
                  <a:pt x="4734" y="86"/>
                </a:lnTo>
                <a:lnTo>
                  <a:pt x="4735" y="87"/>
                </a:lnTo>
                <a:lnTo>
                  <a:pt x="4736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5" y="90"/>
                </a:lnTo>
                <a:lnTo>
                  <a:pt x="4732" y="90"/>
                </a:lnTo>
                <a:lnTo>
                  <a:pt x="4731" y="90"/>
                </a:lnTo>
                <a:lnTo>
                  <a:pt x="4729" y="90"/>
                </a:lnTo>
                <a:lnTo>
                  <a:pt x="4729" y="91"/>
                </a:lnTo>
                <a:lnTo>
                  <a:pt x="4728" y="91"/>
                </a:lnTo>
                <a:lnTo>
                  <a:pt x="4727" y="92"/>
                </a:lnTo>
                <a:lnTo>
                  <a:pt x="4727" y="93"/>
                </a:lnTo>
                <a:lnTo>
                  <a:pt x="4727" y="95"/>
                </a:lnTo>
                <a:lnTo>
                  <a:pt x="4727" y="96"/>
                </a:lnTo>
                <a:lnTo>
                  <a:pt x="4727" y="97"/>
                </a:lnTo>
                <a:lnTo>
                  <a:pt x="4729" y="98"/>
                </a:lnTo>
                <a:lnTo>
                  <a:pt x="4730" y="99"/>
                </a:lnTo>
                <a:lnTo>
                  <a:pt x="4731" y="100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4" y="100"/>
                </a:lnTo>
                <a:lnTo>
                  <a:pt x="4735" y="99"/>
                </a:lnTo>
                <a:lnTo>
                  <a:pt x="4735" y="98"/>
                </a:lnTo>
                <a:lnTo>
                  <a:pt x="4736" y="98"/>
                </a:lnTo>
                <a:lnTo>
                  <a:pt x="4738" y="98"/>
                </a:lnTo>
                <a:lnTo>
                  <a:pt x="4739" y="99"/>
                </a:lnTo>
                <a:lnTo>
                  <a:pt x="4740" y="99"/>
                </a:lnTo>
                <a:lnTo>
                  <a:pt x="4740" y="100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5" y="102"/>
                </a:lnTo>
                <a:lnTo>
                  <a:pt x="4747" y="104"/>
                </a:lnTo>
                <a:lnTo>
                  <a:pt x="4748" y="104"/>
                </a:lnTo>
                <a:lnTo>
                  <a:pt x="4748" y="105"/>
                </a:lnTo>
                <a:lnTo>
                  <a:pt x="4749" y="105"/>
                </a:lnTo>
                <a:lnTo>
                  <a:pt x="4749" y="106"/>
                </a:lnTo>
                <a:lnTo>
                  <a:pt x="4748" y="107"/>
                </a:lnTo>
                <a:lnTo>
                  <a:pt x="4748" y="108"/>
                </a:lnTo>
                <a:lnTo>
                  <a:pt x="4747" y="108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1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5"/>
                </a:lnTo>
                <a:lnTo>
                  <a:pt x="4760" y="117"/>
                </a:lnTo>
                <a:lnTo>
                  <a:pt x="4761" y="119"/>
                </a:lnTo>
                <a:lnTo>
                  <a:pt x="4762" y="120"/>
                </a:lnTo>
                <a:lnTo>
                  <a:pt x="4762" y="121"/>
                </a:lnTo>
                <a:lnTo>
                  <a:pt x="4761" y="122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59" y="124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3" y="128"/>
                </a:lnTo>
                <a:lnTo>
                  <a:pt x="4766" y="128"/>
                </a:lnTo>
                <a:lnTo>
                  <a:pt x="4767" y="128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1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2"/>
                </a:lnTo>
                <a:lnTo>
                  <a:pt x="4762" y="132"/>
                </a:lnTo>
                <a:lnTo>
                  <a:pt x="4762" y="133"/>
                </a:lnTo>
                <a:lnTo>
                  <a:pt x="4761" y="133"/>
                </a:lnTo>
                <a:lnTo>
                  <a:pt x="4760" y="133"/>
                </a:lnTo>
                <a:lnTo>
                  <a:pt x="4760" y="134"/>
                </a:lnTo>
                <a:lnTo>
                  <a:pt x="4759" y="134"/>
                </a:lnTo>
                <a:lnTo>
                  <a:pt x="4758" y="135"/>
                </a:lnTo>
                <a:lnTo>
                  <a:pt x="4758" y="136"/>
                </a:lnTo>
                <a:lnTo>
                  <a:pt x="4757" y="136"/>
                </a:lnTo>
                <a:lnTo>
                  <a:pt x="4757" y="137"/>
                </a:lnTo>
                <a:lnTo>
                  <a:pt x="4757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8" y="145"/>
                </a:lnTo>
                <a:lnTo>
                  <a:pt x="4779" y="145"/>
                </a:lnTo>
                <a:lnTo>
                  <a:pt x="4780" y="145"/>
                </a:lnTo>
                <a:lnTo>
                  <a:pt x="4780" y="146"/>
                </a:lnTo>
                <a:lnTo>
                  <a:pt x="4781" y="146"/>
                </a:lnTo>
                <a:lnTo>
                  <a:pt x="4781" y="147"/>
                </a:lnTo>
                <a:lnTo>
                  <a:pt x="4780" y="148"/>
                </a:lnTo>
                <a:lnTo>
                  <a:pt x="4780" y="149"/>
                </a:lnTo>
                <a:lnTo>
                  <a:pt x="4779" y="149"/>
                </a:lnTo>
                <a:lnTo>
                  <a:pt x="4779" y="150"/>
                </a:lnTo>
                <a:lnTo>
                  <a:pt x="4778" y="150"/>
                </a:lnTo>
                <a:lnTo>
                  <a:pt x="4778" y="151"/>
                </a:lnTo>
                <a:lnTo>
                  <a:pt x="4779" y="151"/>
                </a:lnTo>
                <a:lnTo>
                  <a:pt x="4779" y="152"/>
                </a:lnTo>
                <a:lnTo>
                  <a:pt x="4778" y="152"/>
                </a:lnTo>
                <a:lnTo>
                  <a:pt x="4778" y="153"/>
                </a:lnTo>
                <a:lnTo>
                  <a:pt x="4777" y="153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5"/>
                </a:lnTo>
                <a:lnTo>
                  <a:pt x="4773" y="155"/>
                </a:lnTo>
                <a:lnTo>
                  <a:pt x="4772" y="155"/>
                </a:lnTo>
                <a:lnTo>
                  <a:pt x="4771" y="156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8"/>
                </a:lnTo>
                <a:lnTo>
                  <a:pt x="4776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4"/>
                </a:lnTo>
                <a:lnTo>
                  <a:pt x="4781" y="175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2"/>
                </a:lnTo>
                <a:lnTo>
                  <a:pt x="4786" y="183"/>
                </a:lnTo>
                <a:lnTo>
                  <a:pt x="4787" y="183"/>
                </a:lnTo>
                <a:lnTo>
                  <a:pt x="4788" y="183"/>
                </a:lnTo>
                <a:lnTo>
                  <a:pt x="4789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0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90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6" y="194"/>
                </a:lnTo>
                <a:lnTo>
                  <a:pt x="4796" y="195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8"/>
                </a:lnTo>
                <a:lnTo>
                  <a:pt x="4793" y="198"/>
                </a:lnTo>
                <a:lnTo>
                  <a:pt x="4792" y="199"/>
                </a:lnTo>
                <a:lnTo>
                  <a:pt x="4791" y="200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4"/>
                </a:lnTo>
                <a:lnTo>
                  <a:pt x="4800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5" y="207"/>
                </a:lnTo>
                <a:lnTo>
                  <a:pt x="4806" y="207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4" y="210"/>
                </a:lnTo>
                <a:lnTo>
                  <a:pt x="4804" y="211"/>
                </a:lnTo>
                <a:lnTo>
                  <a:pt x="4803" y="211"/>
                </a:lnTo>
                <a:lnTo>
                  <a:pt x="4803" y="212"/>
                </a:lnTo>
                <a:lnTo>
                  <a:pt x="4802" y="212"/>
                </a:lnTo>
                <a:lnTo>
                  <a:pt x="4802" y="214"/>
                </a:lnTo>
                <a:lnTo>
                  <a:pt x="4801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7"/>
                </a:lnTo>
                <a:lnTo>
                  <a:pt x="4801" y="218"/>
                </a:lnTo>
                <a:lnTo>
                  <a:pt x="4802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19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1"/>
                </a:lnTo>
                <a:lnTo>
                  <a:pt x="4813" y="222"/>
                </a:lnTo>
                <a:lnTo>
                  <a:pt x="4813" y="224"/>
                </a:lnTo>
                <a:lnTo>
                  <a:pt x="4813" y="225"/>
                </a:lnTo>
                <a:lnTo>
                  <a:pt x="4813" y="226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6"/>
                </a:lnTo>
                <a:lnTo>
                  <a:pt x="4806" y="226"/>
                </a:lnTo>
                <a:lnTo>
                  <a:pt x="4805" y="227"/>
                </a:lnTo>
                <a:lnTo>
                  <a:pt x="4804" y="227"/>
                </a:lnTo>
                <a:lnTo>
                  <a:pt x="4804" y="228"/>
                </a:lnTo>
                <a:lnTo>
                  <a:pt x="4803" y="229"/>
                </a:lnTo>
                <a:lnTo>
                  <a:pt x="4803" y="230"/>
                </a:lnTo>
                <a:lnTo>
                  <a:pt x="4803" y="231"/>
                </a:lnTo>
                <a:lnTo>
                  <a:pt x="4804" y="233"/>
                </a:lnTo>
                <a:lnTo>
                  <a:pt x="4804" y="234"/>
                </a:lnTo>
                <a:lnTo>
                  <a:pt x="4805" y="235"/>
                </a:lnTo>
                <a:lnTo>
                  <a:pt x="4806" y="235"/>
                </a:lnTo>
                <a:lnTo>
                  <a:pt x="4806" y="236"/>
                </a:lnTo>
                <a:lnTo>
                  <a:pt x="4808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6"/>
                </a:lnTo>
                <a:lnTo>
                  <a:pt x="4813" y="235"/>
                </a:lnTo>
                <a:lnTo>
                  <a:pt x="4813" y="234"/>
                </a:lnTo>
                <a:lnTo>
                  <a:pt x="4812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09" y="231"/>
                </a:lnTo>
                <a:lnTo>
                  <a:pt x="4808" y="230"/>
                </a:lnTo>
                <a:lnTo>
                  <a:pt x="4809" y="229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8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8"/>
                </a:lnTo>
                <a:lnTo>
                  <a:pt x="4818" y="230"/>
                </a:lnTo>
                <a:lnTo>
                  <a:pt x="4818" y="231"/>
                </a:lnTo>
                <a:lnTo>
                  <a:pt x="4818" y="232"/>
                </a:lnTo>
                <a:lnTo>
                  <a:pt x="4817" y="233"/>
                </a:lnTo>
                <a:lnTo>
                  <a:pt x="4816" y="233"/>
                </a:lnTo>
                <a:lnTo>
                  <a:pt x="4816" y="234"/>
                </a:lnTo>
                <a:lnTo>
                  <a:pt x="4814" y="236"/>
                </a:lnTo>
                <a:lnTo>
                  <a:pt x="4813" y="237"/>
                </a:lnTo>
                <a:lnTo>
                  <a:pt x="4813" y="238"/>
                </a:lnTo>
                <a:lnTo>
                  <a:pt x="4812" y="238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7"/>
                </a:lnTo>
                <a:lnTo>
                  <a:pt x="4813" y="248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4"/>
                </a:lnTo>
                <a:lnTo>
                  <a:pt x="4813" y="255"/>
                </a:lnTo>
                <a:lnTo>
                  <a:pt x="4813" y="256"/>
                </a:lnTo>
                <a:lnTo>
                  <a:pt x="4814" y="256"/>
                </a:lnTo>
                <a:lnTo>
                  <a:pt x="4816" y="257"/>
                </a:lnTo>
                <a:lnTo>
                  <a:pt x="4818" y="258"/>
                </a:lnTo>
                <a:lnTo>
                  <a:pt x="4819" y="260"/>
                </a:lnTo>
                <a:lnTo>
                  <a:pt x="4822" y="262"/>
                </a:lnTo>
                <a:lnTo>
                  <a:pt x="4823" y="264"/>
                </a:lnTo>
                <a:lnTo>
                  <a:pt x="4824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2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39" y="282"/>
                </a:lnTo>
                <a:lnTo>
                  <a:pt x="4840" y="283"/>
                </a:lnTo>
                <a:lnTo>
                  <a:pt x="4842" y="285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6" y="287"/>
                </a:lnTo>
                <a:lnTo>
                  <a:pt x="4847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6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6"/>
                </a:lnTo>
                <a:lnTo>
                  <a:pt x="4847" y="296"/>
                </a:lnTo>
                <a:lnTo>
                  <a:pt x="4848" y="298"/>
                </a:lnTo>
                <a:lnTo>
                  <a:pt x="4849" y="299"/>
                </a:lnTo>
                <a:lnTo>
                  <a:pt x="4850" y="300"/>
                </a:lnTo>
                <a:lnTo>
                  <a:pt x="4851" y="301"/>
                </a:lnTo>
                <a:lnTo>
                  <a:pt x="4852" y="303"/>
                </a:lnTo>
                <a:lnTo>
                  <a:pt x="4853" y="304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2" y="308"/>
                </a:lnTo>
                <a:lnTo>
                  <a:pt x="4852" y="309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1"/>
                </a:lnTo>
                <a:lnTo>
                  <a:pt x="4848" y="312"/>
                </a:lnTo>
                <a:lnTo>
                  <a:pt x="4848" y="313"/>
                </a:lnTo>
                <a:lnTo>
                  <a:pt x="4847" y="314"/>
                </a:lnTo>
                <a:lnTo>
                  <a:pt x="4847" y="315"/>
                </a:lnTo>
                <a:lnTo>
                  <a:pt x="4846" y="315"/>
                </a:lnTo>
                <a:lnTo>
                  <a:pt x="4846" y="316"/>
                </a:lnTo>
                <a:lnTo>
                  <a:pt x="4847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2" y="319"/>
                </a:lnTo>
                <a:lnTo>
                  <a:pt x="4853" y="319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4"/>
                </a:lnTo>
                <a:lnTo>
                  <a:pt x="4852" y="325"/>
                </a:lnTo>
                <a:lnTo>
                  <a:pt x="4851" y="326"/>
                </a:lnTo>
                <a:lnTo>
                  <a:pt x="4850" y="326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7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4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9"/>
                </a:lnTo>
                <a:lnTo>
                  <a:pt x="4872" y="339"/>
                </a:lnTo>
                <a:lnTo>
                  <a:pt x="4874" y="339"/>
                </a:lnTo>
                <a:lnTo>
                  <a:pt x="4874" y="340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5"/>
                </a:lnTo>
                <a:lnTo>
                  <a:pt x="4874" y="346"/>
                </a:lnTo>
                <a:lnTo>
                  <a:pt x="4874" y="347"/>
                </a:lnTo>
                <a:lnTo>
                  <a:pt x="4873" y="349"/>
                </a:lnTo>
                <a:lnTo>
                  <a:pt x="4873" y="350"/>
                </a:lnTo>
                <a:lnTo>
                  <a:pt x="4871" y="351"/>
                </a:lnTo>
                <a:lnTo>
                  <a:pt x="4870" y="353"/>
                </a:lnTo>
                <a:lnTo>
                  <a:pt x="4869" y="353"/>
                </a:lnTo>
                <a:lnTo>
                  <a:pt x="4868" y="354"/>
                </a:lnTo>
                <a:lnTo>
                  <a:pt x="4867" y="356"/>
                </a:lnTo>
                <a:lnTo>
                  <a:pt x="4866" y="357"/>
                </a:lnTo>
                <a:lnTo>
                  <a:pt x="4866" y="358"/>
                </a:lnTo>
                <a:lnTo>
                  <a:pt x="4865" y="360"/>
                </a:lnTo>
                <a:lnTo>
                  <a:pt x="4865" y="361"/>
                </a:lnTo>
                <a:lnTo>
                  <a:pt x="4865" y="362"/>
                </a:lnTo>
                <a:lnTo>
                  <a:pt x="4865" y="363"/>
                </a:lnTo>
                <a:lnTo>
                  <a:pt x="4864" y="364"/>
                </a:lnTo>
                <a:lnTo>
                  <a:pt x="4865" y="365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69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4"/>
                </a:lnTo>
                <a:lnTo>
                  <a:pt x="4868" y="377"/>
                </a:lnTo>
                <a:lnTo>
                  <a:pt x="4867" y="379"/>
                </a:lnTo>
                <a:lnTo>
                  <a:pt x="4868" y="381"/>
                </a:lnTo>
                <a:lnTo>
                  <a:pt x="4868" y="382"/>
                </a:lnTo>
                <a:lnTo>
                  <a:pt x="4869" y="384"/>
                </a:lnTo>
                <a:lnTo>
                  <a:pt x="4870" y="385"/>
                </a:lnTo>
                <a:lnTo>
                  <a:pt x="4871" y="386"/>
                </a:lnTo>
                <a:lnTo>
                  <a:pt x="4872" y="386"/>
                </a:lnTo>
                <a:lnTo>
                  <a:pt x="4875" y="386"/>
                </a:lnTo>
                <a:lnTo>
                  <a:pt x="4877" y="386"/>
                </a:lnTo>
                <a:lnTo>
                  <a:pt x="4878" y="387"/>
                </a:lnTo>
                <a:lnTo>
                  <a:pt x="4879" y="387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5"/>
                </a:lnTo>
                <a:lnTo>
                  <a:pt x="4882" y="396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0"/>
                </a:lnTo>
                <a:lnTo>
                  <a:pt x="4886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0" y="402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5"/>
                </a:lnTo>
                <a:lnTo>
                  <a:pt x="4893" y="406"/>
                </a:lnTo>
                <a:lnTo>
                  <a:pt x="4894" y="406"/>
                </a:lnTo>
                <a:lnTo>
                  <a:pt x="4896" y="406"/>
                </a:lnTo>
                <a:lnTo>
                  <a:pt x="4897" y="406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6"/>
                </a:lnTo>
                <a:lnTo>
                  <a:pt x="4906" y="405"/>
                </a:lnTo>
                <a:lnTo>
                  <a:pt x="4907" y="405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2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10"/>
                </a:lnTo>
                <a:lnTo>
                  <a:pt x="4919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4" y="411"/>
                </a:lnTo>
                <a:lnTo>
                  <a:pt x="4925" y="411"/>
                </a:lnTo>
                <a:lnTo>
                  <a:pt x="4927" y="411"/>
                </a:lnTo>
                <a:lnTo>
                  <a:pt x="4928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0" y="410"/>
                </a:lnTo>
                <a:lnTo>
                  <a:pt x="4931" y="410"/>
                </a:lnTo>
                <a:lnTo>
                  <a:pt x="4932" y="409"/>
                </a:lnTo>
                <a:lnTo>
                  <a:pt x="4933" y="409"/>
                </a:lnTo>
                <a:lnTo>
                  <a:pt x="4934" y="408"/>
                </a:lnTo>
                <a:lnTo>
                  <a:pt x="4935" y="408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3" y="407"/>
                </a:lnTo>
                <a:lnTo>
                  <a:pt x="4944" y="407"/>
                </a:lnTo>
                <a:lnTo>
                  <a:pt x="4944" y="406"/>
                </a:lnTo>
                <a:lnTo>
                  <a:pt x="4946" y="406"/>
                </a:lnTo>
                <a:lnTo>
                  <a:pt x="4948" y="406"/>
                </a:lnTo>
                <a:lnTo>
                  <a:pt x="4951" y="406"/>
                </a:lnTo>
                <a:lnTo>
                  <a:pt x="4953" y="406"/>
                </a:lnTo>
                <a:lnTo>
                  <a:pt x="4955" y="406"/>
                </a:lnTo>
                <a:lnTo>
                  <a:pt x="4957" y="405"/>
                </a:lnTo>
                <a:lnTo>
                  <a:pt x="4958" y="405"/>
                </a:lnTo>
                <a:lnTo>
                  <a:pt x="4958" y="404"/>
                </a:lnTo>
                <a:lnTo>
                  <a:pt x="4959" y="404"/>
                </a:lnTo>
                <a:lnTo>
                  <a:pt x="4960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6"/>
                </a:lnTo>
                <a:lnTo>
                  <a:pt x="4969" y="407"/>
                </a:lnTo>
                <a:lnTo>
                  <a:pt x="4971" y="408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9"/>
                </a:lnTo>
                <a:lnTo>
                  <a:pt x="4975" y="408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7" y="405"/>
                </a:lnTo>
                <a:lnTo>
                  <a:pt x="4978" y="405"/>
                </a:lnTo>
                <a:lnTo>
                  <a:pt x="4979" y="405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2" y="407"/>
                </a:lnTo>
                <a:lnTo>
                  <a:pt x="4983" y="407"/>
                </a:lnTo>
                <a:lnTo>
                  <a:pt x="4983" y="409"/>
                </a:lnTo>
                <a:lnTo>
                  <a:pt x="4983" y="410"/>
                </a:lnTo>
                <a:lnTo>
                  <a:pt x="4982" y="410"/>
                </a:lnTo>
                <a:lnTo>
                  <a:pt x="4982" y="411"/>
                </a:lnTo>
                <a:lnTo>
                  <a:pt x="4981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3"/>
                </a:lnTo>
                <a:lnTo>
                  <a:pt x="4978" y="414"/>
                </a:lnTo>
                <a:lnTo>
                  <a:pt x="4978" y="415"/>
                </a:lnTo>
                <a:lnTo>
                  <a:pt x="4977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7"/>
                </a:lnTo>
                <a:lnTo>
                  <a:pt x="4985" y="417"/>
                </a:lnTo>
                <a:lnTo>
                  <a:pt x="4986" y="416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7"/>
                </a:lnTo>
                <a:lnTo>
                  <a:pt x="4993" y="418"/>
                </a:lnTo>
                <a:lnTo>
                  <a:pt x="4994" y="419"/>
                </a:lnTo>
                <a:lnTo>
                  <a:pt x="4995" y="419"/>
                </a:lnTo>
                <a:lnTo>
                  <a:pt x="4997" y="419"/>
                </a:lnTo>
                <a:lnTo>
                  <a:pt x="5000" y="419"/>
                </a:lnTo>
                <a:lnTo>
                  <a:pt x="5002" y="420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4"/>
                </a:lnTo>
                <a:lnTo>
                  <a:pt x="5004" y="426"/>
                </a:lnTo>
                <a:lnTo>
                  <a:pt x="5005" y="427"/>
                </a:lnTo>
                <a:lnTo>
                  <a:pt x="5005" y="428"/>
                </a:lnTo>
                <a:lnTo>
                  <a:pt x="5006" y="429"/>
                </a:lnTo>
                <a:lnTo>
                  <a:pt x="5007" y="430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2" y="430"/>
                </a:lnTo>
                <a:lnTo>
                  <a:pt x="5013" y="430"/>
                </a:lnTo>
                <a:lnTo>
                  <a:pt x="5014" y="429"/>
                </a:lnTo>
                <a:lnTo>
                  <a:pt x="5015" y="428"/>
                </a:lnTo>
                <a:lnTo>
                  <a:pt x="5016" y="427"/>
                </a:lnTo>
                <a:lnTo>
                  <a:pt x="5018" y="426"/>
                </a:lnTo>
                <a:lnTo>
                  <a:pt x="5020" y="425"/>
                </a:lnTo>
                <a:lnTo>
                  <a:pt x="5021" y="425"/>
                </a:lnTo>
                <a:lnTo>
                  <a:pt x="5023" y="426"/>
                </a:lnTo>
                <a:lnTo>
                  <a:pt x="5024" y="426"/>
                </a:lnTo>
                <a:lnTo>
                  <a:pt x="5025" y="427"/>
                </a:lnTo>
                <a:lnTo>
                  <a:pt x="5026" y="427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4" y="423"/>
                </a:lnTo>
                <a:lnTo>
                  <a:pt x="5035" y="422"/>
                </a:lnTo>
                <a:lnTo>
                  <a:pt x="5037" y="421"/>
                </a:lnTo>
                <a:lnTo>
                  <a:pt x="5038" y="421"/>
                </a:lnTo>
                <a:lnTo>
                  <a:pt x="5039" y="421"/>
                </a:lnTo>
                <a:lnTo>
                  <a:pt x="5040" y="421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9"/>
                </a:lnTo>
                <a:lnTo>
                  <a:pt x="5049" y="431"/>
                </a:lnTo>
                <a:lnTo>
                  <a:pt x="5050" y="433"/>
                </a:lnTo>
                <a:lnTo>
                  <a:pt x="5050" y="434"/>
                </a:lnTo>
                <a:lnTo>
                  <a:pt x="5050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6" y="438"/>
                </a:lnTo>
                <a:lnTo>
                  <a:pt x="5057" y="438"/>
                </a:lnTo>
                <a:lnTo>
                  <a:pt x="5058" y="437"/>
                </a:lnTo>
                <a:lnTo>
                  <a:pt x="5059" y="437"/>
                </a:lnTo>
                <a:lnTo>
                  <a:pt x="5059" y="436"/>
                </a:lnTo>
                <a:lnTo>
                  <a:pt x="5060" y="436"/>
                </a:lnTo>
                <a:lnTo>
                  <a:pt x="5061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39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5"/>
                </a:lnTo>
                <a:lnTo>
                  <a:pt x="5068" y="446"/>
                </a:lnTo>
                <a:lnTo>
                  <a:pt x="5069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7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8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6"/>
                </a:lnTo>
                <a:lnTo>
                  <a:pt x="5084" y="456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3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4"/>
                </a:lnTo>
                <a:lnTo>
                  <a:pt x="5090" y="464"/>
                </a:lnTo>
                <a:lnTo>
                  <a:pt x="5091" y="465"/>
                </a:lnTo>
                <a:lnTo>
                  <a:pt x="5092" y="465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4" y="468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4" y="474"/>
                </a:lnTo>
                <a:lnTo>
                  <a:pt x="5107" y="475"/>
                </a:lnTo>
                <a:lnTo>
                  <a:pt x="5107" y="476"/>
                </a:lnTo>
                <a:lnTo>
                  <a:pt x="5108" y="477"/>
                </a:lnTo>
                <a:lnTo>
                  <a:pt x="5109" y="477"/>
                </a:lnTo>
                <a:lnTo>
                  <a:pt x="5110" y="478"/>
                </a:lnTo>
                <a:lnTo>
                  <a:pt x="5110" y="479"/>
                </a:lnTo>
                <a:lnTo>
                  <a:pt x="5111" y="480"/>
                </a:lnTo>
                <a:lnTo>
                  <a:pt x="5112" y="480"/>
                </a:lnTo>
                <a:lnTo>
                  <a:pt x="5113" y="480"/>
                </a:lnTo>
                <a:lnTo>
                  <a:pt x="5115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9" y="479"/>
                </a:lnTo>
                <a:lnTo>
                  <a:pt x="5122" y="478"/>
                </a:lnTo>
                <a:lnTo>
                  <a:pt x="5125" y="477"/>
                </a:lnTo>
                <a:lnTo>
                  <a:pt x="5127" y="476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3" y="477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5" y="480"/>
                </a:lnTo>
                <a:lnTo>
                  <a:pt x="5137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2" y="480"/>
                </a:lnTo>
                <a:lnTo>
                  <a:pt x="5143" y="480"/>
                </a:lnTo>
                <a:lnTo>
                  <a:pt x="5143" y="479"/>
                </a:lnTo>
                <a:lnTo>
                  <a:pt x="5144" y="479"/>
                </a:lnTo>
                <a:lnTo>
                  <a:pt x="5145" y="479"/>
                </a:lnTo>
                <a:lnTo>
                  <a:pt x="5146" y="478"/>
                </a:lnTo>
                <a:lnTo>
                  <a:pt x="5147" y="478"/>
                </a:lnTo>
                <a:lnTo>
                  <a:pt x="5150" y="478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2" y="480"/>
                </a:lnTo>
                <a:lnTo>
                  <a:pt x="5153" y="480"/>
                </a:lnTo>
                <a:lnTo>
                  <a:pt x="5152" y="481"/>
                </a:lnTo>
                <a:lnTo>
                  <a:pt x="5152" y="482"/>
                </a:lnTo>
                <a:lnTo>
                  <a:pt x="5151" y="483"/>
                </a:lnTo>
                <a:lnTo>
                  <a:pt x="5150" y="483"/>
                </a:lnTo>
                <a:lnTo>
                  <a:pt x="5150" y="484"/>
                </a:lnTo>
                <a:lnTo>
                  <a:pt x="5149" y="484"/>
                </a:lnTo>
                <a:lnTo>
                  <a:pt x="5149" y="485"/>
                </a:lnTo>
                <a:lnTo>
                  <a:pt x="5148" y="485"/>
                </a:lnTo>
                <a:lnTo>
                  <a:pt x="5148" y="486"/>
                </a:lnTo>
                <a:lnTo>
                  <a:pt x="5147" y="486"/>
                </a:lnTo>
                <a:lnTo>
                  <a:pt x="5147" y="487"/>
                </a:lnTo>
                <a:lnTo>
                  <a:pt x="5146" y="487"/>
                </a:lnTo>
                <a:lnTo>
                  <a:pt x="5146" y="488"/>
                </a:lnTo>
                <a:lnTo>
                  <a:pt x="5146" y="489"/>
                </a:lnTo>
                <a:lnTo>
                  <a:pt x="5145" y="490"/>
                </a:lnTo>
                <a:lnTo>
                  <a:pt x="5145" y="491"/>
                </a:lnTo>
                <a:lnTo>
                  <a:pt x="5144" y="492"/>
                </a:lnTo>
                <a:lnTo>
                  <a:pt x="5143" y="494"/>
                </a:lnTo>
                <a:lnTo>
                  <a:pt x="5143" y="495"/>
                </a:lnTo>
                <a:lnTo>
                  <a:pt x="5142" y="496"/>
                </a:lnTo>
                <a:lnTo>
                  <a:pt x="5142" y="497"/>
                </a:lnTo>
                <a:lnTo>
                  <a:pt x="5142" y="498"/>
                </a:lnTo>
                <a:lnTo>
                  <a:pt x="5141" y="499"/>
                </a:lnTo>
                <a:lnTo>
                  <a:pt x="5141" y="500"/>
                </a:lnTo>
                <a:lnTo>
                  <a:pt x="5140" y="501"/>
                </a:lnTo>
                <a:lnTo>
                  <a:pt x="5139" y="502"/>
                </a:lnTo>
                <a:lnTo>
                  <a:pt x="5139" y="503"/>
                </a:lnTo>
                <a:lnTo>
                  <a:pt x="5138" y="503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5" y="509"/>
                </a:lnTo>
                <a:lnTo>
                  <a:pt x="5146" y="510"/>
                </a:lnTo>
                <a:lnTo>
                  <a:pt x="5146" y="511"/>
                </a:lnTo>
                <a:lnTo>
                  <a:pt x="5146" y="512"/>
                </a:lnTo>
                <a:lnTo>
                  <a:pt x="5145" y="512"/>
                </a:lnTo>
                <a:lnTo>
                  <a:pt x="5146" y="512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6"/>
                </a:lnTo>
                <a:lnTo>
                  <a:pt x="5146" y="517"/>
                </a:lnTo>
                <a:lnTo>
                  <a:pt x="5146" y="518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9" y="519"/>
                </a:lnTo>
                <a:lnTo>
                  <a:pt x="5150" y="519"/>
                </a:lnTo>
                <a:lnTo>
                  <a:pt x="5150" y="518"/>
                </a:lnTo>
                <a:lnTo>
                  <a:pt x="5151" y="518"/>
                </a:lnTo>
                <a:lnTo>
                  <a:pt x="5152" y="518"/>
                </a:lnTo>
                <a:lnTo>
                  <a:pt x="5152" y="517"/>
                </a:lnTo>
                <a:lnTo>
                  <a:pt x="5153" y="517"/>
                </a:lnTo>
                <a:lnTo>
                  <a:pt x="5154" y="517"/>
                </a:lnTo>
                <a:lnTo>
                  <a:pt x="5154" y="516"/>
                </a:lnTo>
                <a:lnTo>
                  <a:pt x="5155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59" y="518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8" y="521"/>
                </a:lnTo>
                <a:lnTo>
                  <a:pt x="5158" y="522"/>
                </a:lnTo>
                <a:lnTo>
                  <a:pt x="5157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9" y="528"/>
                </a:lnTo>
                <a:lnTo>
                  <a:pt x="5159" y="529"/>
                </a:lnTo>
                <a:lnTo>
                  <a:pt x="5159" y="530"/>
                </a:lnTo>
                <a:lnTo>
                  <a:pt x="5160" y="530"/>
                </a:lnTo>
                <a:lnTo>
                  <a:pt x="5160" y="531"/>
                </a:lnTo>
                <a:lnTo>
                  <a:pt x="5160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5" y="536"/>
                </a:lnTo>
                <a:lnTo>
                  <a:pt x="5165" y="537"/>
                </a:lnTo>
                <a:lnTo>
                  <a:pt x="5166" y="537"/>
                </a:lnTo>
                <a:lnTo>
                  <a:pt x="5166" y="538"/>
                </a:lnTo>
                <a:lnTo>
                  <a:pt x="5165" y="539"/>
                </a:lnTo>
                <a:lnTo>
                  <a:pt x="5164" y="540"/>
                </a:lnTo>
                <a:lnTo>
                  <a:pt x="5164" y="541"/>
                </a:lnTo>
                <a:lnTo>
                  <a:pt x="5163" y="541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2"/>
                </a:lnTo>
                <a:lnTo>
                  <a:pt x="5160" y="543"/>
                </a:lnTo>
                <a:lnTo>
                  <a:pt x="5160" y="544"/>
                </a:lnTo>
                <a:lnTo>
                  <a:pt x="5159" y="545"/>
                </a:lnTo>
                <a:lnTo>
                  <a:pt x="5159" y="546"/>
                </a:lnTo>
                <a:lnTo>
                  <a:pt x="5158" y="546"/>
                </a:lnTo>
                <a:lnTo>
                  <a:pt x="5158" y="547"/>
                </a:lnTo>
                <a:lnTo>
                  <a:pt x="5159" y="547"/>
                </a:lnTo>
                <a:lnTo>
                  <a:pt x="5159" y="549"/>
                </a:lnTo>
                <a:lnTo>
                  <a:pt x="5158" y="549"/>
                </a:lnTo>
                <a:lnTo>
                  <a:pt x="5158" y="550"/>
                </a:lnTo>
                <a:lnTo>
                  <a:pt x="5157" y="550"/>
                </a:lnTo>
                <a:lnTo>
                  <a:pt x="5157" y="551"/>
                </a:lnTo>
                <a:lnTo>
                  <a:pt x="5156" y="551"/>
                </a:lnTo>
                <a:lnTo>
                  <a:pt x="5155" y="552"/>
                </a:lnTo>
                <a:lnTo>
                  <a:pt x="5154" y="553"/>
                </a:lnTo>
                <a:lnTo>
                  <a:pt x="5153" y="554"/>
                </a:lnTo>
                <a:lnTo>
                  <a:pt x="5152" y="554"/>
                </a:lnTo>
                <a:lnTo>
                  <a:pt x="5151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8"/>
                </a:lnTo>
                <a:lnTo>
                  <a:pt x="5160" y="569"/>
                </a:lnTo>
                <a:lnTo>
                  <a:pt x="5162" y="571"/>
                </a:lnTo>
                <a:lnTo>
                  <a:pt x="5166" y="573"/>
                </a:lnTo>
                <a:lnTo>
                  <a:pt x="5167" y="574"/>
                </a:lnTo>
                <a:lnTo>
                  <a:pt x="5169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1"/>
                </a:lnTo>
                <a:lnTo>
                  <a:pt x="5174" y="583"/>
                </a:lnTo>
                <a:lnTo>
                  <a:pt x="5175" y="584"/>
                </a:lnTo>
                <a:lnTo>
                  <a:pt x="5175" y="585"/>
                </a:lnTo>
                <a:lnTo>
                  <a:pt x="5176" y="586"/>
                </a:lnTo>
                <a:lnTo>
                  <a:pt x="5177" y="587"/>
                </a:lnTo>
                <a:lnTo>
                  <a:pt x="5177" y="588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4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8"/>
                </a:lnTo>
                <a:lnTo>
                  <a:pt x="5179" y="599"/>
                </a:lnTo>
                <a:lnTo>
                  <a:pt x="5181" y="600"/>
                </a:lnTo>
                <a:lnTo>
                  <a:pt x="5183" y="600"/>
                </a:lnTo>
                <a:lnTo>
                  <a:pt x="5185" y="601"/>
                </a:lnTo>
                <a:lnTo>
                  <a:pt x="5189" y="601"/>
                </a:lnTo>
                <a:lnTo>
                  <a:pt x="5191" y="601"/>
                </a:lnTo>
                <a:lnTo>
                  <a:pt x="5197" y="599"/>
                </a:lnTo>
                <a:lnTo>
                  <a:pt x="5198" y="599"/>
                </a:lnTo>
                <a:lnTo>
                  <a:pt x="5198" y="598"/>
                </a:lnTo>
                <a:lnTo>
                  <a:pt x="5199" y="598"/>
                </a:lnTo>
                <a:lnTo>
                  <a:pt x="5199" y="597"/>
                </a:lnTo>
                <a:lnTo>
                  <a:pt x="5200" y="597"/>
                </a:lnTo>
                <a:lnTo>
                  <a:pt x="5201" y="597"/>
                </a:lnTo>
                <a:lnTo>
                  <a:pt x="5201" y="596"/>
                </a:lnTo>
                <a:lnTo>
                  <a:pt x="5202" y="596"/>
                </a:lnTo>
                <a:lnTo>
                  <a:pt x="5203" y="596"/>
                </a:lnTo>
                <a:lnTo>
                  <a:pt x="5205" y="595"/>
                </a:lnTo>
                <a:lnTo>
                  <a:pt x="5206" y="595"/>
                </a:lnTo>
                <a:lnTo>
                  <a:pt x="5208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4" y="596"/>
                </a:lnTo>
                <a:lnTo>
                  <a:pt x="5215" y="596"/>
                </a:lnTo>
                <a:lnTo>
                  <a:pt x="5217" y="596"/>
                </a:lnTo>
                <a:lnTo>
                  <a:pt x="5218" y="595"/>
                </a:lnTo>
                <a:lnTo>
                  <a:pt x="5219" y="595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29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4" y="603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1" y="601"/>
                </a:lnTo>
                <a:lnTo>
                  <a:pt x="5242" y="600"/>
                </a:lnTo>
                <a:lnTo>
                  <a:pt x="5242" y="599"/>
                </a:lnTo>
                <a:lnTo>
                  <a:pt x="5243" y="599"/>
                </a:lnTo>
                <a:lnTo>
                  <a:pt x="5244" y="599"/>
                </a:lnTo>
                <a:lnTo>
                  <a:pt x="5244" y="598"/>
                </a:lnTo>
                <a:lnTo>
                  <a:pt x="5245" y="598"/>
                </a:lnTo>
                <a:lnTo>
                  <a:pt x="5247" y="599"/>
                </a:lnTo>
                <a:lnTo>
                  <a:pt x="5249" y="599"/>
                </a:lnTo>
                <a:lnTo>
                  <a:pt x="5250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0" y="601"/>
                </a:lnTo>
                <a:lnTo>
                  <a:pt x="5262" y="601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0" y="602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0" y="599"/>
                </a:lnTo>
                <a:lnTo>
                  <a:pt x="5282" y="599"/>
                </a:lnTo>
                <a:lnTo>
                  <a:pt x="5283" y="599"/>
                </a:lnTo>
                <a:lnTo>
                  <a:pt x="5286" y="599"/>
                </a:lnTo>
                <a:lnTo>
                  <a:pt x="5287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7" y="595"/>
                </a:lnTo>
                <a:lnTo>
                  <a:pt x="5298" y="595"/>
                </a:lnTo>
                <a:lnTo>
                  <a:pt x="5298" y="594"/>
                </a:lnTo>
                <a:lnTo>
                  <a:pt x="5299" y="594"/>
                </a:lnTo>
                <a:lnTo>
                  <a:pt x="5300" y="593"/>
                </a:lnTo>
                <a:lnTo>
                  <a:pt x="5302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4" y="597"/>
                </a:lnTo>
                <a:lnTo>
                  <a:pt x="5315" y="597"/>
                </a:lnTo>
                <a:lnTo>
                  <a:pt x="5316" y="598"/>
                </a:lnTo>
                <a:lnTo>
                  <a:pt x="5317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1" y="597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5" y="589"/>
                </a:lnTo>
                <a:lnTo>
                  <a:pt x="5326" y="589"/>
                </a:lnTo>
                <a:lnTo>
                  <a:pt x="5326" y="588"/>
                </a:lnTo>
                <a:lnTo>
                  <a:pt x="5326" y="587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3" y="572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4"/>
                </a:lnTo>
                <a:lnTo>
                  <a:pt x="5339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5" y="575"/>
                </a:lnTo>
                <a:lnTo>
                  <a:pt x="5346" y="575"/>
                </a:lnTo>
                <a:lnTo>
                  <a:pt x="5346" y="574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8" y="571"/>
                </a:lnTo>
                <a:lnTo>
                  <a:pt x="5349" y="571"/>
                </a:lnTo>
                <a:lnTo>
                  <a:pt x="5349" y="570"/>
                </a:lnTo>
                <a:lnTo>
                  <a:pt x="5350" y="569"/>
                </a:lnTo>
                <a:lnTo>
                  <a:pt x="5350" y="568"/>
                </a:lnTo>
                <a:lnTo>
                  <a:pt x="5354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3" y="564"/>
                </a:lnTo>
                <a:lnTo>
                  <a:pt x="5364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6" y="557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1" y="555"/>
                </a:lnTo>
                <a:lnTo>
                  <a:pt x="5372" y="555"/>
                </a:lnTo>
                <a:lnTo>
                  <a:pt x="5373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8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0" y="558"/>
                </a:lnTo>
                <a:lnTo>
                  <a:pt x="5391" y="558"/>
                </a:lnTo>
                <a:lnTo>
                  <a:pt x="5392" y="558"/>
                </a:lnTo>
                <a:lnTo>
                  <a:pt x="5392" y="557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5" y="556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0" y="557"/>
                </a:lnTo>
                <a:lnTo>
                  <a:pt x="5401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5" y="557"/>
                </a:lnTo>
                <a:lnTo>
                  <a:pt x="5406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1" y="556"/>
                </a:lnTo>
                <a:lnTo>
                  <a:pt x="5412" y="556"/>
                </a:lnTo>
                <a:lnTo>
                  <a:pt x="5412" y="555"/>
                </a:lnTo>
                <a:lnTo>
                  <a:pt x="5413" y="552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0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4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6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7" y="543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4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4" y="538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3" y="536"/>
                </a:lnTo>
                <a:lnTo>
                  <a:pt x="5454" y="535"/>
                </a:lnTo>
                <a:lnTo>
                  <a:pt x="5455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7" y="531"/>
                </a:lnTo>
                <a:lnTo>
                  <a:pt x="5468" y="530"/>
                </a:lnTo>
                <a:lnTo>
                  <a:pt x="5469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3" y="529"/>
                </a:lnTo>
                <a:lnTo>
                  <a:pt x="5474" y="530"/>
                </a:lnTo>
                <a:lnTo>
                  <a:pt x="5476" y="530"/>
                </a:lnTo>
                <a:lnTo>
                  <a:pt x="5476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89" y="527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1" y="531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0"/>
                </a:lnTo>
                <a:lnTo>
                  <a:pt x="5525" y="530"/>
                </a:lnTo>
                <a:lnTo>
                  <a:pt x="5527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29" y="525"/>
                </a:lnTo>
                <a:lnTo>
                  <a:pt x="5531" y="524"/>
                </a:lnTo>
                <a:lnTo>
                  <a:pt x="5533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3"/>
                </a:lnTo>
                <a:lnTo>
                  <a:pt x="5542" y="524"/>
                </a:lnTo>
                <a:lnTo>
                  <a:pt x="5545" y="524"/>
                </a:lnTo>
                <a:lnTo>
                  <a:pt x="5546" y="523"/>
                </a:lnTo>
                <a:lnTo>
                  <a:pt x="5547" y="522"/>
                </a:lnTo>
                <a:lnTo>
                  <a:pt x="5547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0" y="526"/>
                </a:lnTo>
                <a:lnTo>
                  <a:pt x="5549" y="528"/>
                </a:lnTo>
                <a:lnTo>
                  <a:pt x="5548" y="529"/>
                </a:lnTo>
                <a:lnTo>
                  <a:pt x="5547" y="529"/>
                </a:lnTo>
                <a:lnTo>
                  <a:pt x="5546" y="530"/>
                </a:lnTo>
                <a:lnTo>
                  <a:pt x="5545" y="530"/>
                </a:lnTo>
                <a:lnTo>
                  <a:pt x="5543" y="531"/>
                </a:lnTo>
                <a:lnTo>
                  <a:pt x="5541" y="532"/>
                </a:lnTo>
                <a:lnTo>
                  <a:pt x="5540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4" y="533"/>
                </a:lnTo>
                <a:lnTo>
                  <a:pt x="5532" y="534"/>
                </a:lnTo>
                <a:lnTo>
                  <a:pt x="5531" y="534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7" y="541"/>
                </a:lnTo>
                <a:lnTo>
                  <a:pt x="5516" y="541"/>
                </a:lnTo>
                <a:lnTo>
                  <a:pt x="5515" y="541"/>
                </a:lnTo>
                <a:lnTo>
                  <a:pt x="5514" y="541"/>
                </a:lnTo>
                <a:lnTo>
                  <a:pt x="5513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3" y="549"/>
                </a:lnTo>
                <a:lnTo>
                  <a:pt x="5512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3" y="553"/>
                </a:lnTo>
                <a:lnTo>
                  <a:pt x="5512" y="553"/>
                </a:lnTo>
                <a:lnTo>
                  <a:pt x="5510" y="555"/>
                </a:lnTo>
                <a:lnTo>
                  <a:pt x="5510" y="556"/>
                </a:lnTo>
                <a:lnTo>
                  <a:pt x="5509" y="556"/>
                </a:lnTo>
                <a:lnTo>
                  <a:pt x="5509" y="557"/>
                </a:lnTo>
                <a:lnTo>
                  <a:pt x="5509" y="558"/>
                </a:lnTo>
                <a:lnTo>
                  <a:pt x="5508" y="559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2" y="564"/>
                </a:lnTo>
                <a:lnTo>
                  <a:pt x="5502" y="565"/>
                </a:lnTo>
                <a:lnTo>
                  <a:pt x="5501" y="565"/>
                </a:lnTo>
                <a:lnTo>
                  <a:pt x="5501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69"/>
                </a:lnTo>
                <a:lnTo>
                  <a:pt x="5501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19" y="600"/>
                </a:lnTo>
                <a:lnTo>
                  <a:pt x="5519" y="601"/>
                </a:lnTo>
                <a:lnTo>
                  <a:pt x="5518" y="601"/>
                </a:lnTo>
                <a:lnTo>
                  <a:pt x="5518" y="602"/>
                </a:lnTo>
                <a:lnTo>
                  <a:pt x="5517" y="602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3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1"/>
                </a:lnTo>
                <a:lnTo>
                  <a:pt x="5511" y="612"/>
                </a:lnTo>
                <a:lnTo>
                  <a:pt x="5510" y="612"/>
                </a:lnTo>
                <a:lnTo>
                  <a:pt x="5510" y="613"/>
                </a:lnTo>
                <a:lnTo>
                  <a:pt x="5509" y="613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3" y="621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8" y="624"/>
                </a:lnTo>
                <a:lnTo>
                  <a:pt x="5497" y="624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6"/>
                </a:lnTo>
                <a:lnTo>
                  <a:pt x="5480" y="627"/>
                </a:lnTo>
                <a:lnTo>
                  <a:pt x="5479" y="627"/>
                </a:lnTo>
                <a:lnTo>
                  <a:pt x="5478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5" y="631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8" y="637"/>
                </a:lnTo>
                <a:lnTo>
                  <a:pt x="5468" y="638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6" y="642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2" y="651"/>
                </a:lnTo>
                <a:lnTo>
                  <a:pt x="5472" y="652"/>
                </a:lnTo>
                <a:lnTo>
                  <a:pt x="5472" y="654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8"/>
                </a:lnTo>
                <a:lnTo>
                  <a:pt x="5472" y="659"/>
                </a:lnTo>
                <a:lnTo>
                  <a:pt x="5472" y="660"/>
                </a:lnTo>
                <a:lnTo>
                  <a:pt x="5471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8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3"/>
                </a:lnTo>
                <a:lnTo>
                  <a:pt x="5463" y="664"/>
                </a:lnTo>
                <a:lnTo>
                  <a:pt x="5462" y="664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1" y="668"/>
                </a:lnTo>
                <a:lnTo>
                  <a:pt x="5461" y="669"/>
                </a:lnTo>
                <a:lnTo>
                  <a:pt x="5461" y="670"/>
                </a:lnTo>
                <a:lnTo>
                  <a:pt x="5460" y="671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7" y="673"/>
                </a:lnTo>
                <a:lnTo>
                  <a:pt x="5457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8" y="677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79"/>
                </a:lnTo>
                <a:lnTo>
                  <a:pt x="5456" y="681"/>
                </a:lnTo>
                <a:lnTo>
                  <a:pt x="5456" y="683"/>
                </a:lnTo>
                <a:lnTo>
                  <a:pt x="5455" y="683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4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4" y="687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5" y="695"/>
                </a:lnTo>
                <a:lnTo>
                  <a:pt x="5455" y="696"/>
                </a:lnTo>
                <a:lnTo>
                  <a:pt x="5454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5" y="701"/>
                </a:lnTo>
                <a:lnTo>
                  <a:pt x="5455" y="702"/>
                </a:lnTo>
                <a:lnTo>
                  <a:pt x="5454" y="702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5"/>
                </a:lnTo>
                <a:lnTo>
                  <a:pt x="5453" y="706"/>
                </a:lnTo>
                <a:lnTo>
                  <a:pt x="5453" y="707"/>
                </a:lnTo>
                <a:lnTo>
                  <a:pt x="5452" y="708"/>
                </a:lnTo>
                <a:lnTo>
                  <a:pt x="5450" y="710"/>
                </a:lnTo>
                <a:lnTo>
                  <a:pt x="5448" y="710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3" y="714"/>
                </a:lnTo>
                <a:lnTo>
                  <a:pt x="5444" y="714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0" y="720"/>
                </a:lnTo>
                <a:lnTo>
                  <a:pt x="5440" y="721"/>
                </a:lnTo>
                <a:lnTo>
                  <a:pt x="5440" y="722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4" y="735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0" y="736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40"/>
                </a:lnTo>
                <a:lnTo>
                  <a:pt x="5443" y="740"/>
                </a:lnTo>
                <a:lnTo>
                  <a:pt x="5443" y="739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2"/>
                </a:lnTo>
                <a:lnTo>
                  <a:pt x="5443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3" y="747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6" y="751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2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8" y="766"/>
                </a:lnTo>
                <a:lnTo>
                  <a:pt x="5429" y="767"/>
                </a:lnTo>
                <a:lnTo>
                  <a:pt x="5428" y="767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0"/>
                </a:lnTo>
                <a:lnTo>
                  <a:pt x="5426" y="771"/>
                </a:lnTo>
                <a:lnTo>
                  <a:pt x="5425" y="771"/>
                </a:lnTo>
                <a:lnTo>
                  <a:pt x="5425" y="772"/>
                </a:lnTo>
                <a:lnTo>
                  <a:pt x="5424" y="772"/>
                </a:lnTo>
                <a:lnTo>
                  <a:pt x="5424" y="773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2" y="778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6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5" y="784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7" y="785"/>
                </a:lnTo>
                <a:lnTo>
                  <a:pt x="5407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5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7" y="796"/>
                </a:lnTo>
                <a:lnTo>
                  <a:pt x="5406" y="796"/>
                </a:lnTo>
                <a:lnTo>
                  <a:pt x="5405" y="796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1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2" y="811"/>
                </a:lnTo>
                <a:lnTo>
                  <a:pt x="5400" y="811"/>
                </a:lnTo>
                <a:lnTo>
                  <a:pt x="5400" y="812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399" y="814"/>
                </a:lnTo>
                <a:lnTo>
                  <a:pt x="5398" y="814"/>
                </a:lnTo>
                <a:lnTo>
                  <a:pt x="5398" y="815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6" y="816"/>
                </a:lnTo>
                <a:lnTo>
                  <a:pt x="5396" y="817"/>
                </a:lnTo>
                <a:lnTo>
                  <a:pt x="5395" y="817"/>
                </a:lnTo>
                <a:lnTo>
                  <a:pt x="5394" y="817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8"/>
                </a:lnTo>
                <a:lnTo>
                  <a:pt x="5391" y="819"/>
                </a:lnTo>
                <a:lnTo>
                  <a:pt x="5390" y="820"/>
                </a:lnTo>
                <a:lnTo>
                  <a:pt x="5390" y="819"/>
                </a:lnTo>
                <a:lnTo>
                  <a:pt x="5389" y="819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4" y="822"/>
                </a:lnTo>
                <a:lnTo>
                  <a:pt x="5384" y="823"/>
                </a:lnTo>
                <a:lnTo>
                  <a:pt x="5384" y="822"/>
                </a:lnTo>
                <a:lnTo>
                  <a:pt x="5383" y="823"/>
                </a:lnTo>
                <a:lnTo>
                  <a:pt x="5383" y="822"/>
                </a:lnTo>
                <a:lnTo>
                  <a:pt x="5382" y="822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8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8" y="826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7" y="829"/>
                </a:lnTo>
                <a:lnTo>
                  <a:pt x="5376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4" y="837"/>
                </a:lnTo>
                <a:lnTo>
                  <a:pt x="5373" y="837"/>
                </a:lnTo>
                <a:lnTo>
                  <a:pt x="5373" y="838"/>
                </a:lnTo>
                <a:lnTo>
                  <a:pt x="5373" y="839"/>
                </a:lnTo>
                <a:lnTo>
                  <a:pt x="5372" y="839"/>
                </a:lnTo>
                <a:lnTo>
                  <a:pt x="5372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0" y="845"/>
                </a:lnTo>
                <a:lnTo>
                  <a:pt x="5370" y="846"/>
                </a:lnTo>
                <a:lnTo>
                  <a:pt x="5371" y="846"/>
                </a:lnTo>
                <a:lnTo>
                  <a:pt x="5370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3" y="860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0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69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7" y="866"/>
                </a:lnTo>
                <a:lnTo>
                  <a:pt x="5367" y="867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5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5" y="870"/>
                </a:lnTo>
                <a:lnTo>
                  <a:pt x="5364" y="870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0" y="871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8" y="872"/>
                </a:lnTo>
                <a:lnTo>
                  <a:pt x="5358" y="873"/>
                </a:lnTo>
                <a:lnTo>
                  <a:pt x="5357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3" y="872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6"/>
                </a:lnTo>
                <a:lnTo>
                  <a:pt x="5265" y="845"/>
                </a:lnTo>
                <a:lnTo>
                  <a:pt x="5265" y="844"/>
                </a:lnTo>
                <a:lnTo>
                  <a:pt x="5264" y="842"/>
                </a:lnTo>
                <a:lnTo>
                  <a:pt x="5264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6" y="843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8"/>
                </a:lnTo>
                <a:lnTo>
                  <a:pt x="5253" y="849"/>
                </a:lnTo>
                <a:lnTo>
                  <a:pt x="5252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3" y="860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1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6" y="869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8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7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7"/>
                </a:lnTo>
                <a:lnTo>
                  <a:pt x="5212" y="877"/>
                </a:lnTo>
                <a:lnTo>
                  <a:pt x="5211" y="877"/>
                </a:lnTo>
                <a:lnTo>
                  <a:pt x="5210" y="878"/>
                </a:lnTo>
                <a:lnTo>
                  <a:pt x="5209" y="879"/>
                </a:lnTo>
                <a:lnTo>
                  <a:pt x="5208" y="879"/>
                </a:lnTo>
                <a:lnTo>
                  <a:pt x="5208" y="880"/>
                </a:lnTo>
                <a:lnTo>
                  <a:pt x="5207" y="881"/>
                </a:lnTo>
                <a:lnTo>
                  <a:pt x="5207" y="882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3"/>
                </a:lnTo>
                <a:lnTo>
                  <a:pt x="5201" y="884"/>
                </a:lnTo>
                <a:lnTo>
                  <a:pt x="5200" y="884"/>
                </a:lnTo>
                <a:lnTo>
                  <a:pt x="5199" y="884"/>
                </a:lnTo>
                <a:lnTo>
                  <a:pt x="5198" y="883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1"/>
                </a:lnTo>
                <a:lnTo>
                  <a:pt x="5193" y="881"/>
                </a:lnTo>
                <a:lnTo>
                  <a:pt x="5192" y="882"/>
                </a:lnTo>
                <a:lnTo>
                  <a:pt x="5191" y="882"/>
                </a:lnTo>
                <a:lnTo>
                  <a:pt x="5189" y="882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9" y="886"/>
                </a:lnTo>
                <a:lnTo>
                  <a:pt x="5189" y="887"/>
                </a:lnTo>
                <a:lnTo>
                  <a:pt x="5188" y="887"/>
                </a:lnTo>
                <a:lnTo>
                  <a:pt x="5187" y="887"/>
                </a:lnTo>
                <a:lnTo>
                  <a:pt x="5186" y="888"/>
                </a:lnTo>
                <a:lnTo>
                  <a:pt x="5185" y="888"/>
                </a:lnTo>
                <a:lnTo>
                  <a:pt x="5184" y="889"/>
                </a:lnTo>
                <a:lnTo>
                  <a:pt x="5184" y="888"/>
                </a:lnTo>
                <a:lnTo>
                  <a:pt x="5183" y="888"/>
                </a:lnTo>
                <a:lnTo>
                  <a:pt x="5182" y="888"/>
                </a:lnTo>
                <a:lnTo>
                  <a:pt x="5182" y="889"/>
                </a:lnTo>
                <a:lnTo>
                  <a:pt x="5179" y="889"/>
                </a:lnTo>
                <a:lnTo>
                  <a:pt x="5178" y="889"/>
                </a:lnTo>
                <a:lnTo>
                  <a:pt x="5177" y="890"/>
                </a:lnTo>
                <a:lnTo>
                  <a:pt x="5177" y="891"/>
                </a:lnTo>
                <a:lnTo>
                  <a:pt x="5176" y="891"/>
                </a:lnTo>
                <a:lnTo>
                  <a:pt x="5176" y="893"/>
                </a:lnTo>
                <a:lnTo>
                  <a:pt x="5177" y="894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5"/>
                </a:lnTo>
                <a:lnTo>
                  <a:pt x="5182" y="895"/>
                </a:lnTo>
                <a:lnTo>
                  <a:pt x="5182" y="896"/>
                </a:lnTo>
                <a:lnTo>
                  <a:pt x="5181" y="898"/>
                </a:lnTo>
                <a:lnTo>
                  <a:pt x="5182" y="898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6" y="898"/>
                </a:lnTo>
                <a:lnTo>
                  <a:pt x="5186" y="900"/>
                </a:lnTo>
                <a:lnTo>
                  <a:pt x="5187" y="901"/>
                </a:lnTo>
                <a:lnTo>
                  <a:pt x="5188" y="902"/>
                </a:lnTo>
                <a:lnTo>
                  <a:pt x="5188" y="905"/>
                </a:lnTo>
                <a:lnTo>
                  <a:pt x="5189" y="905"/>
                </a:lnTo>
                <a:lnTo>
                  <a:pt x="5190" y="905"/>
                </a:lnTo>
                <a:lnTo>
                  <a:pt x="5193" y="918"/>
                </a:lnTo>
                <a:lnTo>
                  <a:pt x="5195" y="923"/>
                </a:lnTo>
                <a:lnTo>
                  <a:pt x="5201" y="947"/>
                </a:lnTo>
                <a:lnTo>
                  <a:pt x="5208" y="973"/>
                </a:lnTo>
                <a:lnTo>
                  <a:pt x="5207" y="973"/>
                </a:lnTo>
                <a:lnTo>
                  <a:pt x="5206" y="973"/>
                </a:lnTo>
                <a:lnTo>
                  <a:pt x="5206" y="974"/>
                </a:lnTo>
                <a:lnTo>
                  <a:pt x="5205" y="974"/>
                </a:lnTo>
                <a:lnTo>
                  <a:pt x="5204" y="974"/>
                </a:lnTo>
                <a:lnTo>
                  <a:pt x="5204" y="975"/>
                </a:lnTo>
                <a:lnTo>
                  <a:pt x="5203" y="977"/>
                </a:lnTo>
                <a:lnTo>
                  <a:pt x="5203" y="978"/>
                </a:lnTo>
                <a:lnTo>
                  <a:pt x="5203" y="979"/>
                </a:lnTo>
                <a:lnTo>
                  <a:pt x="5202" y="979"/>
                </a:lnTo>
                <a:lnTo>
                  <a:pt x="5203" y="980"/>
                </a:lnTo>
                <a:lnTo>
                  <a:pt x="5202" y="981"/>
                </a:lnTo>
                <a:lnTo>
                  <a:pt x="5202" y="982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8"/>
                </a:lnTo>
                <a:lnTo>
                  <a:pt x="5203" y="988"/>
                </a:lnTo>
                <a:lnTo>
                  <a:pt x="5203" y="989"/>
                </a:lnTo>
                <a:lnTo>
                  <a:pt x="5202" y="989"/>
                </a:lnTo>
                <a:lnTo>
                  <a:pt x="5201" y="990"/>
                </a:lnTo>
                <a:lnTo>
                  <a:pt x="5201" y="991"/>
                </a:lnTo>
                <a:lnTo>
                  <a:pt x="5202" y="992"/>
                </a:lnTo>
                <a:lnTo>
                  <a:pt x="5201" y="993"/>
                </a:lnTo>
                <a:lnTo>
                  <a:pt x="5201" y="994"/>
                </a:lnTo>
                <a:lnTo>
                  <a:pt x="5200" y="995"/>
                </a:lnTo>
                <a:lnTo>
                  <a:pt x="5199" y="995"/>
                </a:lnTo>
                <a:lnTo>
                  <a:pt x="5199" y="996"/>
                </a:lnTo>
                <a:lnTo>
                  <a:pt x="5200" y="996"/>
                </a:lnTo>
                <a:lnTo>
                  <a:pt x="5200" y="997"/>
                </a:lnTo>
                <a:lnTo>
                  <a:pt x="5201" y="998"/>
                </a:lnTo>
                <a:lnTo>
                  <a:pt x="5200" y="998"/>
                </a:lnTo>
                <a:lnTo>
                  <a:pt x="5199" y="998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0" y="1005"/>
                </a:lnTo>
                <a:lnTo>
                  <a:pt x="5200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1" y="1008"/>
                </a:lnTo>
                <a:lnTo>
                  <a:pt x="5200" y="1008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2" y="1011"/>
                </a:lnTo>
                <a:lnTo>
                  <a:pt x="5202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0"/>
                </a:lnTo>
                <a:lnTo>
                  <a:pt x="5199" y="1021"/>
                </a:lnTo>
                <a:lnTo>
                  <a:pt x="5199" y="1023"/>
                </a:lnTo>
                <a:lnTo>
                  <a:pt x="5198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198" y="1025"/>
                </a:lnTo>
                <a:lnTo>
                  <a:pt x="5198" y="1026"/>
                </a:lnTo>
                <a:lnTo>
                  <a:pt x="5199" y="1026"/>
                </a:lnTo>
                <a:lnTo>
                  <a:pt x="5199" y="1027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3" y="1029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5" y="1029"/>
                </a:lnTo>
                <a:lnTo>
                  <a:pt x="5206" y="1029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09" y="1030"/>
                </a:lnTo>
                <a:lnTo>
                  <a:pt x="5209" y="1031"/>
                </a:lnTo>
                <a:lnTo>
                  <a:pt x="5209" y="1032"/>
                </a:lnTo>
                <a:lnTo>
                  <a:pt x="5208" y="1033"/>
                </a:lnTo>
                <a:lnTo>
                  <a:pt x="5208" y="1034"/>
                </a:lnTo>
                <a:lnTo>
                  <a:pt x="5207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8"/>
                </a:lnTo>
                <a:lnTo>
                  <a:pt x="5208" y="1039"/>
                </a:lnTo>
                <a:lnTo>
                  <a:pt x="5208" y="1040"/>
                </a:lnTo>
                <a:lnTo>
                  <a:pt x="5207" y="1040"/>
                </a:lnTo>
                <a:lnTo>
                  <a:pt x="5206" y="1041"/>
                </a:lnTo>
                <a:lnTo>
                  <a:pt x="5205" y="1041"/>
                </a:lnTo>
                <a:lnTo>
                  <a:pt x="5205" y="1042"/>
                </a:lnTo>
                <a:lnTo>
                  <a:pt x="5204" y="1045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0"/>
                </a:lnTo>
                <a:lnTo>
                  <a:pt x="5204" y="1051"/>
                </a:lnTo>
                <a:lnTo>
                  <a:pt x="5203" y="1053"/>
                </a:lnTo>
                <a:lnTo>
                  <a:pt x="5201" y="1055"/>
                </a:lnTo>
                <a:lnTo>
                  <a:pt x="5199" y="1056"/>
                </a:lnTo>
                <a:lnTo>
                  <a:pt x="5198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9" y="1059"/>
                </a:lnTo>
                <a:lnTo>
                  <a:pt x="5199" y="1060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4"/>
                </a:lnTo>
                <a:lnTo>
                  <a:pt x="5199" y="1066"/>
                </a:lnTo>
                <a:lnTo>
                  <a:pt x="5199" y="1067"/>
                </a:lnTo>
                <a:lnTo>
                  <a:pt x="5196" y="1069"/>
                </a:lnTo>
                <a:lnTo>
                  <a:pt x="5195" y="1070"/>
                </a:lnTo>
                <a:lnTo>
                  <a:pt x="5196" y="1072"/>
                </a:lnTo>
                <a:lnTo>
                  <a:pt x="5196" y="1073"/>
                </a:lnTo>
                <a:lnTo>
                  <a:pt x="5194" y="1073"/>
                </a:lnTo>
                <a:lnTo>
                  <a:pt x="5193" y="1073"/>
                </a:lnTo>
                <a:lnTo>
                  <a:pt x="5192" y="1073"/>
                </a:lnTo>
                <a:lnTo>
                  <a:pt x="5191" y="1074"/>
                </a:lnTo>
                <a:lnTo>
                  <a:pt x="5191" y="1075"/>
                </a:lnTo>
                <a:lnTo>
                  <a:pt x="5189" y="1077"/>
                </a:lnTo>
                <a:lnTo>
                  <a:pt x="5189" y="1078"/>
                </a:lnTo>
                <a:lnTo>
                  <a:pt x="5190" y="1079"/>
                </a:lnTo>
                <a:lnTo>
                  <a:pt x="5190" y="1080"/>
                </a:lnTo>
                <a:lnTo>
                  <a:pt x="5191" y="1081"/>
                </a:lnTo>
                <a:lnTo>
                  <a:pt x="5191" y="1082"/>
                </a:lnTo>
                <a:lnTo>
                  <a:pt x="5191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4"/>
                </a:lnTo>
                <a:lnTo>
                  <a:pt x="5193" y="1085"/>
                </a:lnTo>
                <a:lnTo>
                  <a:pt x="5193" y="1086"/>
                </a:lnTo>
                <a:lnTo>
                  <a:pt x="5192" y="1087"/>
                </a:lnTo>
                <a:lnTo>
                  <a:pt x="5191" y="1088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8"/>
                </a:lnTo>
                <a:lnTo>
                  <a:pt x="5186" y="1088"/>
                </a:lnTo>
                <a:lnTo>
                  <a:pt x="5184" y="1088"/>
                </a:lnTo>
                <a:lnTo>
                  <a:pt x="5184" y="1087"/>
                </a:lnTo>
                <a:lnTo>
                  <a:pt x="5183" y="1088"/>
                </a:lnTo>
                <a:lnTo>
                  <a:pt x="5182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3" y="1092"/>
                </a:lnTo>
                <a:lnTo>
                  <a:pt x="5184" y="1094"/>
                </a:lnTo>
                <a:lnTo>
                  <a:pt x="5183" y="1094"/>
                </a:lnTo>
                <a:lnTo>
                  <a:pt x="5182" y="1094"/>
                </a:lnTo>
                <a:lnTo>
                  <a:pt x="5179" y="1095"/>
                </a:lnTo>
                <a:lnTo>
                  <a:pt x="5178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3"/>
                </a:lnTo>
                <a:lnTo>
                  <a:pt x="5173" y="1093"/>
                </a:lnTo>
                <a:lnTo>
                  <a:pt x="5172" y="1094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4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2"/>
                </a:lnTo>
                <a:lnTo>
                  <a:pt x="5165" y="1092"/>
                </a:lnTo>
                <a:lnTo>
                  <a:pt x="5164" y="1092"/>
                </a:lnTo>
                <a:lnTo>
                  <a:pt x="5163" y="1093"/>
                </a:lnTo>
                <a:lnTo>
                  <a:pt x="5162" y="1093"/>
                </a:lnTo>
                <a:lnTo>
                  <a:pt x="5161" y="1094"/>
                </a:lnTo>
                <a:lnTo>
                  <a:pt x="5161" y="1095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6"/>
                </a:lnTo>
                <a:lnTo>
                  <a:pt x="5157" y="1097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6"/>
                </a:lnTo>
                <a:lnTo>
                  <a:pt x="5147" y="1098"/>
                </a:lnTo>
                <a:lnTo>
                  <a:pt x="5146" y="1098"/>
                </a:lnTo>
                <a:lnTo>
                  <a:pt x="5145" y="1099"/>
                </a:lnTo>
                <a:lnTo>
                  <a:pt x="5143" y="1100"/>
                </a:lnTo>
                <a:lnTo>
                  <a:pt x="5143" y="1099"/>
                </a:lnTo>
                <a:lnTo>
                  <a:pt x="5142" y="1099"/>
                </a:lnTo>
                <a:lnTo>
                  <a:pt x="5141" y="1099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2"/>
                </a:lnTo>
                <a:lnTo>
                  <a:pt x="5137" y="1102"/>
                </a:lnTo>
                <a:lnTo>
                  <a:pt x="5135" y="1103"/>
                </a:lnTo>
                <a:lnTo>
                  <a:pt x="5133" y="1104"/>
                </a:lnTo>
                <a:lnTo>
                  <a:pt x="5132" y="1104"/>
                </a:lnTo>
                <a:lnTo>
                  <a:pt x="5130" y="1106"/>
                </a:lnTo>
                <a:lnTo>
                  <a:pt x="5129" y="1106"/>
                </a:lnTo>
                <a:lnTo>
                  <a:pt x="5128" y="1108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0"/>
                </a:lnTo>
                <a:lnTo>
                  <a:pt x="5129" y="1110"/>
                </a:lnTo>
                <a:lnTo>
                  <a:pt x="5130" y="1110"/>
                </a:lnTo>
                <a:lnTo>
                  <a:pt x="5130" y="1111"/>
                </a:lnTo>
                <a:lnTo>
                  <a:pt x="5131" y="1111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2"/>
                </a:lnTo>
                <a:lnTo>
                  <a:pt x="5135" y="1112"/>
                </a:lnTo>
                <a:lnTo>
                  <a:pt x="5136" y="1111"/>
                </a:lnTo>
                <a:lnTo>
                  <a:pt x="5137" y="1111"/>
                </a:lnTo>
                <a:lnTo>
                  <a:pt x="5138" y="1111"/>
                </a:lnTo>
                <a:lnTo>
                  <a:pt x="5140" y="1112"/>
                </a:lnTo>
                <a:lnTo>
                  <a:pt x="5141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4"/>
                </a:lnTo>
                <a:lnTo>
                  <a:pt x="5144" y="1115"/>
                </a:lnTo>
                <a:lnTo>
                  <a:pt x="5145" y="1117"/>
                </a:lnTo>
                <a:lnTo>
                  <a:pt x="5146" y="1118"/>
                </a:lnTo>
                <a:lnTo>
                  <a:pt x="5146" y="1119"/>
                </a:lnTo>
                <a:lnTo>
                  <a:pt x="5147" y="1122"/>
                </a:lnTo>
                <a:lnTo>
                  <a:pt x="5146" y="1126"/>
                </a:lnTo>
                <a:lnTo>
                  <a:pt x="5144" y="1125"/>
                </a:lnTo>
                <a:lnTo>
                  <a:pt x="5143" y="1125"/>
                </a:lnTo>
                <a:lnTo>
                  <a:pt x="5142" y="1125"/>
                </a:lnTo>
                <a:lnTo>
                  <a:pt x="5142" y="1126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31"/>
                </a:lnTo>
                <a:lnTo>
                  <a:pt x="5145" y="1132"/>
                </a:lnTo>
                <a:lnTo>
                  <a:pt x="5144" y="1137"/>
                </a:lnTo>
                <a:lnTo>
                  <a:pt x="5145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8" y="1139"/>
                </a:lnTo>
                <a:lnTo>
                  <a:pt x="5149" y="1139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8"/>
                </a:lnTo>
                <a:lnTo>
                  <a:pt x="5145" y="1138"/>
                </a:lnTo>
                <a:lnTo>
                  <a:pt x="5143" y="1138"/>
                </a:lnTo>
                <a:lnTo>
                  <a:pt x="5142" y="1138"/>
                </a:lnTo>
                <a:lnTo>
                  <a:pt x="5142" y="1137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2"/>
                </a:lnTo>
                <a:lnTo>
                  <a:pt x="5141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3"/>
                </a:lnTo>
                <a:lnTo>
                  <a:pt x="5137" y="1122"/>
                </a:lnTo>
                <a:lnTo>
                  <a:pt x="5137" y="1121"/>
                </a:lnTo>
                <a:lnTo>
                  <a:pt x="5138" y="1121"/>
                </a:lnTo>
                <a:lnTo>
                  <a:pt x="5138" y="1120"/>
                </a:lnTo>
                <a:lnTo>
                  <a:pt x="5137" y="1120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4" y="1119"/>
                </a:lnTo>
                <a:lnTo>
                  <a:pt x="5134" y="1120"/>
                </a:lnTo>
                <a:lnTo>
                  <a:pt x="5133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3" y="1126"/>
                </a:lnTo>
                <a:lnTo>
                  <a:pt x="5132" y="1126"/>
                </a:lnTo>
                <a:lnTo>
                  <a:pt x="5130" y="1126"/>
                </a:lnTo>
                <a:lnTo>
                  <a:pt x="5129" y="1126"/>
                </a:lnTo>
                <a:lnTo>
                  <a:pt x="5129" y="1125"/>
                </a:lnTo>
                <a:lnTo>
                  <a:pt x="5128" y="1124"/>
                </a:lnTo>
                <a:lnTo>
                  <a:pt x="5128" y="1123"/>
                </a:lnTo>
                <a:lnTo>
                  <a:pt x="5129" y="1123"/>
                </a:lnTo>
                <a:lnTo>
                  <a:pt x="5129" y="1122"/>
                </a:lnTo>
                <a:lnTo>
                  <a:pt x="5130" y="1121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19"/>
                </a:lnTo>
                <a:lnTo>
                  <a:pt x="5128" y="1119"/>
                </a:lnTo>
                <a:lnTo>
                  <a:pt x="5128" y="1120"/>
                </a:lnTo>
                <a:lnTo>
                  <a:pt x="5127" y="1120"/>
                </a:lnTo>
                <a:lnTo>
                  <a:pt x="5127" y="1121"/>
                </a:lnTo>
                <a:lnTo>
                  <a:pt x="5125" y="1121"/>
                </a:lnTo>
                <a:lnTo>
                  <a:pt x="5124" y="1121"/>
                </a:lnTo>
                <a:lnTo>
                  <a:pt x="5124" y="1120"/>
                </a:lnTo>
                <a:lnTo>
                  <a:pt x="5125" y="1120"/>
                </a:lnTo>
                <a:lnTo>
                  <a:pt x="5124" y="1120"/>
                </a:lnTo>
                <a:lnTo>
                  <a:pt x="5124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8" y="1115"/>
                </a:lnTo>
                <a:lnTo>
                  <a:pt x="5118" y="1114"/>
                </a:lnTo>
                <a:lnTo>
                  <a:pt x="5118" y="1113"/>
                </a:lnTo>
                <a:lnTo>
                  <a:pt x="5117" y="1113"/>
                </a:lnTo>
                <a:lnTo>
                  <a:pt x="5117" y="1112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1"/>
                </a:lnTo>
                <a:lnTo>
                  <a:pt x="5115" y="1110"/>
                </a:lnTo>
                <a:lnTo>
                  <a:pt x="5114" y="1110"/>
                </a:lnTo>
                <a:lnTo>
                  <a:pt x="5113" y="1110"/>
                </a:lnTo>
                <a:lnTo>
                  <a:pt x="5113" y="1109"/>
                </a:lnTo>
                <a:lnTo>
                  <a:pt x="5113" y="1108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2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2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3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5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4" y="1089"/>
                </a:lnTo>
                <a:lnTo>
                  <a:pt x="5113" y="1089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89"/>
                </a:lnTo>
                <a:lnTo>
                  <a:pt x="5104" y="1089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0" y="1089"/>
                </a:lnTo>
                <a:lnTo>
                  <a:pt x="5100" y="1088"/>
                </a:lnTo>
                <a:lnTo>
                  <a:pt x="5100" y="1087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2" y="1086"/>
                </a:lnTo>
                <a:lnTo>
                  <a:pt x="5101" y="1086"/>
                </a:lnTo>
                <a:lnTo>
                  <a:pt x="5101" y="1085"/>
                </a:lnTo>
                <a:lnTo>
                  <a:pt x="5101" y="1084"/>
                </a:lnTo>
                <a:lnTo>
                  <a:pt x="5102" y="1084"/>
                </a:lnTo>
                <a:lnTo>
                  <a:pt x="5103" y="1084"/>
                </a:lnTo>
                <a:lnTo>
                  <a:pt x="5103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1"/>
                </a:lnTo>
                <a:lnTo>
                  <a:pt x="5099" y="1081"/>
                </a:lnTo>
                <a:lnTo>
                  <a:pt x="5099" y="1082"/>
                </a:lnTo>
                <a:lnTo>
                  <a:pt x="5098" y="1082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4" y="1083"/>
                </a:lnTo>
                <a:lnTo>
                  <a:pt x="5093" y="1084"/>
                </a:lnTo>
                <a:lnTo>
                  <a:pt x="5092" y="1083"/>
                </a:lnTo>
                <a:lnTo>
                  <a:pt x="5091" y="1083"/>
                </a:lnTo>
                <a:lnTo>
                  <a:pt x="5091" y="1082"/>
                </a:lnTo>
                <a:lnTo>
                  <a:pt x="5090" y="1082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6" y="1080"/>
                </a:lnTo>
                <a:lnTo>
                  <a:pt x="5087" y="1080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3" y="1079"/>
                </a:lnTo>
                <a:lnTo>
                  <a:pt x="5082" y="1079"/>
                </a:lnTo>
                <a:lnTo>
                  <a:pt x="5082" y="1080"/>
                </a:lnTo>
                <a:lnTo>
                  <a:pt x="5081" y="1080"/>
                </a:lnTo>
                <a:lnTo>
                  <a:pt x="5080" y="1080"/>
                </a:lnTo>
                <a:lnTo>
                  <a:pt x="5080" y="1081"/>
                </a:lnTo>
                <a:lnTo>
                  <a:pt x="5080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8" y="1083"/>
                </a:lnTo>
                <a:lnTo>
                  <a:pt x="5077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6"/>
                </a:lnTo>
                <a:lnTo>
                  <a:pt x="5078" y="1087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88"/>
                </a:lnTo>
                <a:lnTo>
                  <a:pt x="5077" y="1088"/>
                </a:lnTo>
                <a:lnTo>
                  <a:pt x="5076" y="1089"/>
                </a:lnTo>
                <a:lnTo>
                  <a:pt x="5076" y="1090"/>
                </a:lnTo>
                <a:lnTo>
                  <a:pt x="5077" y="1090"/>
                </a:lnTo>
                <a:lnTo>
                  <a:pt x="5077" y="1091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5" y="1094"/>
                </a:lnTo>
                <a:lnTo>
                  <a:pt x="5075" y="1095"/>
                </a:lnTo>
                <a:lnTo>
                  <a:pt x="5074" y="1095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3" y="1098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1"/>
                </a:lnTo>
                <a:lnTo>
                  <a:pt x="5073" y="1102"/>
                </a:lnTo>
                <a:lnTo>
                  <a:pt x="5072" y="1102"/>
                </a:lnTo>
                <a:lnTo>
                  <a:pt x="5072" y="1103"/>
                </a:lnTo>
                <a:lnTo>
                  <a:pt x="5071" y="1103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0" y="1106"/>
                </a:lnTo>
                <a:lnTo>
                  <a:pt x="5071" y="1107"/>
                </a:lnTo>
                <a:lnTo>
                  <a:pt x="5070" y="1107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70" y="1110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2" y="1112"/>
                </a:lnTo>
                <a:lnTo>
                  <a:pt x="5073" y="1112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6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6"/>
                </a:lnTo>
                <a:lnTo>
                  <a:pt x="5070" y="1115"/>
                </a:lnTo>
                <a:lnTo>
                  <a:pt x="5069" y="1115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69" y="1118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1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8" y="1122"/>
                </a:lnTo>
                <a:lnTo>
                  <a:pt x="5068" y="1123"/>
                </a:lnTo>
                <a:lnTo>
                  <a:pt x="5067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8" y="1126"/>
                </a:lnTo>
                <a:lnTo>
                  <a:pt x="5068" y="1127"/>
                </a:lnTo>
                <a:lnTo>
                  <a:pt x="5068" y="1128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6" y="1136"/>
                </a:lnTo>
                <a:lnTo>
                  <a:pt x="5066" y="1137"/>
                </a:lnTo>
                <a:lnTo>
                  <a:pt x="5065" y="1137"/>
                </a:lnTo>
                <a:lnTo>
                  <a:pt x="5065" y="1138"/>
                </a:lnTo>
                <a:lnTo>
                  <a:pt x="5064" y="1138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0" y="1138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6"/>
                </a:lnTo>
                <a:lnTo>
                  <a:pt x="5057" y="1135"/>
                </a:lnTo>
                <a:lnTo>
                  <a:pt x="5056" y="1135"/>
                </a:lnTo>
                <a:lnTo>
                  <a:pt x="5055" y="1135"/>
                </a:lnTo>
                <a:lnTo>
                  <a:pt x="5055" y="1136"/>
                </a:lnTo>
                <a:lnTo>
                  <a:pt x="5053" y="1136"/>
                </a:lnTo>
                <a:lnTo>
                  <a:pt x="5053" y="1137"/>
                </a:lnTo>
                <a:lnTo>
                  <a:pt x="5054" y="1137"/>
                </a:lnTo>
                <a:lnTo>
                  <a:pt x="5055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39"/>
                </a:lnTo>
                <a:lnTo>
                  <a:pt x="5054" y="1140"/>
                </a:lnTo>
                <a:lnTo>
                  <a:pt x="5053" y="1140"/>
                </a:lnTo>
                <a:lnTo>
                  <a:pt x="5052" y="1140"/>
                </a:lnTo>
                <a:lnTo>
                  <a:pt x="5052" y="1141"/>
                </a:lnTo>
                <a:lnTo>
                  <a:pt x="5051" y="1141"/>
                </a:lnTo>
                <a:lnTo>
                  <a:pt x="5051" y="1142"/>
                </a:lnTo>
                <a:lnTo>
                  <a:pt x="5051" y="1143"/>
                </a:lnTo>
                <a:lnTo>
                  <a:pt x="5052" y="1143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49" y="1144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6" y="1142"/>
                </a:lnTo>
                <a:lnTo>
                  <a:pt x="5045" y="1141"/>
                </a:lnTo>
                <a:lnTo>
                  <a:pt x="5045" y="1140"/>
                </a:lnTo>
                <a:lnTo>
                  <a:pt x="5044" y="1140"/>
                </a:lnTo>
                <a:lnTo>
                  <a:pt x="5044" y="1139"/>
                </a:lnTo>
                <a:lnTo>
                  <a:pt x="5043" y="1139"/>
                </a:lnTo>
                <a:lnTo>
                  <a:pt x="5042" y="1139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7"/>
                </a:lnTo>
                <a:lnTo>
                  <a:pt x="5040" y="1137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7"/>
                </a:lnTo>
                <a:lnTo>
                  <a:pt x="5037" y="1136"/>
                </a:lnTo>
                <a:lnTo>
                  <a:pt x="5036" y="1136"/>
                </a:lnTo>
                <a:lnTo>
                  <a:pt x="5036" y="1137"/>
                </a:lnTo>
                <a:lnTo>
                  <a:pt x="5036" y="1138"/>
                </a:lnTo>
                <a:lnTo>
                  <a:pt x="5035" y="1139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3" y="1137"/>
                </a:lnTo>
                <a:lnTo>
                  <a:pt x="5034" y="1137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6"/>
                </a:lnTo>
                <a:lnTo>
                  <a:pt x="5031" y="1136"/>
                </a:lnTo>
                <a:lnTo>
                  <a:pt x="5031" y="1137"/>
                </a:lnTo>
                <a:lnTo>
                  <a:pt x="5031" y="1138"/>
                </a:lnTo>
                <a:lnTo>
                  <a:pt x="5032" y="1138"/>
                </a:lnTo>
                <a:lnTo>
                  <a:pt x="5033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2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1" y="1138"/>
                </a:lnTo>
                <a:lnTo>
                  <a:pt x="5030" y="1138"/>
                </a:lnTo>
                <a:lnTo>
                  <a:pt x="5030" y="1139"/>
                </a:lnTo>
                <a:lnTo>
                  <a:pt x="5029" y="1139"/>
                </a:lnTo>
                <a:lnTo>
                  <a:pt x="5028" y="1139"/>
                </a:lnTo>
                <a:lnTo>
                  <a:pt x="5028" y="1140"/>
                </a:lnTo>
                <a:lnTo>
                  <a:pt x="5029" y="1140"/>
                </a:lnTo>
                <a:lnTo>
                  <a:pt x="5029" y="1141"/>
                </a:lnTo>
                <a:lnTo>
                  <a:pt x="5028" y="1141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2"/>
                </a:lnTo>
                <a:lnTo>
                  <a:pt x="5027" y="1142"/>
                </a:lnTo>
                <a:lnTo>
                  <a:pt x="5027" y="1143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3"/>
                </a:lnTo>
                <a:lnTo>
                  <a:pt x="5022" y="1143"/>
                </a:lnTo>
                <a:lnTo>
                  <a:pt x="5022" y="1144"/>
                </a:lnTo>
                <a:lnTo>
                  <a:pt x="5022" y="1145"/>
                </a:lnTo>
                <a:lnTo>
                  <a:pt x="5021" y="1146"/>
                </a:lnTo>
                <a:lnTo>
                  <a:pt x="5021" y="1147"/>
                </a:lnTo>
                <a:lnTo>
                  <a:pt x="5022" y="1147"/>
                </a:lnTo>
                <a:lnTo>
                  <a:pt x="5023" y="1147"/>
                </a:lnTo>
                <a:lnTo>
                  <a:pt x="5024" y="1148"/>
                </a:lnTo>
                <a:lnTo>
                  <a:pt x="5024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49"/>
                </a:lnTo>
                <a:lnTo>
                  <a:pt x="5019" y="1149"/>
                </a:lnTo>
                <a:lnTo>
                  <a:pt x="5018" y="1150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0"/>
                </a:lnTo>
                <a:lnTo>
                  <a:pt x="5022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0" y="1152"/>
                </a:lnTo>
                <a:lnTo>
                  <a:pt x="5019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7" y="1155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8" y="1158"/>
                </a:lnTo>
                <a:lnTo>
                  <a:pt x="5018" y="1157"/>
                </a:lnTo>
                <a:lnTo>
                  <a:pt x="5019" y="1157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59"/>
                </a:lnTo>
                <a:lnTo>
                  <a:pt x="5019" y="1160"/>
                </a:lnTo>
                <a:lnTo>
                  <a:pt x="5020" y="1160"/>
                </a:lnTo>
                <a:lnTo>
                  <a:pt x="5021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19" y="1161"/>
                </a:lnTo>
                <a:lnTo>
                  <a:pt x="5018" y="1161"/>
                </a:lnTo>
                <a:lnTo>
                  <a:pt x="5018" y="1162"/>
                </a:lnTo>
                <a:lnTo>
                  <a:pt x="5018" y="1161"/>
                </a:lnTo>
                <a:lnTo>
                  <a:pt x="5018" y="1162"/>
                </a:lnTo>
                <a:lnTo>
                  <a:pt x="5017" y="1162"/>
                </a:lnTo>
                <a:lnTo>
                  <a:pt x="5018" y="1162"/>
                </a:lnTo>
                <a:lnTo>
                  <a:pt x="5018" y="1163"/>
                </a:lnTo>
                <a:lnTo>
                  <a:pt x="5017" y="1163"/>
                </a:lnTo>
                <a:lnTo>
                  <a:pt x="5015" y="1163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5"/>
                </a:lnTo>
                <a:lnTo>
                  <a:pt x="5015" y="1166"/>
                </a:lnTo>
                <a:lnTo>
                  <a:pt x="5014" y="1165"/>
                </a:lnTo>
                <a:lnTo>
                  <a:pt x="5013" y="1165"/>
                </a:lnTo>
                <a:lnTo>
                  <a:pt x="5013" y="1166"/>
                </a:lnTo>
                <a:lnTo>
                  <a:pt x="5012" y="1166"/>
                </a:lnTo>
                <a:lnTo>
                  <a:pt x="5013" y="1166"/>
                </a:lnTo>
                <a:lnTo>
                  <a:pt x="5013" y="1167"/>
                </a:lnTo>
                <a:lnTo>
                  <a:pt x="5012" y="1167"/>
                </a:lnTo>
                <a:lnTo>
                  <a:pt x="5011" y="1167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7"/>
                </a:lnTo>
                <a:lnTo>
                  <a:pt x="5008" y="1166"/>
                </a:lnTo>
                <a:lnTo>
                  <a:pt x="5007" y="1166"/>
                </a:lnTo>
                <a:lnTo>
                  <a:pt x="5006" y="1166"/>
                </a:lnTo>
                <a:lnTo>
                  <a:pt x="5006" y="1167"/>
                </a:lnTo>
                <a:lnTo>
                  <a:pt x="5007" y="1167"/>
                </a:lnTo>
                <a:lnTo>
                  <a:pt x="5007" y="1168"/>
                </a:lnTo>
                <a:lnTo>
                  <a:pt x="5006" y="1168"/>
                </a:lnTo>
                <a:lnTo>
                  <a:pt x="5005" y="1168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2"/>
                </a:lnTo>
                <a:lnTo>
                  <a:pt x="5002" y="1172"/>
                </a:lnTo>
                <a:lnTo>
                  <a:pt x="5001" y="1172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2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7" y="1176"/>
                </a:lnTo>
                <a:lnTo>
                  <a:pt x="4997" y="1177"/>
                </a:lnTo>
                <a:lnTo>
                  <a:pt x="4996" y="1177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3" y="1181"/>
                </a:lnTo>
                <a:lnTo>
                  <a:pt x="4992" y="1181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8" y="1179"/>
                </a:lnTo>
                <a:lnTo>
                  <a:pt x="4987" y="1179"/>
                </a:lnTo>
                <a:lnTo>
                  <a:pt x="4987" y="1180"/>
                </a:lnTo>
                <a:lnTo>
                  <a:pt x="4986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4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1" y="1178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7"/>
                </a:lnTo>
                <a:lnTo>
                  <a:pt x="4976" y="1177"/>
                </a:lnTo>
                <a:lnTo>
                  <a:pt x="4976" y="1178"/>
                </a:lnTo>
                <a:lnTo>
                  <a:pt x="4975" y="1178"/>
                </a:lnTo>
                <a:lnTo>
                  <a:pt x="4974" y="1179"/>
                </a:lnTo>
                <a:lnTo>
                  <a:pt x="4974" y="1180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8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79"/>
                </a:lnTo>
                <a:lnTo>
                  <a:pt x="4964" y="1180"/>
                </a:lnTo>
                <a:lnTo>
                  <a:pt x="4964" y="1181"/>
                </a:lnTo>
                <a:lnTo>
                  <a:pt x="4963" y="1182"/>
                </a:lnTo>
                <a:lnTo>
                  <a:pt x="4962" y="1182"/>
                </a:lnTo>
                <a:lnTo>
                  <a:pt x="4961" y="1183"/>
                </a:lnTo>
                <a:lnTo>
                  <a:pt x="4961" y="1182"/>
                </a:lnTo>
                <a:lnTo>
                  <a:pt x="4960" y="1182"/>
                </a:lnTo>
                <a:lnTo>
                  <a:pt x="4959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1"/>
                </a:lnTo>
                <a:lnTo>
                  <a:pt x="4952" y="1180"/>
                </a:lnTo>
                <a:lnTo>
                  <a:pt x="4951" y="1180"/>
                </a:lnTo>
                <a:lnTo>
                  <a:pt x="4951" y="1181"/>
                </a:lnTo>
                <a:lnTo>
                  <a:pt x="4950" y="1181"/>
                </a:lnTo>
                <a:lnTo>
                  <a:pt x="4950" y="1180"/>
                </a:lnTo>
                <a:lnTo>
                  <a:pt x="4949" y="1180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0"/>
                </a:lnTo>
                <a:lnTo>
                  <a:pt x="4916" y="1181"/>
                </a:lnTo>
                <a:lnTo>
                  <a:pt x="4913" y="1182"/>
                </a:lnTo>
                <a:lnTo>
                  <a:pt x="4914" y="1184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6"/>
                </a:lnTo>
                <a:lnTo>
                  <a:pt x="4918" y="1187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89"/>
                </a:lnTo>
                <a:lnTo>
                  <a:pt x="4920" y="1190"/>
                </a:lnTo>
                <a:lnTo>
                  <a:pt x="4919" y="1190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19" y="1198"/>
                </a:lnTo>
                <a:lnTo>
                  <a:pt x="4919" y="1199"/>
                </a:lnTo>
                <a:lnTo>
                  <a:pt x="4920" y="1199"/>
                </a:lnTo>
                <a:lnTo>
                  <a:pt x="4920" y="1200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5"/>
                </a:lnTo>
                <a:lnTo>
                  <a:pt x="4923" y="1207"/>
                </a:lnTo>
                <a:lnTo>
                  <a:pt x="4923" y="1208"/>
                </a:lnTo>
                <a:lnTo>
                  <a:pt x="4924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6"/>
                </a:lnTo>
                <a:lnTo>
                  <a:pt x="4934" y="1216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5" y="1219"/>
                </a:lnTo>
                <a:lnTo>
                  <a:pt x="4936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0"/>
                </a:lnTo>
                <a:lnTo>
                  <a:pt x="4938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7" y="1221"/>
                </a:lnTo>
                <a:lnTo>
                  <a:pt x="4937" y="1222"/>
                </a:lnTo>
                <a:lnTo>
                  <a:pt x="4936" y="1222"/>
                </a:lnTo>
                <a:lnTo>
                  <a:pt x="4937" y="1222"/>
                </a:lnTo>
                <a:lnTo>
                  <a:pt x="4937" y="1223"/>
                </a:lnTo>
                <a:lnTo>
                  <a:pt x="4938" y="1223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4"/>
                </a:lnTo>
                <a:lnTo>
                  <a:pt x="4939" y="1225"/>
                </a:lnTo>
                <a:lnTo>
                  <a:pt x="4939" y="1226"/>
                </a:lnTo>
                <a:lnTo>
                  <a:pt x="4938" y="1226"/>
                </a:lnTo>
                <a:lnTo>
                  <a:pt x="4938" y="1227"/>
                </a:lnTo>
                <a:lnTo>
                  <a:pt x="4937" y="1227"/>
                </a:lnTo>
                <a:lnTo>
                  <a:pt x="4936" y="1228"/>
                </a:lnTo>
                <a:lnTo>
                  <a:pt x="4936" y="1229"/>
                </a:lnTo>
                <a:lnTo>
                  <a:pt x="4937" y="1229"/>
                </a:lnTo>
                <a:lnTo>
                  <a:pt x="4937" y="1230"/>
                </a:lnTo>
                <a:lnTo>
                  <a:pt x="4936" y="1230"/>
                </a:lnTo>
                <a:lnTo>
                  <a:pt x="4936" y="1231"/>
                </a:lnTo>
                <a:lnTo>
                  <a:pt x="4934" y="1232"/>
                </a:lnTo>
                <a:lnTo>
                  <a:pt x="4934" y="1233"/>
                </a:lnTo>
                <a:lnTo>
                  <a:pt x="4933" y="1233"/>
                </a:lnTo>
                <a:lnTo>
                  <a:pt x="4932" y="1233"/>
                </a:lnTo>
                <a:lnTo>
                  <a:pt x="4932" y="1234"/>
                </a:lnTo>
                <a:lnTo>
                  <a:pt x="4931" y="1234"/>
                </a:lnTo>
                <a:lnTo>
                  <a:pt x="4932" y="1234"/>
                </a:lnTo>
                <a:lnTo>
                  <a:pt x="4932" y="1235"/>
                </a:lnTo>
                <a:lnTo>
                  <a:pt x="4932" y="1236"/>
                </a:lnTo>
                <a:lnTo>
                  <a:pt x="4932" y="1237"/>
                </a:lnTo>
                <a:lnTo>
                  <a:pt x="4931" y="1237"/>
                </a:lnTo>
                <a:lnTo>
                  <a:pt x="4931" y="1238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1"/>
                </a:lnTo>
                <a:lnTo>
                  <a:pt x="4929" y="1242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2"/>
                </a:lnTo>
                <a:lnTo>
                  <a:pt x="4927" y="1242"/>
                </a:lnTo>
                <a:lnTo>
                  <a:pt x="4927" y="1243"/>
                </a:lnTo>
                <a:lnTo>
                  <a:pt x="4926" y="1243"/>
                </a:lnTo>
                <a:lnTo>
                  <a:pt x="4925" y="1243"/>
                </a:lnTo>
                <a:lnTo>
                  <a:pt x="4925" y="1244"/>
                </a:lnTo>
                <a:lnTo>
                  <a:pt x="4925" y="1245"/>
                </a:lnTo>
                <a:lnTo>
                  <a:pt x="4924" y="1245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0" y="1248"/>
                </a:lnTo>
                <a:lnTo>
                  <a:pt x="4920" y="1247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9" y="1245"/>
                </a:lnTo>
                <a:lnTo>
                  <a:pt x="4920" y="1245"/>
                </a:lnTo>
                <a:lnTo>
                  <a:pt x="4920" y="1244"/>
                </a:lnTo>
                <a:lnTo>
                  <a:pt x="4919" y="1244"/>
                </a:lnTo>
                <a:lnTo>
                  <a:pt x="4918" y="1244"/>
                </a:lnTo>
                <a:lnTo>
                  <a:pt x="4917" y="1245"/>
                </a:lnTo>
                <a:lnTo>
                  <a:pt x="4918" y="1245"/>
                </a:lnTo>
                <a:lnTo>
                  <a:pt x="4918" y="1246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4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2" y="1241"/>
                </a:lnTo>
                <a:lnTo>
                  <a:pt x="4910" y="1241"/>
                </a:lnTo>
                <a:lnTo>
                  <a:pt x="4910" y="1240"/>
                </a:lnTo>
                <a:lnTo>
                  <a:pt x="4911" y="1240"/>
                </a:lnTo>
                <a:lnTo>
                  <a:pt x="4912" y="1239"/>
                </a:lnTo>
                <a:lnTo>
                  <a:pt x="4911" y="1239"/>
                </a:lnTo>
                <a:lnTo>
                  <a:pt x="4910" y="1239"/>
                </a:lnTo>
                <a:lnTo>
                  <a:pt x="4910" y="1240"/>
                </a:lnTo>
                <a:lnTo>
                  <a:pt x="4910" y="1241"/>
                </a:lnTo>
                <a:lnTo>
                  <a:pt x="4909" y="1242"/>
                </a:lnTo>
                <a:lnTo>
                  <a:pt x="4908" y="1242"/>
                </a:lnTo>
                <a:lnTo>
                  <a:pt x="4908" y="1241"/>
                </a:lnTo>
                <a:lnTo>
                  <a:pt x="4908" y="1240"/>
                </a:lnTo>
                <a:lnTo>
                  <a:pt x="4907" y="1240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39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38"/>
                </a:lnTo>
                <a:lnTo>
                  <a:pt x="4904" y="1238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39"/>
                </a:lnTo>
                <a:lnTo>
                  <a:pt x="4899" y="1239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1"/>
                </a:lnTo>
                <a:lnTo>
                  <a:pt x="4892" y="1241"/>
                </a:lnTo>
                <a:lnTo>
                  <a:pt x="4892" y="1242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2"/>
                </a:lnTo>
                <a:lnTo>
                  <a:pt x="4891" y="1241"/>
                </a:lnTo>
                <a:lnTo>
                  <a:pt x="4890" y="1241"/>
                </a:lnTo>
                <a:lnTo>
                  <a:pt x="4890" y="1242"/>
                </a:lnTo>
                <a:lnTo>
                  <a:pt x="4889" y="1242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6" y="1241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1"/>
                </a:lnTo>
                <a:lnTo>
                  <a:pt x="4882" y="1241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0" y="1241"/>
                </a:lnTo>
                <a:lnTo>
                  <a:pt x="4879" y="1241"/>
                </a:lnTo>
                <a:lnTo>
                  <a:pt x="4879" y="1242"/>
                </a:lnTo>
                <a:lnTo>
                  <a:pt x="4880" y="1242"/>
                </a:lnTo>
                <a:lnTo>
                  <a:pt x="4880" y="1243"/>
                </a:lnTo>
                <a:lnTo>
                  <a:pt x="4879" y="1243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2"/>
                </a:lnTo>
                <a:lnTo>
                  <a:pt x="4876" y="1241"/>
                </a:lnTo>
                <a:lnTo>
                  <a:pt x="4876" y="1240"/>
                </a:lnTo>
                <a:lnTo>
                  <a:pt x="4875" y="1240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9" y="1236"/>
                </a:lnTo>
                <a:lnTo>
                  <a:pt x="4868" y="1236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3" y="1235"/>
                </a:lnTo>
                <a:lnTo>
                  <a:pt x="4862" y="1235"/>
                </a:lnTo>
                <a:lnTo>
                  <a:pt x="4862" y="1236"/>
                </a:lnTo>
                <a:lnTo>
                  <a:pt x="4862" y="1237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7"/>
                </a:lnTo>
                <a:lnTo>
                  <a:pt x="4858" y="1237"/>
                </a:lnTo>
                <a:lnTo>
                  <a:pt x="4858" y="1238"/>
                </a:lnTo>
                <a:lnTo>
                  <a:pt x="4857" y="1238"/>
                </a:lnTo>
                <a:lnTo>
                  <a:pt x="4857" y="1237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5"/>
                </a:lnTo>
                <a:lnTo>
                  <a:pt x="4854" y="1236"/>
                </a:lnTo>
                <a:lnTo>
                  <a:pt x="4852" y="1236"/>
                </a:lnTo>
                <a:lnTo>
                  <a:pt x="4853" y="1236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5"/>
                </a:lnTo>
                <a:lnTo>
                  <a:pt x="4846" y="1235"/>
                </a:lnTo>
                <a:lnTo>
                  <a:pt x="4845" y="1235"/>
                </a:lnTo>
                <a:lnTo>
                  <a:pt x="4845" y="1236"/>
                </a:lnTo>
                <a:lnTo>
                  <a:pt x="4844" y="1236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4"/>
                </a:lnTo>
                <a:lnTo>
                  <a:pt x="4845" y="1234"/>
                </a:lnTo>
                <a:lnTo>
                  <a:pt x="4846" y="1234"/>
                </a:lnTo>
                <a:lnTo>
                  <a:pt x="4846" y="1233"/>
                </a:lnTo>
                <a:lnTo>
                  <a:pt x="4846" y="1232"/>
                </a:lnTo>
                <a:lnTo>
                  <a:pt x="4845" y="1232"/>
                </a:lnTo>
                <a:lnTo>
                  <a:pt x="4844" y="1232"/>
                </a:lnTo>
                <a:lnTo>
                  <a:pt x="4843" y="1233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2" y="1232"/>
                </a:lnTo>
                <a:lnTo>
                  <a:pt x="4842" y="1231"/>
                </a:lnTo>
                <a:lnTo>
                  <a:pt x="4841" y="1231"/>
                </a:lnTo>
                <a:lnTo>
                  <a:pt x="4840" y="1231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9" y="1230"/>
                </a:lnTo>
                <a:lnTo>
                  <a:pt x="4838" y="1230"/>
                </a:lnTo>
                <a:lnTo>
                  <a:pt x="4838" y="1231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0"/>
                </a:lnTo>
                <a:lnTo>
                  <a:pt x="4836" y="1229"/>
                </a:lnTo>
                <a:lnTo>
                  <a:pt x="4835" y="1229"/>
                </a:lnTo>
                <a:lnTo>
                  <a:pt x="4834" y="1230"/>
                </a:lnTo>
                <a:lnTo>
                  <a:pt x="4833" y="1231"/>
                </a:lnTo>
                <a:lnTo>
                  <a:pt x="4833" y="1230"/>
                </a:lnTo>
                <a:lnTo>
                  <a:pt x="4833" y="1229"/>
                </a:lnTo>
                <a:lnTo>
                  <a:pt x="4832" y="1229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30" y="1229"/>
                </a:lnTo>
                <a:lnTo>
                  <a:pt x="4829" y="1229"/>
                </a:lnTo>
                <a:lnTo>
                  <a:pt x="4829" y="1228"/>
                </a:lnTo>
                <a:lnTo>
                  <a:pt x="4830" y="1228"/>
                </a:lnTo>
                <a:lnTo>
                  <a:pt x="4831" y="1228"/>
                </a:lnTo>
                <a:lnTo>
                  <a:pt x="4831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7" y="1224"/>
                </a:lnTo>
                <a:lnTo>
                  <a:pt x="4836" y="1224"/>
                </a:lnTo>
                <a:lnTo>
                  <a:pt x="4836" y="1223"/>
                </a:lnTo>
                <a:lnTo>
                  <a:pt x="4835" y="1223"/>
                </a:lnTo>
                <a:lnTo>
                  <a:pt x="4834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1" y="1222"/>
                </a:lnTo>
                <a:lnTo>
                  <a:pt x="4831" y="1221"/>
                </a:lnTo>
                <a:lnTo>
                  <a:pt x="4830" y="1221"/>
                </a:lnTo>
                <a:lnTo>
                  <a:pt x="4829" y="1221"/>
                </a:lnTo>
                <a:lnTo>
                  <a:pt x="4828" y="1221"/>
                </a:lnTo>
                <a:lnTo>
                  <a:pt x="4828" y="1220"/>
                </a:lnTo>
                <a:lnTo>
                  <a:pt x="4829" y="1220"/>
                </a:lnTo>
                <a:lnTo>
                  <a:pt x="4830" y="1220"/>
                </a:lnTo>
                <a:lnTo>
                  <a:pt x="4830" y="1219"/>
                </a:lnTo>
                <a:lnTo>
                  <a:pt x="4829" y="1219"/>
                </a:lnTo>
                <a:lnTo>
                  <a:pt x="4829" y="1218"/>
                </a:lnTo>
                <a:lnTo>
                  <a:pt x="4829" y="1219"/>
                </a:lnTo>
                <a:lnTo>
                  <a:pt x="4828" y="1219"/>
                </a:lnTo>
                <a:lnTo>
                  <a:pt x="4827" y="1219"/>
                </a:lnTo>
                <a:lnTo>
                  <a:pt x="4827" y="1218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3" y="1216"/>
                </a:lnTo>
                <a:lnTo>
                  <a:pt x="4823" y="1215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0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9" y="1206"/>
                </a:lnTo>
                <a:lnTo>
                  <a:pt x="4818" y="1206"/>
                </a:lnTo>
                <a:lnTo>
                  <a:pt x="4818" y="1205"/>
                </a:lnTo>
                <a:lnTo>
                  <a:pt x="4817" y="1205"/>
                </a:lnTo>
                <a:lnTo>
                  <a:pt x="4816" y="1205"/>
                </a:lnTo>
                <a:lnTo>
                  <a:pt x="4816" y="1206"/>
                </a:lnTo>
                <a:lnTo>
                  <a:pt x="4815" y="1206"/>
                </a:lnTo>
                <a:lnTo>
                  <a:pt x="4814" y="1206"/>
                </a:lnTo>
                <a:lnTo>
                  <a:pt x="4814" y="1205"/>
                </a:lnTo>
                <a:lnTo>
                  <a:pt x="4814" y="1204"/>
                </a:lnTo>
                <a:lnTo>
                  <a:pt x="4815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3" y="1202"/>
                </a:lnTo>
                <a:lnTo>
                  <a:pt x="4812" y="1203"/>
                </a:lnTo>
                <a:lnTo>
                  <a:pt x="4811" y="1203"/>
                </a:lnTo>
                <a:lnTo>
                  <a:pt x="4811" y="1204"/>
                </a:lnTo>
                <a:lnTo>
                  <a:pt x="4810" y="1204"/>
                </a:lnTo>
                <a:lnTo>
                  <a:pt x="4809" y="1204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6" y="1209"/>
                </a:lnTo>
                <a:lnTo>
                  <a:pt x="4806" y="1210"/>
                </a:lnTo>
                <a:lnTo>
                  <a:pt x="4806" y="1211"/>
                </a:lnTo>
                <a:lnTo>
                  <a:pt x="4805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8"/>
                </a:lnTo>
                <a:lnTo>
                  <a:pt x="4803" y="1209"/>
                </a:lnTo>
                <a:lnTo>
                  <a:pt x="4802" y="1209"/>
                </a:lnTo>
                <a:lnTo>
                  <a:pt x="4802" y="1211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1"/>
                </a:lnTo>
                <a:lnTo>
                  <a:pt x="4798" y="1210"/>
                </a:lnTo>
                <a:lnTo>
                  <a:pt x="4798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6" y="1209"/>
                </a:lnTo>
                <a:lnTo>
                  <a:pt x="4795" y="1209"/>
                </a:lnTo>
                <a:lnTo>
                  <a:pt x="4795" y="1208"/>
                </a:lnTo>
                <a:lnTo>
                  <a:pt x="4794" y="1208"/>
                </a:lnTo>
                <a:lnTo>
                  <a:pt x="4793" y="1208"/>
                </a:lnTo>
                <a:lnTo>
                  <a:pt x="4793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3"/>
                </a:lnTo>
                <a:lnTo>
                  <a:pt x="4794" y="1214"/>
                </a:lnTo>
                <a:lnTo>
                  <a:pt x="4793" y="1215"/>
                </a:lnTo>
                <a:lnTo>
                  <a:pt x="4792" y="1215"/>
                </a:lnTo>
                <a:lnTo>
                  <a:pt x="4793" y="1215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7"/>
                </a:lnTo>
                <a:lnTo>
                  <a:pt x="4790" y="1217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7" y="1217"/>
                </a:lnTo>
                <a:lnTo>
                  <a:pt x="4786" y="1217"/>
                </a:lnTo>
                <a:lnTo>
                  <a:pt x="4786" y="1216"/>
                </a:lnTo>
                <a:lnTo>
                  <a:pt x="4785" y="1217"/>
                </a:lnTo>
                <a:lnTo>
                  <a:pt x="4785" y="1218"/>
                </a:lnTo>
                <a:lnTo>
                  <a:pt x="4786" y="1218"/>
                </a:lnTo>
                <a:lnTo>
                  <a:pt x="4786" y="1219"/>
                </a:lnTo>
                <a:lnTo>
                  <a:pt x="4785" y="1220"/>
                </a:lnTo>
                <a:lnTo>
                  <a:pt x="4784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2"/>
                </a:lnTo>
                <a:lnTo>
                  <a:pt x="4782" y="1222"/>
                </a:lnTo>
                <a:lnTo>
                  <a:pt x="4781" y="1222"/>
                </a:lnTo>
                <a:lnTo>
                  <a:pt x="4781" y="1223"/>
                </a:lnTo>
                <a:lnTo>
                  <a:pt x="4782" y="1223"/>
                </a:lnTo>
                <a:lnTo>
                  <a:pt x="4782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4" y="1228"/>
                </a:lnTo>
                <a:lnTo>
                  <a:pt x="4783" y="1228"/>
                </a:lnTo>
                <a:lnTo>
                  <a:pt x="4783" y="1229"/>
                </a:lnTo>
                <a:lnTo>
                  <a:pt x="4782" y="1229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3"/>
                </a:lnTo>
                <a:lnTo>
                  <a:pt x="4780" y="1234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79" y="1236"/>
                </a:lnTo>
                <a:lnTo>
                  <a:pt x="4778" y="1237"/>
                </a:lnTo>
                <a:lnTo>
                  <a:pt x="4778" y="1238"/>
                </a:lnTo>
                <a:lnTo>
                  <a:pt x="4777" y="1239"/>
                </a:lnTo>
                <a:lnTo>
                  <a:pt x="4776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8" y="1241"/>
                </a:lnTo>
                <a:lnTo>
                  <a:pt x="4777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6" y="1244"/>
                </a:lnTo>
                <a:lnTo>
                  <a:pt x="4777" y="1244"/>
                </a:lnTo>
                <a:lnTo>
                  <a:pt x="4778" y="1244"/>
                </a:lnTo>
                <a:lnTo>
                  <a:pt x="4777" y="1244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48"/>
                </a:lnTo>
                <a:lnTo>
                  <a:pt x="4774" y="1248"/>
                </a:lnTo>
                <a:lnTo>
                  <a:pt x="4775" y="1248"/>
                </a:lnTo>
                <a:lnTo>
                  <a:pt x="4776" y="1248"/>
                </a:lnTo>
                <a:lnTo>
                  <a:pt x="4776" y="1247"/>
                </a:lnTo>
                <a:lnTo>
                  <a:pt x="4776" y="1246"/>
                </a:lnTo>
                <a:lnTo>
                  <a:pt x="4774" y="1246"/>
                </a:lnTo>
                <a:lnTo>
                  <a:pt x="4774" y="1247"/>
                </a:lnTo>
                <a:lnTo>
                  <a:pt x="4773" y="1247"/>
                </a:lnTo>
                <a:lnTo>
                  <a:pt x="4772" y="1248"/>
                </a:lnTo>
                <a:lnTo>
                  <a:pt x="4771" y="1248"/>
                </a:lnTo>
                <a:lnTo>
                  <a:pt x="4770" y="1248"/>
                </a:lnTo>
                <a:lnTo>
                  <a:pt x="4769" y="1249"/>
                </a:lnTo>
                <a:lnTo>
                  <a:pt x="4769" y="1250"/>
                </a:lnTo>
                <a:lnTo>
                  <a:pt x="4769" y="1251"/>
                </a:lnTo>
                <a:lnTo>
                  <a:pt x="4768" y="1251"/>
                </a:lnTo>
                <a:lnTo>
                  <a:pt x="4767" y="1251"/>
                </a:lnTo>
                <a:lnTo>
                  <a:pt x="4766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4"/>
                </a:lnTo>
                <a:lnTo>
                  <a:pt x="4764" y="1255"/>
                </a:lnTo>
                <a:lnTo>
                  <a:pt x="4763" y="1255"/>
                </a:lnTo>
                <a:lnTo>
                  <a:pt x="4763" y="1256"/>
                </a:lnTo>
                <a:lnTo>
                  <a:pt x="4763" y="1257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1" y="1260"/>
                </a:lnTo>
                <a:lnTo>
                  <a:pt x="4760" y="1260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6" y="1265"/>
                </a:lnTo>
                <a:lnTo>
                  <a:pt x="4756" y="1266"/>
                </a:lnTo>
                <a:lnTo>
                  <a:pt x="4757" y="1267"/>
                </a:lnTo>
                <a:lnTo>
                  <a:pt x="4756" y="1268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2" y="1269"/>
                </a:lnTo>
                <a:lnTo>
                  <a:pt x="4752" y="1270"/>
                </a:lnTo>
                <a:lnTo>
                  <a:pt x="4751" y="1270"/>
                </a:lnTo>
                <a:lnTo>
                  <a:pt x="4751" y="1271"/>
                </a:lnTo>
                <a:lnTo>
                  <a:pt x="4750" y="1272"/>
                </a:lnTo>
                <a:lnTo>
                  <a:pt x="4749" y="1272"/>
                </a:lnTo>
                <a:lnTo>
                  <a:pt x="4747" y="1273"/>
                </a:lnTo>
                <a:lnTo>
                  <a:pt x="4747" y="1274"/>
                </a:lnTo>
                <a:lnTo>
                  <a:pt x="4746" y="1274"/>
                </a:lnTo>
                <a:lnTo>
                  <a:pt x="4746" y="1275"/>
                </a:lnTo>
                <a:lnTo>
                  <a:pt x="4745" y="1275"/>
                </a:lnTo>
                <a:lnTo>
                  <a:pt x="4744" y="1275"/>
                </a:lnTo>
                <a:lnTo>
                  <a:pt x="4744" y="1276"/>
                </a:lnTo>
                <a:lnTo>
                  <a:pt x="4742" y="1276"/>
                </a:lnTo>
                <a:lnTo>
                  <a:pt x="4742" y="1275"/>
                </a:lnTo>
                <a:lnTo>
                  <a:pt x="4741" y="1275"/>
                </a:lnTo>
                <a:lnTo>
                  <a:pt x="4741" y="1276"/>
                </a:lnTo>
                <a:lnTo>
                  <a:pt x="4740" y="1277"/>
                </a:lnTo>
                <a:lnTo>
                  <a:pt x="4741" y="1278"/>
                </a:lnTo>
                <a:lnTo>
                  <a:pt x="4742" y="1278"/>
                </a:lnTo>
                <a:lnTo>
                  <a:pt x="4742" y="1279"/>
                </a:lnTo>
                <a:lnTo>
                  <a:pt x="4741" y="1281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4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8"/>
                </a:lnTo>
                <a:lnTo>
                  <a:pt x="4735" y="1288"/>
                </a:lnTo>
                <a:lnTo>
                  <a:pt x="4735" y="1289"/>
                </a:lnTo>
                <a:lnTo>
                  <a:pt x="4735" y="1290"/>
                </a:lnTo>
                <a:lnTo>
                  <a:pt x="4734" y="1290"/>
                </a:lnTo>
                <a:lnTo>
                  <a:pt x="4733" y="1291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1"/>
                </a:lnTo>
                <a:lnTo>
                  <a:pt x="4730" y="1291"/>
                </a:lnTo>
                <a:lnTo>
                  <a:pt x="4730" y="1292"/>
                </a:lnTo>
                <a:lnTo>
                  <a:pt x="4729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9" y="1294"/>
                </a:lnTo>
                <a:lnTo>
                  <a:pt x="4730" y="1293"/>
                </a:lnTo>
                <a:lnTo>
                  <a:pt x="4731" y="1293"/>
                </a:lnTo>
                <a:lnTo>
                  <a:pt x="4732" y="1293"/>
                </a:lnTo>
                <a:lnTo>
                  <a:pt x="4732" y="1294"/>
                </a:lnTo>
                <a:lnTo>
                  <a:pt x="4732" y="1295"/>
                </a:lnTo>
                <a:lnTo>
                  <a:pt x="4731" y="1295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4"/>
                </a:lnTo>
                <a:lnTo>
                  <a:pt x="4722" y="1295"/>
                </a:lnTo>
                <a:lnTo>
                  <a:pt x="4721" y="1295"/>
                </a:lnTo>
                <a:lnTo>
                  <a:pt x="4720" y="1295"/>
                </a:lnTo>
                <a:lnTo>
                  <a:pt x="4719" y="1294"/>
                </a:lnTo>
                <a:lnTo>
                  <a:pt x="4718" y="1294"/>
                </a:lnTo>
                <a:lnTo>
                  <a:pt x="4718" y="1295"/>
                </a:lnTo>
                <a:lnTo>
                  <a:pt x="4718" y="1296"/>
                </a:lnTo>
                <a:lnTo>
                  <a:pt x="4717" y="1296"/>
                </a:lnTo>
                <a:lnTo>
                  <a:pt x="4717" y="1297"/>
                </a:lnTo>
                <a:lnTo>
                  <a:pt x="4716" y="1297"/>
                </a:lnTo>
                <a:lnTo>
                  <a:pt x="4715" y="1297"/>
                </a:lnTo>
                <a:lnTo>
                  <a:pt x="4715" y="1298"/>
                </a:lnTo>
                <a:lnTo>
                  <a:pt x="4714" y="1298"/>
                </a:lnTo>
                <a:lnTo>
                  <a:pt x="4714" y="1299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7"/>
                </a:lnTo>
                <a:lnTo>
                  <a:pt x="4709" y="1297"/>
                </a:lnTo>
                <a:lnTo>
                  <a:pt x="4708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7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6" y="1298"/>
                </a:lnTo>
                <a:lnTo>
                  <a:pt x="4706" y="1299"/>
                </a:lnTo>
                <a:lnTo>
                  <a:pt x="4705" y="1299"/>
                </a:lnTo>
                <a:lnTo>
                  <a:pt x="4704" y="1299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2" y="1301"/>
                </a:lnTo>
                <a:lnTo>
                  <a:pt x="4701" y="1302"/>
                </a:lnTo>
                <a:lnTo>
                  <a:pt x="4700" y="1302"/>
                </a:lnTo>
                <a:lnTo>
                  <a:pt x="4700" y="1303"/>
                </a:lnTo>
                <a:lnTo>
                  <a:pt x="4699" y="1303"/>
                </a:lnTo>
                <a:lnTo>
                  <a:pt x="4698" y="1303"/>
                </a:lnTo>
                <a:lnTo>
                  <a:pt x="4698" y="1304"/>
                </a:lnTo>
                <a:lnTo>
                  <a:pt x="4698" y="1305"/>
                </a:lnTo>
                <a:lnTo>
                  <a:pt x="4699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6" y="1309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3" y="1308"/>
                </a:lnTo>
                <a:lnTo>
                  <a:pt x="4693" y="1309"/>
                </a:lnTo>
                <a:lnTo>
                  <a:pt x="4693" y="1308"/>
                </a:lnTo>
                <a:lnTo>
                  <a:pt x="4692" y="1308"/>
                </a:lnTo>
                <a:lnTo>
                  <a:pt x="4691" y="1308"/>
                </a:lnTo>
                <a:lnTo>
                  <a:pt x="4690" y="1308"/>
                </a:lnTo>
                <a:lnTo>
                  <a:pt x="4690" y="1310"/>
                </a:lnTo>
                <a:lnTo>
                  <a:pt x="4690" y="1311"/>
                </a:lnTo>
                <a:lnTo>
                  <a:pt x="4690" y="1312"/>
                </a:lnTo>
                <a:lnTo>
                  <a:pt x="4689" y="1312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3"/>
                </a:lnTo>
                <a:lnTo>
                  <a:pt x="4684" y="1313"/>
                </a:lnTo>
                <a:lnTo>
                  <a:pt x="4684" y="1314"/>
                </a:lnTo>
                <a:lnTo>
                  <a:pt x="4683" y="1314"/>
                </a:lnTo>
                <a:lnTo>
                  <a:pt x="4682" y="1314"/>
                </a:lnTo>
                <a:lnTo>
                  <a:pt x="4682" y="1315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1" y="1318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2" y="1321"/>
                </a:lnTo>
                <a:lnTo>
                  <a:pt x="4671" y="1321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0"/>
                </a:lnTo>
                <a:lnTo>
                  <a:pt x="4666" y="1320"/>
                </a:lnTo>
                <a:lnTo>
                  <a:pt x="4665" y="1320"/>
                </a:lnTo>
                <a:lnTo>
                  <a:pt x="4665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3"/>
                </a:lnTo>
                <a:lnTo>
                  <a:pt x="4664" y="1323"/>
                </a:lnTo>
                <a:lnTo>
                  <a:pt x="4664" y="1324"/>
                </a:lnTo>
                <a:lnTo>
                  <a:pt x="4663" y="1324"/>
                </a:lnTo>
                <a:lnTo>
                  <a:pt x="4663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59" y="1325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5" y="1326"/>
                </a:lnTo>
                <a:lnTo>
                  <a:pt x="4655" y="1327"/>
                </a:lnTo>
                <a:lnTo>
                  <a:pt x="4654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2" y="1328"/>
                </a:lnTo>
                <a:lnTo>
                  <a:pt x="4652" y="1329"/>
                </a:lnTo>
                <a:lnTo>
                  <a:pt x="4651" y="1329"/>
                </a:lnTo>
                <a:lnTo>
                  <a:pt x="4651" y="1330"/>
                </a:lnTo>
                <a:lnTo>
                  <a:pt x="4650" y="1330"/>
                </a:lnTo>
                <a:lnTo>
                  <a:pt x="4651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0"/>
                </a:lnTo>
                <a:lnTo>
                  <a:pt x="4648" y="1330"/>
                </a:lnTo>
                <a:lnTo>
                  <a:pt x="4648" y="1331"/>
                </a:lnTo>
                <a:lnTo>
                  <a:pt x="4647" y="1331"/>
                </a:lnTo>
                <a:lnTo>
                  <a:pt x="4646" y="1331"/>
                </a:lnTo>
                <a:lnTo>
                  <a:pt x="4646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3" y="1332"/>
                </a:lnTo>
                <a:lnTo>
                  <a:pt x="4643" y="1333"/>
                </a:lnTo>
                <a:lnTo>
                  <a:pt x="4642" y="1333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2" y="1336"/>
                </a:lnTo>
                <a:lnTo>
                  <a:pt x="4643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0"/>
                </a:lnTo>
                <a:lnTo>
                  <a:pt x="4643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40" y="1339"/>
                </a:lnTo>
                <a:lnTo>
                  <a:pt x="4639" y="1339"/>
                </a:lnTo>
                <a:lnTo>
                  <a:pt x="4638" y="1339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0"/>
                </a:lnTo>
                <a:lnTo>
                  <a:pt x="4635" y="1340"/>
                </a:lnTo>
                <a:lnTo>
                  <a:pt x="4635" y="1341"/>
                </a:lnTo>
                <a:lnTo>
                  <a:pt x="4634" y="1341"/>
                </a:lnTo>
                <a:lnTo>
                  <a:pt x="4634" y="1340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39"/>
                </a:lnTo>
                <a:lnTo>
                  <a:pt x="4632" y="1338"/>
                </a:lnTo>
                <a:lnTo>
                  <a:pt x="4631" y="1338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29" y="1341"/>
                </a:lnTo>
                <a:lnTo>
                  <a:pt x="4628" y="1342"/>
                </a:lnTo>
                <a:lnTo>
                  <a:pt x="4628" y="1343"/>
                </a:lnTo>
                <a:lnTo>
                  <a:pt x="4627" y="1343"/>
                </a:lnTo>
                <a:lnTo>
                  <a:pt x="4627" y="1344"/>
                </a:lnTo>
                <a:lnTo>
                  <a:pt x="4626" y="1344"/>
                </a:lnTo>
                <a:lnTo>
                  <a:pt x="4625" y="1345"/>
                </a:lnTo>
                <a:lnTo>
                  <a:pt x="4624" y="1345"/>
                </a:lnTo>
                <a:lnTo>
                  <a:pt x="4624" y="1346"/>
                </a:lnTo>
                <a:lnTo>
                  <a:pt x="4623" y="1346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0" y="1347"/>
                </a:lnTo>
                <a:lnTo>
                  <a:pt x="4619" y="1348"/>
                </a:lnTo>
                <a:lnTo>
                  <a:pt x="4618" y="1348"/>
                </a:lnTo>
                <a:lnTo>
                  <a:pt x="4618" y="1349"/>
                </a:lnTo>
                <a:lnTo>
                  <a:pt x="4617" y="1349"/>
                </a:lnTo>
                <a:lnTo>
                  <a:pt x="4617" y="1350"/>
                </a:lnTo>
                <a:lnTo>
                  <a:pt x="4617" y="1351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5" y="1354"/>
                </a:lnTo>
                <a:lnTo>
                  <a:pt x="4615" y="1355"/>
                </a:lnTo>
                <a:lnTo>
                  <a:pt x="4615" y="1354"/>
                </a:lnTo>
                <a:lnTo>
                  <a:pt x="4614" y="1354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3" y="1355"/>
                </a:lnTo>
                <a:lnTo>
                  <a:pt x="4612" y="1355"/>
                </a:lnTo>
                <a:lnTo>
                  <a:pt x="4612" y="1356"/>
                </a:lnTo>
                <a:lnTo>
                  <a:pt x="4611" y="1356"/>
                </a:lnTo>
                <a:lnTo>
                  <a:pt x="4610" y="1356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7"/>
                </a:lnTo>
                <a:lnTo>
                  <a:pt x="4606" y="1357"/>
                </a:lnTo>
                <a:lnTo>
                  <a:pt x="4606" y="1358"/>
                </a:lnTo>
                <a:lnTo>
                  <a:pt x="4605" y="1358"/>
                </a:lnTo>
                <a:lnTo>
                  <a:pt x="4604" y="1359"/>
                </a:lnTo>
                <a:lnTo>
                  <a:pt x="4603" y="1359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2" y="1363"/>
                </a:lnTo>
                <a:lnTo>
                  <a:pt x="4601" y="1363"/>
                </a:lnTo>
                <a:lnTo>
                  <a:pt x="4601" y="1364"/>
                </a:lnTo>
                <a:lnTo>
                  <a:pt x="4600" y="1364"/>
                </a:lnTo>
                <a:lnTo>
                  <a:pt x="4599" y="1364"/>
                </a:lnTo>
                <a:lnTo>
                  <a:pt x="4599" y="1365"/>
                </a:lnTo>
                <a:lnTo>
                  <a:pt x="4598" y="1365"/>
                </a:lnTo>
                <a:lnTo>
                  <a:pt x="4597" y="1365"/>
                </a:lnTo>
                <a:lnTo>
                  <a:pt x="4597" y="1366"/>
                </a:lnTo>
                <a:lnTo>
                  <a:pt x="4596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70"/>
                </a:lnTo>
                <a:lnTo>
                  <a:pt x="4595" y="1370"/>
                </a:lnTo>
                <a:lnTo>
                  <a:pt x="4595" y="1371"/>
                </a:lnTo>
                <a:lnTo>
                  <a:pt x="4594" y="1371"/>
                </a:lnTo>
                <a:lnTo>
                  <a:pt x="4594" y="1370"/>
                </a:lnTo>
                <a:lnTo>
                  <a:pt x="4595" y="1370"/>
                </a:lnTo>
                <a:lnTo>
                  <a:pt x="4596" y="1370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7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7"/>
                </a:lnTo>
                <a:lnTo>
                  <a:pt x="4594" y="1367"/>
                </a:lnTo>
                <a:lnTo>
                  <a:pt x="4594" y="1368"/>
                </a:lnTo>
                <a:lnTo>
                  <a:pt x="4594" y="1369"/>
                </a:lnTo>
                <a:lnTo>
                  <a:pt x="4593" y="1369"/>
                </a:lnTo>
                <a:lnTo>
                  <a:pt x="4592" y="1369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0" y="1371"/>
                </a:lnTo>
                <a:lnTo>
                  <a:pt x="4590" y="1372"/>
                </a:lnTo>
                <a:lnTo>
                  <a:pt x="4589" y="1372"/>
                </a:lnTo>
                <a:lnTo>
                  <a:pt x="4589" y="1373"/>
                </a:lnTo>
                <a:lnTo>
                  <a:pt x="4588" y="1373"/>
                </a:lnTo>
                <a:lnTo>
                  <a:pt x="4587" y="1373"/>
                </a:lnTo>
                <a:lnTo>
                  <a:pt x="4586" y="1374"/>
                </a:lnTo>
                <a:lnTo>
                  <a:pt x="4587" y="1374"/>
                </a:lnTo>
                <a:lnTo>
                  <a:pt x="4588" y="1374"/>
                </a:lnTo>
                <a:lnTo>
                  <a:pt x="4589" y="1374"/>
                </a:lnTo>
                <a:lnTo>
                  <a:pt x="4591" y="1374"/>
                </a:lnTo>
                <a:lnTo>
                  <a:pt x="4591" y="1373"/>
                </a:lnTo>
                <a:lnTo>
                  <a:pt x="4592" y="1373"/>
                </a:lnTo>
                <a:lnTo>
                  <a:pt x="4592" y="1372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89" y="1374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5" y="1376"/>
                </a:lnTo>
                <a:lnTo>
                  <a:pt x="4584" y="1376"/>
                </a:lnTo>
                <a:lnTo>
                  <a:pt x="4584" y="1377"/>
                </a:lnTo>
                <a:lnTo>
                  <a:pt x="4583" y="1377"/>
                </a:lnTo>
                <a:lnTo>
                  <a:pt x="4583" y="1378"/>
                </a:lnTo>
                <a:lnTo>
                  <a:pt x="4583" y="1379"/>
                </a:lnTo>
                <a:lnTo>
                  <a:pt x="4584" y="1379"/>
                </a:lnTo>
                <a:lnTo>
                  <a:pt x="4584" y="1380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5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90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1"/>
                </a:lnTo>
                <a:lnTo>
                  <a:pt x="4582" y="1391"/>
                </a:lnTo>
                <a:lnTo>
                  <a:pt x="4582" y="1392"/>
                </a:lnTo>
                <a:lnTo>
                  <a:pt x="4581" y="1392"/>
                </a:lnTo>
                <a:lnTo>
                  <a:pt x="4581" y="1393"/>
                </a:lnTo>
                <a:lnTo>
                  <a:pt x="4580" y="1393"/>
                </a:lnTo>
                <a:lnTo>
                  <a:pt x="4580" y="1394"/>
                </a:lnTo>
                <a:lnTo>
                  <a:pt x="4581" y="1394"/>
                </a:lnTo>
                <a:lnTo>
                  <a:pt x="4581" y="1393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79" y="1394"/>
                </a:lnTo>
                <a:lnTo>
                  <a:pt x="4579" y="1395"/>
                </a:lnTo>
                <a:lnTo>
                  <a:pt x="4578" y="1395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7"/>
                </a:lnTo>
                <a:lnTo>
                  <a:pt x="4579" y="1398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3"/>
                </a:lnTo>
                <a:lnTo>
                  <a:pt x="4584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9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5" y="1399"/>
                </a:lnTo>
                <a:lnTo>
                  <a:pt x="4584" y="1399"/>
                </a:lnTo>
                <a:lnTo>
                  <a:pt x="4585" y="1399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4"/>
                </a:lnTo>
                <a:lnTo>
                  <a:pt x="4588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5" y="1404"/>
                </a:lnTo>
                <a:lnTo>
                  <a:pt x="4575" y="1403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4" y="1399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5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4"/>
                </a:lnTo>
                <a:lnTo>
                  <a:pt x="4571" y="1394"/>
                </a:lnTo>
                <a:lnTo>
                  <a:pt x="4570" y="1395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400"/>
                </a:lnTo>
                <a:lnTo>
                  <a:pt x="4570" y="1401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7" y="1404"/>
                </a:lnTo>
                <a:lnTo>
                  <a:pt x="4567" y="1405"/>
                </a:lnTo>
                <a:lnTo>
                  <a:pt x="4565" y="1404"/>
                </a:lnTo>
                <a:lnTo>
                  <a:pt x="4564" y="1406"/>
                </a:lnTo>
                <a:lnTo>
                  <a:pt x="4563" y="1404"/>
                </a:lnTo>
                <a:lnTo>
                  <a:pt x="4563" y="1403"/>
                </a:lnTo>
                <a:lnTo>
                  <a:pt x="4562" y="1403"/>
                </a:lnTo>
                <a:lnTo>
                  <a:pt x="4562" y="1404"/>
                </a:lnTo>
                <a:lnTo>
                  <a:pt x="4560" y="1404"/>
                </a:lnTo>
                <a:lnTo>
                  <a:pt x="4559" y="1405"/>
                </a:lnTo>
                <a:lnTo>
                  <a:pt x="4558" y="1404"/>
                </a:lnTo>
                <a:lnTo>
                  <a:pt x="4555" y="1406"/>
                </a:lnTo>
                <a:lnTo>
                  <a:pt x="4555" y="1405"/>
                </a:lnTo>
                <a:lnTo>
                  <a:pt x="4554" y="1406"/>
                </a:lnTo>
                <a:lnTo>
                  <a:pt x="4553" y="1406"/>
                </a:lnTo>
                <a:lnTo>
                  <a:pt x="4553" y="1407"/>
                </a:lnTo>
                <a:lnTo>
                  <a:pt x="4550" y="1407"/>
                </a:lnTo>
                <a:lnTo>
                  <a:pt x="4549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6" y="1405"/>
                </a:lnTo>
                <a:lnTo>
                  <a:pt x="4545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6" y="1404"/>
                </a:lnTo>
                <a:lnTo>
                  <a:pt x="4536" y="1403"/>
                </a:lnTo>
                <a:lnTo>
                  <a:pt x="4535" y="1403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4"/>
                </a:lnTo>
                <a:lnTo>
                  <a:pt x="4531" y="1405"/>
                </a:lnTo>
                <a:lnTo>
                  <a:pt x="4530" y="1405"/>
                </a:lnTo>
                <a:lnTo>
                  <a:pt x="4528" y="1405"/>
                </a:lnTo>
                <a:lnTo>
                  <a:pt x="4527" y="1405"/>
                </a:lnTo>
                <a:lnTo>
                  <a:pt x="4526" y="1405"/>
                </a:lnTo>
                <a:lnTo>
                  <a:pt x="4522" y="1406"/>
                </a:lnTo>
                <a:lnTo>
                  <a:pt x="4521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19" y="1402"/>
                </a:lnTo>
                <a:lnTo>
                  <a:pt x="4518" y="1402"/>
                </a:lnTo>
                <a:lnTo>
                  <a:pt x="4518" y="1401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3"/>
                </a:lnTo>
                <a:lnTo>
                  <a:pt x="4518" y="1404"/>
                </a:lnTo>
                <a:lnTo>
                  <a:pt x="4517" y="1404"/>
                </a:lnTo>
                <a:lnTo>
                  <a:pt x="4517" y="1405"/>
                </a:lnTo>
                <a:lnTo>
                  <a:pt x="4517" y="1406"/>
                </a:lnTo>
                <a:lnTo>
                  <a:pt x="4518" y="1406"/>
                </a:lnTo>
                <a:lnTo>
                  <a:pt x="4517" y="1407"/>
                </a:lnTo>
                <a:lnTo>
                  <a:pt x="4516" y="1407"/>
                </a:lnTo>
                <a:lnTo>
                  <a:pt x="4516" y="1408"/>
                </a:lnTo>
                <a:lnTo>
                  <a:pt x="4515" y="1408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0"/>
                </a:lnTo>
                <a:lnTo>
                  <a:pt x="4512" y="1410"/>
                </a:lnTo>
                <a:lnTo>
                  <a:pt x="4512" y="1409"/>
                </a:lnTo>
                <a:lnTo>
                  <a:pt x="4511" y="1409"/>
                </a:lnTo>
                <a:lnTo>
                  <a:pt x="4510" y="1410"/>
                </a:lnTo>
                <a:lnTo>
                  <a:pt x="4511" y="1410"/>
                </a:lnTo>
                <a:lnTo>
                  <a:pt x="4511" y="1411"/>
                </a:lnTo>
                <a:lnTo>
                  <a:pt x="4510" y="1411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8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0"/>
                </a:lnTo>
                <a:lnTo>
                  <a:pt x="4505" y="1410"/>
                </a:lnTo>
                <a:lnTo>
                  <a:pt x="4505" y="1411"/>
                </a:lnTo>
                <a:lnTo>
                  <a:pt x="4504" y="1412"/>
                </a:lnTo>
                <a:lnTo>
                  <a:pt x="4503" y="1411"/>
                </a:lnTo>
                <a:lnTo>
                  <a:pt x="4502" y="1412"/>
                </a:lnTo>
                <a:lnTo>
                  <a:pt x="4501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2"/>
                </a:lnTo>
                <a:lnTo>
                  <a:pt x="4501" y="1413"/>
                </a:lnTo>
                <a:lnTo>
                  <a:pt x="4500" y="1413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4"/>
                </a:lnTo>
                <a:lnTo>
                  <a:pt x="4496" y="1415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5" y="1412"/>
                </a:lnTo>
                <a:lnTo>
                  <a:pt x="4496" y="1412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2"/>
                </a:lnTo>
                <a:lnTo>
                  <a:pt x="4495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8"/>
                </a:lnTo>
                <a:lnTo>
                  <a:pt x="4496" y="1408"/>
                </a:lnTo>
                <a:lnTo>
                  <a:pt x="4497" y="1408"/>
                </a:lnTo>
                <a:lnTo>
                  <a:pt x="4497" y="1407"/>
                </a:lnTo>
                <a:lnTo>
                  <a:pt x="4496" y="1407"/>
                </a:lnTo>
                <a:lnTo>
                  <a:pt x="4496" y="1408"/>
                </a:lnTo>
                <a:lnTo>
                  <a:pt x="4496" y="1409"/>
                </a:lnTo>
                <a:lnTo>
                  <a:pt x="4495" y="1409"/>
                </a:lnTo>
                <a:lnTo>
                  <a:pt x="4495" y="1411"/>
                </a:lnTo>
                <a:lnTo>
                  <a:pt x="4495" y="1412"/>
                </a:lnTo>
                <a:lnTo>
                  <a:pt x="4494" y="1413"/>
                </a:lnTo>
                <a:lnTo>
                  <a:pt x="4493" y="1413"/>
                </a:lnTo>
                <a:lnTo>
                  <a:pt x="4493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09"/>
                </a:lnTo>
                <a:lnTo>
                  <a:pt x="4486" y="1408"/>
                </a:lnTo>
                <a:lnTo>
                  <a:pt x="4485" y="1408"/>
                </a:lnTo>
                <a:lnTo>
                  <a:pt x="4484" y="1408"/>
                </a:lnTo>
                <a:lnTo>
                  <a:pt x="4485" y="1409"/>
                </a:lnTo>
                <a:lnTo>
                  <a:pt x="4486" y="1411"/>
                </a:lnTo>
                <a:lnTo>
                  <a:pt x="4484" y="1412"/>
                </a:lnTo>
                <a:lnTo>
                  <a:pt x="4485" y="1413"/>
                </a:lnTo>
                <a:lnTo>
                  <a:pt x="4484" y="1414"/>
                </a:lnTo>
                <a:lnTo>
                  <a:pt x="4483" y="1413"/>
                </a:lnTo>
                <a:lnTo>
                  <a:pt x="4482" y="1412"/>
                </a:lnTo>
                <a:lnTo>
                  <a:pt x="4481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2" y="1413"/>
                </a:lnTo>
                <a:lnTo>
                  <a:pt x="4483" y="1414"/>
                </a:lnTo>
                <a:lnTo>
                  <a:pt x="4484" y="1415"/>
                </a:lnTo>
                <a:lnTo>
                  <a:pt x="4484" y="1416"/>
                </a:lnTo>
                <a:lnTo>
                  <a:pt x="4484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4" y="1418"/>
                </a:lnTo>
                <a:lnTo>
                  <a:pt x="4483" y="1417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7"/>
                </a:lnTo>
                <a:lnTo>
                  <a:pt x="4479" y="1417"/>
                </a:lnTo>
                <a:lnTo>
                  <a:pt x="4479" y="1418"/>
                </a:lnTo>
                <a:lnTo>
                  <a:pt x="4479" y="1419"/>
                </a:lnTo>
                <a:lnTo>
                  <a:pt x="4480" y="1419"/>
                </a:lnTo>
                <a:lnTo>
                  <a:pt x="4479" y="1419"/>
                </a:lnTo>
                <a:lnTo>
                  <a:pt x="4480" y="1420"/>
                </a:lnTo>
                <a:lnTo>
                  <a:pt x="4479" y="1420"/>
                </a:lnTo>
                <a:lnTo>
                  <a:pt x="4478" y="1420"/>
                </a:lnTo>
                <a:lnTo>
                  <a:pt x="4478" y="1421"/>
                </a:lnTo>
                <a:lnTo>
                  <a:pt x="4476" y="1421"/>
                </a:lnTo>
                <a:lnTo>
                  <a:pt x="4476" y="1420"/>
                </a:lnTo>
                <a:lnTo>
                  <a:pt x="4475" y="1420"/>
                </a:lnTo>
                <a:lnTo>
                  <a:pt x="4474" y="1420"/>
                </a:lnTo>
                <a:lnTo>
                  <a:pt x="4474" y="1421"/>
                </a:lnTo>
                <a:lnTo>
                  <a:pt x="4473" y="1422"/>
                </a:lnTo>
                <a:lnTo>
                  <a:pt x="4472" y="1422"/>
                </a:lnTo>
                <a:lnTo>
                  <a:pt x="4472" y="1423"/>
                </a:lnTo>
                <a:lnTo>
                  <a:pt x="4471" y="1422"/>
                </a:lnTo>
                <a:lnTo>
                  <a:pt x="4471" y="1421"/>
                </a:lnTo>
                <a:lnTo>
                  <a:pt x="4469" y="1420"/>
                </a:lnTo>
                <a:lnTo>
                  <a:pt x="4468" y="1420"/>
                </a:lnTo>
                <a:lnTo>
                  <a:pt x="4469" y="1421"/>
                </a:lnTo>
                <a:lnTo>
                  <a:pt x="4468" y="1421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1" y="1421"/>
                </a:lnTo>
                <a:lnTo>
                  <a:pt x="4460" y="1421"/>
                </a:lnTo>
                <a:lnTo>
                  <a:pt x="4461" y="1421"/>
                </a:lnTo>
                <a:lnTo>
                  <a:pt x="4461" y="1420"/>
                </a:lnTo>
                <a:lnTo>
                  <a:pt x="4460" y="1420"/>
                </a:lnTo>
                <a:lnTo>
                  <a:pt x="4460" y="1421"/>
                </a:lnTo>
                <a:lnTo>
                  <a:pt x="4459" y="1421"/>
                </a:lnTo>
                <a:lnTo>
                  <a:pt x="4459" y="1422"/>
                </a:lnTo>
                <a:lnTo>
                  <a:pt x="4458" y="1422"/>
                </a:lnTo>
                <a:lnTo>
                  <a:pt x="4458" y="1421"/>
                </a:lnTo>
                <a:lnTo>
                  <a:pt x="4458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7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5" y="1428"/>
                </a:lnTo>
                <a:lnTo>
                  <a:pt x="4454" y="1426"/>
                </a:lnTo>
                <a:lnTo>
                  <a:pt x="4451" y="1427"/>
                </a:lnTo>
                <a:lnTo>
                  <a:pt x="4448" y="1427"/>
                </a:lnTo>
                <a:lnTo>
                  <a:pt x="4445" y="1427"/>
                </a:lnTo>
                <a:lnTo>
                  <a:pt x="4446" y="1428"/>
                </a:lnTo>
                <a:lnTo>
                  <a:pt x="4445" y="1428"/>
                </a:lnTo>
                <a:lnTo>
                  <a:pt x="4445" y="1430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29"/>
                </a:lnTo>
                <a:lnTo>
                  <a:pt x="4442" y="1429"/>
                </a:lnTo>
                <a:lnTo>
                  <a:pt x="4441" y="1430"/>
                </a:lnTo>
                <a:lnTo>
                  <a:pt x="4442" y="1431"/>
                </a:lnTo>
                <a:lnTo>
                  <a:pt x="4434" y="1435"/>
                </a:lnTo>
                <a:lnTo>
                  <a:pt x="4433" y="1433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0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4"/>
                </a:lnTo>
                <a:lnTo>
                  <a:pt x="4428" y="1434"/>
                </a:lnTo>
                <a:lnTo>
                  <a:pt x="4427" y="1434"/>
                </a:lnTo>
                <a:lnTo>
                  <a:pt x="4428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7" y="1437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38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39"/>
                </a:lnTo>
                <a:lnTo>
                  <a:pt x="4424" y="1439"/>
                </a:lnTo>
                <a:lnTo>
                  <a:pt x="4425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1"/>
                </a:lnTo>
                <a:lnTo>
                  <a:pt x="4421" y="1441"/>
                </a:lnTo>
                <a:lnTo>
                  <a:pt x="4422" y="1441"/>
                </a:lnTo>
                <a:lnTo>
                  <a:pt x="4422" y="1440"/>
                </a:lnTo>
                <a:lnTo>
                  <a:pt x="4422" y="1439"/>
                </a:lnTo>
                <a:lnTo>
                  <a:pt x="4421" y="1439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0" y="1445"/>
                </a:lnTo>
                <a:lnTo>
                  <a:pt x="4420" y="1444"/>
                </a:lnTo>
                <a:lnTo>
                  <a:pt x="4417" y="1446"/>
                </a:lnTo>
                <a:lnTo>
                  <a:pt x="4416" y="1447"/>
                </a:lnTo>
                <a:lnTo>
                  <a:pt x="4415" y="1446"/>
                </a:lnTo>
                <a:lnTo>
                  <a:pt x="4415" y="1447"/>
                </a:lnTo>
                <a:lnTo>
                  <a:pt x="4414" y="1448"/>
                </a:lnTo>
                <a:lnTo>
                  <a:pt x="4412" y="1448"/>
                </a:lnTo>
                <a:lnTo>
                  <a:pt x="4411" y="1448"/>
                </a:lnTo>
                <a:lnTo>
                  <a:pt x="4411" y="1446"/>
                </a:lnTo>
                <a:lnTo>
                  <a:pt x="4406" y="1446"/>
                </a:lnTo>
                <a:lnTo>
                  <a:pt x="4405" y="1447"/>
                </a:lnTo>
                <a:lnTo>
                  <a:pt x="4405" y="1448"/>
                </a:lnTo>
                <a:lnTo>
                  <a:pt x="4402" y="1449"/>
                </a:lnTo>
                <a:lnTo>
                  <a:pt x="4401" y="1450"/>
                </a:lnTo>
                <a:lnTo>
                  <a:pt x="4400" y="1450"/>
                </a:lnTo>
                <a:lnTo>
                  <a:pt x="4400" y="1451"/>
                </a:lnTo>
                <a:lnTo>
                  <a:pt x="4401" y="1451"/>
                </a:lnTo>
                <a:lnTo>
                  <a:pt x="4398" y="1453"/>
                </a:lnTo>
                <a:lnTo>
                  <a:pt x="4397" y="1452"/>
                </a:lnTo>
                <a:lnTo>
                  <a:pt x="4397" y="1453"/>
                </a:lnTo>
                <a:lnTo>
                  <a:pt x="4398" y="1454"/>
                </a:lnTo>
                <a:lnTo>
                  <a:pt x="4398" y="1455"/>
                </a:lnTo>
                <a:lnTo>
                  <a:pt x="4397" y="1455"/>
                </a:lnTo>
                <a:lnTo>
                  <a:pt x="4396" y="1454"/>
                </a:lnTo>
                <a:lnTo>
                  <a:pt x="4394" y="1456"/>
                </a:lnTo>
                <a:lnTo>
                  <a:pt x="4393" y="1456"/>
                </a:lnTo>
                <a:lnTo>
                  <a:pt x="4392" y="1456"/>
                </a:lnTo>
                <a:lnTo>
                  <a:pt x="4391" y="1456"/>
                </a:lnTo>
                <a:lnTo>
                  <a:pt x="4392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3" y="1458"/>
                </a:lnTo>
                <a:lnTo>
                  <a:pt x="4392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1"/>
                </a:lnTo>
                <a:lnTo>
                  <a:pt x="4391" y="1461"/>
                </a:lnTo>
                <a:lnTo>
                  <a:pt x="4391" y="1462"/>
                </a:lnTo>
                <a:lnTo>
                  <a:pt x="4390" y="1461"/>
                </a:lnTo>
                <a:lnTo>
                  <a:pt x="4389" y="1461"/>
                </a:lnTo>
                <a:lnTo>
                  <a:pt x="4389" y="1462"/>
                </a:lnTo>
                <a:lnTo>
                  <a:pt x="4388" y="1463"/>
                </a:lnTo>
                <a:lnTo>
                  <a:pt x="4388" y="1462"/>
                </a:lnTo>
                <a:lnTo>
                  <a:pt x="4387" y="1462"/>
                </a:lnTo>
                <a:lnTo>
                  <a:pt x="4386" y="1463"/>
                </a:lnTo>
                <a:lnTo>
                  <a:pt x="4385" y="1464"/>
                </a:lnTo>
                <a:lnTo>
                  <a:pt x="4384" y="1464"/>
                </a:lnTo>
                <a:lnTo>
                  <a:pt x="4383" y="1464"/>
                </a:lnTo>
                <a:lnTo>
                  <a:pt x="4382" y="1465"/>
                </a:lnTo>
                <a:lnTo>
                  <a:pt x="4382" y="1466"/>
                </a:lnTo>
                <a:lnTo>
                  <a:pt x="4381" y="1466"/>
                </a:lnTo>
                <a:lnTo>
                  <a:pt x="4380" y="1466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8"/>
                </a:lnTo>
                <a:lnTo>
                  <a:pt x="4380" y="1468"/>
                </a:lnTo>
                <a:lnTo>
                  <a:pt x="4381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1"/>
                </a:lnTo>
                <a:lnTo>
                  <a:pt x="4378" y="1471"/>
                </a:lnTo>
                <a:lnTo>
                  <a:pt x="4378" y="1470"/>
                </a:lnTo>
                <a:lnTo>
                  <a:pt x="4378" y="1471"/>
                </a:lnTo>
                <a:lnTo>
                  <a:pt x="4379" y="1471"/>
                </a:lnTo>
                <a:lnTo>
                  <a:pt x="4380" y="1471"/>
                </a:lnTo>
                <a:lnTo>
                  <a:pt x="4380" y="1472"/>
                </a:lnTo>
                <a:lnTo>
                  <a:pt x="4381" y="1473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5" y="1474"/>
                </a:lnTo>
                <a:lnTo>
                  <a:pt x="4384" y="1474"/>
                </a:lnTo>
                <a:lnTo>
                  <a:pt x="4384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1" y="1474"/>
                </a:lnTo>
                <a:lnTo>
                  <a:pt x="4380" y="1474"/>
                </a:lnTo>
                <a:lnTo>
                  <a:pt x="4380" y="1475"/>
                </a:lnTo>
                <a:lnTo>
                  <a:pt x="4379" y="1475"/>
                </a:lnTo>
                <a:lnTo>
                  <a:pt x="4378" y="1475"/>
                </a:lnTo>
                <a:lnTo>
                  <a:pt x="4378" y="1476"/>
                </a:lnTo>
                <a:lnTo>
                  <a:pt x="4377" y="1476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7"/>
                </a:lnTo>
                <a:lnTo>
                  <a:pt x="4375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6"/>
                </a:lnTo>
                <a:lnTo>
                  <a:pt x="4373" y="1477"/>
                </a:lnTo>
                <a:lnTo>
                  <a:pt x="4373" y="1478"/>
                </a:lnTo>
                <a:lnTo>
                  <a:pt x="4373" y="1479"/>
                </a:lnTo>
                <a:lnTo>
                  <a:pt x="4374" y="1480"/>
                </a:lnTo>
                <a:lnTo>
                  <a:pt x="4374" y="1481"/>
                </a:lnTo>
                <a:lnTo>
                  <a:pt x="4374" y="1480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2"/>
                </a:lnTo>
                <a:lnTo>
                  <a:pt x="4376" y="1483"/>
                </a:lnTo>
                <a:lnTo>
                  <a:pt x="4375" y="1483"/>
                </a:lnTo>
                <a:lnTo>
                  <a:pt x="4375" y="1482"/>
                </a:lnTo>
                <a:lnTo>
                  <a:pt x="4374" y="1482"/>
                </a:lnTo>
                <a:lnTo>
                  <a:pt x="4373" y="1482"/>
                </a:lnTo>
                <a:lnTo>
                  <a:pt x="4373" y="1481"/>
                </a:lnTo>
                <a:lnTo>
                  <a:pt x="4372" y="1481"/>
                </a:lnTo>
                <a:lnTo>
                  <a:pt x="4371" y="1481"/>
                </a:lnTo>
                <a:lnTo>
                  <a:pt x="4370" y="1481"/>
                </a:lnTo>
                <a:lnTo>
                  <a:pt x="4369" y="1482"/>
                </a:lnTo>
                <a:lnTo>
                  <a:pt x="4368" y="1482"/>
                </a:lnTo>
                <a:lnTo>
                  <a:pt x="4367" y="1484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4" y="1485"/>
                </a:lnTo>
                <a:lnTo>
                  <a:pt x="4364" y="1484"/>
                </a:lnTo>
                <a:lnTo>
                  <a:pt x="4363" y="1484"/>
                </a:lnTo>
                <a:lnTo>
                  <a:pt x="4363" y="1483"/>
                </a:lnTo>
                <a:lnTo>
                  <a:pt x="4362" y="1483"/>
                </a:lnTo>
                <a:lnTo>
                  <a:pt x="4361" y="1483"/>
                </a:lnTo>
                <a:lnTo>
                  <a:pt x="4361" y="1484"/>
                </a:lnTo>
                <a:lnTo>
                  <a:pt x="4361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6"/>
                </a:lnTo>
                <a:lnTo>
                  <a:pt x="4363" y="1487"/>
                </a:lnTo>
                <a:lnTo>
                  <a:pt x="4362" y="1487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5" y="1485"/>
                </a:lnTo>
                <a:lnTo>
                  <a:pt x="4356" y="1486"/>
                </a:lnTo>
                <a:lnTo>
                  <a:pt x="4357" y="1487"/>
                </a:lnTo>
                <a:lnTo>
                  <a:pt x="4358" y="1488"/>
                </a:lnTo>
                <a:lnTo>
                  <a:pt x="4359" y="1488"/>
                </a:lnTo>
                <a:lnTo>
                  <a:pt x="4360" y="1490"/>
                </a:lnTo>
                <a:lnTo>
                  <a:pt x="4360" y="1492"/>
                </a:lnTo>
                <a:lnTo>
                  <a:pt x="4361" y="1492"/>
                </a:lnTo>
                <a:lnTo>
                  <a:pt x="4360" y="1493"/>
                </a:lnTo>
                <a:lnTo>
                  <a:pt x="4359" y="1493"/>
                </a:lnTo>
                <a:lnTo>
                  <a:pt x="4359" y="1494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3"/>
                </a:lnTo>
                <a:lnTo>
                  <a:pt x="4355" y="1493"/>
                </a:lnTo>
                <a:lnTo>
                  <a:pt x="4355" y="1492"/>
                </a:lnTo>
                <a:lnTo>
                  <a:pt x="4354" y="1492"/>
                </a:lnTo>
                <a:lnTo>
                  <a:pt x="4353" y="1492"/>
                </a:lnTo>
                <a:lnTo>
                  <a:pt x="4352" y="1492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6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5"/>
                </a:lnTo>
                <a:lnTo>
                  <a:pt x="4345" y="1485"/>
                </a:lnTo>
                <a:lnTo>
                  <a:pt x="4344" y="1486"/>
                </a:lnTo>
                <a:lnTo>
                  <a:pt x="4345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8"/>
                </a:lnTo>
                <a:lnTo>
                  <a:pt x="4346" y="1488"/>
                </a:lnTo>
                <a:lnTo>
                  <a:pt x="4346" y="1489"/>
                </a:lnTo>
                <a:lnTo>
                  <a:pt x="4344" y="1489"/>
                </a:lnTo>
                <a:lnTo>
                  <a:pt x="4344" y="1488"/>
                </a:lnTo>
                <a:lnTo>
                  <a:pt x="4344" y="1487"/>
                </a:lnTo>
                <a:lnTo>
                  <a:pt x="4343" y="1487"/>
                </a:lnTo>
                <a:lnTo>
                  <a:pt x="4341" y="1487"/>
                </a:lnTo>
                <a:lnTo>
                  <a:pt x="4341" y="1488"/>
                </a:lnTo>
                <a:lnTo>
                  <a:pt x="4340" y="1487"/>
                </a:lnTo>
                <a:lnTo>
                  <a:pt x="4339" y="1487"/>
                </a:lnTo>
                <a:lnTo>
                  <a:pt x="4337" y="1489"/>
                </a:lnTo>
                <a:lnTo>
                  <a:pt x="4338" y="1489"/>
                </a:lnTo>
                <a:lnTo>
                  <a:pt x="4339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39" y="1492"/>
                </a:lnTo>
                <a:lnTo>
                  <a:pt x="4338" y="1493"/>
                </a:lnTo>
                <a:lnTo>
                  <a:pt x="4337" y="1493"/>
                </a:lnTo>
                <a:lnTo>
                  <a:pt x="4336" y="1493"/>
                </a:lnTo>
                <a:lnTo>
                  <a:pt x="4336" y="1494"/>
                </a:lnTo>
                <a:lnTo>
                  <a:pt x="4335" y="1494"/>
                </a:lnTo>
                <a:lnTo>
                  <a:pt x="4335" y="1495"/>
                </a:lnTo>
                <a:lnTo>
                  <a:pt x="4335" y="1496"/>
                </a:lnTo>
                <a:lnTo>
                  <a:pt x="4336" y="1496"/>
                </a:lnTo>
                <a:lnTo>
                  <a:pt x="4338" y="1495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41" y="1496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7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1"/>
                </a:lnTo>
                <a:lnTo>
                  <a:pt x="4343" y="1502"/>
                </a:lnTo>
                <a:lnTo>
                  <a:pt x="4342" y="1503"/>
                </a:lnTo>
                <a:lnTo>
                  <a:pt x="4342" y="1502"/>
                </a:lnTo>
                <a:lnTo>
                  <a:pt x="4341" y="1502"/>
                </a:lnTo>
                <a:lnTo>
                  <a:pt x="4340" y="1502"/>
                </a:lnTo>
                <a:lnTo>
                  <a:pt x="4341" y="1502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8" y="1503"/>
                </a:lnTo>
                <a:lnTo>
                  <a:pt x="4335" y="1503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29" y="1503"/>
                </a:lnTo>
                <a:lnTo>
                  <a:pt x="4329" y="1504"/>
                </a:lnTo>
                <a:lnTo>
                  <a:pt x="4328" y="1504"/>
                </a:lnTo>
                <a:lnTo>
                  <a:pt x="4327" y="1505"/>
                </a:lnTo>
                <a:lnTo>
                  <a:pt x="4327" y="1506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3" y="1507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7"/>
                </a:lnTo>
                <a:lnTo>
                  <a:pt x="4309" y="1508"/>
                </a:lnTo>
                <a:lnTo>
                  <a:pt x="4308" y="1508"/>
                </a:lnTo>
                <a:lnTo>
                  <a:pt x="4309" y="1509"/>
                </a:lnTo>
                <a:lnTo>
                  <a:pt x="4308" y="1509"/>
                </a:lnTo>
                <a:lnTo>
                  <a:pt x="4308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0"/>
                </a:lnTo>
                <a:lnTo>
                  <a:pt x="4303" y="1509"/>
                </a:lnTo>
                <a:lnTo>
                  <a:pt x="4302" y="1509"/>
                </a:lnTo>
                <a:lnTo>
                  <a:pt x="4301" y="1509"/>
                </a:lnTo>
                <a:lnTo>
                  <a:pt x="4300" y="1509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1"/>
                </a:lnTo>
                <a:lnTo>
                  <a:pt x="4300" y="1512"/>
                </a:lnTo>
                <a:lnTo>
                  <a:pt x="4300" y="1511"/>
                </a:lnTo>
                <a:lnTo>
                  <a:pt x="4301" y="1511"/>
                </a:lnTo>
                <a:lnTo>
                  <a:pt x="4302" y="1510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0" y="1513"/>
                </a:lnTo>
                <a:lnTo>
                  <a:pt x="4299" y="1514"/>
                </a:lnTo>
                <a:lnTo>
                  <a:pt x="4299" y="1515"/>
                </a:lnTo>
                <a:lnTo>
                  <a:pt x="4298" y="1516"/>
                </a:lnTo>
                <a:lnTo>
                  <a:pt x="4298" y="1517"/>
                </a:lnTo>
                <a:lnTo>
                  <a:pt x="4297" y="1517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2" y="1517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3"/>
                </a:lnTo>
                <a:lnTo>
                  <a:pt x="4290" y="1513"/>
                </a:lnTo>
                <a:lnTo>
                  <a:pt x="4290" y="1512"/>
                </a:lnTo>
                <a:lnTo>
                  <a:pt x="4290" y="1511"/>
                </a:lnTo>
                <a:lnTo>
                  <a:pt x="4291" y="1511"/>
                </a:lnTo>
                <a:lnTo>
                  <a:pt x="4291" y="1512"/>
                </a:lnTo>
                <a:lnTo>
                  <a:pt x="4292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10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90" y="1505"/>
                </a:lnTo>
                <a:lnTo>
                  <a:pt x="4289" y="1505"/>
                </a:lnTo>
                <a:lnTo>
                  <a:pt x="4289" y="1504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8" y="1496"/>
                </a:lnTo>
                <a:lnTo>
                  <a:pt x="4289" y="1496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4"/>
                </a:lnTo>
                <a:lnTo>
                  <a:pt x="4293" y="1494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5"/>
                </a:lnTo>
                <a:lnTo>
                  <a:pt x="4298" y="1495"/>
                </a:lnTo>
                <a:lnTo>
                  <a:pt x="4298" y="1496"/>
                </a:lnTo>
                <a:lnTo>
                  <a:pt x="4299" y="1496"/>
                </a:lnTo>
                <a:lnTo>
                  <a:pt x="4300" y="1496"/>
                </a:lnTo>
                <a:lnTo>
                  <a:pt x="4300" y="1495"/>
                </a:lnTo>
                <a:lnTo>
                  <a:pt x="4301" y="1495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3"/>
                </a:lnTo>
                <a:lnTo>
                  <a:pt x="4305" y="1492"/>
                </a:lnTo>
                <a:lnTo>
                  <a:pt x="4306" y="1492"/>
                </a:lnTo>
                <a:lnTo>
                  <a:pt x="4307" y="1492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2"/>
                </a:lnTo>
                <a:lnTo>
                  <a:pt x="4310" y="1492"/>
                </a:lnTo>
                <a:lnTo>
                  <a:pt x="4311" y="1491"/>
                </a:lnTo>
                <a:lnTo>
                  <a:pt x="4310" y="1490"/>
                </a:lnTo>
                <a:lnTo>
                  <a:pt x="4310" y="1489"/>
                </a:lnTo>
                <a:lnTo>
                  <a:pt x="4309" y="1489"/>
                </a:lnTo>
                <a:lnTo>
                  <a:pt x="4308" y="1489"/>
                </a:lnTo>
                <a:lnTo>
                  <a:pt x="4308" y="1488"/>
                </a:lnTo>
                <a:lnTo>
                  <a:pt x="4309" y="1488"/>
                </a:lnTo>
                <a:lnTo>
                  <a:pt x="4310" y="1487"/>
                </a:lnTo>
                <a:lnTo>
                  <a:pt x="4310" y="1486"/>
                </a:lnTo>
                <a:lnTo>
                  <a:pt x="4311" y="1486"/>
                </a:lnTo>
                <a:lnTo>
                  <a:pt x="4311" y="1485"/>
                </a:lnTo>
                <a:lnTo>
                  <a:pt x="4310" y="1485"/>
                </a:lnTo>
                <a:lnTo>
                  <a:pt x="4311" y="1485"/>
                </a:lnTo>
                <a:lnTo>
                  <a:pt x="4312" y="1485"/>
                </a:lnTo>
                <a:lnTo>
                  <a:pt x="4313" y="1484"/>
                </a:lnTo>
                <a:lnTo>
                  <a:pt x="4313" y="1483"/>
                </a:lnTo>
                <a:lnTo>
                  <a:pt x="4314" y="1483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8" y="1487"/>
                </a:lnTo>
                <a:lnTo>
                  <a:pt x="4319" y="1487"/>
                </a:lnTo>
                <a:lnTo>
                  <a:pt x="4319" y="1486"/>
                </a:lnTo>
                <a:lnTo>
                  <a:pt x="4320" y="1486"/>
                </a:lnTo>
                <a:lnTo>
                  <a:pt x="4321" y="1486"/>
                </a:lnTo>
                <a:lnTo>
                  <a:pt x="4321" y="1487"/>
                </a:lnTo>
                <a:lnTo>
                  <a:pt x="4323" y="1487"/>
                </a:lnTo>
                <a:lnTo>
                  <a:pt x="4324" y="1486"/>
                </a:lnTo>
                <a:lnTo>
                  <a:pt x="4325" y="1486"/>
                </a:lnTo>
                <a:lnTo>
                  <a:pt x="4326" y="1486"/>
                </a:lnTo>
                <a:lnTo>
                  <a:pt x="4326" y="1485"/>
                </a:lnTo>
                <a:lnTo>
                  <a:pt x="4327" y="1485"/>
                </a:lnTo>
                <a:lnTo>
                  <a:pt x="4327" y="1484"/>
                </a:lnTo>
                <a:lnTo>
                  <a:pt x="4328" y="1484"/>
                </a:lnTo>
                <a:lnTo>
                  <a:pt x="4329" y="1484"/>
                </a:lnTo>
                <a:lnTo>
                  <a:pt x="4330" y="1483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2"/>
                </a:lnTo>
                <a:lnTo>
                  <a:pt x="4335" y="1482"/>
                </a:lnTo>
                <a:lnTo>
                  <a:pt x="4335" y="1481"/>
                </a:lnTo>
                <a:lnTo>
                  <a:pt x="4336" y="1481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0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0" y="1479"/>
                </a:lnTo>
                <a:lnTo>
                  <a:pt x="4341" y="1479"/>
                </a:lnTo>
                <a:lnTo>
                  <a:pt x="4341" y="1478"/>
                </a:lnTo>
                <a:lnTo>
                  <a:pt x="4342" y="1478"/>
                </a:lnTo>
                <a:lnTo>
                  <a:pt x="4341" y="1476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4"/>
                </a:lnTo>
                <a:lnTo>
                  <a:pt x="4338" y="1473"/>
                </a:lnTo>
                <a:lnTo>
                  <a:pt x="4337" y="1472"/>
                </a:lnTo>
                <a:lnTo>
                  <a:pt x="4336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5" y="1467"/>
                </a:lnTo>
                <a:lnTo>
                  <a:pt x="4334" y="1467"/>
                </a:lnTo>
                <a:lnTo>
                  <a:pt x="4333" y="1467"/>
                </a:lnTo>
                <a:lnTo>
                  <a:pt x="4333" y="1466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7" y="1465"/>
                </a:lnTo>
                <a:lnTo>
                  <a:pt x="4338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3" y="1463"/>
                </a:lnTo>
                <a:lnTo>
                  <a:pt x="4333" y="1462"/>
                </a:lnTo>
                <a:lnTo>
                  <a:pt x="4333" y="1461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6" y="1460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1" y="1458"/>
                </a:lnTo>
                <a:lnTo>
                  <a:pt x="4340" y="1458"/>
                </a:lnTo>
                <a:lnTo>
                  <a:pt x="4340" y="1457"/>
                </a:lnTo>
                <a:lnTo>
                  <a:pt x="4341" y="1458"/>
                </a:lnTo>
                <a:lnTo>
                  <a:pt x="4342" y="1457"/>
                </a:lnTo>
                <a:lnTo>
                  <a:pt x="4343" y="1457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7"/>
                </a:lnTo>
                <a:lnTo>
                  <a:pt x="4344" y="1456"/>
                </a:lnTo>
                <a:lnTo>
                  <a:pt x="4345" y="1456"/>
                </a:lnTo>
                <a:lnTo>
                  <a:pt x="4345" y="1455"/>
                </a:lnTo>
                <a:lnTo>
                  <a:pt x="4344" y="1455"/>
                </a:lnTo>
                <a:lnTo>
                  <a:pt x="4344" y="1454"/>
                </a:lnTo>
                <a:lnTo>
                  <a:pt x="4344" y="1453"/>
                </a:lnTo>
                <a:lnTo>
                  <a:pt x="4345" y="1453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5" y="1451"/>
                </a:lnTo>
                <a:lnTo>
                  <a:pt x="4346" y="1451"/>
                </a:lnTo>
                <a:lnTo>
                  <a:pt x="4346" y="1450"/>
                </a:lnTo>
                <a:lnTo>
                  <a:pt x="4347" y="1450"/>
                </a:lnTo>
                <a:lnTo>
                  <a:pt x="4348" y="1451"/>
                </a:lnTo>
                <a:lnTo>
                  <a:pt x="4349" y="1451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1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0"/>
                </a:lnTo>
                <a:lnTo>
                  <a:pt x="4359" y="1449"/>
                </a:lnTo>
                <a:lnTo>
                  <a:pt x="4360" y="1449"/>
                </a:lnTo>
                <a:lnTo>
                  <a:pt x="4361" y="1449"/>
                </a:lnTo>
                <a:lnTo>
                  <a:pt x="4362" y="1449"/>
                </a:lnTo>
                <a:lnTo>
                  <a:pt x="4362" y="1448"/>
                </a:lnTo>
                <a:lnTo>
                  <a:pt x="4363" y="1448"/>
                </a:lnTo>
                <a:lnTo>
                  <a:pt x="4359" y="1448"/>
                </a:lnTo>
                <a:lnTo>
                  <a:pt x="4358" y="1448"/>
                </a:lnTo>
                <a:lnTo>
                  <a:pt x="4357" y="1449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4" y="1448"/>
                </a:lnTo>
                <a:lnTo>
                  <a:pt x="4344" y="1447"/>
                </a:lnTo>
                <a:lnTo>
                  <a:pt x="4343" y="1447"/>
                </a:lnTo>
                <a:lnTo>
                  <a:pt x="4343" y="1448"/>
                </a:lnTo>
                <a:lnTo>
                  <a:pt x="4343" y="1449"/>
                </a:lnTo>
                <a:lnTo>
                  <a:pt x="4344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3" y="1452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1" y="1453"/>
                </a:lnTo>
                <a:lnTo>
                  <a:pt x="4340" y="1453"/>
                </a:lnTo>
                <a:lnTo>
                  <a:pt x="4339" y="1453"/>
                </a:lnTo>
                <a:lnTo>
                  <a:pt x="4339" y="1454"/>
                </a:lnTo>
                <a:lnTo>
                  <a:pt x="4338" y="1454"/>
                </a:lnTo>
                <a:lnTo>
                  <a:pt x="4337" y="1454"/>
                </a:lnTo>
                <a:lnTo>
                  <a:pt x="4336" y="1455"/>
                </a:lnTo>
                <a:lnTo>
                  <a:pt x="4333" y="1456"/>
                </a:lnTo>
                <a:lnTo>
                  <a:pt x="4331" y="1456"/>
                </a:lnTo>
                <a:lnTo>
                  <a:pt x="4330" y="1456"/>
                </a:lnTo>
                <a:lnTo>
                  <a:pt x="4329" y="1456"/>
                </a:lnTo>
                <a:lnTo>
                  <a:pt x="4329" y="1457"/>
                </a:lnTo>
                <a:lnTo>
                  <a:pt x="4329" y="1456"/>
                </a:lnTo>
                <a:lnTo>
                  <a:pt x="4329" y="1455"/>
                </a:lnTo>
                <a:lnTo>
                  <a:pt x="4327" y="1455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0"/>
                </a:lnTo>
                <a:lnTo>
                  <a:pt x="4324" y="1460"/>
                </a:lnTo>
                <a:lnTo>
                  <a:pt x="4324" y="1459"/>
                </a:lnTo>
                <a:lnTo>
                  <a:pt x="4322" y="1458"/>
                </a:lnTo>
                <a:lnTo>
                  <a:pt x="4322" y="1457"/>
                </a:lnTo>
                <a:lnTo>
                  <a:pt x="4322" y="1456"/>
                </a:lnTo>
                <a:lnTo>
                  <a:pt x="4323" y="1455"/>
                </a:lnTo>
                <a:lnTo>
                  <a:pt x="4323" y="1454"/>
                </a:lnTo>
                <a:lnTo>
                  <a:pt x="4322" y="1454"/>
                </a:lnTo>
                <a:lnTo>
                  <a:pt x="4320" y="1454"/>
                </a:lnTo>
                <a:lnTo>
                  <a:pt x="4319" y="1454"/>
                </a:lnTo>
                <a:lnTo>
                  <a:pt x="4320" y="1453"/>
                </a:lnTo>
                <a:lnTo>
                  <a:pt x="4320" y="1452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50"/>
                </a:lnTo>
                <a:lnTo>
                  <a:pt x="4322" y="1448"/>
                </a:lnTo>
                <a:lnTo>
                  <a:pt x="4322" y="1447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0" y="1447"/>
                </a:lnTo>
                <a:lnTo>
                  <a:pt x="4320" y="1446"/>
                </a:lnTo>
                <a:lnTo>
                  <a:pt x="4319" y="1445"/>
                </a:lnTo>
                <a:lnTo>
                  <a:pt x="4319" y="1446"/>
                </a:lnTo>
                <a:lnTo>
                  <a:pt x="4320" y="1447"/>
                </a:lnTo>
                <a:lnTo>
                  <a:pt x="4320" y="1448"/>
                </a:lnTo>
                <a:lnTo>
                  <a:pt x="4319" y="1449"/>
                </a:lnTo>
                <a:lnTo>
                  <a:pt x="4319" y="1450"/>
                </a:lnTo>
                <a:lnTo>
                  <a:pt x="4318" y="1450"/>
                </a:lnTo>
                <a:lnTo>
                  <a:pt x="4318" y="1451"/>
                </a:lnTo>
                <a:lnTo>
                  <a:pt x="4317" y="1451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0"/>
                </a:lnTo>
                <a:lnTo>
                  <a:pt x="4311" y="1450"/>
                </a:lnTo>
                <a:lnTo>
                  <a:pt x="4310" y="1450"/>
                </a:lnTo>
                <a:lnTo>
                  <a:pt x="4310" y="1451"/>
                </a:lnTo>
                <a:lnTo>
                  <a:pt x="4309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49"/>
                </a:lnTo>
                <a:lnTo>
                  <a:pt x="4310" y="1447"/>
                </a:lnTo>
                <a:lnTo>
                  <a:pt x="4311" y="1446"/>
                </a:lnTo>
                <a:lnTo>
                  <a:pt x="4311" y="1447"/>
                </a:lnTo>
                <a:lnTo>
                  <a:pt x="4312" y="1446"/>
                </a:lnTo>
                <a:lnTo>
                  <a:pt x="4313" y="1446"/>
                </a:lnTo>
                <a:lnTo>
                  <a:pt x="4313" y="1445"/>
                </a:lnTo>
                <a:lnTo>
                  <a:pt x="4313" y="1443"/>
                </a:lnTo>
                <a:lnTo>
                  <a:pt x="4312" y="1443"/>
                </a:lnTo>
                <a:lnTo>
                  <a:pt x="4311" y="1444"/>
                </a:lnTo>
                <a:lnTo>
                  <a:pt x="4310" y="1444"/>
                </a:lnTo>
                <a:lnTo>
                  <a:pt x="4309" y="1445"/>
                </a:lnTo>
                <a:lnTo>
                  <a:pt x="4309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08" y="1447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48"/>
                </a:lnTo>
                <a:lnTo>
                  <a:pt x="4306" y="1448"/>
                </a:lnTo>
                <a:lnTo>
                  <a:pt x="4306" y="1449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51"/>
                </a:lnTo>
                <a:lnTo>
                  <a:pt x="4303" y="1451"/>
                </a:lnTo>
                <a:lnTo>
                  <a:pt x="4303" y="1450"/>
                </a:lnTo>
                <a:lnTo>
                  <a:pt x="4302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3" y="1446"/>
                </a:lnTo>
                <a:lnTo>
                  <a:pt x="4304" y="1446"/>
                </a:lnTo>
                <a:lnTo>
                  <a:pt x="4304" y="1445"/>
                </a:lnTo>
                <a:lnTo>
                  <a:pt x="4304" y="1444"/>
                </a:lnTo>
                <a:lnTo>
                  <a:pt x="4304" y="1443"/>
                </a:lnTo>
                <a:lnTo>
                  <a:pt x="4305" y="1443"/>
                </a:lnTo>
                <a:lnTo>
                  <a:pt x="4304" y="1442"/>
                </a:lnTo>
                <a:lnTo>
                  <a:pt x="4305" y="1441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9" y="1439"/>
                </a:lnTo>
                <a:lnTo>
                  <a:pt x="4310" y="1439"/>
                </a:lnTo>
                <a:lnTo>
                  <a:pt x="4311" y="1438"/>
                </a:lnTo>
                <a:lnTo>
                  <a:pt x="4312" y="1437"/>
                </a:lnTo>
                <a:lnTo>
                  <a:pt x="4313" y="1437"/>
                </a:lnTo>
                <a:lnTo>
                  <a:pt x="4314" y="1438"/>
                </a:lnTo>
                <a:lnTo>
                  <a:pt x="4315" y="1438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6" y="1438"/>
                </a:lnTo>
                <a:lnTo>
                  <a:pt x="4317" y="1438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7"/>
                </a:lnTo>
                <a:lnTo>
                  <a:pt x="4320" y="1436"/>
                </a:lnTo>
                <a:lnTo>
                  <a:pt x="4321" y="1436"/>
                </a:lnTo>
                <a:lnTo>
                  <a:pt x="4323" y="1435"/>
                </a:lnTo>
                <a:lnTo>
                  <a:pt x="4322" y="1435"/>
                </a:lnTo>
                <a:lnTo>
                  <a:pt x="4321" y="1435"/>
                </a:lnTo>
                <a:lnTo>
                  <a:pt x="4320" y="1436"/>
                </a:lnTo>
                <a:lnTo>
                  <a:pt x="4319" y="1436"/>
                </a:lnTo>
                <a:lnTo>
                  <a:pt x="4319" y="1437"/>
                </a:lnTo>
                <a:lnTo>
                  <a:pt x="4317" y="1437"/>
                </a:lnTo>
                <a:lnTo>
                  <a:pt x="4316" y="1438"/>
                </a:lnTo>
                <a:lnTo>
                  <a:pt x="4316" y="1437"/>
                </a:lnTo>
                <a:lnTo>
                  <a:pt x="4315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6"/>
                </a:lnTo>
                <a:lnTo>
                  <a:pt x="4311" y="1436"/>
                </a:lnTo>
                <a:lnTo>
                  <a:pt x="4310" y="1437"/>
                </a:lnTo>
                <a:lnTo>
                  <a:pt x="4309" y="1437"/>
                </a:lnTo>
                <a:lnTo>
                  <a:pt x="4309" y="1438"/>
                </a:lnTo>
                <a:lnTo>
                  <a:pt x="4308" y="1439"/>
                </a:lnTo>
                <a:lnTo>
                  <a:pt x="4307" y="1439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6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6"/>
                </a:lnTo>
                <a:lnTo>
                  <a:pt x="4300" y="1435"/>
                </a:lnTo>
                <a:lnTo>
                  <a:pt x="4300" y="1433"/>
                </a:lnTo>
                <a:lnTo>
                  <a:pt x="4301" y="1432"/>
                </a:lnTo>
                <a:lnTo>
                  <a:pt x="4302" y="1431"/>
                </a:lnTo>
                <a:lnTo>
                  <a:pt x="4303" y="1430"/>
                </a:lnTo>
                <a:lnTo>
                  <a:pt x="4304" y="1430"/>
                </a:lnTo>
                <a:lnTo>
                  <a:pt x="4305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7" y="1427"/>
                </a:lnTo>
                <a:lnTo>
                  <a:pt x="4308" y="1428"/>
                </a:lnTo>
                <a:lnTo>
                  <a:pt x="4309" y="1428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7"/>
                </a:lnTo>
                <a:lnTo>
                  <a:pt x="4313" y="1427"/>
                </a:lnTo>
                <a:lnTo>
                  <a:pt x="4313" y="1428"/>
                </a:lnTo>
                <a:lnTo>
                  <a:pt x="4315" y="1428"/>
                </a:lnTo>
                <a:lnTo>
                  <a:pt x="4315" y="1427"/>
                </a:lnTo>
                <a:lnTo>
                  <a:pt x="4316" y="1427"/>
                </a:lnTo>
                <a:lnTo>
                  <a:pt x="4317" y="1427"/>
                </a:lnTo>
                <a:lnTo>
                  <a:pt x="4317" y="1426"/>
                </a:lnTo>
                <a:lnTo>
                  <a:pt x="4318" y="1426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1" y="1423"/>
                </a:lnTo>
                <a:lnTo>
                  <a:pt x="4320" y="1423"/>
                </a:lnTo>
                <a:lnTo>
                  <a:pt x="4320" y="1422"/>
                </a:lnTo>
                <a:lnTo>
                  <a:pt x="4321" y="1422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3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6"/>
                </a:lnTo>
                <a:lnTo>
                  <a:pt x="4328" y="1426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28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1" y="1427"/>
                </a:lnTo>
                <a:lnTo>
                  <a:pt x="4330" y="1427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7"/>
                </a:lnTo>
                <a:lnTo>
                  <a:pt x="4328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5" y="1422"/>
                </a:lnTo>
                <a:lnTo>
                  <a:pt x="4325" y="1421"/>
                </a:lnTo>
                <a:lnTo>
                  <a:pt x="4324" y="1421"/>
                </a:lnTo>
                <a:lnTo>
                  <a:pt x="4325" y="1420"/>
                </a:lnTo>
                <a:lnTo>
                  <a:pt x="4325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6"/>
                </a:lnTo>
                <a:lnTo>
                  <a:pt x="4323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2"/>
                </a:lnTo>
                <a:lnTo>
                  <a:pt x="4323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4" y="1409"/>
                </a:lnTo>
                <a:lnTo>
                  <a:pt x="4323" y="1409"/>
                </a:lnTo>
                <a:lnTo>
                  <a:pt x="4323" y="1408"/>
                </a:lnTo>
                <a:lnTo>
                  <a:pt x="4322" y="1408"/>
                </a:lnTo>
                <a:lnTo>
                  <a:pt x="4322" y="1407"/>
                </a:lnTo>
                <a:lnTo>
                  <a:pt x="4322" y="1406"/>
                </a:lnTo>
                <a:lnTo>
                  <a:pt x="4323" y="1406"/>
                </a:lnTo>
                <a:lnTo>
                  <a:pt x="4324" y="1406"/>
                </a:lnTo>
                <a:lnTo>
                  <a:pt x="4325" y="1406"/>
                </a:lnTo>
                <a:lnTo>
                  <a:pt x="4325" y="1405"/>
                </a:lnTo>
                <a:lnTo>
                  <a:pt x="4326" y="1404"/>
                </a:lnTo>
                <a:lnTo>
                  <a:pt x="4327" y="1403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5" y="1401"/>
                </a:lnTo>
                <a:lnTo>
                  <a:pt x="4335" y="1400"/>
                </a:lnTo>
                <a:lnTo>
                  <a:pt x="4336" y="1400"/>
                </a:lnTo>
                <a:lnTo>
                  <a:pt x="4336" y="1399"/>
                </a:lnTo>
                <a:lnTo>
                  <a:pt x="4337" y="1399"/>
                </a:lnTo>
                <a:lnTo>
                  <a:pt x="4337" y="1398"/>
                </a:lnTo>
                <a:lnTo>
                  <a:pt x="4337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0" y="1396"/>
                </a:lnTo>
                <a:lnTo>
                  <a:pt x="4340" y="1395"/>
                </a:lnTo>
                <a:lnTo>
                  <a:pt x="4341" y="1395"/>
                </a:lnTo>
                <a:lnTo>
                  <a:pt x="4342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4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4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0" y="1392"/>
                </a:lnTo>
                <a:lnTo>
                  <a:pt x="4351" y="1391"/>
                </a:lnTo>
                <a:lnTo>
                  <a:pt x="4352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5" y="1389"/>
                </a:lnTo>
                <a:lnTo>
                  <a:pt x="4354" y="1388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3" y="1386"/>
                </a:lnTo>
                <a:lnTo>
                  <a:pt x="4352" y="1387"/>
                </a:lnTo>
                <a:lnTo>
                  <a:pt x="4351" y="1388"/>
                </a:lnTo>
                <a:lnTo>
                  <a:pt x="4349" y="1388"/>
                </a:lnTo>
                <a:lnTo>
                  <a:pt x="4349" y="1387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6"/>
                </a:lnTo>
                <a:lnTo>
                  <a:pt x="4353" y="1385"/>
                </a:lnTo>
                <a:lnTo>
                  <a:pt x="4354" y="1385"/>
                </a:lnTo>
                <a:lnTo>
                  <a:pt x="4355" y="1384"/>
                </a:lnTo>
                <a:lnTo>
                  <a:pt x="4354" y="1383"/>
                </a:lnTo>
                <a:lnTo>
                  <a:pt x="4355" y="1383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59" y="1382"/>
                </a:lnTo>
                <a:lnTo>
                  <a:pt x="4361" y="1381"/>
                </a:lnTo>
                <a:lnTo>
                  <a:pt x="4362" y="1381"/>
                </a:lnTo>
                <a:lnTo>
                  <a:pt x="4363" y="1380"/>
                </a:lnTo>
                <a:lnTo>
                  <a:pt x="4363" y="1379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4" y="1376"/>
                </a:lnTo>
                <a:lnTo>
                  <a:pt x="4365" y="1376"/>
                </a:lnTo>
                <a:lnTo>
                  <a:pt x="4366" y="1375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4"/>
                </a:lnTo>
                <a:lnTo>
                  <a:pt x="4370" y="1374"/>
                </a:lnTo>
                <a:lnTo>
                  <a:pt x="4370" y="1373"/>
                </a:lnTo>
                <a:lnTo>
                  <a:pt x="4371" y="1373"/>
                </a:lnTo>
                <a:lnTo>
                  <a:pt x="4371" y="1372"/>
                </a:lnTo>
                <a:lnTo>
                  <a:pt x="4371" y="1370"/>
                </a:lnTo>
                <a:lnTo>
                  <a:pt x="4371" y="1369"/>
                </a:lnTo>
                <a:lnTo>
                  <a:pt x="4370" y="1368"/>
                </a:lnTo>
                <a:lnTo>
                  <a:pt x="4369" y="1368"/>
                </a:lnTo>
                <a:lnTo>
                  <a:pt x="4369" y="1369"/>
                </a:lnTo>
                <a:lnTo>
                  <a:pt x="4369" y="1368"/>
                </a:lnTo>
                <a:lnTo>
                  <a:pt x="4369" y="1367"/>
                </a:lnTo>
                <a:lnTo>
                  <a:pt x="4366" y="1367"/>
                </a:lnTo>
                <a:lnTo>
                  <a:pt x="4366" y="1366"/>
                </a:lnTo>
                <a:lnTo>
                  <a:pt x="4372" y="1366"/>
                </a:lnTo>
                <a:lnTo>
                  <a:pt x="4372" y="1367"/>
                </a:lnTo>
                <a:lnTo>
                  <a:pt x="4373" y="1367"/>
                </a:lnTo>
                <a:lnTo>
                  <a:pt x="4374" y="1367"/>
                </a:lnTo>
                <a:lnTo>
                  <a:pt x="4374" y="1366"/>
                </a:lnTo>
                <a:lnTo>
                  <a:pt x="4375" y="1366"/>
                </a:lnTo>
                <a:lnTo>
                  <a:pt x="4374" y="1366"/>
                </a:lnTo>
                <a:lnTo>
                  <a:pt x="4375" y="1366"/>
                </a:lnTo>
                <a:lnTo>
                  <a:pt x="4375" y="1365"/>
                </a:lnTo>
                <a:lnTo>
                  <a:pt x="4376" y="1365"/>
                </a:lnTo>
                <a:lnTo>
                  <a:pt x="4378" y="1364"/>
                </a:lnTo>
                <a:lnTo>
                  <a:pt x="4378" y="1363"/>
                </a:lnTo>
                <a:lnTo>
                  <a:pt x="4379" y="1363"/>
                </a:lnTo>
                <a:lnTo>
                  <a:pt x="4378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8" y="1362"/>
                </a:lnTo>
                <a:lnTo>
                  <a:pt x="4379" y="1362"/>
                </a:lnTo>
                <a:lnTo>
                  <a:pt x="4379" y="1358"/>
                </a:lnTo>
                <a:lnTo>
                  <a:pt x="4378" y="1357"/>
                </a:lnTo>
                <a:lnTo>
                  <a:pt x="4378" y="1356"/>
                </a:lnTo>
                <a:lnTo>
                  <a:pt x="4377" y="1356"/>
                </a:lnTo>
                <a:lnTo>
                  <a:pt x="4376" y="1354"/>
                </a:lnTo>
                <a:lnTo>
                  <a:pt x="4373" y="1356"/>
                </a:lnTo>
                <a:lnTo>
                  <a:pt x="4373" y="1355"/>
                </a:lnTo>
                <a:lnTo>
                  <a:pt x="4373" y="1354"/>
                </a:lnTo>
                <a:lnTo>
                  <a:pt x="4374" y="1354"/>
                </a:lnTo>
                <a:lnTo>
                  <a:pt x="4377" y="1353"/>
                </a:lnTo>
                <a:lnTo>
                  <a:pt x="4378" y="1355"/>
                </a:lnTo>
                <a:lnTo>
                  <a:pt x="4379" y="1356"/>
                </a:lnTo>
                <a:lnTo>
                  <a:pt x="4379" y="1355"/>
                </a:lnTo>
                <a:lnTo>
                  <a:pt x="4380" y="1355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3" y="1352"/>
                </a:lnTo>
                <a:lnTo>
                  <a:pt x="4384" y="1352"/>
                </a:lnTo>
                <a:lnTo>
                  <a:pt x="4384" y="1353"/>
                </a:lnTo>
                <a:lnTo>
                  <a:pt x="4385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0"/>
                </a:lnTo>
                <a:lnTo>
                  <a:pt x="4387" y="1350"/>
                </a:lnTo>
                <a:lnTo>
                  <a:pt x="4387" y="1349"/>
                </a:lnTo>
                <a:lnTo>
                  <a:pt x="4387" y="1348"/>
                </a:lnTo>
                <a:lnTo>
                  <a:pt x="4388" y="1348"/>
                </a:lnTo>
                <a:lnTo>
                  <a:pt x="4388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7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1" y="1343"/>
                </a:lnTo>
                <a:lnTo>
                  <a:pt x="4392" y="1342"/>
                </a:lnTo>
                <a:lnTo>
                  <a:pt x="4393" y="1341"/>
                </a:lnTo>
                <a:lnTo>
                  <a:pt x="4392" y="1341"/>
                </a:lnTo>
                <a:lnTo>
                  <a:pt x="4392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5" y="1337"/>
                </a:lnTo>
                <a:lnTo>
                  <a:pt x="4394" y="1337"/>
                </a:lnTo>
                <a:lnTo>
                  <a:pt x="4393" y="1337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4"/>
                </a:lnTo>
                <a:lnTo>
                  <a:pt x="4392" y="1333"/>
                </a:lnTo>
                <a:lnTo>
                  <a:pt x="4390" y="1332"/>
                </a:lnTo>
                <a:lnTo>
                  <a:pt x="4391" y="1332"/>
                </a:lnTo>
                <a:lnTo>
                  <a:pt x="4391" y="1331"/>
                </a:lnTo>
                <a:lnTo>
                  <a:pt x="4390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30"/>
                </a:lnTo>
                <a:lnTo>
                  <a:pt x="4387" y="1329"/>
                </a:lnTo>
                <a:lnTo>
                  <a:pt x="4388" y="1329"/>
                </a:lnTo>
                <a:lnTo>
                  <a:pt x="4388" y="1328"/>
                </a:lnTo>
                <a:lnTo>
                  <a:pt x="4386" y="1328"/>
                </a:lnTo>
                <a:lnTo>
                  <a:pt x="4386" y="1327"/>
                </a:lnTo>
                <a:lnTo>
                  <a:pt x="4384" y="1326"/>
                </a:lnTo>
                <a:lnTo>
                  <a:pt x="4383" y="1325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3" y="1322"/>
                </a:lnTo>
                <a:lnTo>
                  <a:pt x="4384" y="1321"/>
                </a:lnTo>
                <a:lnTo>
                  <a:pt x="4384" y="1320"/>
                </a:lnTo>
                <a:lnTo>
                  <a:pt x="4385" y="1319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7"/>
                </a:lnTo>
                <a:lnTo>
                  <a:pt x="4383" y="1317"/>
                </a:lnTo>
                <a:lnTo>
                  <a:pt x="4382" y="1318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7" y="1319"/>
                </a:lnTo>
                <a:lnTo>
                  <a:pt x="4376" y="1319"/>
                </a:lnTo>
                <a:lnTo>
                  <a:pt x="4375" y="1320"/>
                </a:lnTo>
                <a:lnTo>
                  <a:pt x="4375" y="1319"/>
                </a:lnTo>
                <a:lnTo>
                  <a:pt x="4374" y="1319"/>
                </a:lnTo>
                <a:lnTo>
                  <a:pt x="4374" y="1318"/>
                </a:lnTo>
                <a:lnTo>
                  <a:pt x="4374" y="1317"/>
                </a:lnTo>
                <a:lnTo>
                  <a:pt x="4375" y="1317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5" y="1317"/>
                </a:lnTo>
                <a:lnTo>
                  <a:pt x="4374" y="1317"/>
                </a:lnTo>
                <a:lnTo>
                  <a:pt x="4376" y="1315"/>
                </a:lnTo>
                <a:lnTo>
                  <a:pt x="4375" y="1314"/>
                </a:lnTo>
                <a:lnTo>
                  <a:pt x="4373" y="1317"/>
                </a:lnTo>
                <a:lnTo>
                  <a:pt x="4374" y="1317"/>
                </a:lnTo>
                <a:lnTo>
                  <a:pt x="4373" y="1318"/>
                </a:lnTo>
                <a:lnTo>
                  <a:pt x="4370" y="1316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1"/>
                </a:lnTo>
                <a:lnTo>
                  <a:pt x="4368" y="1312"/>
                </a:lnTo>
                <a:lnTo>
                  <a:pt x="4367" y="1312"/>
                </a:lnTo>
                <a:lnTo>
                  <a:pt x="4368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6" y="1308"/>
                </a:lnTo>
                <a:lnTo>
                  <a:pt x="4365" y="1308"/>
                </a:lnTo>
                <a:lnTo>
                  <a:pt x="4365" y="1307"/>
                </a:lnTo>
                <a:lnTo>
                  <a:pt x="4366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5" y="1304"/>
                </a:lnTo>
                <a:lnTo>
                  <a:pt x="4364" y="1304"/>
                </a:lnTo>
                <a:lnTo>
                  <a:pt x="4364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1"/>
                </a:lnTo>
                <a:lnTo>
                  <a:pt x="4362" y="1301"/>
                </a:lnTo>
                <a:lnTo>
                  <a:pt x="4361" y="1303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4"/>
                </a:lnTo>
                <a:lnTo>
                  <a:pt x="4363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4"/>
                </a:lnTo>
                <a:lnTo>
                  <a:pt x="4358" y="1303"/>
                </a:lnTo>
                <a:lnTo>
                  <a:pt x="4357" y="1303"/>
                </a:lnTo>
                <a:lnTo>
                  <a:pt x="4357" y="1302"/>
                </a:lnTo>
                <a:lnTo>
                  <a:pt x="4356" y="1301"/>
                </a:lnTo>
                <a:lnTo>
                  <a:pt x="4357" y="1301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5" y="1295"/>
                </a:lnTo>
                <a:lnTo>
                  <a:pt x="4354" y="1295"/>
                </a:lnTo>
                <a:lnTo>
                  <a:pt x="4354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4" y="1289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7"/>
                </a:lnTo>
                <a:lnTo>
                  <a:pt x="4355" y="1286"/>
                </a:lnTo>
                <a:lnTo>
                  <a:pt x="4355" y="1287"/>
                </a:lnTo>
                <a:lnTo>
                  <a:pt x="4353" y="1288"/>
                </a:lnTo>
                <a:lnTo>
                  <a:pt x="4352" y="1288"/>
                </a:lnTo>
                <a:lnTo>
                  <a:pt x="4352" y="1289"/>
                </a:lnTo>
                <a:lnTo>
                  <a:pt x="4352" y="1290"/>
                </a:lnTo>
                <a:lnTo>
                  <a:pt x="4351" y="1291"/>
                </a:lnTo>
                <a:lnTo>
                  <a:pt x="4350" y="1291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3"/>
                </a:lnTo>
                <a:lnTo>
                  <a:pt x="4350" y="1294"/>
                </a:lnTo>
                <a:lnTo>
                  <a:pt x="4349" y="1295"/>
                </a:lnTo>
                <a:lnTo>
                  <a:pt x="4350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6" y="1296"/>
                </a:lnTo>
                <a:lnTo>
                  <a:pt x="4346" y="1295"/>
                </a:lnTo>
                <a:lnTo>
                  <a:pt x="4347" y="1295"/>
                </a:lnTo>
                <a:lnTo>
                  <a:pt x="4345" y="1295"/>
                </a:lnTo>
                <a:lnTo>
                  <a:pt x="4345" y="1296"/>
                </a:lnTo>
                <a:lnTo>
                  <a:pt x="4344" y="1296"/>
                </a:lnTo>
                <a:lnTo>
                  <a:pt x="4345" y="1297"/>
                </a:lnTo>
                <a:lnTo>
                  <a:pt x="4345" y="1296"/>
                </a:lnTo>
                <a:lnTo>
                  <a:pt x="4346" y="1296"/>
                </a:lnTo>
                <a:lnTo>
                  <a:pt x="4347" y="1296"/>
                </a:lnTo>
                <a:lnTo>
                  <a:pt x="4347" y="1297"/>
                </a:lnTo>
                <a:lnTo>
                  <a:pt x="4348" y="1297"/>
                </a:lnTo>
                <a:lnTo>
                  <a:pt x="4347" y="1298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0"/>
                </a:lnTo>
                <a:lnTo>
                  <a:pt x="4342" y="1301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1"/>
                </a:lnTo>
                <a:lnTo>
                  <a:pt x="4340" y="1301"/>
                </a:lnTo>
                <a:lnTo>
                  <a:pt x="4340" y="1300"/>
                </a:lnTo>
                <a:lnTo>
                  <a:pt x="4340" y="1301"/>
                </a:lnTo>
                <a:lnTo>
                  <a:pt x="4340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4" y="1299"/>
                </a:lnTo>
                <a:lnTo>
                  <a:pt x="4334" y="1300"/>
                </a:lnTo>
                <a:lnTo>
                  <a:pt x="4333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298"/>
                </a:lnTo>
                <a:lnTo>
                  <a:pt x="4329" y="1298"/>
                </a:lnTo>
                <a:lnTo>
                  <a:pt x="4329" y="1299"/>
                </a:lnTo>
                <a:lnTo>
                  <a:pt x="4329" y="1300"/>
                </a:lnTo>
                <a:lnTo>
                  <a:pt x="4328" y="1300"/>
                </a:lnTo>
                <a:lnTo>
                  <a:pt x="4327" y="1299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5" y="1297"/>
                </a:lnTo>
                <a:lnTo>
                  <a:pt x="4325" y="1296"/>
                </a:lnTo>
                <a:lnTo>
                  <a:pt x="4324" y="1297"/>
                </a:lnTo>
                <a:lnTo>
                  <a:pt x="4323" y="1296"/>
                </a:lnTo>
                <a:lnTo>
                  <a:pt x="4321" y="1296"/>
                </a:lnTo>
                <a:lnTo>
                  <a:pt x="4319" y="1296"/>
                </a:lnTo>
                <a:lnTo>
                  <a:pt x="4318" y="1296"/>
                </a:lnTo>
                <a:lnTo>
                  <a:pt x="4318" y="1294"/>
                </a:lnTo>
                <a:lnTo>
                  <a:pt x="4318" y="1295"/>
                </a:lnTo>
                <a:lnTo>
                  <a:pt x="4318" y="1296"/>
                </a:lnTo>
                <a:lnTo>
                  <a:pt x="4315" y="1296"/>
                </a:lnTo>
                <a:lnTo>
                  <a:pt x="4314" y="1296"/>
                </a:lnTo>
                <a:lnTo>
                  <a:pt x="4315" y="1296"/>
                </a:lnTo>
                <a:lnTo>
                  <a:pt x="4316" y="1296"/>
                </a:lnTo>
                <a:lnTo>
                  <a:pt x="4318" y="1296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299"/>
                </a:lnTo>
                <a:lnTo>
                  <a:pt x="4318" y="1300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0"/>
                </a:lnTo>
                <a:lnTo>
                  <a:pt x="4312" y="1300"/>
                </a:lnTo>
                <a:lnTo>
                  <a:pt x="4309" y="1300"/>
                </a:lnTo>
                <a:lnTo>
                  <a:pt x="4309" y="1298"/>
                </a:lnTo>
                <a:lnTo>
                  <a:pt x="4309" y="1297"/>
                </a:lnTo>
                <a:lnTo>
                  <a:pt x="4306" y="1298"/>
                </a:lnTo>
                <a:lnTo>
                  <a:pt x="4305" y="1298"/>
                </a:lnTo>
                <a:lnTo>
                  <a:pt x="4305" y="1296"/>
                </a:lnTo>
                <a:lnTo>
                  <a:pt x="4304" y="1295"/>
                </a:lnTo>
                <a:lnTo>
                  <a:pt x="4305" y="1294"/>
                </a:lnTo>
                <a:lnTo>
                  <a:pt x="4306" y="1294"/>
                </a:lnTo>
                <a:lnTo>
                  <a:pt x="4307" y="1294"/>
                </a:lnTo>
                <a:lnTo>
                  <a:pt x="4303" y="1294"/>
                </a:lnTo>
                <a:lnTo>
                  <a:pt x="4303" y="1293"/>
                </a:lnTo>
                <a:lnTo>
                  <a:pt x="4302" y="1293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6"/>
                </a:lnTo>
                <a:lnTo>
                  <a:pt x="4301" y="1296"/>
                </a:lnTo>
                <a:lnTo>
                  <a:pt x="4301" y="1300"/>
                </a:lnTo>
                <a:lnTo>
                  <a:pt x="4300" y="1300"/>
                </a:lnTo>
                <a:lnTo>
                  <a:pt x="4300" y="1299"/>
                </a:lnTo>
                <a:lnTo>
                  <a:pt x="4297" y="1299"/>
                </a:lnTo>
                <a:lnTo>
                  <a:pt x="4298" y="1297"/>
                </a:lnTo>
                <a:lnTo>
                  <a:pt x="4299" y="1297"/>
                </a:lnTo>
                <a:lnTo>
                  <a:pt x="4300" y="1297"/>
                </a:lnTo>
                <a:lnTo>
                  <a:pt x="4300" y="1296"/>
                </a:lnTo>
                <a:lnTo>
                  <a:pt x="4299" y="1296"/>
                </a:lnTo>
                <a:lnTo>
                  <a:pt x="4297" y="1296"/>
                </a:lnTo>
                <a:lnTo>
                  <a:pt x="4297" y="1294"/>
                </a:lnTo>
                <a:lnTo>
                  <a:pt x="4296" y="1294"/>
                </a:lnTo>
                <a:lnTo>
                  <a:pt x="4295" y="1295"/>
                </a:lnTo>
                <a:lnTo>
                  <a:pt x="4294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7"/>
                </a:lnTo>
                <a:lnTo>
                  <a:pt x="4288" y="1297"/>
                </a:lnTo>
                <a:lnTo>
                  <a:pt x="4288" y="1298"/>
                </a:lnTo>
                <a:lnTo>
                  <a:pt x="4287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6" y="1302"/>
                </a:lnTo>
                <a:lnTo>
                  <a:pt x="4285" y="1302"/>
                </a:lnTo>
                <a:lnTo>
                  <a:pt x="4285" y="1303"/>
                </a:lnTo>
                <a:lnTo>
                  <a:pt x="4286" y="1303"/>
                </a:lnTo>
                <a:lnTo>
                  <a:pt x="4286" y="1304"/>
                </a:lnTo>
                <a:lnTo>
                  <a:pt x="4286" y="1305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4"/>
                </a:lnTo>
                <a:lnTo>
                  <a:pt x="4282" y="1303"/>
                </a:lnTo>
                <a:lnTo>
                  <a:pt x="4282" y="1302"/>
                </a:lnTo>
                <a:lnTo>
                  <a:pt x="4281" y="1302"/>
                </a:lnTo>
                <a:lnTo>
                  <a:pt x="4281" y="1303"/>
                </a:lnTo>
                <a:lnTo>
                  <a:pt x="4280" y="1303"/>
                </a:lnTo>
                <a:lnTo>
                  <a:pt x="4280" y="1302"/>
                </a:lnTo>
                <a:lnTo>
                  <a:pt x="4278" y="1303"/>
                </a:lnTo>
                <a:lnTo>
                  <a:pt x="4277" y="1303"/>
                </a:lnTo>
                <a:lnTo>
                  <a:pt x="4277" y="1304"/>
                </a:lnTo>
                <a:lnTo>
                  <a:pt x="4276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8" y="1306"/>
                </a:lnTo>
                <a:lnTo>
                  <a:pt x="4277" y="1307"/>
                </a:lnTo>
                <a:lnTo>
                  <a:pt x="4276" y="1308"/>
                </a:lnTo>
                <a:lnTo>
                  <a:pt x="4277" y="1308"/>
                </a:lnTo>
                <a:lnTo>
                  <a:pt x="4277" y="1310"/>
                </a:lnTo>
                <a:lnTo>
                  <a:pt x="4277" y="1311"/>
                </a:lnTo>
                <a:lnTo>
                  <a:pt x="4278" y="1311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1"/>
                </a:lnTo>
                <a:lnTo>
                  <a:pt x="4282" y="1313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3"/>
                </a:lnTo>
                <a:lnTo>
                  <a:pt x="4277" y="1314"/>
                </a:lnTo>
                <a:lnTo>
                  <a:pt x="4276" y="1315"/>
                </a:lnTo>
                <a:lnTo>
                  <a:pt x="4275" y="1316"/>
                </a:lnTo>
                <a:lnTo>
                  <a:pt x="4274" y="1316"/>
                </a:lnTo>
                <a:lnTo>
                  <a:pt x="4273" y="1316"/>
                </a:lnTo>
                <a:lnTo>
                  <a:pt x="4271" y="1316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4" y="1318"/>
                </a:lnTo>
                <a:lnTo>
                  <a:pt x="4264" y="1320"/>
                </a:lnTo>
                <a:lnTo>
                  <a:pt x="4264" y="1321"/>
                </a:lnTo>
                <a:lnTo>
                  <a:pt x="4263" y="1321"/>
                </a:lnTo>
                <a:lnTo>
                  <a:pt x="4263" y="1322"/>
                </a:lnTo>
                <a:lnTo>
                  <a:pt x="4262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8" y="1329"/>
                </a:lnTo>
                <a:lnTo>
                  <a:pt x="4257" y="1328"/>
                </a:lnTo>
                <a:lnTo>
                  <a:pt x="4256" y="1329"/>
                </a:lnTo>
                <a:lnTo>
                  <a:pt x="4255" y="1330"/>
                </a:lnTo>
                <a:lnTo>
                  <a:pt x="4255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2" y="1333"/>
                </a:lnTo>
                <a:lnTo>
                  <a:pt x="4253" y="1333"/>
                </a:lnTo>
                <a:lnTo>
                  <a:pt x="4253" y="1332"/>
                </a:lnTo>
                <a:lnTo>
                  <a:pt x="4254" y="1334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5" y="1337"/>
                </a:lnTo>
                <a:lnTo>
                  <a:pt x="4245" y="1338"/>
                </a:lnTo>
                <a:lnTo>
                  <a:pt x="4244" y="1338"/>
                </a:lnTo>
                <a:lnTo>
                  <a:pt x="4244" y="1339"/>
                </a:lnTo>
                <a:lnTo>
                  <a:pt x="4243" y="1339"/>
                </a:lnTo>
                <a:lnTo>
                  <a:pt x="4244" y="1339"/>
                </a:lnTo>
                <a:lnTo>
                  <a:pt x="4244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4" y="1341"/>
                </a:lnTo>
                <a:lnTo>
                  <a:pt x="4244" y="1340"/>
                </a:lnTo>
                <a:lnTo>
                  <a:pt x="4243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5"/>
                </a:lnTo>
                <a:lnTo>
                  <a:pt x="4244" y="1346"/>
                </a:lnTo>
                <a:lnTo>
                  <a:pt x="4242" y="1344"/>
                </a:lnTo>
                <a:lnTo>
                  <a:pt x="4242" y="1345"/>
                </a:lnTo>
                <a:lnTo>
                  <a:pt x="4241" y="1346"/>
                </a:lnTo>
                <a:lnTo>
                  <a:pt x="4241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5" y="1353"/>
                </a:lnTo>
                <a:lnTo>
                  <a:pt x="4235" y="1354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7"/>
                </a:lnTo>
                <a:lnTo>
                  <a:pt x="4236" y="1357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5" y="1360"/>
                </a:lnTo>
                <a:lnTo>
                  <a:pt x="4236" y="1361"/>
                </a:lnTo>
                <a:lnTo>
                  <a:pt x="4235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3" y="1363"/>
                </a:lnTo>
                <a:lnTo>
                  <a:pt x="4232" y="1365"/>
                </a:lnTo>
                <a:lnTo>
                  <a:pt x="4231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6" y="1368"/>
                </a:lnTo>
                <a:lnTo>
                  <a:pt x="4217" y="1369"/>
                </a:lnTo>
                <a:lnTo>
                  <a:pt x="4216" y="1370"/>
                </a:lnTo>
                <a:lnTo>
                  <a:pt x="4215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2" y="1372"/>
                </a:lnTo>
                <a:lnTo>
                  <a:pt x="4211" y="1372"/>
                </a:lnTo>
                <a:lnTo>
                  <a:pt x="4210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200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2" y="1378"/>
                </a:lnTo>
                <a:lnTo>
                  <a:pt x="4192" y="1379"/>
                </a:lnTo>
                <a:lnTo>
                  <a:pt x="4193" y="1379"/>
                </a:lnTo>
                <a:lnTo>
                  <a:pt x="4192" y="1380"/>
                </a:lnTo>
                <a:lnTo>
                  <a:pt x="4191" y="1379"/>
                </a:lnTo>
                <a:lnTo>
                  <a:pt x="4190" y="1379"/>
                </a:lnTo>
                <a:lnTo>
                  <a:pt x="4189" y="1380"/>
                </a:lnTo>
                <a:lnTo>
                  <a:pt x="4188" y="1380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1"/>
                </a:lnTo>
                <a:lnTo>
                  <a:pt x="4183" y="1382"/>
                </a:lnTo>
                <a:lnTo>
                  <a:pt x="4183" y="1383"/>
                </a:lnTo>
                <a:lnTo>
                  <a:pt x="4182" y="1383"/>
                </a:lnTo>
                <a:lnTo>
                  <a:pt x="4181" y="1385"/>
                </a:lnTo>
                <a:lnTo>
                  <a:pt x="4181" y="1386"/>
                </a:lnTo>
                <a:lnTo>
                  <a:pt x="4182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1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6" y="1392"/>
                </a:lnTo>
                <a:lnTo>
                  <a:pt x="4165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0" y="1394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4"/>
                </a:lnTo>
                <a:lnTo>
                  <a:pt x="4156" y="1395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2" y="1396"/>
                </a:lnTo>
                <a:lnTo>
                  <a:pt x="4152" y="1397"/>
                </a:lnTo>
                <a:lnTo>
                  <a:pt x="4151" y="1397"/>
                </a:lnTo>
                <a:lnTo>
                  <a:pt x="4151" y="1396"/>
                </a:lnTo>
                <a:lnTo>
                  <a:pt x="4150" y="1396"/>
                </a:lnTo>
                <a:lnTo>
                  <a:pt x="4150" y="1397"/>
                </a:lnTo>
                <a:lnTo>
                  <a:pt x="4148" y="1398"/>
                </a:lnTo>
                <a:lnTo>
                  <a:pt x="4147" y="1399"/>
                </a:lnTo>
                <a:lnTo>
                  <a:pt x="4147" y="1401"/>
                </a:lnTo>
                <a:lnTo>
                  <a:pt x="4146" y="1402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1" y="1406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7" y="1409"/>
                </a:lnTo>
                <a:lnTo>
                  <a:pt x="4137" y="1410"/>
                </a:lnTo>
                <a:lnTo>
                  <a:pt x="4136" y="1410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3"/>
                </a:lnTo>
                <a:lnTo>
                  <a:pt x="4132" y="1414"/>
                </a:lnTo>
                <a:lnTo>
                  <a:pt x="4131" y="1415"/>
                </a:lnTo>
                <a:lnTo>
                  <a:pt x="4130" y="1416"/>
                </a:lnTo>
                <a:lnTo>
                  <a:pt x="4130" y="1417"/>
                </a:lnTo>
                <a:lnTo>
                  <a:pt x="4129" y="1419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4"/>
                </a:lnTo>
                <a:lnTo>
                  <a:pt x="4127" y="1425"/>
                </a:lnTo>
                <a:lnTo>
                  <a:pt x="4126" y="1427"/>
                </a:lnTo>
                <a:lnTo>
                  <a:pt x="4126" y="1429"/>
                </a:lnTo>
                <a:lnTo>
                  <a:pt x="4125" y="1430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4"/>
                </a:lnTo>
                <a:lnTo>
                  <a:pt x="4123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4"/>
                </a:lnTo>
                <a:lnTo>
                  <a:pt x="4127" y="1445"/>
                </a:lnTo>
                <a:lnTo>
                  <a:pt x="4126" y="1445"/>
                </a:lnTo>
                <a:lnTo>
                  <a:pt x="4125" y="1446"/>
                </a:lnTo>
                <a:lnTo>
                  <a:pt x="4126" y="1446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7"/>
                </a:lnTo>
                <a:lnTo>
                  <a:pt x="4125" y="1447"/>
                </a:lnTo>
                <a:lnTo>
                  <a:pt x="4125" y="1448"/>
                </a:lnTo>
                <a:lnTo>
                  <a:pt x="4126" y="1448"/>
                </a:lnTo>
                <a:lnTo>
                  <a:pt x="4125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3" y="1450"/>
                </a:lnTo>
                <a:lnTo>
                  <a:pt x="4124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3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5" y="1453"/>
                </a:lnTo>
                <a:lnTo>
                  <a:pt x="4115" y="1454"/>
                </a:lnTo>
                <a:lnTo>
                  <a:pt x="4114" y="1455"/>
                </a:lnTo>
                <a:lnTo>
                  <a:pt x="4114" y="1456"/>
                </a:lnTo>
                <a:lnTo>
                  <a:pt x="4112" y="1457"/>
                </a:lnTo>
                <a:lnTo>
                  <a:pt x="4112" y="1458"/>
                </a:lnTo>
                <a:lnTo>
                  <a:pt x="4111" y="1458"/>
                </a:lnTo>
                <a:lnTo>
                  <a:pt x="4111" y="1459"/>
                </a:lnTo>
                <a:lnTo>
                  <a:pt x="4111" y="1460"/>
                </a:lnTo>
                <a:lnTo>
                  <a:pt x="4110" y="1460"/>
                </a:lnTo>
                <a:lnTo>
                  <a:pt x="4109" y="1461"/>
                </a:lnTo>
                <a:lnTo>
                  <a:pt x="4108" y="1462"/>
                </a:lnTo>
                <a:lnTo>
                  <a:pt x="4108" y="1463"/>
                </a:lnTo>
                <a:lnTo>
                  <a:pt x="4107" y="1463"/>
                </a:lnTo>
                <a:lnTo>
                  <a:pt x="4107" y="1464"/>
                </a:lnTo>
                <a:lnTo>
                  <a:pt x="4108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69"/>
                </a:lnTo>
                <a:lnTo>
                  <a:pt x="4102" y="1470"/>
                </a:lnTo>
                <a:lnTo>
                  <a:pt x="4103" y="1470"/>
                </a:lnTo>
                <a:lnTo>
                  <a:pt x="4102" y="1471"/>
                </a:lnTo>
                <a:lnTo>
                  <a:pt x="4102" y="1470"/>
                </a:lnTo>
                <a:lnTo>
                  <a:pt x="4099" y="1471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4" y="1474"/>
                </a:lnTo>
                <a:lnTo>
                  <a:pt x="4094" y="1475"/>
                </a:lnTo>
                <a:lnTo>
                  <a:pt x="4093" y="1475"/>
                </a:lnTo>
                <a:lnTo>
                  <a:pt x="4093" y="1476"/>
                </a:lnTo>
                <a:lnTo>
                  <a:pt x="4092" y="1476"/>
                </a:lnTo>
                <a:lnTo>
                  <a:pt x="4092" y="1477"/>
                </a:lnTo>
                <a:lnTo>
                  <a:pt x="4090" y="1477"/>
                </a:lnTo>
                <a:lnTo>
                  <a:pt x="4089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4" y="1472"/>
                </a:lnTo>
                <a:lnTo>
                  <a:pt x="4095" y="1471"/>
                </a:lnTo>
                <a:lnTo>
                  <a:pt x="4097" y="1470"/>
                </a:lnTo>
                <a:lnTo>
                  <a:pt x="4098" y="1470"/>
                </a:lnTo>
                <a:lnTo>
                  <a:pt x="4097" y="1470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4" y="1470"/>
                </a:lnTo>
                <a:lnTo>
                  <a:pt x="4094" y="1471"/>
                </a:lnTo>
                <a:lnTo>
                  <a:pt x="4093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68"/>
                </a:lnTo>
                <a:lnTo>
                  <a:pt x="4087" y="1467"/>
                </a:lnTo>
                <a:lnTo>
                  <a:pt x="4086" y="1467"/>
                </a:lnTo>
                <a:lnTo>
                  <a:pt x="4086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6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3"/>
                </a:lnTo>
                <a:lnTo>
                  <a:pt x="4082" y="1474"/>
                </a:lnTo>
                <a:lnTo>
                  <a:pt x="4082" y="1475"/>
                </a:lnTo>
                <a:lnTo>
                  <a:pt x="4081" y="1475"/>
                </a:lnTo>
                <a:lnTo>
                  <a:pt x="4079" y="1475"/>
                </a:lnTo>
                <a:lnTo>
                  <a:pt x="4077" y="1475"/>
                </a:lnTo>
                <a:lnTo>
                  <a:pt x="4074" y="1475"/>
                </a:lnTo>
                <a:lnTo>
                  <a:pt x="4073" y="1474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3"/>
                </a:lnTo>
                <a:lnTo>
                  <a:pt x="4070" y="1474"/>
                </a:lnTo>
                <a:lnTo>
                  <a:pt x="4068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7" y="1478"/>
                </a:lnTo>
                <a:lnTo>
                  <a:pt x="4059" y="1479"/>
                </a:lnTo>
                <a:lnTo>
                  <a:pt x="4058" y="1479"/>
                </a:lnTo>
                <a:lnTo>
                  <a:pt x="4058" y="1480"/>
                </a:lnTo>
                <a:lnTo>
                  <a:pt x="4055" y="1479"/>
                </a:lnTo>
                <a:lnTo>
                  <a:pt x="4054" y="1479"/>
                </a:lnTo>
                <a:lnTo>
                  <a:pt x="4055" y="1479"/>
                </a:lnTo>
                <a:lnTo>
                  <a:pt x="4056" y="1480"/>
                </a:lnTo>
                <a:lnTo>
                  <a:pt x="4055" y="1481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2" y="1482"/>
                </a:lnTo>
                <a:lnTo>
                  <a:pt x="4053" y="1483"/>
                </a:lnTo>
                <a:lnTo>
                  <a:pt x="4052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1" y="1489"/>
                </a:lnTo>
                <a:lnTo>
                  <a:pt x="4062" y="1488"/>
                </a:lnTo>
                <a:lnTo>
                  <a:pt x="4065" y="1486"/>
                </a:lnTo>
                <a:lnTo>
                  <a:pt x="4065" y="1485"/>
                </a:lnTo>
                <a:lnTo>
                  <a:pt x="4066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5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6" y="1487"/>
                </a:lnTo>
                <a:lnTo>
                  <a:pt x="4065" y="1489"/>
                </a:lnTo>
                <a:lnTo>
                  <a:pt x="4063" y="1492"/>
                </a:lnTo>
                <a:lnTo>
                  <a:pt x="4062" y="1492"/>
                </a:lnTo>
                <a:lnTo>
                  <a:pt x="4060" y="1494"/>
                </a:lnTo>
                <a:lnTo>
                  <a:pt x="4059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4" y="1494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8"/>
                </a:lnTo>
                <a:lnTo>
                  <a:pt x="4051" y="1487"/>
                </a:lnTo>
                <a:lnTo>
                  <a:pt x="4050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3"/>
                </a:lnTo>
                <a:lnTo>
                  <a:pt x="4047" y="1493"/>
                </a:lnTo>
                <a:lnTo>
                  <a:pt x="4047" y="1488"/>
                </a:lnTo>
                <a:lnTo>
                  <a:pt x="4048" y="1487"/>
                </a:lnTo>
                <a:lnTo>
                  <a:pt x="4049" y="1487"/>
                </a:lnTo>
                <a:lnTo>
                  <a:pt x="4049" y="1486"/>
                </a:lnTo>
                <a:lnTo>
                  <a:pt x="4050" y="1486"/>
                </a:lnTo>
                <a:lnTo>
                  <a:pt x="4051" y="1485"/>
                </a:lnTo>
                <a:lnTo>
                  <a:pt x="4052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1" y="1484"/>
                </a:lnTo>
                <a:lnTo>
                  <a:pt x="4049" y="1485"/>
                </a:lnTo>
                <a:lnTo>
                  <a:pt x="4047" y="1486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2"/>
                </a:lnTo>
                <a:lnTo>
                  <a:pt x="4044" y="1491"/>
                </a:lnTo>
                <a:lnTo>
                  <a:pt x="4043" y="1491"/>
                </a:lnTo>
                <a:lnTo>
                  <a:pt x="4043" y="1487"/>
                </a:lnTo>
                <a:lnTo>
                  <a:pt x="4043" y="1486"/>
                </a:lnTo>
                <a:lnTo>
                  <a:pt x="4043" y="1485"/>
                </a:lnTo>
                <a:lnTo>
                  <a:pt x="4042" y="1485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7" y="1486"/>
                </a:lnTo>
                <a:lnTo>
                  <a:pt x="4037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6" y="1479"/>
                </a:lnTo>
                <a:lnTo>
                  <a:pt x="4026" y="1478"/>
                </a:lnTo>
                <a:lnTo>
                  <a:pt x="4026" y="1477"/>
                </a:lnTo>
                <a:lnTo>
                  <a:pt x="4025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2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1" y="1471"/>
                </a:lnTo>
                <a:lnTo>
                  <a:pt x="4021" y="1470"/>
                </a:lnTo>
                <a:lnTo>
                  <a:pt x="4020" y="1470"/>
                </a:lnTo>
                <a:lnTo>
                  <a:pt x="4019" y="1469"/>
                </a:lnTo>
                <a:lnTo>
                  <a:pt x="4018" y="1469"/>
                </a:lnTo>
                <a:lnTo>
                  <a:pt x="4019" y="1468"/>
                </a:lnTo>
                <a:lnTo>
                  <a:pt x="4018" y="1468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2" y="1467"/>
                </a:lnTo>
                <a:lnTo>
                  <a:pt x="4012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4" y="1467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8" y="1471"/>
                </a:lnTo>
                <a:lnTo>
                  <a:pt x="3998" y="1470"/>
                </a:lnTo>
                <a:lnTo>
                  <a:pt x="3997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7" y="1472"/>
                </a:lnTo>
                <a:lnTo>
                  <a:pt x="3997" y="1470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4" y="1471"/>
                </a:lnTo>
                <a:lnTo>
                  <a:pt x="3994" y="1472"/>
                </a:lnTo>
                <a:lnTo>
                  <a:pt x="3995" y="1472"/>
                </a:lnTo>
                <a:lnTo>
                  <a:pt x="3993" y="1472"/>
                </a:lnTo>
                <a:lnTo>
                  <a:pt x="3993" y="1473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0" y="1475"/>
                </a:lnTo>
                <a:lnTo>
                  <a:pt x="3992" y="1476"/>
                </a:lnTo>
                <a:lnTo>
                  <a:pt x="3995" y="1479"/>
                </a:lnTo>
                <a:lnTo>
                  <a:pt x="3993" y="1482"/>
                </a:lnTo>
                <a:lnTo>
                  <a:pt x="3991" y="1481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79"/>
                </a:lnTo>
                <a:lnTo>
                  <a:pt x="3985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9" y="1482"/>
                </a:lnTo>
                <a:lnTo>
                  <a:pt x="3990" y="1482"/>
                </a:lnTo>
                <a:lnTo>
                  <a:pt x="3992" y="1483"/>
                </a:lnTo>
                <a:lnTo>
                  <a:pt x="3993" y="1487"/>
                </a:lnTo>
                <a:lnTo>
                  <a:pt x="3993" y="1488"/>
                </a:lnTo>
                <a:lnTo>
                  <a:pt x="3994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90"/>
                </a:lnTo>
                <a:lnTo>
                  <a:pt x="3990" y="1489"/>
                </a:lnTo>
                <a:lnTo>
                  <a:pt x="3990" y="1488"/>
                </a:lnTo>
                <a:lnTo>
                  <a:pt x="3989" y="1484"/>
                </a:lnTo>
                <a:lnTo>
                  <a:pt x="3988" y="1484"/>
                </a:lnTo>
                <a:lnTo>
                  <a:pt x="3988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0"/>
                </a:lnTo>
                <a:lnTo>
                  <a:pt x="3986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6" y="1491"/>
                </a:lnTo>
                <a:lnTo>
                  <a:pt x="3987" y="1492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5" y="1494"/>
                </a:lnTo>
                <a:lnTo>
                  <a:pt x="3996" y="1494"/>
                </a:lnTo>
                <a:lnTo>
                  <a:pt x="3995" y="1494"/>
                </a:lnTo>
                <a:lnTo>
                  <a:pt x="3999" y="1495"/>
                </a:lnTo>
                <a:lnTo>
                  <a:pt x="3998" y="1495"/>
                </a:lnTo>
                <a:lnTo>
                  <a:pt x="3998" y="1496"/>
                </a:lnTo>
                <a:lnTo>
                  <a:pt x="3993" y="1495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8" y="1496"/>
                </a:lnTo>
                <a:lnTo>
                  <a:pt x="3990" y="1497"/>
                </a:lnTo>
                <a:lnTo>
                  <a:pt x="3990" y="1495"/>
                </a:lnTo>
                <a:lnTo>
                  <a:pt x="3993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4" y="1497"/>
                </a:lnTo>
                <a:lnTo>
                  <a:pt x="3997" y="1497"/>
                </a:lnTo>
                <a:lnTo>
                  <a:pt x="3995" y="1500"/>
                </a:lnTo>
                <a:lnTo>
                  <a:pt x="3994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1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1"/>
                </a:lnTo>
                <a:lnTo>
                  <a:pt x="3985" y="1502"/>
                </a:lnTo>
                <a:lnTo>
                  <a:pt x="3987" y="1502"/>
                </a:lnTo>
                <a:lnTo>
                  <a:pt x="3987" y="1503"/>
                </a:lnTo>
                <a:lnTo>
                  <a:pt x="3987" y="1504"/>
                </a:lnTo>
                <a:lnTo>
                  <a:pt x="3985" y="1503"/>
                </a:lnTo>
                <a:lnTo>
                  <a:pt x="3982" y="1502"/>
                </a:lnTo>
                <a:lnTo>
                  <a:pt x="3981" y="1504"/>
                </a:lnTo>
                <a:lnTo>
                  <a:pt x="3986" y="1505"/>
                </a:lnTo>
                <a:lnTo>
                  <a:pt x="3985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6" y="1505"/>
                </a:lnTo>
                <a:lnTo>
                  <a:pt x="3975" y="1505"/>
                </a:lnTo>
                <a:lnTo>
                  <a:pt x="3974" y="1507"/>
                </a:lnTo>
                <a:lnTo>
                  <a:pt x="3974" y="1508"/>
                </a:lnTo>
                <a:lnTo>
                  <a:pt x="3973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2" y="1511"/>
                </a:lnTo>
                <a:lnTo>
                  <a:pt x="3972" y="1512"/>
                </a:lnTo>
                <a:lnTo>
                  <a:pt x="3973" y="1512"/>
                </a:lnTo>
                <a:lnTo>
                  <a:pt x="3973" y="1513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7" y="1514"/>
                </a:lnTo>
                <a:lnTo>
                  <a:pt x="3981" y="1514"/>
                </a:lnTo>
                <a:lnTo>
                  <a:pt x="3981" y="1517"/>
                </a:lnTo>
                <a:lnTo>
                  <a:pt x="3983" y="1517"/>
                </a:lnTo>
                <a:lnTo>
                  <a:pt x="3983" y="1514"/>
                </a:lnTo>
                <a:lnTo>
                  <a:pt x="3984" y="1514"/>
                </a:lnTo>
                <a:lnTo>
                  <a:pt x="3984" y="1523"/>
                </a:lnTo>
                <a:lnTo>
                  <a:pt x="3974" y="1523"/>
                </a:lnTo>
                <a:lnTo>
                  <a:pt x="3974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6"/>
                </a:lnTo>
                <a:lnTo>
                  <a:pt x="3973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1" y="1528"/>
                </a:lnTo>
                <a:lnTo>
                  <a:pt x="3971" y="1529"/>
                </a:lnTo>
                <a:lnTo>
                  <a:pt x="3972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6" y="1539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1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8" y="1544"/>
                </a:lnTo>
                <a:lnTo>
                  <a:pt x="3979" y="1544"/>
                </a:lnTo>
                <a:lnTo>
                  <a:pt x="3979" y="1545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5" y="1555"/>
                </a:lnTo>
                <a:lnTo>
                  <a:pt x="3986" y="1555"/>
                </a:lnTo>
                <a:lnTo>
                  <a:pt x="3985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8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4" y="1555"/>
                </a:lnTo>
                <a:lnTo>
                  <a:pt x="3996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8" y="1556"/>
                </a:lnTo>
                <a:lnTo>
                  <a:pt x="4001" y="1554"/>
                </a:lnTo>
                <a:lnTo>
                  <a:pt x="4003" y="1553"/>
                </a:lnTo>
                <a:lnTo>
                  <a:pt x="4004" y="1554"/>
                </a:lnTo>
                <a:lnTo>
                  <a:pt x="4002" y="1555"/>
                </a:lnTo>
                <a:lnTo>
                  <a:pt x="4002" y="1556"/>
                </a:lnTo>
                <a:lnTo>
                  <a:pt x="4001" y="1557"/>
                </a:lnTo>
                <a:lnTo>
                  <a:pt x="4000" y="1557"/>
                </a:lnTo>
                <a:lnTo>
                  <a:pt x="3998" y="1557"/>
                </a:lnTo>
                <a:lnTo>
                  <a:pt x="3998" y="1558"/>
                </a:lnTo>
                <a:lnTo>
                  <a:pt x="3997" y="1558"/>
                </a:lnTo>
                <a:lnTo>
                  <a:pt x="3999" y="1559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60"/>
                </a:lnTo>
                <a:lnTo>
                  <a:pt x="3996" y="1562"/>
                </a:lnTo>
                <a:lnTo>
                  <a:pt x="3995" y="1563"/>
                </a:lnTo>
                <a:lnTo>
                  <a:pt x="3996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6" y="1564"/>
                </a:lnTo>
                <a:lnTo>
                  <a:pt x="3997" y="1564"/>
                </a:lnTo>
                <a:lnTo>
                  <a:pt x="3998" y="1565"/>
                </a:lnTo>
                <a:lnTo>
                  <a:pt x="3998" y="1566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7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6" y="1571"/>
                </a:lnTo>
                <a:lnTo>
                  <a:pt x="4006" y="1572"/>
                </a:lnTo>
                <a:lnTo>
                  <a:pt x="4008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3" y="1573"/>
                </a:lnTo>
                <a:lnTo>
                  <a:pt x="4014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6" y="1575"/>
                </a:lnTo>
                <a:lnTo>
                  <a:pt x="4016" y="1576"/>
                </a:lnTo>
                <a:lnTo>
                  <a:pt x="4015" y="1577"/>
                </a:lnTo>
                <a:lnTo>
                  <a:pt x="4016" y="1577"/>
                </a:lnTo>
                <a:lnTo>
                  <a:pt x="4018" y="1577"/>
                </a:lnTo>
                <a:lnTo>
                  <a:pt x="4019" y="1577"/>
                </a:lnTo>
                <a:lnTo>
                  <a:pt x="4020" y="1576"/>
                </a:lnTo>
                <a:lnTo>
                  <a:pt x="4021" y="1576"/>
                </a:lnTo>
                <a:lnTo>
                  <a:pt x="4021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7" y="1577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6" y="1580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0"/>
                </a:lnTo>
                <a:lnTo>
                  <a:pt x="4040" y="1581"/>
                </a:lnTo>
                <a:lnTo>
                  <a:pt x="4040" y="1582"/>
                </a:lnTo>
                <a:lnTo>
                  <a:pt x="4040" y="1583"/>
                </a:lnTo>
                <a:lnTo>
                  <a:pt x="4041" y="1583"/>
                </a:lnTo>
                <a:lnTo>
                  <a:pt x="4041" y="1582"/>
                </a:lnTo>
                <a:lnTo>
                  <a:pt x="4040" y="1582"/>
                </a:lnTo>
                <a:lnTo>
                  <a:pt x="4040" y="1581"/>
                </a:lnTo>
                <a:lnTo>
                  <a:pt x="4047" y="1581"/>
                </a:lnTo>
                <a:lnTo>
                  <a:pt x="4046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3"/>
                </a:lnTo>
                <a:lnTo>
                  <a:pt x="4047" y="1583"/>
                </a:lnTo>
                <a:lnTo>
                  <a:pt x="4047" y="1582"/>
                </a:lnTo>
                <a:lnTo>
                  <a:pt x="4047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5" y="1583"/>
                </a:lnTo>
                <a:lnTo>
                  <a:pt x="4055" y="1584"/>
                </a:lnTo>
                <a:lnTo>
                  <a:pt x="4055" y="1586"/>
                </a:lnTo>
                <a:lnTo>
                  <a:pt x="4056" y="1587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6"/>
                </a:lnTo>
                <a:lnTo>
                  <a:pt x="4060" y="1586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7"/>
                </a:lnTo>
                <a:lnTo>
                  <a:pt x="4064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3"/>
                </a:lnTo>
                <a:lnTo>
                  <a:pt x="4065" y="1582"/>
                </a:lnTo>
                <a:lnTo>
                  <a:pt x="4065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69" y="1579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2" y="1581"/>
                </a:lnTo>
                <a:lnTo>
                  <a:pt x="4082" y="1580"/>
                </a:lnTo>
                <a:lnTo>
                  <a:pt x="4081" y="1580"/>
                </a:lnTo>
                <a:lnTo>
                  <a:pt x="4082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3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8" y="1579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8"/>
                </a:lnTo>
                <a:lnTo>
                  <a:pt x="4095" y="1581"/>
                </a:lnTo>
                <a:lnTo>
                  <a:pt x="4095" y="1582"/>
                </a:lnTo>
                <a:lnTo>
                  <a:pt x="4094" y="1583"/>
                </a:lnTo>
                <a:lnTo>
                  <a:pt x="4093" y="1583"/>
                </a:lnTo>
                <a:lnTo>
                  <a:pt x="4093" y="1584"/>
                </a:lnTo>
                <a:lnTo>
                  <a:pt x="4095" y="1583"/>
                </a:lnTo>
                <a:lnTo>
                  <a:pt x="4096" y="1583"/>
                </a:lnTo>
                <a:lnTo>
                  <a:pt x="4096" y="1584"/>
                </a:lnTo>
                <a:lnTo>
                  <a:pt x="4096" y="1585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2" y="1596"/>
                </a:lnTo>
                <a:lnTo>
                  <a:pt x="4102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5" y="1599"/>
                </a:lnTo>
                <a:lnTo>
                  <a:pt x="4106" y="1599"/>
                </a:lnTo>
                <a:lnTo>
                  <a:pt x="4107" y="1600"/>
                </a:lnTo>
                <a:lnTo>
                  <a:pt x="4108" y="1600"/>
                </a:lnTo>
                <a:lnTo>
                  <a:pt x="4108" y="1601"/>
                </a:lnTo>
                <a:lnTo>
                  <a:pt x="4108" y="1603"/>
                </a:lnTo>
                <a:lnTo>
                  <a:pt x="4108" y="1606"/>
                </a:lnTo>
                <a:lnTo>
                  <a:pt x="4108" y="1607"/>
                </a:lnTo>
                <a:lnTo>
                  <a:pt x="4107" y="1608"/>
                </a:lnTo>
                <a:lnTo>
                  <a:pt x="4106" y="1608"/>
                </a:lnTo>
                <a:lnTo>
                  <a:pt x="4106" y="1609"/>
                </a:lnTo>
                <a:lnTo>
                  <a:pt x="4106" y="1610"/>
                </a:lnTo>
                <a:lnTo>
                  <a:pt x="4108" y="1610"/>
                </a:lnTo>
                <a:lnTo>
                  <a:pt x="4109" y="1611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3"/>
                </a:lnTo>
                <a:lnTo>
                  <a:pt x="4110" y="1614"/>
                </a:lnTo>
                <a:lnTo>
                  <a:pt x="4111" y="1614"/>
                </a:lnTo>
                <a:lnTo>
                  <a:pt x="4111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5"/>
                </a:lnTo>
                <a:lnTo>
                  <a:pt x="4115" y="1614"/>
                </a:lnTo>
                <a:lnTo>
                  <a:pt x="4116" y="1614"/>
                </a:lnTo>
                <a:lnTo>
                  <a:pt x="4116" y="1613"/>
                </a:lnTo>
                <a:lnTo>
                  <a:pt x="4117" y="1612"/>
                </a:lnTo>
                <a:lnTo>
                  <a:pt x="4118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1" y="1613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4" y="1611"/>
                </a:lnTo>
                <a:lnTo>
                  <a:pt x="4125" y="1611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3" y="1615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0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4" y="1625"/>
                </a:lnTo>
                <a:lnTo>
                  <a:pt x="4120" y="1621"/>
                </a:lnTo>
                <a:lnTo>
                  <a:pt x="4117" y="1619"/>
                </a:lnTo>
                <a:lnTo>
                  <a:pt x="4119" y="1621"/>
                </a:lnTo>
                <a:lnTo>
                  <a:pt x="4122" y="1624"/>
                </a:lnTo>
                <a:lnTo>
                  <a:pt x="4123" y="1626"/>
                </a:lnTo>
                <a:lnTo>
                  <a:pt x="4123" y="1627"/>
                </a:lnTo>
                <a:lnTo>
                  <a:pt x="4122" y="1626"/>
                </a:lnTo>
                <a:lnTo>
                  <a:pt x="4121" y="1624"/>
                </a:lnTo>
                <a:lnTo>
                  <a:pt x="4120" y="1623"/>
                </a:lnTo>
                <a:lnTo>
                  <a:pt x="4119" y="1623"/>
                </a:lnTo>
                <a:lnTo>
                  <a:pt x="4117" y="1621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9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19"/>
                </a:lnTo>
                <a:lnTo>
                  <a:pt x="4102" y="1620"/>
                </a:lnTo>
                <a:lnTo>
                  <a:pt x="4102" y="1621"/>
                </a:lnTo>
                <a:lnTo>
                  <a:pt x="4103" y="1622"/>
                </a:lnTo>
                <a:lnTo>
                  <a:pt x="4102" y="1623"/>
                </a:lnTo>
                <a:lnTo>
                  <a:pt x="4103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1" y="1625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6"/>
                </a:lnTo>
                <a:lnTo>
                  <a:pt x="4100" y="1627"/>
                </a:lnTo>
                <a:lnTo>
                  <a:pt x="4099" y="1628"/>
                </a:lnTo>
                <a:lnTo>
                  <a:pt x="4098" y="1629"/>
                </a:lnTo>
                <a:lnTo>
                  <a:pt x="4097" y="1629"/>
                </a:lnTo>
                <a:lnTo>
                  <a:pt x="4097" y="1630"/>
                </a:lnTo>
                <a:lnTo>
                  <a:pt x="4096" y="1630"/>
                </a:lnTo>
                <a:lnTo>
                  <a:pt x="4096" y="1631"/>
                </a:lnTo>
                <a:lnTo>
                  <a:pt x="4095" y="1632"/>
                </a:lnTo>
                <a:lnTo>
                  <a:pt x="4095" y="1633"/>
                </a:lnTo>
                <a:lnTo>
                  <a:pt x="4096" y="1633"/>
                </a:lnTo>
                <a:lnTo>
                  <a:pt x="4095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1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3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89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0" y="1658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6" y="1665"/>
                </a:lnTo>
                <a:lnTo>
                  <a:pt x="4097" y="1665"/>
                </a:lnTo>
                <a:lnTo>
                  <a:pt x="4097" y="1666"/>
                </a:lnTo>
                <a:lnTo>
                  <a:pt x="4098" y="1665"/>
                </a:lnTo>
                <a:lnTo>
                  <a:pt x="4099" y="1666"/>
                </a:lnTo>
                <a:lnTo>
                  <a:pt x="4102" y="1666"/>
                </a:lnTo>
                <a:lnTo>
                  <a:pt x="4103" y="1667"/>
                </a:lnTo>
                <a:lnTo>
                  <a:pt x="4103" y="1668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1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1"/>
                </a:lnTo>
                <a:lnTo>
                  <a:pt x="4116" y="1674"/>
                </a:lnTo>
                <a:lnTo>
                  <a:pt x="4118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8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4" y="1673"/>
                </a:lnTo>
                <a:lnTo>
                  <a:pt x="4125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2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6" y="1683"/>
                </a:lnTo>
                <a:lnTo>
                  <a:pt x="4127" y="1683"/>
                </a:lnTo>
                <a:lnTo>
                  <a:pt x="4128" y="1683"/>
                </a:lnTo>
                <a:lnTo>
                  <a:pt x="4128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5" y="1681"/>
                </a:lnTo>
                <a:lnTo>
                  <a:pt x="4138" y="1682"/>
                </a:lnTo>
                <a:lnTo>
                  <a:pt x="4141" y="1682"/>
                </a:lnTo>
                <a:lnTo>
                  <a:pt x="4142" y="1682"/>
                </a:lnTo>
                <a:lnTo>
                  <a:pt x="4141" y="1683"/>
                </a:lnTo>
                <a:lnTo>
                  <a:pt x="4141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4" y="1682"/>
                </a:lnTo>
                <a:lnTo>
                  <a:pt x="4145" y="1682"/>
                </a:lnTo>
                <a:lnTo>
                  <a:pt x="4145" y="1681"/>
                </a:lnTo>
                <a:lnTo>
                  <a:pt x="4149" y="1681"/>
                </a:lnTo>
                <a:lnTo>
                  <a:pt x="4149" y="1683"/>
                </a:lnTo>
                <a:lnTo>
                  <a:pt x="4149" y="1685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0" y="1685"/>
                </a:lnTo>
                <a:lnTo>
                  <a:pt x="4151" y="1685"/>
                </a:lnTo>
                <a:lnTo>
                  <a:pt x="4151" y="1684"/>
                </a:lnTo>
                <a:lnTo>
                  <a:pt x="4152" y="1684"/>
                </a:lnTo>
                <a:lnTo>
                  <a:pt x="4151" y="1683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3" y="1681"/>
                </a:lnTo>
                <a:lnTo>
                  <a:pt x="4154" y="1680"/>
                </a:lnTo>
                <a:lnTo>
                  <a:pt x="4155" y="1680"/>
                </a:lnTo>
                <a:lnTo>
                  <a:pt x="4156" y="1680"/>
                </a:lnTo>
                <a:lnTo>
                  <a:pt x="4160" y="1680"/>
                </a:lnTo>
                <a:lnTo>
                  <a:pt x="4160" y="1681"/>
                </a:lnTo>
                <a:lnTo>
                  <a:pt x="4160" y="1682"/>
                </a:lnTo>
                <a:lnTo>
                  <a:pt x="4163" y="1682"/>
                </a:lnTo>
                <a:lnTo>
                  <a:pt x="4163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7" y="1681"/>
                </a:lnTo>
                <a:lnTo>
                  <a:pt x="4167" y="1680"/>
                </a:lnTo>
                <a:lnTo>
                  <a:pt x="4167" y="1679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6"/>
                </a:lnTo>
                <a:lnTo>
                  <a:pt x="4171" y="1675"/>
                </a:lnTo>
                <a:lnTo>
                  <a:pt x="4172" y="1674"/>
                </a:lnTo>
                <a:lnTo>
                  <a:pt x="4172" y="1675"/>
                </a:lnTo>
                <a:lnTo>
                  <a:pt x="4173" y="1675"/>
                </a:lnTo>
                <a:lnTo>
                  <a:pt x="4173" y="1674"/>
                </a:lnTo>
                <a:lnTo>
                  <a:pt x="4175" y="1673"/>
                </a:lnTo>
                <a:lnTo>
                  <a:pt x="4176" y="1673"/>
                </a:lnTo>
                <a:lnTo>
                  <a:pt x="4176" y="1672"/>
                </a:lnTo>
                <a:lnTo>
                  <a:pt x="4174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0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0" y="1665"/>
                </a:lnTo>
                <a:lnTo>
                  <a:pt x="4179" y="1665"/>
                </a:lnTo>
                <a:lnTo>
                  <a:pt x="4179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5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3" y="1654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4" y="1653"/>
                </a:lnTo>
                <a:lnTo>
                  <a:pt x="4184" y="1652"/>
                </a:lnTo>
                <a:lnTo>
                  <a:pt x="4184" y="1651"/>
                </a:lnTo>
                <a:lnTo>
                  <a:pt x="4185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0" y="1651"/>
                </a:lnTo>
                <a:lnTo>
                  <a:pt x="4191" y="1650"/>
                </a:lnTo>
                <a:lnTo>
                  <a:pt x="4191" y="1649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2" y="1645"/>
                </a:lnTo>
                <a:lnTo>
                  <a:pt x="4203" y="1645"/>
                </a:lnTo>
                <a:lnTo>
                  <a:pt x="4204" y="1645"/>
                </a:lnTo>
                <a:lnTo>
                  <a:pt x="4204" y="1644"/>
                </a:lnTo>
                <a:lnTo>
                  <a:pt x="4205" y="1644"/>
                </a:lnTo>
                <a:lnTo>
                  <a:pt x="4207" y="1642"/>
                </a:lnTo>
                <a:lnTo>
                  <a:pt x="4209" y="1640"/>
                </a:lnTo>
                <a:lnTo>
                  <a:pt x="4210" y="1639"/>
                </a:lnTo>
                <a:lnTo>
                  <a:pt x="4212" y="1637"/>
                </a:lnTo>
                <a:lnTo>
                  <a:pt x="4211" y="1636"/>
                </a:lnTo>
                <a:lnTo>
                  <a:pt x="4208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8" y="1628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7"/>
                </a:lnTo>
                <a:lnTo>
                  <a:pt x="4216" y="1627"/>
                </a:lnTo>
                <a:lnTo>
                  <a:pt x="4215" y="1626"/>
                </a:lnTo>
                <a:lnTo>
                  <a:pt x="4216" y="1626"/>
                </a:lnTo>
                <a:lnTo>
                  <a:pt x="4217" y="1625"/>
                </a:lnTo>
                <a:lnTo>
                  <a:pt x="4216" y="1625"/>
                </a:lnTo>
                <a:lnTo>
                  <a:pt x="4215" y="1625"/>
                </a:lnTo>
                <a:lnTo>
                  <a:pt x="4215" y="1626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0" y="1625"/>
                </a:lnTo>
                <a:lnTo>
                  <a:pt x="4209" y="1624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2" y="1624"/>
                </a:lnTo>
                <a:lnTo>
                  <a:pt x="4213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2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6" y="1620"/>
                </a:lnTo>
                <a:lnTo>
                  <a:pt x="4227" y="1620"/>
                </a:lnTo>
                <a:lnTo>
                  <a:pt x="4228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0" y="1617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6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5"/>
                </a:lnTo>
                <a:lnTo>
                  <a:pt x="4245" y="1614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8" y="1613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2" y="1611"/>
                </a:lnTo>
                <a:lnTo>
                  <a:pt x="4254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8" y="1610"/>
                </a:lnTo>
                <a:lnTo>
                  <a:pt x="4259" y="1610"/>
                </a:lnTo>
                <a:lnTo>
                  <a:pt x="4259" y="1609"/>
                </a:lnTo>
                <a:lnTo>
                  <a:pt x="4260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3" y="1612"/>
                </a:lnTo>
                <a:lnTo>
                  <a:pt x="4273" y="1613"/>
                </a:lnTo>
                <a:lnTo>
                  <a:pt x="4273" y="1614"/>
                </a:lnTo>
                <a:lnTo>
                  <a:pt x="4274" y="1614"/>
                </a:lnTo>
                <a:lnTo>
                  <a:pt x="4274" y="1615"/>
                </a:lnTo>
                <a:lnTo>
                  <a:pt x="4275" y="1615"/>
                </a:lnTo>
                <a:lnTo>
                  <a:pt x="4276" y="1616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7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2" y="1621"/>
                </a:lnTo>
                <a:lnTo>
                  <a:pt x="4293" y="1622"/>
                </a:lnTo>
                <a:lnTo>
                  <a:pt x="4293" y="1623"/>
                </a:lnTo>
                <a:lnTo>
                  <a:pt x="4293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1" y="1625"/>
                </a:lnTo>
                <a:lnTo>
                  <a:pt x="4291" y="1626"/>
                </a:lnTo>
                <a:lnTo>
                  <a:pt x="4292" y="1627"/>
                </a:lnTo>
                <a:lnTo>
                  <a:pt x="4293" y="1627"/>
                </a:lnTo>
                <a:lnTo>
                  <a:pt x="4294" y="1628"/>
                </a:lnTo>
                <a:lnTo>
                  <a:pt x="4293" y="1628"/>
                </a:lnTo>
                <a:lnTo>
                  <a:pt x="4293" y="1629"/>
                </a:lnTo>
                <a:lnTo>
                  <a:pt x="4292" y="1629"/>
                </a:lnTo>
                <a:lnTo>
                  <a:pt x="4292" y="1630"/>
                </a:lnTo>
                <a:lnTo>
                  <a:pt x="4293" y="1630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3" y="1635"/>
                </a:lnTo>
                <a:lnTo>
                  <a:pt x="4304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4"/>
                </a:lnTo>
                <a:lnTo>
                  <a:pt x="4309" y="1634"/>
                </a:lnTo>
                <a:lnTo>
                  <a:pt x="4310" y="1634"/>
                </a:lnTo>
                <a:lnTo>
                  <a:pt x="4311" y="1634"/>
                </a:lnTo>
                <a:lnTo>
                  <a:pt x="4311" y="1633"/>
                </a:lnTo>
                <a:lnTo>
                  <a:pt x="4312" y="1633"/>
                </a:lnTo>
                <a:lnTo>
                  <a:pt x="4313" y="1632"/>
                </a:lnTo>
                <a:lnTo>
                  <a:pt x="4313" y="1631"/>
                </a:lnTo>
                <a:lnTo>
                  <a:pt x="4312" y="1631"/>
                </a:lnTo>
                <a:lnTo>
                  <a:pt x="4312" y="1630"/>
                </a:lnTo>
                <a:lnTo>
                  <a:pt x="4311" y="1630"/>
                </a:lnTo>
                <a:lnTo>
                  <a:pt x="4311" y="1629"/>
                </a:lnTo>
                <a:lnTo>
                  <a:pt x="4312" y="1630"/>
                </a:lnTo>
                <a:lnTo>
                  <a:pt x="4313" y="1630"/>
                </a:lnTo>
                <a:lnTo>
                  <a:pt x="4314" y="1630"/>
                </a:lnTo>
                <a:lnTo>
                  <a:pt x="4315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2"/>
                </a:lnTo>
                <a:lnTo>
                  <a:pt x="4314" y="1633"/>
                </a:lnTo>
                <a:lnTo>
                  <a:pt x="4313" y="1633"/>
                </a:lnTo>
                <a:lnTo>
                  <a:pt x="4314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4" y="1636"/>
                </a:lnTo>
                <a:lnTo>
                  <a:pt x="4313" y="1637"/>
                </a:lnTo>
                <a:lnTo>
                  <a:pt x="4314" y="1637"/>
                </a:lnTo>
                <a:lnTo>
                  <a:pt x="4314" y="1638"/>
                </a:lnTo>
                <a:lnTo>
                  <a:pt x="4315" y="1638"/>
                </a:lnTo>
                <a:lnTo>
                  <a:pt x="4316" y="1638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0" y="1641"/>
                </a:lnTo>
                <a:lnTo>
                  <a:pt x="4320" y="1643"/>
                </a:lnTo>
                <a:lnTo>
                  <a:pt x="4320" y="1644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2" y="1648"/>
                </a:lnTo>
                <a:lnTo>
                  <a:pt x="4334" y="1648"/>
                </a:lnTo>
                <a:lnTo>
                  <a:pt x="4334" y="1649"/>
                </a:lnTo>
                <a:lnTo>
                  <a:pt x="4335" y="1649"/>
                </a:lnTo>
                <a:lnTo>
                  <a:pt x="4335" y="1648"/>
                </a:lnTo>
                <a:lnTo>
                  <a:pt x="4337" y="1647"/>
                </a:lnTo>
                <a:lnTo>
                  <a:pt x="4337" y="1648"/>
                </a:lnTo>
                <a:lnTo>
                  <a:pt x="4338" y="1648"/>
                </a:lnTo>
                <a:lnTo>
                  <a:pt x="4339" y="1648"/>
                </a:lnTo>
                <a:lnTo>
                  <a:pt x="4338" y="1647"/>
                </a:lnTo>
                <a:lnTo>
                  <a:pt x="4338" y="1646"/>
                </a:lnTo>
                <a:lnTo>
                  <a:pt x="4339" y="1646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5" y="1647"/>
                </a:lnTo>
                <a:lnTo>
                  <a:pt x="4347" y="1647"/>
                </a:lnTo>
                <a:lnTo>
                  <a:pt x="4347" y="1648"/>
                </a:lnTo>
                <a:lnTo>
                  <a:pt x="4348" y="1648"/>
                </a:lnTo>
                <a:lnTo>
                  <a:pt x="4348" y="1649"/>
                </a:lnTo>
                <a:lnTo>
                  <a:pt x="4349" y="1650"/>
                </a:lnTo>
                <a:lnTo>
                  <a:pt x="4349" y="1649"/>
                </a:lnTo>
                <a:lnTo>
                  <a:pt x="4348" y="1649"/>
                </a:lnTo>
                <a:lnTo>
                  <a:pt x="4348" y="1648"/>
                </a:lnTo>
                <a:lnTo>
                  <a:pt x="4348" y="1647"/>
                </a:lnTo>
                <a:lnTo>
                  <a:pt x="4349" y="1647"/>
                </a:lnTo>
                <a:lnTo>
                  <a:pt x="4352" y="1647"/>
                </a:lnTo>
                <a:lnTo>
                  <a:pt x="4354" y="1647"/>
                </a:lnTo>
                <a:lnTo>
                  <a:pt x="4355" y="1647"/>
                </a:lnTo>
                <a:lnTo>
                  <a:pt x="4357" y="1647"/>
                </a:lnTo>
                <a:lnTo>
                  <a:pt x="4359" y="1646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4" y="1645"/>
                </a:lnTo>
                <a:lnTo>
                  <a:pt x="4366" y="1645"/>
                </a:lnTo>
                <a:lnTo>
                  <a:pt x="4366" y="1646"/>
                </a:lnTo>
                <a:lnTo>
                  <a:pt x="4366" y="1647"/>
                </a:lnTo>
                <a:lnTo>
                  <a:pt x="4367" y="1648"/>
                </a:lnTo>
                <a:lnTo>
                  <a:pt x="4366" y="1648"/>
                </a:lnTo>
                <a:lnTo>
                  <a:pt x="4367" y="1648"/>
                </a:lnTo>
                <a:lnTo>
                  <a:pt x="4368" y="1648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7" y="1644"/>
                </a:lnTo>
                <a:lnTo>
                  <a:pt x="4368" y="1644"/>
                </a:lnTo>
                <a:lnTo>
                  <a:pt x="4369" y="1644"/>
                </a:lnTo>
                <a:lnTo>
                  <a:pt x="4369" y="1643"/>
                </a:lnTo>
                <a:lnTo>
                  <a:pt x="4370" y="1643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1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39"/>
                </a:lnTo>
                <a:lnTo>
                  <a:pt x="4375" y="1638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38"/>
                </a:lnTo>
                <a:lnTo>
                  <a:pt x="4376" y="1638"/>
                </a:lnTo>
                <a:lnTo>
                  <a:pt x="4376" y="1637"/>
                </a:lnTo>
                <a:lnTo>
                  <a:pt x="4376" y="1636"/>
                </a:lnTo>
                <a:lnTo>
                  <a:pt x="4377" y="1637"/>
                </a:lnTo>
                <a:lnTo>
                  <a:pt x="4378" y="1638"/>
                </a:lnTo>
                <a:lnTo>
                  <a:pt x="4379" y="1638"/>
                </a:lnTo>
                <a:lnTo>
                  <a:pt x="4381" y="1638"/>
                </a:lnTo>
                <a:lnTo>
                  <a:pt x="4381" y="1637"/>
                </a:lnTo>
                <a:lnTo>
                  <a:pt x="4380" y="1636"/>
                </a:lnTo>
                <a:lnTo>
                  <a:pt x="4381" y="1636"/>
                </a:lnTo>
                <a:lnTo>
                  <a:pt x="4381" y="1637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8"/>
                </a:lnTo>
                <a:lnTo>
                  <a:pt x="4383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4" y="1640"/>
                </a:lnTo>
                <a:lnTo>
                  <a:pt x="4383" y="1640"/>
                </a:lnTo>
                <a:lnTo>
                  <a:pt x="4383" y="1641"/>
                </a:lnTo>
                <a:lnTo>
                  <a:pt x="4382" y="1641"/>
                </a:lnTo>
                <a:lnTo>
                  <a:pt x="4381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3" y="1646"/>
                </a:lnTo>
                <a:lnTo>
                  <a:pt x="4383" y="1647"/>
                </a:lnTo>
                <a:lnTo>
                  <a:pt x="4384" y="1647"/>
                </a:lnTo>
                <a:lnTo>
                  <a:pt x="4384" y="1648"/>
                </a:lnTo>
                <a:lnTo>
                  <a:pt x="4384" y="1649"/>
                </a:lnTo>
                <a:lnTo>
                  <a:pt x="4385" y="1650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7" y="1647"/>
                </a:lnTo>
                <a:lnTo>
                  <a:pt x="4388" y="1648"/>
                </a:lnTo>
                <a:lnTo>
                  <a:pt x="4390" y="1647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4" y="1648"/>
                </a:lnTo>
                <a:lnTo>
                  <a:pt x="4394" y="1650"/>
                </a:lnTo>
                <a:lnTo>
                  <a:pt x="4395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8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2" y="1652"/>
                </a:lnTo>
                <a:lnTo>
                  <a:pt x="4402" y="1651"/>
                </a:lnTo>
                <a:lnTo>
                  <a:pt x="4403" y="1651"/>
                </a:lnTo>
                <a:lnTo>
                  <a:pt x="4404" y="1651"/>
                </a:lnTo>
                <a:lnTo>
                  <a:pt x="4405" y="1651"/>
                </a:lnTo>
                <a:lnTo>
                  <a:pt x="4405" y="1652"/>
                </a:lnTo>
                <a:lnTo>
                  <a:pt x="4407" y="1652"/>
                </a:lnTo>
                <a:lnTo>
                  <a:pt x="4408" y="1652"/>
                </a:lnTo>
                <a:lnTo>
                  <a:pt x="4409" y="1652"/>
                </a:lnTo>
                <a:lnTo>
                  <a:pt x="4410" y="1651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0"/>
                </a:lnTo>
                <a:lnTo>
                  <a:pt x="4413" y="1651"/>
                </a:lnTo>
                <a:lnTo>
                  <a:pt x="4414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2"/>
                </a:lnTo>
                <a:lnTo>
                  <a:pt x="4415" y="1652"/>
                </a:lnTo>
                <a:lnTo>
                  <a:pt x="4416" y="1652"/>
                </a:lnTo>
                <a:lnTo>
                  <a:pt x="4417" y="1652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2" y="1652"/>
                </a:lnTo>
                <a:lnTo>
                  <a:pt x="4423" y="1652"/>
                </a:lnTo>
                <a:lnTo>
                  <a:pt x="4423" y="1651"/>
                </a:lnTo>
                <a:lnTo>
                  <a:pt x="4424" y="1651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0"/>
                </a:lnTo>
                <a:lnTo>
                  <a:pt x="4427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2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2" y="1655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3"/>
                </a:lnTo>
                <a:lnTo>
                  <a:pt x="4428" y="1654"/>
                </a:lnTo>
                <a:lnTo>
                  <a:pt x="4427" y="1654"/>
                </a:lnTo>
                <a:lnTo>
                  <a:pt x="4426" y="1655"/>
                </a:lnTo>
                <a:lnTo>
                  <a:pt x="4425" y="1655"/>
                </a:lnTo>
                <a:lnTo>
                  <a:pt x="4424" y="1655"/>
                </a:lnTo>
                <a:lnTo>
                  <a:pt x="4423" y="1656"/>
                </a:lnTo>
                <a:lnTo>
                  <a:pt x="4423" y="1657"/>
                </a:lnTo>
                <a:lnTo>
                  <a:pt x="4422" y="1658"/>
                </a:lnTo>
                <a:lnTo>
                  <a:pt x="4422" y="1659"/>
                </a:lnTo>
                <a:lnTo>
                  <a:pt x="4423" y="1660"/>
                </a:lnTo>
                <a:lnTo>
                  <a:pt x="4423" y="1661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1"/>
                </a:lnTo>
                <a:lnTo>
                  <a:pt x="4420" y="1661"/>
                </a:lnTo>
                <a:lnTo>
                  <a:pt x="4420" y="1662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4"/>
                </a:lnTo>
                <a:lnTo>
                  <a:pt x="4419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0" y="1667"/>
                </a:lnTo>
                <a:lnTo>
                  <a:pt x="4420" y="1668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4" y="1672"/>
                </a:lnTo>
                <a:lnTo>
                  <a:pt x="4425" y="1672"/>
                </a:lnTo>
                <a:lnTo>
                  <a:pt x="4426" y="1673"/>
                </a:lnTo>
                <a:lnTo>
                  <a:pt x="4426" y="1674"/>
                </a:lnTo>
                <a:lnTo>
                  <a:pt x="4426" y="1673"/>
                </a:lnTo>
                <a:lnTo>
                  <a:pt x="4425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4"/>
                </a:lnTo>
                <a:lnTo>
                  <a:pt x="4421" y="1675"/>
                </a:lnTo>
                <a:lnTo>
                  <a:pt x="4420" y="1675"/>
                </a:lnTo>
                <a:lnTo>
                  <a:pt x="4420" y="1676"/>
                </a:lnTo>
                <a:lnTo>
                  <a:pt x="4421" y="1676"/>
                </a:lnTo>
                <a:lnTo>
                  <a:pt x="4421" y="1677"/>
                </a:lnTo>
                <a:lnTo>
                  <a:pt x="4421" y="1676"/>
                </a:lnTo>
                <a:lnTo>
                  <a:pt x="4421" y="1677"/>
                </a:lnTo>
                <a:lnTo>
                  <a:pt x="4422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7"/>
                </a:lnTo>
                <a:lnTo>
                  <a:pt x="4417" y="1677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8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1"/>
                </a:lnTo>
                <a:lnTo>
                  <a:pt x="4412" y="1682"/>
                </a:lnTo>
                <a:lnTo>
                  <a:pt x="4411" y="1682"/>
                </a:lnTo>
                <a:lnTo>
                  <a:pt x="4410" y="1682"/>
                </a:lnTo>
                <a:lnTo>
                  <a:pt x="4410" y="1683"/>
                </a:lnTo>
                <a:lnTo>
                  <a:pt x="4411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1" y="1688"/>
                </a:lnTo>
                <a:lnTo>
                  <a:pt x="4410" y="1687"/>
                </a:lnTo>
                <a:lnTo>
                  <a:pt x="4410" y="1688"/>
                </a:lnTo>
                <a:lnTo>
                  <a:pt x="4409" y="1688"/>
                </a:lnTo>
                <a:lnTo>
                  <a:pt x="4408" y="1690"/>
                </a:lnTo>
                <a:lnTo>
                  <a:pt x="4409" y="1690"/>
                </a:lnTo>
                <a:lnTo>
                  <a:pt x="4409" y="1691"/>
                </a:lnTo>
                <a:lnTo>
                  <a:pt x="4410" y="1691"/>
                </a:lnTo>
                <a:lnTo>
                  <a:pt x="4410" y="1690"/>
                </a:lnTo>
                <a:lnTo>
                  <a:pt x="4411" y="1690"/>
                </a:lnTo>
                <a:lnTo>
                  <a:pt x="4412" y="1690"/>
                </a:lnTo>
                <a:lnTo>
                  <a:pt x="4413" y="1690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0"/>
                </a:lnTo>
                <a:lnTo>
                  <a:pt x="4420" y="1690"/>
                </a:lnTo>
                <a:lnTo>
                  <a:pt x="4421" y="1689"/>
                </a:lnTo>
                <a:lnTo>
                  <a:pt x="4422" y="1689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0"/>
                </a:lnTo>
                <a:lnTo>
                  <a:pt x="4419" y="1690"/>
                </a:lnTo>
                <a:lnTo>
                  <a:pt x="4418" y="1691"/>
                </a:lnTo>
                <a:lnTo>
                  <a:pt x="4418" y="1693"/>
                </a:lnTo>
                <a:lnTo>
                  <a:pt x="4418" y="1694"/>
                </a:lnTo>
                <a:lnTo>
                  <a:pt x="4418" y="1695"/>
                </a:lnTo>
                <a:lnTo>
                  <a:pt x="4419" y="1696"/>
                </a:lnTo>
                <a:lnTo>
                  <a:pt x="4418" y="1696"/>
                </a:lnTo>
                <a:lnTo>
                  <a:pt x="4418" y="1697"/>
                </a:lnTo>
                <a:lnTo>
                  <a:pt x="4417" y="1697"/>
                </a:lnTo>
                <a:lnTo>
                  <a:pt x="4417" y="1698"/>
                </a:lnTo>
                <a:lnTo>
                  <a:pt x="4417" y="1700"/>
                </a:lnTo>
                <a:lnTo>
                  <a:pt x="4417" y="1701"/>
                </a:lnTo>
                <a:lnTo>
                  <a:pt x="4418" y="1702"/>
                </a:lnTo>
                <a:lnTo>
                  <a:pt x="4417" y="1703"/>
                </a:lnTo>
                <a:lnTo>
                  <a:pt x="4416" y="1704"/>
                </a:lnTo>
                <a:lnTo>
                  <a:pt x="4415" y="1704"/>
                </a:lnTo>
                <a:lnTo>
                  <a:pt x="4414" y="1705"/>
                </a:lnTo>
                <a:lnTo>
                  <a:pt x="4414" y="1704"/>
                </a:lnTo>
                <a:lnTo>
                  <a:pt x="4414" y="1703"/>
                </a:lnTo>
                <a:lnTo>
                  <a:pt x="4415" y="1703"/>
                </a:lnTo>
                <a:lnTo>
                  <a:pt x="4415" y="1702"/>
                </a:lnTo>
                <a:lnTo>
                  <a:pt x="4416" y="1702"/>
                </a:lnTo>
                <a:lnTo>
                  <a:pt x="4415" y="1701"/>
                </a:lnTo>
                <a:lnTo>
                  <a:pt x="4415" y="1700"/>
                </a:lnTo>
                <a:lnTo>
                  <a:pt x="4414" y="1701"/>
                </a:lnTo>
                <a:lnTo>
                  <a:pt x="4414" y="1700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2" y="1701"/>
                </a:lnTo>
                <a:lnTo>
                  <a:pt x="4411" y="1701"/>
                </a:lnTo>
                <a:lnTo>
                  <a:pt x="4409" y="1701"/>
                </a:lnTo>
                <a:lnTo>
                  <a:pt x="4408" y="1702"/>
                </a:lnTo>
                <a:lnTo>
                  <a:pt x="4407" y="1702"/>
                </a:lnTo>
                <a:lnTo>
                  <a:pt x="4407" y="1703"/>
                </a:lnTo>
                <a:lnTo>
                  <a:pt x="4407" y="1704"/>
                </a:lnTo>
                <a:lnTo>
                  <a:pt x="4408" y="1704"/>
                </a:lnTo>
                <a:lnTo>
                  <a:pt x="4408" y="1705"/>
                </a:lnTo>
                <a:lnTo>
                  <a:pt x="4409" y="1705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6"/>
                </a:lnTo>
                <a:lnTo>
                  <a:pt x="4409" y="1706"/>
                </a:lnTo>
                <a:lnTo>
                  <a:pt x="4408" y="1707"/>
                </a:lnTo>
                <a:lnTo>
                  <a:pt x="4407" y="1707"/>
                </a:lnTo>
                <a:lnTo>
                  <a:pt x="4407" y="1708"/>
                </a:lnTo>
                <a:lnTo>
                  <a:pt x="4406" y="1708"/>
                </a:lnTo>
                <a:lnTo>
                  <a:pt x="4406" y="1707"/>
                </a:lnTo>
                <a:lnTo>
                  <a:pt x="4405" y="1707"/>
                </a:lnTo>
                <a:lnTo>
                  <a:pt x="4404" y="1707"/>
                </a:lnTo>
                <a:lnTo>
                  <a:pt x="4404" y="1708"/>
                </a:lnTo>
                <a:lnTo>
                  <a:pt x="4403" y="1708"/>
                </a:lnTo>
                <a:lnTo>
                  <a:pt x="4403" y="1709"/>
                </a:lnTo>
                <a:lnTo>
                  <a:pt x="4404" y="1709"/>
                </a:lnTo>
                <a:lnTo>
                  <a:pt x="4403" y="1709"/>
                </a:lnTo>
                <a:lnTo>
                  <a:pt x="4402" y="1710"/>
                </a:lnTo>
                <a:lnTo>
                  <a:pt x="4401" y="1710"/>
                </a:lnTo>
                <a:lnTo>
                  <a:pt x="4401" y="1711"/>
                </a:lnTo>
                <a:lnTo>
                  <a:pt x="4400" y="1711"/>
                </a:lnTo>
                <a:lnTo>
                  <a:pt x="4400" y="1710"/>
                </a:lnTo>
                <a:lnTo>
                  <a:pt x="4399" y="1710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09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7" y="1709"/>
                </a:lnTo>
                <a:lnTo>
                  <a:pt x="4386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6"/>
                </a:lnTo>
                <a:lnTo>
                  <a:pt x="4386" y="1705"/>
                </a:lnTo>
                <a:lnTo>
                  <a:pt x="4387" y="1705"/>
                </a:lnTo>
                <a:lnTo>
                  <a:pt x="4387" y="1704"/>
                </a:lnTo>
                <a:lnTo>
                  <a:pt x="4387" y="1703"/>
                </a:lnTo>
                <a:lnTo>
                  <a:pt x="4388" y="1703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7" y="1702"/>
                </a:lnTo>
                <a:lnTo>
                  <a:pt x="4387" y="1703"/>
                </a:lnTo>
                <a:lnTo>
                  <a:pt x="4386" y="1703"/>
                </a:lnTo>
                <a:lnTo>
                  <a:pt x="4385" y="1702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0"/>
                </a:lnTo>
                <a:lnTo>
                  <a:pt x="4384" y="1700"/>
                </a:lnTo>
                <a:lnTo>
                  <a:pt x="4383" y="1700"/>
                </a:lnTo>
                <a:lnTo>
                  <a:pt x="4383" y="1699"/>
                </a:lnTo>
                <a:lnTo>
                  <a:pt x="4383" y="1698"/>
                </a:lnTo>
                <a:lnTo>
                  <a:pt x="4384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5" y="1695"/>
                </a:lnTo>
                <a:lnTo>
                  <a:pt x="4386" y="1695"/>
                </a:lnTo>
                <a:lnTo>
                  <a:pt x="4386" y="1694"/>
                </a:lnTo>
                <a:lnTo>
                  <a:pt x="4386" y="1693"/>
                </a:lnTo>
                <a:lnTo>
                  <a:pt x="4387" y="1693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0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0"/>
                </a:lnTo>
                <a:lnTo>
                  <a:pt x="4388" y="1689"/>
                </a:lnTo>
                <a:lnTo>
                  <a:pt x="4387" y="1689"/>
                </a:lnTo>
                <a:lnTo>
                  <a:pt x="4388" y="1689"/>
                </a:lnTo>
                <a:lnTo>
                  <a:pt x="4388" y="1691"/>
                </a:lnTo>
                <a:lnTo>
                  <a:pt x="4387" y="1691"/>
                </a:lnTo>
                <a:lnTo>
                  <a:pt x="4387" y="1692"/>
                </a:lnTo>
                <a:lnTo>
                  <a:pt x="4386" y="1692"/>
                </a:lnTo>
                <a:lnTo>
                  <a:pt x="4385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3" y="1696"/>
                </a:lnTo>
                <a:lnTo>
                  <a:pt x="4383" y="1697"/>
                </a:lnTo>
                <a:lnTo>
                  <a:pt x="4383" y="1698"/>
                </a:lnTo>
                <a:lnTo>
                  <a:pt x="4383" y="1699"/>
                </a:lnTo>
                <a:lnTo>
                  <a:pt x="4382" y="1699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79" y="1698"/>
                </a:lnTo>
                <a:lnTo>
                  <a:pt x="4379" y="1699"/>
                </a:lnTo>
                <a:lnTo>
                  <a:pt x="4378" y="1700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2"/>
                </a:lnTo>
                <a:lnTo>
                  <a:pt x="4375" y="1703"/>
                </a:lnTo>
                <a:lnTo>
                  <a:pt x="4374" y="1703"/>
                </a:lnTo>
                <a:lnTo>
                  <a:pt x="4373" y="1704"/>
                </a:lnTo>
                <a:lnTo>
                  <a:pt x="4373" y="1703"/>
                </a:lnTo>
                <a:lnTo>
                  <a:pt x="4372" y="1703"/>
                </a:lnTo>
                <a:lnTo>
                  <a:pt x="4372" y="1702"/>
                </a:lnTo>
                <a:lnTo>
                  <a:pt x="4373" y="1702"/>
                </a:lnTo>
                <a:lnTo>
                  <a:pt x="4373" y="1700"/>
                </a:lnTo>
                <a:lnTo>
                  <a:pt x="4372" y="1699"/>
                </a:lnTo>
                <a:lnTo>
                  <a:pt x="4371" y="1699"/>
                </a:lnTo>
                <a:lnTo>
                  <a:pt x="4371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4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6"/>
                </a:lnTo>
                <a:lnTo>
                  <a:pt x="4370" y="1697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5" y="1696"/>
                </a:lnTo>
                <a:lnTo>
                  <a:pt x="4365" y="1695"/>
                </a:lnTo>
                <a:lnTo>
                  <a:pt x="4365" y="1696"/>
                </a:lnTo>
                <a:lnTo>
                  <a:pt x="4366" y="1696"/>
                </a:lnTo>
                <a:lnTo>
                  <a:pt x="4367" y="1697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6" y="1700"/>
                </a:lnTo>
                <a:lnTo>
                  <a:pt x="4364" y="1700"/>
                </a:lnTo>
                <a:lnTo>
                  <a:pt x="4363" y="1700"/>
                </a:lnTo>
                <a:lnTo>
                  <a:pt x="4362" y="1700"/>
                </a:lnTo>
                <a:lnTo>
                  <a:pt x="4362" y="1701"/>
                </a:lnTo>
                <a:lnTo>
                  <a:pt x="4361" y="1701"/>
                </a:lnTo>
                <a:lnTo>
                  <a:pt x="4360" y="1701"/>
                </a:lnTo>
                <a:lnTo>
                  <a:pt x="4359" y="1702"/>
                </a:lnTo>
                <a:lnTo>
                  <a:pt x="4358" y="1702"/>
                </a:lnTo>
                <a:lnTo>
                  <a:pt x="4357" y="1702"/>
                </a:lnTo>
                <a:lnTo>
                  <a:pt x="4356" y="1703"/>
                </a:lnTo>
                <a:lnTo>
                  <a:pt x="4355" y="1703"/>
                </a:lnTo>
                <a:lnTo>
                  <a:pt x="4354" y="1704"/>
                </a:lnTo>
                <a:lnTo>
                  <a:pt x="4353" y="1704"/>
                </a:lnTo>
                <a:lnTo>
                  <a:pt x="4352" y="1704"/>
                </a:lnTo>
                <a:lnTo>
                  <a:pt x="4351" y="1705"/>
                </a:lnTo>
                <a:lnTo>
                  <a:pt x="4350" y="1705"/>
                </a:lnTo>
                <a:lnTo>
                  <a:pt x="4349" y="1706"/>
                </a:lnTo>
                <a:lnTo>
                  <a:pt x="4348" y="1706"/>
                </a:lnTo>
                <a:lnTo>
                  <a:pt x="4348" y="1707"/>
                </a:lnTo>
                <a:lnTo>
                  <a:pt x="4347" y="1707"/>
                </a:lnTo>
                <a:lnTo>
                  <a:pt x="4347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0"/>
                </a:lnTo>
                <a:lnTo>
                  <a:pt x="4345" y="1711"/>
                </a:lnTo>
                <a:lnTo>
                  <a:pt x="4344" y="1711"/>
                </a:lnTo>
                <a:lnTo>
                  <a:pt x="4343" y="1711"/>
                </a:lnTo>
                <a:lnTo>
                  <a:pt x="4343" y="1712"/>
                </a:lnTo>
                <a:lnTo>
                  <a:pt x="4341" y="1711"/>
                </a:lnTo>
                <a:lnTo>
                  <a:pt x="4340" y="1712"/>
                </a:lnTo>
                <a:lnTo>
                  <a:pt x="4339" y="1712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2"/>
                </a:lnTo>
                <a:lnTo>
                  <a:pt x="4337" y="1712"/>
                </a:lnTo>
                <a:lnTo>
                  <a:pt x="4338" y="1712"/>
                </a:lnTo>
                <a:lnTo>
                  <a:pt x="4338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7" y="1718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0"/>
                </a:lnTo>
                <a:lnTo>
                  <a:pt x="4334" y="1720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30" y="1718"/>
                </a:lnTo>
                <a:lnTo>
                  <a:pt x="4331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9" y="1720"/>
                </a:lnTo>
                <a:lnTo>
                  <a:pt x="4329" y="1719"/>
                </a:lnTo>
                <a:lnTo>
                  <a:pt x="4328" y="1719"/>
                </a:lnTo>
                <a:lnTo>
                  <a:pt x="4327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4" y="1717"/>
                </a:lnTo>
                <a:lnTo>
                  <a:pt x="4323" y="1717"/>
                </a:lnTo>
                <a:lnTo>
                  <a:pt x="4323" y="1716"/>
                </a:lnTo>
                <a:lnTo>
                  <a:pt x="4324" y="1715"/>
                </a:lnTo>
                <a:lnTo>
                  <a:pt x="4325" y="1715"/>
                </a:lnTo>
                <a:lnTo>
                  <a:pt x="4326" y="1715"/>
                </a:lnTo>
                <a:lnTo>
                  <a:pt x="4326" y="1714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29" y="1713"/>
                </a:lnTo>
                <a:lnTo>
                  <a:pt x="4330" y="1712"/>
                </a:lnTo>
                <a:lnTo>
                  <a:pt x="4331" y="1712"/>
                </a:lnTo>
                <a:lnTo>
                  <a:pt x="4332" y="1711"/>
                </a:lnTo>
                <a:lnTo>
                  <a:pt x="4332" y="1710"/>
                </a:lnTo>
                <a:lnTo>
                  <a:pt x="4333" y="1709"/>
                </a:lnTo>
                <a:lnTo>
                  <a:pt x="4334" y="1709"/>
                </a:lnTo>
                <a:lnTo>
                  <a:pt x="4334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09"/>
                </a:lnTo>
                <a:lnTo>
                  <a:pt x="4331" y="1709"/>
                </a:lnTo>
                <a:lnTo>
                  <a:pt x="4330" y="1710"/>
                </a:lnTo>
                <a:lnTo>
                  <a:pt x="4330" y="1711"/>
                </a:lnTo>
                <a:lnTo>
                  <a:pt x="4329" y="1711"/>
                </a:lnTo>
                <a:lnTo>
                  <a:pt x="4328" y="1711"/>
                </a:lnTo>
                <a:lnTo>
                  <a:pt x="4327" y="1712"/>
                </a:lnTo>
                <a:lnTo>
                  <a:pt x="4326" y="1713"/>
                </a:lnTo>
                <a:lnTo>
                  <a:pt x="4325" y="1713"/>
                </a:lnTo>
                <a:lnTo>
                  <a:pt x="4325" y="1714"/>
                </a:lnTo>
                <a:lnTo>
                  <a:pt x="4324" y="1714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4" y="1712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3"/>
                </a:lnTo>
                <a:lnTo>
                  <a:pt x="4322" y="1714"/>
                </a:lnTo>
                <a:lnTo>
                  <a:pt x="4322" y="1716"/>
                </a:lnTo>
                <a:lnTo>
                  <a:pt x="4322" y="1717"/>
                </a:lnTo>
                <a:lnTo>
                  <a:pt x="4321" y="1717"/>
                </a:lnTo>
                <a:lnTo>
                  <a:pt x="4321" y="1718"/>
                </a:lnTo>
                <a:lnTo>
                  <a:pt x="4320" y="1719"/>
                </a:lnTo>
                <a:lnTo>
                  <a:pt x="4320" y="1718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8"/>
                </a:lnTo>
                <a:lnTo>
                  <a:pt x="4315" y="1719"/>
                </a:lnTo>
                <a:lnTo>
                  <a:pt x="4314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5" y="1722"/>
                </a:lnTo>
                <a:lnTo>
                  <a:pt x="4316" y="1723"/>
                </a:lnTo>
                <a:lnTo>
                  <a:pt x="4315" y="1724"/>
                </a:lnTo>
                <a:lnTo>
                  <a:pt x="4314" y="1724"/>
                </a:lnTo>
                <a:lnTo>
                  <a:pt x="4313" y="1724"/>
                </a:lnTo>
                <a:lnTo>
                  <a:pt x="4313" y="1723"/>
                </a:lnTo>
                <a:lnTo>
                  <a:pt x="4312" y="1722"/>
                </a:lnTo>
                <a:lnTo>
                  <a:pt x="4310" y="1722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3"/>
                </a:lnTo>
                <a:lnTo>
                  <a:pt x="4305" y="1723"/>
                </a:lnTo>
                <a:lnTo>
                  <a:pt x="4304" y="1724"/>
                </a:lnTo>
                <a:lnTo>
                  <a:pt x="4302" y="1725"/>
                </a:lnTo>
                <a:lnTo>
                  <a:pt x="4302" y="1727"/>
                </a:lnTo>
                <a:lnTo>
                  <a:pt x="4301" y="1727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8" y="1725"/>
                </a:lnTo>
                <a:lnTo>
                  <a:pt x="4297" y="1726"/>
                </a:lnTo>
                <a:lnTo>
                  <a:pt x="4296" y="1727"/>
                </a:lnTo>
                <a:lnTo>
                  <a:pt x="4295" y="1727"/>
                </a:lnTo>
                <a:lnTo>
                  <a:pt x="4294" y="1727"/>
                </a:lnTo>
                <a:lnTo>
                  <a:pt x="4293" y="1728"/>
                </a:lnTo>
                <a:lnTo>
                  <a:pt x="4291" y="1729"/>
                </a:lnTo>
                <a:lnTo>
                  <a:pt x="4290" y="1730"/>
                </a:lnTo>
                <a:lnTo>
                  <a:pt x="4289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7" y="1732"/>
                </a:lnTo>
                <a:lnTo>
                  <a:pt x="4286" y="1733"/>
                </a:lnTo>
                <a:lnTo>
                  <a:pt x="4285" y="1733"/>
                </a:lnTo>
                <a:lnTo>
                  <a:pt x="4284" y="1733"/>
                </a:lnTo>
                <a:lnTo>
                  <a:pt x="4285" y="1732"/>
                </a:lnTo>
                <a:lnTo>
                  <a:pt x="4285" y="1731"/>
                </a:lnTo>
                <a:lnTo>
                  <a:pt x="4284" y="1731"/>
                </a:lnTo>
                <a:lnTo>
                  <a:pt x="4284" y="1732"/>
                </a:lnTo>
                <a:lnTo>
                  <a:pt x="4284" y="1733"/>
                </a:lnTo>
                <a:lnTo>
                  <a:pt x="4283" y="1734"/>
                </a:lnTo>
                <a:lnTo>
                  <a:pt x="4283" y="1735"/>
                </a:lnTo>
                <a:lnTo>
                  <a:pt x="4284" y="1735"/>
                </a:lnTo>
                <a:lnTo>
                  <a:pt x="4283" y="1735"/>
                </a:lnTo>
                <a:lnTo>
                  <a:pt x="4283" y="1736"/>
                </a:lnTo>
                <a:lnTo>
                  <a:pt x="4282" y="1736"/>
                </a:lnTo>
                <a:lnTo>
                  <a:pt x="4281" y="1737"/>
                </a:lnTo>
                <a:lnTo>
                  <a:pt x="4280" y="1736"/>
                </a:lnTo>
                <a:lnTo>
                  <a:pt x="4279" y="1736"/>
                </a:lnTo>
                <a:lnTo>
                  <a:pt x="4279" y="1737"/>
                </a:lnTo>
                <a:lnTo>
                  <a:pt x="4278" y="1737"/>
                </a:lnTo>
                <a:lnTo>
                  <a:pt x="4277" y="1737"/>
                </a:lnTo>
                <a:lnTo>
                  <a:pt x="4276" y="1736"/>
                </a:lnTo>
                <a:lnTo>
                  <a:pt x="4276" y="1737"/>
                </a:lnTo>
                <a:lnTo>
                  <a:pt x="4275" y="1737"/>
                </a:lnTo>
                <a:lnTo>
                  <a:pt x="4275" y="1736"/>
                </a:lnTo>
                <a:lnTo>
                  <a:pt x="4274" y="1736"/>
                </a:lnTo>
                <a:lnTo>
                  <a:pt x="4273" y="1735"/>
                </a:lnTo>
                <a:lnTo>
                  <a:pt x="4273" y="1734"/>
                </a:lnTo>
                <a:lnTo>
                  <a:pt x="4274" y="1733"/>
                </a:lnTo>
                <a:lnTo>
                  <a:pt x="4274" y="1732"/>
                </a:lnTo>
                <a:lnTo>
                  <a:pt x="4275" y="1732"/>
                </a:lnTo>
                <a:lnTo>
                  <a:pt x="4274" y="1731"/>
                </a:lnTo>
                <a:lnTo>
                  <a:pt x="4274" y="1732"/>
                </a:lnTo>
                <a:lnTo>
                  <a:pt x="4273" y="1732"/>
                </a:lnTo>
                <a:lnTo>
                  <a:pt x="4273" y="1733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0"/>
                </a:lnTo>
                <a:lnTo>
                  <a:pt x="4271" y="1729"/>
                </a:lnTo>
                <a:lnTo>
                  <a:pt x="4270" y="1729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9" y="1731"/>
                </a:lnTo>
                <a:lnTo>
                  <a:pt x="4269" y="1730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4" y="1733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3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0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69" y="1734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8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3" y="1738"/>
                </a:lnTo>
                <a:lnTo>
                  <a:pt x="4276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8" y="1741"/>
                </a:lnTo>
                <a:lnTo>
                  <a:pt x="4277" y="1741"/>
                </a:lnTo>
                <a:lnTo>
                  <a:pt x="4277" y="1742"/>
                </a:lnTo>
                <a:lnTo>
                  <a:pt x="4276" y="1742"/>
                </a:lnTo>
                <a:lnTo>
                  <a:pt x="4276" y="1743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49"/>
                </a:lnTo>
                <a:lnTo>
                  <a:pt x="4272" y="1749"/>
                </a:lnTo>
                <a:lnTo>
                  <a:pt x="4271" y="1749"/>
                </a:lnTo>
                <a:lnTo>
                  <a:pt x="4271" y="1751"/>
                </a:lnTo>
                <a:lnTo>
                  <a:pt x="4272" y="1751"/>
                </a:lnTo>
                <a:lnTo>
                  <a:pt x="4272" y="1752"/>
                </a:lnTo>
                <a:lnTo>
                  <a:pt x="4272" y="1753"/>
                </a:lnTo>
                <a:lnTo>
                  <a:pt x="4271" y="1754"/>
                </a:lnTo>
                <a:lnTo>
                  <a:pt x="4270" y="1754"/>
                </a:lnTo>
                <a:lnTo>
                  <a:pt x="4270" y="1755"/>
                </a:lnTo>
                <a:lnTo>
                  <a:pt x="4269" y="1756"/>
                </a:lnTo>
                <a:lnTo>
                  <a:pt x="4270" y="1757"/>
                </a:lnTo>
                <a:lnTo>
                  <a:pt x="4269" y="1757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6" y="1757"/>
                </a:lnTo>
                <a:lnTo>
                  <a:pt x="4266" y="1756"/>
                </a:lnTo>
                <a:lnTo>
                  <a:pt x="4267" y="1756"/>
                </a:lnTo>
                <a:lnTo>
                  <a:pt x="4266" y="1755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3" y="1748"/>
                </a:lnTo>
                <a:lnTo>
                  <a:pt x="4261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7" y="1750"/>
                </a:lnTo>
                <a:lnTo>
                  <a:pt x="4258" y="1751"/>
                </a:lnTo>
                <a:lnTo>
                  <a:pt x="4257" y="1751"/>
                </a:lnTo>
                <a:lnTo>
                  <a:pt x="4257" y="1752"/>
                </a:lnTo>
                <a:lnTo>
                  <a:pt x="4256" y="1751"/>
                </a:lnTo>
                <a:lnTo>
                  <a:pt x="4255" y="1751"/>
                </a:lnTo>
                <a:lnTo>
                  <a:pt x="4255" y="1752"/>
                </a:lnTo>
                <a:lnTo>
                  <a:pt x="4254" y="1752"/>
                </a:lnTo>
                <a:lnTo>
                  <a:pt x="4254" y="1753"/>
                </a:lnTo>
                <a:lnTo>
                  <a:pt x="4255" y="1753"/>
                </a:lnTo>
                <a:lnTo>
                  <a:pt x="4254" y="1754"/>
                </a:lnTo>
                <a:lnTo>
                  <a:pt x="4254" y="1753"/>
                </a:lnTo>
                <a:lnTo>
                  <a:pt x="4253" y="1753"/>
                </a:lnTo>
                <a:lnTo>
                  <a:pt x="4253" y="1754"/>
                </a:lnTo>
                <a:lnTo>
                  <a:pt x="4253" y="1755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1"/>
                </a:lnTo>
                <a:lnTo>
                  <a:pt x="4249" y="1761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2"/>
                </a:lnTo>
                <a:lnTo>
                  <a:pt x="4248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8"/>
                </a:lnTo>
                <a:lnTo>
                  <a:pt x="4250" y="1768"/>
                </a:lnTo>
                <a:lnTo>
                  <a:pt x="4250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0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2" y="1777"/>
                </a:lnTo>
                <a:lnTo>
                  <a:pt x="4252" y="1778"/>
                </a:lnTo>
                <a:lnTo>
                  <a:pt x="4251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2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2"/>
                </a:lnTo>
                <a:lnTo>
                  <a:pt x="4248" y="1783"/>
                </a:lnTo>
                <a:lnTo>
                  <a:pt x="4247" y="1784"/>
                </a:lnTo>
                <a:lnTo>
                  <a:pt x="4246" y="1784"/>
                </a:lnTo>
                <a:lnTo>
                  <a:pt x="4246" y="1783"/>
                </a:lnTo>
                <a:lnTo>
                  <a:pt x="4245" y="1783"/>
                </a:lnTo>
                <a:lnTo>
                  <a:pt x="4244" y="1783"/>
                </a:lnTo>
                <a:lnTo>
                  <a:pt x="4244" y="1784"/>
                </a:lnTo>
                <a:lnTo>
                  <a:pt x="4244" y="1785"/>
                </a:lnTo>
                <a:lnTo>
                  <a:pt x="4243" y="1785"/>
                </a:lnTo>
                <a:lnTo>
                  <a:pt x="4242" y="1786"/>
                </a:lnTo>
                <a:lnTo>
                  <a:pt x="4242" y="1785"/>
                </a:lnTo>
                <a:lnTo>
                  <a:pt x="4242" y="1784"/>
                </a:lnTo>
                <a:lnTo>
                  <a:pt x="4241" y="1784"/>
                </a:lnTo>
                <a:lnTo>
                  <a:pt x="4240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8" y="1784"/>
                </a:lnTo>
                <a:lnTo>
                  <a:pt x="4238" y="1785"/>
                </a:lnTo>
                <a:lnTo>
                  <a:pt x="4239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1" y="1787"/>
                </a:lnTo>
                <a:lnTo>
                  <a:pt x="4230" y="1788"/>
                </a:lnTo>
                <a:lnTo>
                  <a:pt x="4229" y="1789"/>
                </a:lnTo>
                <a:lnTo>
                  <a:pt x="4228" y="1789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2" y="1790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5" y="1790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18" y="1786"/>
                </a:lnTo>
                <a:lnTo>
                  <a:pt x="4218" y="1787"/>
                </a:lnTo>
                <a:lnTo>
                  <a:pt x="4217" y="1786"/>
                </a:lnTo>
                <a:lnTo>
                  <a:pt x="4218" y="1786"/>
                </a:lnTo>
                <a:lnTo>
                  <a:pt x="4218" y="1785"/>
                </a:lnTo>
                <a:lnTo>
                  <a:pt x="4218" y="1784"/>
                </a:lnTo>
                <a:lnTo>
                  <a:pt x="4219" y="1785"/>
                </a:lnTo>
                <a:lnTo>
                  <a:pt x="4219" y="1784"/>
                </a:lnTo>
                <a:lnTo>
                  <a:pt x="4219" y="1783"/>
                </a:lnTo>
                <a:lnTo>
                  <a:pt x="4220" y="1782"/>
                </a:lnTo>
                <a:lnTo>
                  <a:pt x="4220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3" y="1780"/>
                </a:lnTo>
                <a:lnTo>
                  <a:pt x="4222" y="1780"/>
                </a:lnTo>
                <a:lnTo>
                  <a:pt x="4222" y="1779"/>
                </a:lnTo>
                <a:lnTo>
                  <a:pt x="4221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6" y="1770"/>
                </a:lnTo>
                <a:lnTo>
                  <a:pt x="4216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5" y="1773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5"/>
                </a:lnTo>
                <a:lnTo>
                  <a:pt x="4217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4"/>
                </a:lnTo>
                <a:lnTo>
                  <a:pt x="4209" y="1774"/>
                </a:lnTo>
                <a:lnTo>
                  <a:pt x="4209" y="1773"/>
                </a:lnTo>
                <a:lnTo>
                  <a:pt x="4209" y="1774"/>
                </a:lnTo>
                <a:lnTo>
                  <a:pt x="4207" y="1774"/>
                </a:lnTo>
                <a:lnTo>
                  <a:pt x="4206" y="1775"/>
                </a:lnTo>
                <a:lnTo>
                  <a:pt x="4205" y="1775"/>
                </a:lnTo>
                <a:lnTo>
                  <a:pt x="4204" y="1776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1"/>
                </a:lnTo>
                <a:lnTo>
                  <a:pt x="4200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199" y="1784"/>
                </a:lnTo>
                <a:lnTo>
                  <a:pt x="4200" y="1785"/>
                </a:lnTo>
                <a:lnTo>
                  <a:pt x="4199" y="1786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0" y="1793"/>
                </a:lnTo>
                <a:lnTo>
                  <a:pt x="4209" y="1794"/>
                </a:lnTo>
                <a:lnTo>
                  <a:pt x="4207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1" y="1794"/>
                </a:lnTo>
                <a:lnTo>
                  <a:pt x="4211" y="1795"/>
                </a:lnTo>
                <a:lnTo>
                  <a:pt x="4212" y="1795"/>
                </a:lnTo>
                <a:lnTo>
                  <a:pt x="4212" y="1796"/>
                </a:lnTo>
                <a:lnTo>
                  <a:pt x="4211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1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2" y="1798"/>
                </a:lnTo>
                <a:lnTo>
                  <a:pt x="4213" y="1797"/>
                </a:lnTo>
                <a:lnTo>
                  <a:pt x="4213" y="1796"/>
                </a:lnTo>
                <a:lnTo>
                  <a:pt x="4213" y="1797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4" y="1796"/>
                </a:lnTo>
                <a:lnTo>
                  <a:pt x="4214" y="1795"/>
                </a:lnTo>
                <a:lnTo>
                  <a:pt x="4215" y="1795"/>
                </a:lnTo>
                <a:lnTo>
                  <a:pt x="4215" y="1794"/>
                </a:lnTo>
                <a:lnTo>
                  <a:pt x="4216" y="1794"/>
                </a:lnTo>
                <a:lnTo>
                  <a:pt x="4217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0" y="1801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7" y="1805"/>
                </a:lnTo>
                <a:lnTo>
                  <a:pt x="4207" y="1806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5" y="1805"/>
                </a:lnTo>
                <a:lnTo>
                  <a:pt x="4206" y="1805"/>
                </a:lnTo>
                <a:lnTo>
                  <a:pt x="4206" y="1804"/>
                </a:lnTo>
                <a:lnTo>
                  <a:pt x="4207" y="1804"/>
                </a:lnTo>
                <a:lnTo>
                  <a:pt x="4207" y="1803"/>
                </a:lnTo>
                <a:lnTo>
                  <a:pt x="4208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1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4"/>
                </a:lnTo>
                <a:lnTo>
                  <a:pt x="4201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5"/>
                </a:lnTo>
                <a:lnTo>
                  <a:pt x="4199" y="1806"/>
                </a:lnTo>
                <a:lnTo>
                  <a:pt x="4198" y="1806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7"/>
                </a:lnTo>
                <a:lnTo>
                  <a:pt x="4196" y="1808"/>
                </a:lnTo>
                <a:lnTo>
                  <a:pt x="4195" y="1808"/>
                </a:lnTo>
                <a:lnTo>
                  <a:pt x="4195" y="1809"/>
                </a:lnTo>
                <a:lnTo>
                  <a:pt x="4194" y="1810"/>
                </a:lnTo>
                <a:lnTo>
                  <a:pt x="4194" y="1811"/>
                </a:lnTo>
                <a:lnTo>
                  <a:pt x="4193" y="1812"/>
                </a:lnTo>
                <a:lnTo>
                  <a:pt x="4193" y="1813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2"/>
                </a:lnTo>
                <a:lnTo>
                  <a:pt x="4187" y="1823"/>
                </a:lnTo>
                <a:lnTo>
                  <a:pt x="4186" y="1822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0"/>
                </a:lnTo>
                <a:lnTo>
                  <a:pt x="4182" y="1821"/>
                </a:lnTo>
                <a:lnTo>
                  <a:pt x="4181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3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4" y="1826"/>
                </a:lnTo>
                <a:lnTo>
                  <a:pt x="4183" y="1826"/>
                </a:lnTo>
                <a:lnTo>
                  <a:pt x="4182" y="1827"/>
                </a:lnTo>
                <a:lnTo>
                  <a:pt x="4181" y="1828"/>
                </a:lnTo>
                <a:lnTo>
                  <a:pt x="4181" y="1829"/>
                </a:lnTo>
                <a:lnTo>
                  <a:pt x="4181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2" y="1833"/>
                </a:lnTo>
                <a:lnTo>
                  <a:pt x="4181" y="1833"/>
                </a:lnTo>
                <a:lnTo>
                  <a:pt x="4180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0" y="1837"/>
                </a:lnTo>
                <a:lnTo>
                  <a:pt x="4171" y="1837"/>
                </a:lnTo>
                <a:lnTo>
                  <a:pt x="4170" y="1838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7" y="1838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3"/>
                </a:lnTo>
                <a:lnTo>
                  <a:pt x="4166" y="1834"/>
                </a:lnTo>
                <a:lnTo>
                  <a:pt x="4165" y="1834"/>
                </a:lnTo>
                <a:lnTo>
                  <a:pt x="4165" y="1835"/>
                </a:lnTo>
                <a:lnTo>
                  <a:pt x="4165" y="1834"/>
                </a:lnTo>
                <a:lnTo>
                  <a:pt x="4164" y="1835"/>
                </a:lnTo>
                <a:lnTo>
                  <a:pt x="4163" y="1836"/>
                </a:lnTo>
                <a:lnTo>
                  <a:pt x="4162" y="1836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7" y="1836"/>
                </a:lnTo>
                <a:lnTo>
                  <a:pt x="4158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7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6" y="1840"/>
                </a:lnTo>
                <a:lnTo>
                  <a:pt x="4157" y="1840"/>
                </a:lnTo>
                <a:lnTo>
                  <a:pt x="4156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6" y="1843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5" y="1846"/>
                </a:lnTo>
                <a:lnTo>
                  <a:pt x="4155" y="1847"/>
                </a:lnTo>
                <a:lnTo>
                  <a:pt x="4154" y="1848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4"/>
                </a:lnTo>
                <a:lnTo>
                  <a:pt x="4151" y="1855"/>
                </a:lnTo>
                <a:lnTo>
                  <a:pt x="4150" y="1856"/>
                </a:lnTo>
                <a:lnTo>
                  <a:pt x="4150" y="1857"/>
                </a:lnTo>
                <a:lnTo>
                  <a:pt x="4149" y="1857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1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7" y="1864"/>
                </a:lnTo>
                <a:lnTo>
                  <a:pt x="4147" y="1867"/>
                </a:lnTo>
                <a:lnTo>
                  <a:pt x="4146" y="1867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2" y="1865"/>
                </a:lnTo>
                <a:lnTo>
                  <a:pt x="4142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2" y="1866"/>
                </a:lnTo>
                <a:lnTo>
                  <a:pt x="4141" y="1865"/>
                </a:lnTo>
                <a:lnTo>
                  <a:pt x="4141" y="1866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8" y="1869"/>
                </a:lnTo>
                <a:lnTo>
                  <a:pt x="4137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5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4" y="1879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4" y="1887"/>
                </a:lnTo>
                <a:lnTo>
                  <a:pt x="4133" y="1887"/>
                </a:lnTo>
                <a:lnTo>
                  <a:pt x="4133" y="1888"/>
                </a:lnTo>
                <a:lnTo>
                  <a:pt x="4134" y="1887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1" y="1889"/>
                </a:lnTo>
                <a:lnTo>
                  <a:pt x="4132" y="1889"/>
                </a:lnTo>
                <a:lnTo>
                  <a:pt x="4132" y="1888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8" y="1889"/>
                </a:lnTo>
                <a:lnTo>
                  <a:pt x="4127" y="1890"/>
                </a:lnTo>
                <a:lnTo>
                  <a:pt x="4126" y="1889"/>
                </a:lnTo>
                <a:lnTo>
                  <a:pt x="4126" y="1890"/>
                </a:lnTo>
                <a:lnTo>
                  <a:pt x="4125" y="1890"/>
                </a:lnTo>
                <a:lnTo>
                  <a:pt x="4124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2"/>
                </a:lnTo>
                <a:lnTo>
                  <a:pt x="4120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7" y="1901"/>
                </a:lnTo>
                <a:lnTo>
                  <a:pt x="4117" y="1903"/>
                </a:lnTo>
                <a:lnTo>
                  <a:pt x="4117" y="1904"/>
                </a:lnTo>
                <a:lnTo>
                  <a:pt x="4118" y="1906"/>
                </a:lnTo>
                <a:lnTo>
                  <a:pt x="4117" y="1906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3"/>
                </a:lnTo>
                <a:lnTo>
                  <a:pt x="4116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8" y="1915"/>
                </a:lnTo>
                <a:lnTo>
                  <a:pt x="4117" y="1915"/>
                </a:lnTo>
                <a:lnTo>
                  <a:pt x="4117" y="1916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19"/>
                </a:lnTo>
                <a:lnTo>
                  <a:pt x="4124" y="1919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29" y="1922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3" y="1923"/>
                </a:lnTo>
                <a:lnTo>
                  <a:pt x="4133" y="1924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8" y="1925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2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7"/>
                </a:lnTo>
                <a:lnTo>
                  <a:pt x="4143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1" y="1930"/>
                </a:lnTo>
                <a:lnTo>
                  <a:pt x="4142" y="1930"/>
                </a:lnTo>
                <a:lnTo>
                  <a:pt x="4141" y="1930"/>
                </a:lnTo>
                <a:lnTo>
                  <a:pt x="4141" y="1931"/>
                </a:lnTo>
                <a:lnTo>
                  <a:pt x="4140" y="1931"/>
                </a:lnTo>
                <a:lnTo>
                  <a:pt x="4141" y="1932"/>
                </a:lnTo>
                <a:lnTo>
                  <a:pt x="4143" y="1933"/>
                </a:lnTo>
                <a:lnTo>
                  <a:pt x="4145" y="1935"/>
                </a:lnTo>
                <a:lnTo>
                  <a:pt x="4147" y="1937"/>
                </a:lnTo>
                <a:lnTo>
                  <a:pt x="4148" y="1936"/>
                </a:lnTo>
                <a:lnTo>
                  <a:pt x="4150" y="1936"/>
                </a:lnTo>
                <a:lnTo>
                  <a:pt x="4149" y="1938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0"/>
                </a:lnTo>
                <a:lnTo>
                  <a:pt x="4152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7" y="1947"/>
                </a:lnTo>
                <a:lnTo>
                  <a:pt x="4157" y="1948"/>
                </a:lnTo>
                <a:lnTo>
                  <a:pt x="4158" y="1947"/>
                </a:lnTo>
                <a:lnTo>
                  <a:pt x="4159" y="1947"/>
                </a:lnTo>
                <a:lnTo>
                  <a:pt x="4160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5" y="1947"/>
                </a:lnTo>
                <a:lnTo>
                  <a:pt x="4167" y="1948"/>
                </a:lnTo>
                <a:lnTo>
                  <a:pt x="4169" y="1949"/>
                </a:lnTo>
                <a:lnTo>
                  <a:pt x="4169" y="1950"/>
                </a:lnTo>
                <a:lnTo>
                  <a:pt x="4170" y="1949"/>
                </a:lnTo>
                <a:lnTo>
                  <a:pt x="4170" y="1950"/>
                </a:lnTo>
                <a:lnTo>
                  <a:pt x="4171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0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8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8"/>
                </a:lnTo>
                <a:lnTo>
                  <a:pt x="4195" y="1959"/>
                </a:lnTo>
                <a:lnTo>
                  <a:pt x="4195" y="1960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4" y="1971"/>
                </a:lnTo>
                <a:lnTo>
                  <a:pt x="4214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20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9"/>
                </a:lnTo>
                <a:lnTo>
                  <a:pt x="4224" y="2000"/>
                </a:lnTo>
                <a:lnTo>
                  <a:pt x="4225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7" y="2004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6"/>
                </a:lnTo>
                <a:lnTo>
                  <a:pt x="4228" y="2007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4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6" y="2022"/>
                </a:lnTo>
                <a:lnTo>
                  <a:pt x="4237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9" y="2027"/>
                </a:lnTo>
                <a:lnTo>
                  <a:pt x="4239" y="2029"/>
                </a:lnTo>
                <a:lnTo>
                  <a:pt x="4240" y="2029"/>
                </a:lnTo>
                <a:lnTo>
                  <a:pt x="4240" y="2031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4"/>
                </a:lnTo>
                <a:lnTo>
                  <a:pt x="4241" y="2035"/>
                </a:lnTo>
                <a:lnTo>
                  <a:pt x="4242" y="2035"/>
                </a:lnTo>
                <a:lnTo>
                  <a:pt x="4242" y="2036"/>
                </a:lnTo>
                <a:lnTo>
                  <a:pt x="4242" y="2037"/>
                </a:lnTo>
                <a:lnTo>
                  <a:pt x="4241" y="2038"/>
                </a:lnTo>
                <a:lnTo>
                  <a:pt x="4240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0" y="2043"/>
                </a:lnTo>
                <a:lnTo>
                  <a:pt x="4240" y="2044"/>
                </a:lnTo>
                <a:lnTo>
                  <a:pt x="4240" y="2045"/>
                </a:lnTo>
                <a:lnTo>
                  <a:pt x="4239" y="2046"/>
                </a:lnTo>
                <a:lnTo>
                  <a:pt x="4238" y="2046"/>
                </a:lnTo>
                <a:lnTo>
                  <a:pt x="4239" y="2046"/>
                </a:lnTo>
                <a:lnTo>
                  <a:pt x="4239" y="2047"/>
                </a:lnTo>
                <a:lnTo>
                  <a:pt x="4241" y="2049"/>
                </a:lnTo>
                <a:lnTo>
                  <a:pt x="4243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7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4"/>
                </a:lnTo>
                <a:lnTo>
                  <a:pt x="4250" y="2054"/>
                </a:lnTo>
                <a:lnTo>
                  <a:pt x="4251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3" y="2065"/>
                </a:lnTo>
                <a:lnTo>
                  <a:pt x="4254" y="2065"/>
                </a:lnTo>
                <a:lnTo>
                  <a:pt x="4254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4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0" y="2069"/>
                </a:lnTo>
                <a:lnTo>
                  <a:pt x="4252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2"/>
                </a:lnTo>
                <a:lnTo>
                  <a:pt x="4258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59" y="2075"/>
                </a:lnTo>
                <a:lnTo>
                  <a:pt x="4260" y="2077"/>
                </a:lnTo>
                <a:lnTo>
                  <a:pt x="4261" y="2079"/>
                </a:lnTo>
                <a:lnTo>
                  <a:pt x="4261" y="2080"/>
                </a:lnTo>
                <a:lnTo>
                  <a:pt x="4263" y="2080"/>
                </a:lnTo>
                <a:lnTo>
                  <a:pt x="4264" y="2079"/>
                </a:lnTo>
                <a:lnTo>
                  <a:pt x="4265" y="2081"/>
                </a:lnTo>
                <a:lnTo>
                  <a:pt x="4264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6"/>
                </a:lnTo>
                <a:lnTo>
                  <a:pt x="4267" y="2097"/>
                </a:lnTo>
                <a:lnTo>
                  <a:pt x="4264" y="2097"/>
                </a:lnTo>
                <a:lnTo>
                  <a:pt x="4263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0" y="2101"/>
                </a:lnTo>
                <a:lnTo>
                  <a:pt x="4269" y="2101"/>
                </a:lnTo>
                <a:lnTo>
                  <a:pt x="4269" y="2102"/>
                </a:lnTo>
                <a:lnTo>
                  <a:pt x="4270" y="2101"/>
                </a:lnTo>
                <a:lnTo>
                  <a:pt x="4271" y="2102"/>
                </a:lnTo>
                <a:lnTo>
                  <a:pt x="4271" y="2103"/>
                </a:lnTo>
                <a:lnTo>
                  <a:pt x="4271" y="2106"/>
                </a:lnTo>
                <a:lnTo>
                  <a:pt x="4271" y="2107"/>
                </a:lnTo>
                <a:lnTo>
                  <a:pt x="4270" y="2107"/>
                </a:lnTo>
                <a:lnTo>
                  <a:pt x="4270" y="2108"/>
                </a:lnTo>
                <a:lnTo>
                  <a:pt x="4271" y="2108"/>
                </a:lnTo>
                <a:lnTo>
                  <a:pt x="4271" y="2109"/>
                </a:lnTo>
                <a:lnTo>
                  <a:pt x="4272" y="2111"/>
                </a:lnTo>
                <a:lnTo>
                  <a:pt x="4273" y="2111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2" y="2115"/>
                </a:lnTo>
                <a:lnTo>
                  <a:pt x="4272" y="2116"/>
                </a:lnTo>
                <a:lnTo>
                  <a:pt x="4273" y="2116"/>
                </a:lnTo>
                <a:lnTo>
                  <a:pt x="4273" y="2115"/>
                </a:lnTo>
                <a:lnTo>
                  <a:pt x="4275" y="2115"/>
                </a:lnTo>
                <a:lnTo>
                  <a:pt x="4277" y="2115"/>
                </a:lnTo>
                <a:lnTo>
                  <a:pt x="4276" y="2127"/>
                </a:lnTo>
                <a:lnTo>
                  <a:pt x="4275" y="2127"/>
                </a:lnTo>
                <a:lnTo>
                  <a:pt x="4275" y="2131"/>
                </a:lnTo>
                <a:lnTo>
                  <a:pt x="4272" y="2131"/>
                </a:lnTo>
                <a:lnTo>
                  <a:pt x="4271" y="2132"/>
                </a:lnTo>
                <a:lnTo>
                  <a:pt x="4271" y="2133"/>
                </a:lnTo>
                <a:lnTo>
                  <a:pt x="4270" y="2134"/>
                </a:lnTo>
                <a:lnTo>
                  <a:pt x="4270" y="2135"/>
                </a:lnTo>
                <a:lnTo>
                  <a:pt x="4271" y="2135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6" y="2138"/>
                </a:lnTo>
                <a:lnTo>
                  <a:pt x="4277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5" y="2142"/>
                </a:lnTo>
                <a:lnTo>
                  <a:pt x="4275" y="2143"/>
                </a:lnTo>
                <a:lnTo>
                  <a:pt x="4275" y="2144"/>
                </a:lnTo>
                <a:lnTo>
                  <a:pt x="4276" y="2143"/>
                </a:lnTo>
                <a:lnTo>
                  <a:pt x="4277" y="2143"/>
                </a:lnTo>
                <a:lnTo>
                  <a:pt x="4278" y="2143"/>
                </a:lnTo>
                <a:lnTo>
                  <a:pt x="4278" y="2144"/>
                </a:lnTo>
                <a:lnTo>
                  <a:pt x="4279" y="2143"/>
                </a:lnTo>
                <a:lnTo>
                  <a:pt x="4281" y="2144"/>
                </a:lnTo>
                <a:lnTo>
                  <a:pt x="4281" y="2143"/>
                </a:lnTo>
                <a:lnTo>
                  <a:pt x="4284" y="2145"/>
                </a:lnTo>
                <a:lnTo>
                  <a:pt x="4283" y="2146"/>
                </a:lnTo>
                <a:lnTo>
                  <a:pt x="4282" y="2147"/>
                </a:lnTo>
                <a:lnTo>
                  <a:pt x="4283" y="2147"/>
                </a:lnTo>
                <a:lnTo>
                  <a:pt x="4283" y="2148"/>
                </a:lnTo>
                <a:lnTo>
                  <a:pt x="4284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50"/>
                </a:lnTo>
                <a:lnTo>
                  <a:pt x="4290" y="2150"/>
                </a:lnTo>
                <a:lnTo>
                  <a:pt x="4291" y="2150"/>
                </a:lnTo>
                <a:lnTo>
                  <a:pt x="4298" y="2154"/>
                </a:lnTo>
                <a:lnTo>
                  <a:pt x="4296" y="2157"/>
                </a:lnTo>
                <a:lnTo>
                  <a:pt x="4297" y="2157"/>
                </a:lnTo>
                <a:lnTo>
                  <a:pt x="4298" y="2157"/>
                </a:lnTo>
                <a:lnTo>
                  <a:pt x="4300" y="2156"/>
                </a:lnTo>
                <a:lnTo>
                  <a:pt x="4303" y="2157"/>
                </a:lnTo>
                <a:lnTo>
                  <a:pt x="4303" y="2158"/>
                </a:lnTo>
                <a:lnTo>
                  <a:pt x="4305" y="2159"/>
                </a:lnTo>
                <a:lnTo>
                  <a:pt x="4306" y="2158"/>
                </a:lnTo>
                <a:lnTo>
                  <a:pt x="4307" y="2158"/>
                </a:lnTo>
                <a:lnTo>
                  <a:pt x="4309" y="2159"/>
                </a:lnTo>
                <a:lnTo>
                  <a:pt x="4310" y="2159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2"/>
                </a:lnTo>
                <a:lnTo>
                  <a:pt x="4316" y="2163"/>
                </a:lnTo>
                <a:lnTo>
                  <a:pt x="4317" y="2164"/>
                </a:lnTo>
                <a:lnTo>
                  <a:pt x="4317" y="2165"/>
                </a:lnTo>
                <a:lnTo>
                  <a:pt x="4317" y="2166"/>
                </a:lnTo>
                <a:lnTo>
                  <a:pt x="4317" y="2169"/>
                </a:lnTo>
                <a:lnTo>
                  <a:pt x="4317" y="2171"/>
                </a:lnTo>
                <a:lnTo>
                  <a:pt x="4318" y="2173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6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1" y="2180"/>
                </a:lnTo>
                <a:lnTo>
                  <a:pt x="4322" y="2181"/>
                </a:lnTo>
                <a:lnTo>
                  <a:pt x="4323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2" y="2184"/>
                </a:lnTo>
                <a:lnTo>
                  <a:pt x="4321" y="2184"/>
                </a:lnTo>
                <a:lnTo>
                  <a:pt x="4320" y="2185"/>
                </a:lnTo>
                <a:lnTo>
                  <a:pt x="4318" y="2184"/>
                </a:lnTo>
                <a:lnTo>
                  <a:pt x="4316" y="2183"/>
                </a:lnTo>
                <a:lnTo>
                  <a:pt x="4315" y="2183"/>
                </a:lnTo>
                <a:lnTo>
                  <a:pt x="4314" y="2183"/>
                </a:lnTo>
                <a:lnTo>
                  <a:pt x="4314" y="2184"/>
                </a:lnTo>
                <a:lnTo>
                  <a:pt x="4313" y="2184"/>
                </a:lnTo>
                <a:lnTo>
                  <a:pt x="4312" y="2184"/>
                </a:lnTo>
                <a:lnTo>
                  <a:pt x="4313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7" y="2185"/>
                </a:lnTo>
                <a:lnTo>
                  <a:pt x="4317" y="2187"/>
                </a:lnTo>
                <a:lnTo>
                  <a:pt x="4318" y="2187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8"/>
                </a:lnTo>
                <a:lnTo>
                  <a:pt x="4325" y="2188"/>
                </a:lnTo>
                <a:lnTo>
                  <a:pt x="4326" y="2189"/>
                </a:lnTo>
                <a:lnTo>
                  <a:pt x="4326" y="2190"/>
                </a:lnTo>
                <a:lnTo>
                  <a:pt x="4327" y="2191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4"/>
                </a:lnTo>
                <a:lnTo>
                  <a:pt x="4334" y="2194"/>
                </a:lnTo>
                <a:lnTo>
                  <a:pt x="4342" y="2197"/>
                </a:lnTo>
                <a:lnTo>
                  <a:pt x="4346" y="2199"/>
                </a:lnTo>
                <a:lnTo>
                  <a:pt x="4348" y="2201"/>
                </a:lnTo>
                <a:lnTo>
                  <a:pt x="4347" y="2201"/>
                </a:lnTo>
                <a:lnTo>
                  <a:pt x="4346" y="2203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1" y="2207"/>
                </a:lnTo>
                <a:lnTo>
                  <a:pt x="4352" y="2208"/>
                </a:lnTo>
                <a:lnTo>
                  <a:pt x="4352" y="2209"/>
                </a:lnTo>
                <a:lnTo>
                  <a:pt x="4353" y="2208"/>
                </a:lnTo>
                <a:lnTo>
                  <a:pt x="4354" y="2209"/>
                </a:lnTo>
                <a:lnTo>
                  <a:pt x="4358" y="2219"/>
                </a:lnTo>
                <a:lnTo>
                  <a:pt x="4358" y="2221"/>
                </a:lnTo>
                <a:lnTo>
                  <a:pt x="4359" y="2221"/>
                </a:lnTo>
                <a:lnTo>
                  <a:pt x="4359" y="2222"/>
                </a:lnTo>
                <a:lnTo>
                  <a:pt x="4359" y="2223"/>
                </a:lnTo>
                <a:lnTo>
                  <a:pt x="4360" y="2223"/>
                </a:lnTo>
                <a:lnTo>
                  <a:pt x="4360" y="2224"/>
                </a:lnTo>
                <a:lnTo>
                  <a:pt x="4360" y="2225"/>
                </a:lnTo>
                <a:lnTo>
                  <a:pt x="4361" y="2225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3"/>
                </a:lnTo>
                <a:lnTo>
                  <a:pt x="4362" y="2235"/>
                </a:lnTo>
                <a:lnTo>
                  <a:pt x="4361" y="2236"/>
                </a:lnTo>
                <a:lnTo>
                  <a:pt x="4360" y="2236"/>
                </a:lnTo>
                <a:lnTo>
                  <a:pt x="4359" y="2236"/>
                </a:lnTo>
                <a:lnTo>
                  <a:pt x="4359" y="2239"/>
                </a:lnTo>
                <a:lnTo>
                  <a:pt x="4359" y="2242"/>
                </a:lnTo>
                <a:lnTo>
                  <a:pt x="4359" y="2245"/>
                </a:lnTo>
                <a:lnTo>
                  <a:pt x="4359" y="2247"/>
                </a:lnTo>
                <a:lnTo>
                  <a:pt x="4360" y="2247"/>
                </a:lnTo>
                <a:lnTo>
                  <a:pt x="4362" y="2248"/>
                </a:lnTo>
                <a:lnTo>
                  <a:pt x="4366" y="2251"/>
                </a:lnTo>
                <a:lnTo>
                  <a:pt x="4367" y="2252"/>
                </a:lnTo>
                <a:lnTo>
                  <a:pt x="4368" y="2253"/>
                </a:lnTo>
                <a:lnTo>
                  <a:pt x="4369" y="2255"/>
                </a:lnTo>
                <a:lnTo>
                  <a:pt x="4369" y="2256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59"/>
                </a:lnTo>
                <a:lnTo>
                  <a:pt x="4367" y="2259"/>
                </a:lnTo>
                <a:lnTo>
                  <a:pt x="4366" y="2259"/>
                </a:lnTo>
                <a:lnTo>
                  <a:pt x="4363" y="2261"/>
                </a:lnTo>
                <a:lnTo>
                  <a:pt x="4359" y="2262"/>
                </a:lnTo>
                <a:lnTo>
                  <a:pt x="4359" y="2263"/>
                </a:lnTo>
                <a:lnTo>
                  <a:pt x="4359" y="2270"/>
                </a:lnTo>
                <a:lnTo>
                  <a:pt x="4362" y="2272"/>
                </a:lnTo>
                <a:lnTo>
                  <a:pt x="4361" y="2274"/>
                </a:lnTo>
                <a:lnTo>
                  <a:pt x="4363" y="2275"/>
                </a:lnTo>
                <a:lnTo>
                  <a:pt x="4368" y="2275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8"/>
                </a:lnTo>
                <a:lnTo>
                  <a:pt x="4368" y="2277"/>
                </a:lnTo>
                <a:lnTo>
                  <a:pt x="4367" y="2277"/>
                </a:lnTo>
                <a:lnTo>
                  <a:pt x="4365" y="2277"/>
                </a:lnTo>
                <a:lnTo>
                  <a:pt x="4360" y="2277"/>
                </a:lnTo>
                <a:lnTo>
                  <a:pt x="4357" y="2277"/>
                </a:lnTo>
                <a:lnTo>
                  <a:pt x="4356" y="2277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2"/>
                </a:lnTo>
                <a:lnTo>
                  <a:pt x="4355" y="2283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3" y="2283"/>
                </a:lnTo>
                <a:lnTo>
                  <a:pt x="4353" y="2284"/>
                </a:lnTo>
                <a:lnTo>
                  <a:pt x="4351" y="2284"/>
                </a:lnTo>
                <a:lnTo>
                  <a:pt x="4349" y="2285"/>
                </a:lnTo>
                <a:lnTo>
                  <a:pt x="4350" y="2286"/>
                </a:lnTo>
                <a:lnTo>
                  <a:pt x="4351" y="2287"/>
                </a:lnTo>
                <a:lnTo>
                  <a:pt x="4353" y="2290"/>
                </a:lnTo>
                <a:lnTo>
                  <a:pt x="4354" y="2290"/>
                </a:lnTo>
                <a:lnTo>
                  <a:pt x="4355" y="2291"/>
                </a:lnTo>
                <a:lnTo>
                  <a:pt x="4359" y="2294"/>
                </a:lnTo>
                <a:lnTo>
                  <a:pt x="4357" y="2296"/>
                </a:lnTo>
                <a:lnTo>
                  <a:pt x="4358" y="2296"/>
                </a:lnTo>
                <a:lnTo>
                  <a:pt x="4360" y="2300"/>
                </a:lnTo>
                <a:lnTo>
                  <a:pt x="4364" y="2306"/>
                </a:lnTo>
                <a:lnTo>
                  <a:pt x="4364" y="2307"/>
                </a:lnTo>
                <a:lnTo>
                  <a:pt x="4365" y="2307"/>
                </a:lnTo>
                <a:lnTo>
                  <a:pt x="4368" y="2316"/>
                </a:lnTo>
                <a:lnTo>
                  <a:pt x="4367" y="2319"/>
                </a:lnTo>
                <a:lnTo>
                  <a:pt x="4367" y="2320"/>
                </a:lnTo>
                <a:lnTo>
                  <a:pt x="4365" y="2320"/>
                </a:lnTo>
                <a:lnTo>
                  <a:pt x="4362" y="2322"/>
                </a:lnTo>
                <a:lnTo>
                  <a:pt x="4360" y="2323"/>
                </a:lnTo>
                <a:lnTo>
                  <a:pt x="4359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9" y="2323"/>
                </a:lnTo>
                <a:lnTo>
                  <a:pt x="4347" y="2323"/>
                </a:lnTo>
                <a:lnTo>
                  <a:pt x="4346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0" y="2323"/>
                </a:lnTo>
                <a:lnTo>
                  <a:pt x="4339" y="2323"/>
                </a:lnTo>
                <a:lnTo>
                  <a:pt x="4339" y="2324"/>
                </a:lnTo>
                <a:lnTo>
                  <a:pt x="4336" y="2324"/>
                </a:lnTo>
                <a:lnTo>
                  <a:pt x="4335" y="2324"/>
                </a:lnTo>
                <a:lnTo>
                  <a:pt x="4333" y="2325"/>
                </a:lnTo>
                <a:lnTo>
                  <a:pt x="4331" y="2326"/>
                </a:lnTo>
                <a:lnTo>
                  <a:pt x="4328" y="2327"/>
                </a:lnTo>
                <a:lnTo>
                  <a:pt x="4328" y="2326"/>
                </a:lnTo>
                <a:lnTo>
                  <a:pt x="4327" y="2326"/>
                </a:lnTo>
                <a:lnTo>
                  <a:pt x="4326" y="2326"/>
                </a:lnTo>
                <a:lnTo>
                  <a:pt x="4326" y="2327"/>
                </a:lnTo>
                <a:lnTo>
                  <a:pt x="4324" y="2328"/>
                </a:lnTo>
                <a:lnTo>
                  <a:pt x="4323" y="2329"/>
                </a:lnTo>
                <a:lnTo>
                  <a:pt x="4321" y="2330"/>
                </a:lnTo>
                <a:lnTo>
                  <a:pt x="4318" y="2331"/>
                </a:lnTo>
                <a:lnTo>
                  <a:pt x="4317" y="2332"/>
                </a:lnTo>
                <a:lnTo>
                  <a:pt x="4316" y="2332"/>
                </a:lnTo>
                <a:lnTo>
                  <a:pt x="4315" y="2334"/>
                </a:lnTo>
                <a:lnTo>
                  <a:pt x="4314" y="2334"/>
                </a:lnTo>
                <a:lnTo>
                  <a:pt x="4312" y="2336"/>
                </a:lnTo>
                <a:lnTo>
                  <a:pt x="4312" y="2337"/>
                </a:lnTo>
                <a:lnTo>
                  <a:pt x="4311" y="2338"/>
                </a:lnTo>
                <a:lnTo>
                  <a:pt x="4310" y="2337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7" y="2338"/>
                </a:lnTo>
                <a:lnTo>
                  <a:pt x="4306" y="2338"/>
                </a:lnTo>
                <a:lnTo>
                  <a:pt x="4304" y="2339"/>
                </a:lnTo>
                <a:lnTo>
                  <a:pt x="4303" y="2340"/>
                </a:lnTo>
                <a:lnTo>
                  <a:pt x="4303" y="2341"/>
                </a:lnTo>
                <a:lnTo>
                  <a:pt x="4301" y="2359"/>
                </a:lnTo>
                <a:lnTo>
                  <a:pt x="4301" y="2363"/>
                </a:lnTo>
                <a:lnTo>
                  <a:pt x="4301" y="2365"/>
                </a:lnTo>
                <a:lnTo>
                  <a:pt x="4300" y="2372"/>
                </a:lnTo>
                <a:lnTo>
                  <a:pt x="4304" y="2372"/>
                </a:lnTo>
                <a:lnTo>
                  <a:pt x="4304" y="2368"/>
                </a:lnTo>
                <a:lnTo>
                  <a:pt x="4307" y="2369"/>
                </a:lnTo>
                <a:lnTo>
                  <a:pt x="4310" y="2371"/>
                </a:lnTo>
                <a:lnTo>
                  <a:pt x="4314" y="2373"/>
                </a:lnTo>
                <a:lnTo>
                  <a:pt x="4313" y="2375"/>
                </a:lnTo>
                <a:lnTo>
                  <a:pt x="4316" y="2377"/>
                </a:lnTo>
                <a:lnTo>
                  <a:pt x="4317" y="2378"/>
                </a:lnTo>
                <a:lnTo>
                  <a:pt x="4319" y="2379"/>
                </a:lnTo>
                <a:lnTo>
                  <a:pt x="4322" y="2382"/>
                </a:lnTo>
                <a:lnTo>
                  <a:pt x="4323" y="2384"/>
                </a:lnTo>
                <a:lnTo>
                  <a:pt x="4324" y="2384"/>
                </a:lnTo>
                <a:lnTo>
                  <a:pt x="4327" y="2387"/>
                </a:lnTo>
                <a:lnTo>
                  <a:pt x="4328" y="2390"/>
                </a:lnTo>
                <a:lnTo>
                  <a:pt x="4329" y="2392"/>
                </a:lnTo>
                <a:lnTo>
                  <a:pt x="4331" y="2395"/>
                </a:lnTo>
                <a:lnTo>
                  <a:pt x="4333" y="2399"/>
                </a:lnTo>
                <a:lnTo>
                  <a:pt x="4336" y="2403"/>
                </a:lnTo>
                <a:lnTo>
                  <a:pt x="4336" y="2404"/>
                </a:lnTo>
                <a:lnTo>
                  <a:pt x="4337" y="2404"/>
                </a:lnTo>
                <a:lnTo>
                  <a:pt x="4338" y="2403"/>
                </a:lnTo>
                <a:lnTo>
                  <a:pt x="4341" y="2408"/>
                </a:lnTo>
                <a:lnTo>
                  <a:pt x="4340" y="2409"/>
                </a:lnTo>
                <a:lnTo>
                  <a:pt x="4341" y="2410"/>
                </a:lnTo>
                <a:lnTo>
                  <a:pt x="4342" y="2410"/>
                </a:lnTo>
                <a:lnTo>
                  <a:pt x="4343" y="2411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2" y="2414"/>
                </a:lnTo>
                <a:lnTo>
                  <a:pt x="4353" y="2414"/>
                </a:lnTo>
                <a:lnTo>
                  <a:pt x="4353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6"/>
                </a:lnTo>
                <a:lnTo>
                  <a:pt x="4357" y="2416"/>
                </a:lnTo>
                <a:lnTo>
                  <a:pt x="4359" y="2417"/>
                </a:lnTo>
                <a:lnTo>
                  <a:pt x="4360" y="2417"/>
                </a:lnTo>
                <a:lnTo>
                  <a:pt x="4362" y="2417"/>
                </a:lnTo>
                <a:lnTo>
                  <a:pt x="4362" y="2418"/>
                </a:lnTo>
                <a:lnTo>
                  <a:pt x="4363" y="2419"/>
                </a:lnTo>
                <a:lnTo>
                  <a:pt x="4364" y="2420"/>
                </a:lnTo>
                <a:lnTo>
                  <a:pt x="4364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1" y="2422"/>
                </a:lnTo>
                <a:lnTo>
                  <a:pt x="4372" y="2422"/>
                </a:lnTo>
                <a:lnTo>
                  <a:pt x="4372" y="2421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0"/>
                </a:lnTo>
                <a:lnTo>
                  <a:pt x="4380" y="2419"/>
                </a:lnTo>
                <a:lnTo>
                  <a:pt x="4381" y="2419"/>
                </a:lnTo>
                <a:lnTo>
                  <a:pt x="4382" y="2419"/>
                </a:lnTo>
                <a:lnTo>
                  <a:pt x="4382" y="2420"/>
                </a:lnTo>
                <a:lnTo>
                  <a:pt x="4382" y="2421"/>
                </a:lnTo>
                <a:lnTo>
                  <a:pt x="4382" y="2422"/>
                </a:lnTo>
                <a:lnTo>
                  <a:pt x="4381" y="2423"/>
                </a:lnTo>
                <a:lnTo>
                  <a:pt x="4380" y="2423"/>
                </a:lnTo>
                <a:lnTo>
                  <a:pt x="4379" y="2423"/>
                </a:lnTo>
                <a:lnTo>
                  <a:pt x="4379" y="2424"/>
                </a:lnTo>
                <a:lnTo>
                  <a:pt x="4378" y="2424"/>
                </a:lnTo>
                <a:lnTo>
                  <a:pt x="4377" y="2425"/>
                </a:lnTo>
                <a:lnTo>
                  <a:pt x="4376" y="2425"/>
                </a:lnTo>
                <a:lnTo>
                  <a:pt x="4375" y="2425"/>
                </a:lnTo>
                <a:lnTo>
                  <a:pt x="4374" y="2426"/>
                </a:lnTo>
                <a:lnTo>
                  <a:pt x="4375" y="2426"/>
                </a:lnTo>
                <a:lnTo>
                  <a:pt x="4374" y="2426"/>
                </a:lnTo>
                <a:lnTo>
                  <a:pt x="4373" y="2427"/>
                </a:lnTo>
                <a:lnTo>
                  <a:pt x="4372" y="2427"/>
                </a:lnTo>
                <a:lnTo>
                  <a:pt x="4370" y="2428"/>
                </a:lnTo>
                <a:lnTo>
                  <a:pt x="4369" y="2428"/>
                </a:lnTo>
                <a:lnTo>
                  <a:pt x="4368" y="2428"/>
                </a:lnTo>
                <a:lnTo>
                  <a:pt x="4368" y="2429"/>
                </a:lnTo>
                <a:lnTo>
                  <a:pt x="4367" y="2429"/>
                </a:lnTo>
                <a:lnTo>
                  <a:pt x="4367" y="2430"/>
                </a:lnTo>
                <a:lnTo>
                  <a:pt x="4365" y="2431"/>
                </a:lnTo>
                <a:lnTo>
                  <a:pt x="4364" y="2431"/>
                </a:lnTo>
                <a:lnTo>
                  <a:pt x="4364" y="2432"/>
                </a:lnTo>
                <a:lnTo>
                  <a:pt x="4363" y="2433"/>
                </a:lnTo>
                <a:lnTo>
                  <a:pt x="4362" y="2434"/>
                </a:lnTo>
                <a:lnTo>
                  <a:pt x="4362" y="2435"/>
                </a:lnTo>
                <a:lnTo>
                  <a:pt x="4361" y="2435"/>
                </a:lnTo>
                <a:lnTo>
                  <a:pt x="4360" y="2436"/>
                </a:lnTo>
                <a:lnTo>
                  <a:pt x="4360" y="2437"/>
                </a:lnTo>
                <a:lnTo>
                  <a:pt x="4360" y="2439"/>
                </a:lnTo>
                <a:lnTo>
                  <a:pt x="4358" y="2441"/>
                </a:lnTo>
                <a:lnTo>
                  <a:pt x="4357" y="2441"/>
                </a:lnTo>
                <a:lnTo>
                  <a:pt x="4356" y="2441"/>
                </a:lnTo>
                <a:lnTo>
                  <a:pt x="4356" y="2442"/>
                </a:lnTo>
                <a:lnTo>
                  <a:pt x="4355" y="2442"/>
                </a:lnTo>
                <a:lnTo>
                  <a:pt x="4354" y="2442"/>
                </a:lnTo>
                <a:lnTo>
                  <a:pt x="4354" y="2443"/>
                </a:lnTo>
                <a:lnTo>
                  <a:pt x="4352" y="2443"/>
                </a:lnTo>
                <a:lnTo>
                  <a:pt x="4352" y="2444"/>
                </a:lnTo>
                <a:lnTo>
                  <a:pt x="4351" y="2444"/>
                </a:lnTo>
                <a:lnTo>
                  <a:pt x="4350" y="2445"/>
                </a:lnTo>
                <a:lnTo>
                  <a:pt x="4350" y="2446"/>
                </a:lnTo>
                <a:lnTo>
                  <a:pt x="4349" y="2446"/>
                </a:lnTo>
                <a:lnTo>
                  <a:pt x="4349" y="2447"/>
                </a:lnTo>
                <a:lnTo>
                  <a:pt x="4348" y="2448"/>
                </a:lnTo>
                <a:lnTo>
                  <a:pt x="4347" y="2449"/>
                </a:lnTo>
                <a:lnTo>
                  <a:pt x="4347" y="2450"/>
                </a:lnTo>
                <a:lnTo>
                  <a:pt x="4345" y="2451"/>
                </a:lnTo>
                <a:lnTo>
                  <a:pt x="4345" y="2452"/>
                </a:lnTo>
                <a:lnTo>
                  <a:pt x="4344" y="2452"/>
                </a:lnTo>
                <a:lnTo>
                  <a:pt x="4344" y="2453"/>
                </a:lnTo>
                <a:lnTo>
                  <a:pt x="4344" y="2454"/>
                </a:lnTo>
                <a:lnTo>
                  <a:pt x="4343" y="2455"/>
                </a:lnTo>
                <a:lnTo>
                  <a:pt x="4342" y="2454"/>
                </a:lnTo>
                <a:lnTo>
                  <a:pt x="4341" y="2454"/>
                </a:lnTo>
                <a:lnTo>
                  <a:pt x="4340" y="2455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5" y="2456"/>
                </a:lnTo>
                <a:lnTo>
                  <a:pt x="4334" y="2457"/>
                </a:lnTo>
                <a:lnTo>
                  <a:pt x="4333" y="2457"/>
                </a:lnTo>
                <a:lnTo>
                  <a:pt x="4333" y="2456"/>
                </a:lnTo>
                <a:lnTo>
                  <a:pt x="4332" y="2456"/>
                </a:lnTo>
                <a:lnTo>
                  <a:pt x="4331" y="2456"/>
                </a:lnTo>
                <a:lnTo>
                  <a:pt x="4330" y="2457"/>
                </a:lnTo>
                <a:lnTo>
                  <a:pt x="4331" y="2457"/>
                </a:lnTo>
                <a:lnTo>
                  <a:pt x="4330" y="2457"/>
                </a:lnTo>
                <a:lnTo>
                  <a:pt x="4330" y="2458"/>
                </a:lnTo>
                <a:lnTo>
                  <a:pt x="4329" y="2458"/>
                </a:lnTo>
                <a:lnTo>
                  <a:pt x="4328" y="2459"/>
                </a:lnTo>
                <a:lnTo>
                  <a:pt x="4328" y="2460"/>
                </a:lnTo>
                <a:lnTo>
                  <a:pt x="4327" y="2460"/>
                </a:lnTo>
                <a:lnTo>
                  <a:pt x="4326" y="2460"/>
                </a:lnTo>
                <a:lnTo>
                  <a:pt x="4327" y="2459"/>
                </a:lnTo>
                <a:lnTo>
                  <a:pt x="4326" y="2458"/>
                </a:lnTo>
                <a:lnTo>
                  <a:pt x="4323" y="2459"/>
                </a:lnTo>
                <a:lnTo>
                  <a:pt x="4322" y="2459"/>
                </a:lnTo>
                <a:lnTo>
                  <a:pt x="4321" y="2459"/>
                </a:lnTo>
                <a:lnTo>
                  <a:pt x="4320" y="2460"/>
                </a:lnTo>
                <a:lnTo>
                  <a:pt x="4320" y="2461"/>
                </a:lnTo>
                <a:lnTo>
                  <a:pt x="4321" y="2461"/>
                </a:lnTo>
                <a:lnTo>
                  <a:pt x="4321" y="2462"/>
                </a:lnTo>
                <a:lnTo>
                  <a:pt x="4320" y="2463"/>
                </a:lnTo>
                <a:lnTo>
                  <a:pt x="4319" y="2463"/>
                </a:lnTo>
                <a:lnTo>
                  <a:pt x="4319" y="2464"/>
                </a:lnTo>
                <a:lnTo>
                  <a:pt x="4318" y="2464"/>
                </a:lnTo>
                <a:lnTo>
                  <a:pt x="4318" y="2465"/>
                </a:lnTo>
                <a:lnTo>
                  <a:pt x="4319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0" y="2468"/>
                </a:lnTo>
                <a:lnTo>
                  <a:pt x="4319" y="2468"/>
                </a:lnTo>
                <a:lnTo>
                  <a:pt x="4319" y="2469"/>
                </a:lnTo>
                <a:lnTo>
                  <a:pt x="4320" y="2469"/>
                </a:lnTo>
                <a:lnTo>
                  <a:pt x="4319" y="2469"/>
                </a:lnTo>
                <a:lnTo>
                  <a:pt x="4319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2" y="2467"/>
                </a:lnTo>
                <a:lnTo>
                  <a:pt x="4322" y="2466"/>
                </a:lnTo>
                <a:lnTo>
                  <a:pt x="4323" y="2466"/>
                </a:lnTo>
                <a:lnTo>
                  <a:pt x="4323" y="2465"/>
                </a:lnTo>
                <a:lnTo>
                  <a:pt x="4323" y="2464"/>
                </a:lnTo>
                <a:lnTo>
                  <a:pt x="4324" y="2463"/>
                </a:lnTo>
                <a:lnTo>
                  <a:pt x="4325" y="2463"/>
                </a:lnTo>
                <a:lnTo>
                  <a:pt x="4325" y="2462"/>
                </a:lnTo>
                <a:lnTo>
                  <a:pt x="4326" y="2462"/>
                </a:lnTo>
                <a:lnTo>
                  <a:pt x="4327" y="2463"/>
                </a:lnTo>
                <a:lnTo>
                  <a:pt x="4327" y="2464"/>
                </a:lnTo>
                <a:lnTo>
                  <a:pt x="4328" y="2464"/>
                </a:lnTo>
                <a:lnTo>
                  <a:pt x="4328" y="2465"/>
                </a:lnTo>
                <a:lnTo>
                  <a:pt x="4327" y="2465"/>
                </a:lnTo>
                <a:lnTo>
                  <a:pt x="4327" y="2466"/>
                </a:lnTo>
                <a:lnTo>
                  <a:pt x="4327" y="2467"/>
                </a:lnTo>
                <a:lnTo>
                  <a:pt x="4326" y="2466"/>
                </a:lnTo>
                <a:lnTo>
                  <a:pt x="4327" y="2466"/>
                </a:lnTo>
                <a:lnTo>
                  <a:pt x="4326" y="2466"/>
                </a:lnTo>
                <a:lnTo>
                  <a:pt x="4326" y="2467"/>
                </a:lnTo>
                <a:lnTo>
                  <a:pt x="4326" y="2468"/>
                </a:lnTo>
                <a:lnTo>
                  <a:pt x="4326" y="2469"/>
                </a:lnTo>
                <a:lnTo>
                  <a:pt x="4325" y="2469"/>
                </a:lnTo>
                <a:lnTo>
                  <a:pt x="4324" y="2470"/>
                </a:lnTo>
                <a:lnTo>
                  <a:pt x="4324" y="2472"/>
                </a:lnTo>
                <a:lnTo>
                  <a:pt x="4325" y="2471"/>
                </a:lnTo>
                <a:lnTo>
                  <a:pt x="4326" y="2471"/>
                </a:lnTo>
                <a:lnTo>
                  <a:pt x="4327" y="2470"/>
                </a:lnTo>
                <a:lnTo>
                  <a:pt x="4328" y="2469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6"/>
                </a:lnTo>
                <a:lnTo>
                  <a:pt x="4329" y="2465"/>
                </a:lnTo>
                <a:lnTo>
                  <a:pt x="4330" y="2465"/>
                </a:lnTo>
                <a:lnTo>
                  <a:pt x="4331" y="2464"/>
                </a:lnTo>
                <a:lnTo>
                  <a:pt x="4331" y="2463"/>
                </a:lnTo>
                <a:lnTo>
                  <a:pt x="4332" y="2463"/>
                </a:lnTo>
                <a:lnTo>
                  <a:pt x="4333" y="2463"/>
                </a:lnTo>
                <a:lnTo>
                  <a:pt x="4336" y="2462"/>
                </a:lnTo>
                <a:lnTo>
                  <a:pt x="4337" y="2461"/>
                </a:lnTo>
                <a:lnTo>
                  <a:pt x="4338" y="2461"/>
                </a:lnTo>
                <a:lnTo>
                  <a:pt x="4339" y="2460"/>
                </a:lnTo>
                <a:lnTo>
                  <a:pt x="4340" y="2459"/>
                </a:lnTo>
                <a:lnTo>
                  <a:pt x="4341" y="2458"/>
                </a:lnTo>
                <a:lnTo>
                  <a:pt x="4342" y="2458"/>
                </a:lnTo>
                <a:lnTo>
                  <a:pt x="4343" y="2458"/>
                </a:lnTo>
                <a:lnTo>
                  <a:pt x="4344" y="2457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8"/>
                </a:lnTo>
                <a:lnTo>
                  <a:pt x="4348" y="2458"/>
                </a:lnTo>
                <a:lnTo>
                  <a:pt x="4349" y="2457"/>
                </a:lnTo>
                <a:lnTo>
                  <a:pt x="4348" y="2457"/>
                </a:lnTo>
                <a:lnTo>
                  <a:pt x="4349" y="2457"/>
                </a:lnTo>
                <a:lnTo>
                  <a:pt x="4350" y="2457"/>
                </a:lnTo>
                <a:lnTo>
                  <a:pt x="4350" y="2458"/>
                </a:lnTo>
                <a:lnTo>
                  <a:pt x="4349" y="2458"/>
                </a:lnTo>
                <a:lnTo>
                  <a:pt x="4349" y="2459"/>
                </a:lnTo>
                <a:lnTo>
                  <a:pt x="4348" y="2460"/>
                </a:lnTo>
                <a:lnTo>
                  <a:pt x="4348" y="2461"/>
                </a:lnTo>
                <a:lnTo>
                  <a:pt x="4348" y="2462"/>
                </a:lnTo>
                <a:lnTo>
                  <a:pt x="4349" y="2463"/>
                </a:lnTo>
                <a:lnTo>
                  <a:pt x="4349" y="2464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3"/>
                </a:lnTo>
                <a:lnTo>
                  <a:pt x="4352" y="2463"/>
                </a:lnTo>
                <a:lnTo>
                  <a:pt x="4353" y="2462"/>
                </a:lnTo>
                <a:lnTo>
                  <a:pt x="4354" y="2461"/>
                </a:lnTo>
                <a:lnTo>
                  <a:pt x="4353" y="2461"/>
                </a:lnTo>
                <a:lnTo>
                  <a:pt x="4353" y="2460"/>
                </a:lnTo>
                <a:lnTo>
                  <a:pt x="4354" y="2460"/>
                </a:lnTo>
                <a:lnTo>
                  <a:pt x="4354" y="2459"/>
                </a:lnTo>
                <a:lnTo>
                  <a:pt x="4354" y="2458"/>
                </a:lnTo>
                <a:lnTo>
                  <a:pt x="4355" y="2458"/>
                </a:lnTo>
                <a:lnTo>
                  <a:pt x="4356" y="2458"/>
                </a:lnTo>
                <a:lnTo>
                  <a:pt x="4356" y="2457"/>
                </a:lnTo>
                <a:lnTo>
                  <a:pt x="4355" y="2457"/>
                </a:lnTo>
                <a:lnTo>
                  <a:pt x="4355" y="2456"/>
                </a:lnTo>
                <a:lnTo>
                  <a:pt x="4354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50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7" y="2456"/>
                </a:lnTo>
                <a:lnTo>
                  <a:pt x="4347" y="2455"/>
                </a:lnTo>
                <a:lnTo>
                  <a:pt x="4348" y="2455"/>
                </a:lnTo>
                <a:lnTo>
                  <a:pt x="4348" y="2454"/>
                </a:lnTo>
                <a:lnTo>
                  <a:pt x="4349" y="2454"/>
                </a:lnTo>
                <a:lnTo>
                  <a:pt x="4350" y="2453"/>
                </a:lnTo>
                <a:lnTo>
                  <a:pt x="4350" y="2452"/>
                </a:lnTo>
                <a:lnTo>
                  <a:pt x="4351" y="2452"/>
                </a:lnTo>
                <a:lnTo>
                  <a:pt x="4351" y="2451"/>
                </a:lnTo>
                <a:lnTo>
                  <a:pt x="4352" y="2450"/>
                </a:lnTo>
                <a:lnTo>
                  <a:pt x="4354" y="2450"/>
                </a:lnTo>
                <a:lnTo>
                  <a:pt x="4354" y="2449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7" y="2448"/>
                </a:lnTo>
                <a:lnTo>
                  <a:pt x="4358" y="2448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8"/>
                </a:lnTo>
                <a:lnTo>
                  <a:pt x="4362" y="2447"/>
                </a:lnTo>
                <a:lnTo>
                  <a:pt x="4362" y="2446"/>
                </a:lnTo>
                <a:lnTo>
                  <a:pt x="4363" y="2446"/>
                </a:lnTo>
                <a:lnTo>
                  <a:pt x="4364" y="2447"/>
                </a:lnTo>
                <a:lnTo>
                  <a:pt x="4365" y="2447"/>
                </a:lnTo>
                <a:lnTo>
                  <a:pt x="4366" y="2447"/>
                </a:lnTo>
                <a:lnTo>
                  <a:pt x="4366" y="2448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50"/>
                </a:lnTo>
                <a:lnTo>
                  <a:pt x="4368" y="2451"/>
                </a:lnTo>
                <a:lnTo>
                  <a:pt x="4369" y="2451"/>
                </a:lnTo>
                <a:lnTo>
                  <a:pt x="4369" y="2452"/>
                </a:lnTo>
                <a:lnTo>
                  <a:pt x="4368" y="2453"/>
                </a:lnTo>
                <a:lnTo>
                  <a:pt x="4368" y="2454"/>
                </a:lnTo>
                <a:lnTo>
                  <a:pt x="4368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69" y="2455"/>
                </a:lnTo>
                <a:lnTo>
                  <a:pt x="4369" y="2456"/>
                </a:lnTo>
                <a:lnTo>
                  <a:pt x="4368" y="2456"/>
                </a:lnTo>
                <a:lnTo>
                  <a:pt x="4366" y="2460"/>
                </a:lnTo>
                <a:lnTo>
                  <a:pt x="4366" y="2461"/>
                </a:lnTo>
                <a:lnTo>
                  <a:pt x="4366" y="2463"/>
                </a:lnTo>
                <a:lnTo>
                  <a:pt x="4367" y="2464"/>
                </a:lnTo>
                <a:lnTo>
                  <a:pt x="4368" y="2465"/>
                </a:lnTo>
                <a:lnTo>
                  <a:pt x="4369" y="2465"/>
                </a:lnTo>
                <a:lnTo>
                  <a:pt x="4369" y="2466"/>
                </a:lnTo>
                <a:lnTo>
                  <a:pt x="4368" y="2466"/>
                </a:lnTo>
                <a:lnTo>
                  <a:pt x="4367" y="2466"/>
                </a:lnTo>
                <a:lnTo>
                  <a:pt x="4368" y="2467"/>
                </a:lnTo>
                <a:lnTo>
                  <a:pt x="4367" y="2467"/>
                </a:lnTo>
                <a:lnTo>
                  <a:pt x="4367" y="2468"/>
                </a:lnTo>
                <a:lnTo>
                  <a:pt x="4366" y="2468"/>
                </a:lnTo>
                <a:lnTo>
                  <a:pt x="4367" y="2469"/>
                </a:lnTo>
                <a:lnTo>
                  <a:pt x="4364" y="2471"/>
                </a:lnTo>
                <a:lnTo>
                  <a:pt x="4364" y="2472"/>
                </a:lnTo>
                <a:lnTo>
                  <a:pt x="4363" y="2472"/>
                </a:lnTo>
                <a:lnTo>
                  <a:pt x="4363" y="2473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4" y="2478"/>
                </a:lnTo>
                <a:lnTo>
                  <a:pt x="4364" y="2479"/>
                </a:lnTo>
                <a:lnTo>
                  <a:pt x="4363" y="2479"/>
                </a:lnTo>
                <a:lnTo>
                  <a:pt x="4363" y="2480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5" y="2483"/>
                </a:lnTo>
                <a:lnTo>
                  <a:pt x="4366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8" y="2483"/>
                </a:lnTo>
                <a:lnTo>
                  <a:pt x="4369" y="2483"/>
                </a:lnTo>
                <a:lnTo>
                  <a:pt x="4369" y="2484"/>
                </a:lnTo>
                <a:lnTo>
                  <a:pt x="4368" y="2484"/>
                </a:lnTo>
                <a:lnTo>
                  <a:pt x="4368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6" y="2486"/>
                </a:lnTo>
                <a:lnTo>
                  <a:pt x="4366" y="2487"/>
                </a:lnTo>
                <a:lnTo>
                  <a:pt x="4366" y="2488"/>
                </a:lnTo>
                <a:lnTo>
                  <a:pt x="4367" y="2488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0"/>
                </a:lnTo>
                <a:lnTo>
                  <a:pt x="4366" y="2489"/>
                </a:lnTo>
                <a:lnTo>
                  <a:pt x="4365" y="2489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2"/>
                </a:lnTo>
                <a:lnTo>
                  <a:pt x="4362" y="2493"/>
                </a:lnTo>
                <a:lnTo>
                  <a:pt x="4361" y="2493"/>
                </a:lnTo>
                <a:lnTo>
                  <a:pt x="4360" y="2494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4"/>
                </a:lnTo>
                <a:lnTo>
                  <a:pt x="4357" y="2495"/>
                </a:lnTo>
                <a:lnTo>
                  <a:pt x="4356" y="2495"/>
                </a:lnTo>
                <a:lnTo>
                  <a:pt x="4356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2" y="2496"/>
                </a:lnTo>
                <a:lnTo>
                  <a:pt x="4352" y="2495"/>
                </a:lnTo>
                <a:lnTo>
                  <a:pt x="4351" y="2495"/>
                </a:lnTo>
                <a:lnTo>
                  <a:pt x="4351" y="2494"/>
                </a:lnTo>
                <a:lnTo>
                  <a:pt x="4350" y="2494"/>
                </a:lnTo>
                <a:lnTo>
                  <a:pt x="4350" y="2493"/>
                </a:lnTo>
                <a:lnTo>
                  <a:pt x="4351" y="2492"/>
                </a:lnTo>
                <a:lnTo>
                  <a:pt x="4351" y="2491"/>
                </a:lnTo>
                <a:lnTo>
                  <a:pt x="4351" y="2489"/>
                </a:lnTo>
                <a:lnTo>
                  <a:pt x="4351" y="2488"/>
                </a:lnTo>
                <a:lnTo>
                  <a:pt x="4352" y="2487"/>
                </a:lnTo>
                <a:lnTo>
                  <a:pt x="4352" y="2486"/>
                </a:lnTo>
                <a:lnTo>
                  <a:pt x="4351" y="2485"/>
                </a:lnTo>
                <a:lnTo>
                  <a:pt x="4351" y="2484"/>
                </a:lnTo>
                <a:lnTo>
                  <a:pt x="4352" y="2483"/>
                </a:lnTo>
                <a:lnTo>
                  <a:pt x="4352" y="2482"/>
                </a:lnTo>
                <a:lnTo>
                  <a:pt x="4352" y="2481"/>
                </a:lnTo>
                <a:lnTo>
                  <a:pt x="4353" y="2480"/>
                </a:lnTo>
                <a:lnTo>
                  <a:pt x="4354" y="2480"/>
                </a:lnTo>
                <a:lnTo>
                  <a:pt x="4354" y="2479"/>
                </a:lnTo>
                <a:lnTo>
                  <a:pt x="4355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3" y="2477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7"/>
                </a:lnTo>
                <a:lnTo>
                  <a:pt x="4352" y="2476"/>
                </a:lnTo>
                <a:lnTo>
                  <a:pt x="4352" y="2475"/>
                </a:lnTo>
                <a:lnTo>
                  <a:pt x="4351" y="2475"/>
                </a:lnTo>
                <a:lnTo>
                  <a:pt x="4352" y="2474"/>
                </a:lnTo>
                <a:lnTo>
                  <a:pt x="4353" y="2474"/>
                </a:lnTo>
                <a:lnTo>
                  <a:pt x="4353" y="2473"/>
                </a:lnTo>
                <a:lnTo>
                  <a:pt x="4352" y="2473"/>
                </a:lnTo>
                <a:lnTo>
                  <a:pt x="4351" y="2474"/>
                </a:lnTo>
                <a:lnTo>
                  <a:pt x="4350" y="2474"/>
                </a:lnTo>
                <a:lnTo>
                  <a:pt x="4350" y="2475"/>
                </a:lnTo>
                <a:lnTo>
                  <a:pt x="4349" y="2475"/>
                </a:lnTo>
                <a:lnTo>
                  <a:pt x="4349" y="2476"/>
                </a:lnTo>
                <a:lnTo>
                  <a:pt x="4350" y="2476"/>
                </a:lnTo>
                <a:lnTo>
                  <a:pt x="4351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0" y="2478"/>
                </a:lnTo>
                <a:lnTo>
                  <a:pt x="4350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0" y="2480"/>
                </a:lnTo>
                <a:lnTo>
                  <a:pt x="4350" y="2481"/>
                </a:lnTo>
                <a:lnTo>
                  <a:pt x="4350" y="2483"/>
                </a:lnTo>
                <a:lnTo>
                  <a:pt x="4350" y="2485"/>
                </a:lnTo>
                <a:lnTo>
                  <a:pt x="4350" y="2487"/>
                </a:lnTo>
                <a:lnTo>
                  <a:pt x="4349" y="2489"/>
                </a:lnTo>
                <a:lnTo>
                  <a:pt x="4349" y="2490"/>
                </a:lnTo>
                <a:lnTo>
                  <a:pt x="4348" y="2491"/>
                </a:lnTo>
                <a:lnTo>
                  <a:pt x="4348" y="2492"/>
                </a:lnTo>
                <a:lnTo>
                  <a:pt x="4348" y="2494"/>
                </a:lnTo>
                <a:lnTo>
                  <a:pt x="4348" y="2496"/>
                </a:lnTo>
                <a:lnTo>
                  <a:pt x="4347" y="2496"/>
                </a:lnTo>
                <a:lnTo>
                  <a:pt x="4347" y="2497"/>
                </a:lnTo>
                <a:lnTo>
                  <a:pt x="4346" y="2497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2" y="2498"/>
                </a:lnTo>
                <a:lnTo>
                  <a:pt x="4341" y="2497"/>
                </a:lnTo>
                <a:lnTo>
                  <a:pt x="4341" y="2496"/>
                </a:lnTo>
                <a:lnTo>
                  <a:pt x="4340" y="2496"/>
                </a:lnTo>
                <a:lnTo>
                  <a:pt x="4340" y="2497"/>
                </a:lnTo>
                <a:lnTo>
                  <a:pt x="4340" y="2496"/>
                </a:lnTo>
                <a:lnTo>
                  <a:pt x="4340" y="2495"/>
                </a:lnTo>
                <a:lnTo>
                  <a:pt x="4339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6" y="2493"/>
                </a:lnTo>
                <a:lnTo>
                  <a:pt x="4336" y="2492"/>
                </a:lnTo>
                <a:lnTo>
                  <a:pt x="4336" y="2491"/>
                </a:lnTo>
                <a:lnTo>
                  <a:pt x="4335" y="2490"/>
                </a:lnTo>
                <a:lnTo>
                  <a:pt x="4335" y="2489"/>
                </a:lnTo>
                <a:lnTo>
                  <a:pt x="4334" y="2488"/>
                </a:lnTo>
                <a:lnTo>
                  <a:pt x="4334" y="2487"/>
                </a:lnTo>
                <a:lnTo>
                  <a:pt x="4334" y="2486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7" y="2484"/>
                </a:lnTo>
                <a:lnTo>
                  <a:pt x="4326" y="2484"/>
                </a:lnTo>
                <a:lnTo>
                  <a:pt x="4327" y="2485"/>
                </a:lnTo>
                <a:lnTo>
                  <a:pt x="4328" y="2485"/>
                </a:lnTo>
                <a:lnTo>
                  <a:pt x="4328" y="2484"/>
                </a:lnTo>
                <a:lnTo>
                  <a:pt x="4329" y="2485"/>
                </a:lnTo>
                <a:lnTo>
                  <a:pt x="4330" y="2485"/>
                </a:lnTo>
                <a:lnTo>
                  <a:pt x="4331" y="2486"/>
                </a:lnTo>
                <a:lnTo>
                  <a:pt x="4332" y="2487"/>
                </a:lnTo>
                <a:lnTo>
                  <a:pt x="4332" y="2488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8" y="2489"/>
                </a:lnTo>
                <a:lnTo>
                  <a:pt x="4328" y="2491"/>
                </a:lnTo>
                <a:lnTo>
                  <a:pt x="4327" y="2491"/>
                </a:lnTo>
                <a:lnTo>
                  <a:pt x="4327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0" y="2494"/>
                </a:lnTo>
                <a:lnTo>
                  <a:pt x="4331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1" y="2495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4" y="2496"/>
                </a:lnTo>
                <a:lnTo>
                  <a:pt x="4334" y="2497"/>
                </a:lnTo>
                <a:lnTo>
                  <a:pt x="4331" y="2498"/>
                </a:lnTo>
                <a:lnTo>
                  <a:pt x="4329" y="2498"/>
                </a:lnTo>
                <a:lnTo>
                  <a:pt x="4329" y="2497"/>
                </a:lnTo>
                <a:lnTo>
                  <a:pt x="4328" y="2497"/>
                </a:lnTo>
                <a:lnTo>
                  <a:pt x="4326" y="2497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5"/>
                </a:lnTo>
                <a:lnTo>
                  <a:pt x="4323" y="2495"/>
                </a:lnTo>
                <a:lnTo>
                  <a:pt x="4323" y="2496"/>
                </a:lnTo>
                <a:lnTo>
                  <a:pt x="4322" y="2496"/>
                </a:lnTo>
                <a:lnTo>
                  <a:pt x="4321" y="2495"/>
                </a:lnTo>
                <a:lnTo>
                  <a:pt x="4320" y="2495"/>
                </a:lnTo>
                <a:lnTo>
                  <a:pt x="4319" y="2495"/>
                </a:lnTo>
                <a:lnTo>
                  <a:pt x="4319" y="2496"/>
                </a:lnTo>
                <a:lnTo>
                  <a:pt x="4320" y="2496"/>
                </a:lnTo>
                <a:lnTo>
                  <a:pt x="4321" y="2496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2" y="2497"/>
                </a:lnTo>
                <a:lnTo>
                  <a:pt x="4324" y="2498"/>
                </a:lnTo>
                <a:lnTo>
                  <a:pt x="4325" y="2498"/>
                </a:lnTo>
                <a:lnTo>
                  <a:pt x="4325" y="2499"/>
                </a:lnTo>
                <a:lnTo>
                  <a:pt x="4326" y="2500"/>
                </a:lnTo>
                <a:lnTo>
                  <a:pt x="4327" y="2499"/>
                </a:lnTo>
                <a:lnTo>
                  <a:pt x="4328" y="2499"/>
                </a:lnTo>
                <a:lnTo>
                  <a:pt x="4329" y="2500"/>
                </a:lnTo>
                <a:lnTo>
                  <a:pt x="4330" y="2500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8" y="2502"/>
                </a:lnTo>
                <a:lnTo>
                  <a:pt x="4337" y="2502"/>
                </a:lnTo>
                <a:lnTo>
                  <a:pt x="4336" y="2504"/>
                </a:lnTo>
                <a:lnTo>
                  <a:pt x="4337" y="2505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5" y="2508"/>
                </a:lnTo>
                <a:lnTo>
                  <a:pt x="4335" y="2507"/>
                </a:lnTo>
                <a:lnTo>
                  <a:pt x="4334" y="2507"/>
                </a:lnTo>
                <a:lnTo>
                  <a:pt x="4334" y="2508"/>
                </a:lnTo>
                <a:lnTo>
                  <a:pt x="4333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2" y="2506"/>
                </a:lnTo>
                <a:lnTo>
                  <a:pt x="4330" y="2506"/>
                </a:lnTo>
                <a:lnTo>
                  <a:pt x="4329" y="2506"/>
                </a:lnTo>
                <a:lnTo>
                  <a:pt x="4329" y="2507"/>
                </a:lnTo>
                <a:lnTo>
                  <a:pt x="4328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30" y="2511"/>
                </a:lnTo>
                <a:lnTo>
                  <a:pt x="4330" y="2510"/>
                </a:lnTo>
                <a:lnTo>
                  <a:pt x="4329" y="2509"/>
                </a:lnTo>
                <a:lnTo>
                  <a:pt x="4329" y="2507"/>
                </a:lnTo>
                <a:lnTo>
                  <a:pt x="4330" y="2507"/>
                </a:lnTo>
                <a:lnTo>
                  <a:pt x="4331" y="2507"/>
                </a:lnTo>
                <a:lnTo>
                  <a:pt x="4332" y="2507"/>
                </a:lnTo>
                <a:lnTo>
                  <a:pt x="4332" y="2508"/>
                </a:lnTo>
                <a:lnTo>
                  <a:pt x="4333" y="2508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7"/>
                </a:lnTo>
                <a:lnTo>
                  <a:pt x="4339" y="2507"/>
                </a:lnTo>
                <a:lnTo>
                  <a:pt x="4339" y="2506"/>
                </a:lnTo>
                <a:lnTo>
                  <a:pt x="4340" y="2507"/>
                </a:lnTo>
                <a:lnTo>
                  <a:pt x="4340" y="2508"/>
                </a:lnTo>
                <a:lnTo>
                  <a:pt x="4341" y="2508"/>
                </a:lnTo>
                <a:lnTo>
                  <a:pt x="4342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2" y="2510"/>
                </a:lnTo>
                <a:lnTo>
                  <a:pt x="4341" y="2510"/>
                </a:lnTo>
                <a:lnTo>
                  <a:pt x="4341" y="2511"/>
                </a:lnTo>
                <a:lnTo>
                  <a:pt x="4341" y="2513"/>
                </a:lnTo>
                <a:lnTo>
                  <a:pt x="4340" y="2513"/>
                </a:lnTo>
                <a:lnTo>
                  <a:pt x="4340" y="2514"/>
                </a:lnTo>
                <a:lnTo>
                  <a:pt x="4341" y="2515"/>
                </a:lnTo>
                <a:lnTo>
                  <a:pt x="4342" y="2516"/>
                </a:lnTo>
                <a:lnTo>
                  <a:pt x="4342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5" y="2518"/>
                </a:lnTo>
                <a:lnTo>
                  <a:pt x="4344" y="2519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1"/>
                </a:lnTo>
                <a:lnTo>
                  <a:pt x="4342" y="2520"/>
                </a:lnTo>
                <a:lnTo>
                  <a:pt x="4341" y="2520"/>
                </a:lnTo>
                <a:lnTo>
                  <a:pt x="4341" y="2521"/>
                </a:lnTo>
                <a:lnTo>
                  <a:pt x="4340" y="2522"/>
                </a:lnTo>
                <a:lnTo>
                  <a:pt x="4339" y="2522"/>
                </a:lnTo>
                <a:lnTo>
                  <a:pt x="4339" y="2521"/>
                </a:lnTo>
                <a:lnTo>
                  <a:pt x="4338" y="2521"/>
                </a:lnTo>
                <a:lnTo>
                  <a:pt x="4338" y="2522"/>
                </a:lnTo>
                <a:lnTo>
                  <a:pt x="4337" y="2522"/>
                </a:lnTo>
                <a:lnTo>
                  <a:pt x="4335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20"/>
                </a:lnTo>
                <a:lnTo>
                  <a:pt x="4331" y="2519"/>
                </a:lnTo>
                <a:lnTo>
                  <a:pt x="4330" y="2519"/>
                </a:lnTo>
                <a:lnTo>
                  <a:pt x="4330" y="2518"/>
                </a:lnTo>
                <a:lnTo>
                  <a:pt x="4330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7" y="2517"/>
                </a:lnTo>
                <a:lnTo>
                  <a:pt x="4327" y="2518"/>
                </a:lnTo>
                <a:lnTo>
                  <a:pt x="4326" y="2518"/>
                </a:lnTo>
                <a:lnTo>
                  <a:pt x="4327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29" y="2522"/>
                </a:lnTo>
                <a:lnTo>
                  <a:pt x="4330" y="2522"/>
                </a:lnTo>
                <a:lnTo>
                  <a:pt x="4331" y="2522"/>
                </a:lnTo>
                <a:lnTo>
                  <a:pt x="4331" y="2521"/>
                </a:lnTo>
                <a:lnTo>
                  <a:pt x="4332" y="2521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3"/>
                </a:lnTo>
                <a:lnTo>
                  <a:pt x="4338" y="2523"/>
                </a:lnTo>
                <a:lnTo>
                  <a:pt x="4338" y="2524"/>
                </a:lnTo>
                <a:lnTo>
                  <a:pt x="4338" y="2525"/>
                </a:lnTo>
                <a:lnTo>
                  <a:pt x="4338" y="2526"/>
                </a:lnTo>
                <a:lnTo>
                  <a:pt x="4339" y="2526"/>
                </a:lnTo>
                <a:lnTo>
                  <a:pt x="4340" y="2526"/>
                </a:lnTo>
                <a:lnTo>
                  <a:pt x="4341" y="2526"/>
                </a:lnTo>
                <a:lnTo>
                  <a:pt x="4341" y="2527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0" y="2529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2"/>
                </a:lnTo>
                <a:lnTo>
                  <a:pt x="4341" y="2532"/>
                </a:lnTo>
                <a:lnTo>
                  <a:pt x="4341" y="2533"/>
                </a:lnTo>
                <a:lnTo>
                  <a:pt x="4341" y="2534"/>
                </a:lnTo>
                <a:lnTo>
                  <a:pt x="4340" y="2539"/>
                </a:lnTo>
                <a:lnTo>
                  <a:pt x="4339" y="2540"/>
                </a:lnTo>
                <a:lnTo>
                  <a:pt x="4339" y="2541"/>
                </a:lnTo>
                <a:lnTo>
                  <a:pt x="4338" y="2541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2"/>
                </a:lnTo>
                <a:lnTo>
                  <a:pt x="4338" y="2541"/>
                </a:lnTo>
                <a:lnTo>
                  <a:pt x="4338" y="2542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0"/>
                </a:lnTo>
                <a:lnTo>
                  <a:pt x="4336" y="2540"/>
                </a:lnTo>
                <a:lnTo>
                  <a:pt x="4336" y="2541"/>
                </a:lnTo>
                <a:lnTo>
                  <a:pt x="4336" y="2542"/>
                </a:lnTo>
                <a:lnTo>
                  <a:pt x="4335" y="2542"/>
                </a:lnTo>
                <a:lnTo>
                  <a:pt x="4336" y="2542"/>
                </a:lnTo>
                <a:lnTo>
                  <a:pt x="4335" y="2542"/>
                </a:lnTo>
                <a:lnTo>
                  <a:pt x="4334" y="2543"/>
                </a:lnTo>
                <a:lnTo>
                  <a:pt x="4333" y="2543"/>
                </a:lnTo>
                <a:lnTo>
                  <a:pt x="4332" y="2543"/>
                </a:lnTo>
                <a:lnTo>
                  <a:pt x="4331" y="2543"/>
                </a:lnTo>
                <a:lnTo>
                  <a:pt x="4329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3"/>
                </a:lnTo>
                <a:lnTo>
                  <a:pt x="4324" y="2543"/>
                </a:lnTo>
                <a:lnTo>
                  <a:pt x="4324" y="2544"/>
                </a:lnTo>
                <a:lnTo>
                  <a:pt x="4323" y="2545"/>
                </a:lnTo>
                <a:lnTo>
                  <a:pt x="4325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7"/>
                </a:lnTo>
                <a:lnTo>
                  <a:pt x="4330" y="2549"/>
                </a:lnTo>
                <a:lnTo>
                  <a:pt x="4331" y="2552"/>
                </a:lnTo>
                <a:lnTo>
                  <a:pt x="4331" y="2553"/>
                </a:lnTo>
                <a:lnTo>
                  <a:pt x="4332" y="2554"/>
                </a:lnTo>
                <a:lnTo>
                  <a:pt x="4333" y="2555"/>
                </a:lnTo>
                <a:lnTo>
                  <a:pt x="4333" y="2556"/>
                </a:lnTo>
                <a:lnTo>
                  <a:pt x="4334" y="2557"/>
                </a:lnTo>
                <a:lnTo>
                  <a:pt x="4334" y="2558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59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61"/>
                </a:lnTo>
                <a:lnTo>
                  <a:pt x="4337" y="2561"/>
                </a:lnTo>
                <a:lnTo>
                  <a:pt x="4336" y="2561"/>
                </a:lnTo>
                <a:lnTo>
                  <a:pt x="4335" y="2562"/>
                </a:lnTo>
                <a:lnTo>
                  <a:pt x="4336" y="2562"/>
                </a:lnTo>
                <a:lnTo>
                  <a:pt x="4336" y="2563"/>
                </a:lnTo>
                <a:lnTo>
                  <a:pt x="4335" y="2563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2" y="2564"/>
                </a:lnTo>
                <a:lnTo>
                  <a:pt x="4332" y="2565"/>
                </a:lnTo>
                <a:lnTo>
                  <a:pt x="4333" y="2565"/>
                </a:lnTo>
                <a:lnTo>
                  <a:pt x="4334" y="2565"/>
                </a:lnTo>
                <a:lnTo>
                  <a:pt x="4335" y="2566"/>
                </a:lnTo>
                <a:lnTo>
                  <a:pt x="4334" y="2568"/>
                </a:lnTo>
                <a:lnTo>
                  <a:pt x="4334" y="2569"/>
                </a:lnTo>
                <a:lnTo>
                  <a:pt x="4333" y="2571"/>
                </a:lnTo>
                <a:lnTo>
                  <a:pt x="4334" y="2571"/>
                </a:lnTo>
                <a:lnTo>
                  <a:pt x="4334" y="2572"/>
                </a:lnTo>
                <a:lnTo>
                  <a:pt x="4335" y="2572"/>
                </a:lnTo>
                <a:lnTo>
                  <a:pt x="4337" y="2573"/>
                </a:lnTo>
                <a:lnTo>
                  <a:pt x="4338" y="2573"/>
                </a:lnTo>
                <a:lnTo>
                  <a:pt x="4339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7" y="2576"/>
                </a:lnTo>
                <a:lnTo>
                  <a:pt x="4338" y="2576"/>
                </a:lnTo>
                <a:lnTo>
                  <a:pt x="4338" y="2577"/>
                </a:lnTo>
                <a:lnTo>
                  <a:pt x="4337" y="2578"/>
                </a:lnTo>
                <a:lnTo>
                  <a:pt x="4336" y="2578"/>
                </a:lnTo>
                <a:lnTo>
                  <a:pt x="4336" y="2579"/>
                </a:lnTo>
                <a:lnTo>
                  <a:pt x="4336" y="2580"/>
                </a:lnTo>
                <a:lnTo>
                  <a:pt x="4337" y="2580"/>
                </a:lnTo>
                <a:lnTo>
                  <a:pt x="4338" y="2579"/>
                </a:lnTo>
                <a:lnTo>
                  <a:pt x="4339" y="2579"/>
                </a:lnTo>
                <a:lnTo>
                  <a:pt x="4338" y="2579"/>
                </a:lnTo>
                <a:lnTo>
                  <a:pt x="4338" y="2580"/>
                </a:lnTo>
                <a:lnTo>
                  <a:pt x="4339" y="2580"/>
                </a:lnTo>
                <a:lnTo>
                  <a:pt x="4340" y="2580"/>
                </a:lnTo>
                <a:lnTo>
                  <a:pt x="4339" y="2580"/>
                </a:lnTo>
                <a:lnTo>
                  <a:pt x="4338" y="2581"/>
                </a:lnTo>
                <a:lnTo>
                  <a:pt x="4338" y="2582"/>
                </a:lnTo>
                <a:lnTo>
                  <a:pt x="4339" y="2582"/>
                </a:lnTo>
                <a:lnTo>
                  <a:pt x="4338" y="2582"/>
                </a:lnTo>
                <a:lnTo>
                  <a:pt x="4338" y="2583"/>
                </a:lnTo>
                <a:lnTo>
                  <a:pt x="4337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5"/>
                </a:lnTo>
                <a:lnTo>
                  <a:pt x="4337" y="2586"/>
                </a:lnTo>
                <a:lnTo>
                  <a:pt x="4338" y="2586"/>
                </a:lnTo>
                <a:lnTo>
                  <a:pt x="4337" y="2586"/>
                </a:lnTo>
                <a:lnTo>
                  <a:pt x="4336" y="2586"/>
                </a:lnTo>
                <a:lnTo>
                  <a:pt x="4336" y="2587"/>
                </a:lnTo>
                <a:lnTo>
                  <a:pt x="4335" y="2587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90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2" y="2587"/>
                </a:lnTo>
                <a:lnTo>
                  <a:pt x="4332" y="2588"/>
                </a:lnTo>
                <a:lnTo>
                  <a:pt x="4331" y="2588"/>
                </a:lnTo>
                <a:lnTo>
                  <a:pt x="4331" y="2587"/>
                </a:lnTo>
                <a:lnTo>
                  <a:pt x="4332" y="2587"/>
                </a:lnTo>
                <a:lnTo>
                  <a:pt x="4332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7" y="2582"/>
                </a:lnTo>
                <a:lnTo>
                  <a:pt x="4326" y="2581"/>
                </a:lnTo>
                <a:lnTo>
                  <a:pt x="4325" y="2581"/>
                </a:lnTo>
                <a:lnTo>
                  <a:pt x="4323" y="2581"/>
                </a:lnTo>
                <a:lnTo>
                  <a:pt x="4322" y="2581"/>
                </a:lnTo>
                <a:lnTo>
                  <a:pt x="4322" y="2582"/>
                </a:lnTo>
                <a:lnTo>
                  <a:pt x="4321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0" y="2584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19" y="2588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7" y="2591"/>
                </a:lnTo>
                <a:lnTo>
                  <a:pt x="4316" y="2591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4"/>
                </a:lnTo>
                <a:lnTo>
                  <a:pt x="4315" y="2593"/>
                </a:lnTo>
                <a:lnTo>
                  <a:pt x="4314" y="2592"/>
                </a:lnTo>
                <a:lnTo>
                  <a:pt x="4313" y="2592"/>
                </a:lnTo>
                <a:lnTo>
                  <a:pt x="4313" y="2593"/>
                </a:lnTo>
                <a:lnTo>
                  <a:pt x="4313" y="2594"/>
                </a:lnTo>
                <a:lnTo>
                  <a:pt x="4314" y="2595"/>
                </a:lnTo>
                <a:lnTo>
                  <a:pt x="4313" y="2595"/>
                </a:lnTo>
                <a:lnTo>
                  <a:pt x="4314" y="2596"/>
                </a:lnTo>
                <a:lnTo>
                  <a:pt x="4315" y="2596"/>
                </a:lnTo>
                <a:lnTo>
                  <a:pt x="4315" y="2595"/>
                </a:lnTo>
                <a:lnTo>
                  <a:pt x="4315" y="2596"/>
                </a:lnTo>
                <a:lnTo>
                  <a:pt x="4315" y="2597"/>
                </a:lnTo>
                <a:lnTo>
                  <a:pt x="4314" y="2598"/>
                </a:lnTo>
                <a:lnTo>
                  <a:pt x="4315" y="2598"/>
                </a:lnTo>
                <a:lnTo>
                  <a:pt x="4314" y="2599"/>
                </a:lnTo>
                <a:lnTo>
                  <a:pt x="4313" y="2599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1"/>
                </a:lnTo>
                <a:lnTo>
                  <a:pt x="4310" y="2601"/>
                </a:lnTo>
                <a:lnTo>
                  <a:pt x="4310" y="2600"/>
                </a:lnTo>
                <a:lnTo>
                  <a:pt x="4310" y="2599"/>
                </a:lnTo>
                <a:lnTo>
                  <a:pt x="4309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5" y="2599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4" y="2602"/>
                </a:lnTo>
                <a:lnTo>
                  <a:pt x="4304" y="2603"/>
                </a:lnTo>
                <a:lnTo>
                  <a:pt x="4304" y="2604"/>
                </a:lnTo>
                <a:lnTo>
                  <a:pt x="4305" y="2604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4"/>
                </a:lnTo>
                <a:lnTo>
                  <a:pt x="4306" y="2605"/>
                </a:lnTo>
                <a:lnTo>
                  <a:pt x="4306" y="2606"/>
                </a:lnTo>
                <a:lnTo>
                  <a:pt x="4305" y="2606"/>
                </a:lnTo>
                <a:lnTo>
                  <a:pt x="4305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7"/>
                </a:lnTo>
                <a:lnTo>
                  <a:pt x="4305" y="2608"/>
                </a:lnTo>
                <a:lnTo>
                  <a:pt x="4305" y="2607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6"/>
                </a:lnTo>
                <a:lnTo>
                  <a:pt x="4302" y="2607"/>
                </a:lnTo>
                <a:lnTo>
                  <a:pt x="4301" y="2607"/>
                </a:lnTo>
                <a:lnTo>
                  <a:pt x="4301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08"/>
                </a:lnTo>
                <a:lnTo>
                  <a:pt x="4301" y="2609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299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7" y="2611"/>
                </a:lnTo>
                <a:lnTo>
                  <a:pt x="4296" y="2611"/>
                </a:lnTo>
                <a:lnTo>
                  <a:pt x="4296" y="2610"/>
                </a:lnTo>
                <a:lnTo>
                  <a:pt x="4294" y="2611"/>
                </a:lnTo>
                <a:lnTo>
                  <a:pt x="4294" y="2610"/>
                </a:lnTo>
                <a:lnTo>
                  <a:pt x="4293" y="2610"/>
                </a:lnTo>
                <a:lnTo>
                  <a:pt x="4293" y="2609"/>
                </a:lnTo>
                <a:lnTo>
                  <a:pt x="4294" y="2608"/>
                </a:lnTo>
                <a:lnTo>
                  <a:pt x="4293" y="2607"/>
                </a:lnTo>
                <a:lnTo>
                  <a:pt x="4293" y="2606"/>
                </a:lnTo>
                <a:lnTo>
                  <a:pt x="4292" y="2606"/>
                </a:lnTo>
                <a:lnTo>
                  <a:pt x="4292" y="2605"/>
                </a:lnTo>
                <a:lnTo>
                  <a:pt x="4292" y="2603"/>
                </a:lnTo>
                <a:lnTo>
                  <a:pt x="4292" y="2602"/>
                </a:lnTo>
                <a:lnTo>
                  <a:pt x="4292" y="2601"/>
                </a:lnTo>
                <a:lnTo>
                  <a:pt x="4293" y="2601"/>
                </a:lnTo>
                <a:lnTo>
                  <a:pt x="4294" y="2601"/>
                </a:lnTo>
                <a:lnTo>
                  <a:pt x="4295" y="2600"/>
                </a:lnTo>
                <a:lnTo>
                  <a:pt x="4296" y="2600"/>
                </a:lnTo>
                <a:lnTo>
                  <a:pt x="4296" y="2599"/>
                </a:lnTo>
                <a:lnTo>
                  <a:pt x="4297" y="2598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8" y="2595"/>
                </a:lnTo>
                <a:lnTo>
                  <a:pt x="4299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7" y="2593"/>
                </a:lnTo>
                <a:lnTo>
                  <a:pt x="4299" y="2589"/>
                </a:lnTo>
                <a:lnTo>
                  <a:pt x="4300" y="2588"/>
                </a:lnTo>
                <a:lnTo>
                  <a:pt x="4301" y="2588"/>
                </a:lnTo>
                <a:lnTo>
                  <a:pt x="4301" y="2587"/>
                </a:lnTo>
                <a:lnTo>
                  <a:pt x="4301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3"/>
                </a:lnTo>
                <a:lnTo>
                  <a:pt x="4299" y="2582"/>
                </a:lnTo>
                <a:lnTo>
                  <a:pt x="4299" y="2581"/>
                </a:lnTo>
                <a:lnTo>
                  <a:pt x="4300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80"/>
                </a:lnTo>
                <a:lnTo>
                  <a:pt x="4300" y="2580"/>
                </a:lnTo>
                <a:lnTo>
                  <a:pt x="4299" y="2580"/>
                </a:lnTo>
                <a:lnTo>
                  <a:pt x="4299" y="2579"/>
                </a:lnTo>
                <a:lnTo>
                  <a:pt x="4299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8" y="2575"/>
                </a:lnTo>
                <a:lnTo>
                  <a:pt x="4297" y="2575"/>
                </a:lnTo>
                <a:lnTo>
                  <a:pt x="4296" y="2576"/>
                </a:lnTo>
                <a:lnTo>
                  <a:pt x="4296" y="2577"/>
                </a:lnTo>
                <a:lnTo>
                  <a:pt x="4296" y="2576"/>
                </a:lnTo>
                <a:lnTo>
                  <a:pt x="4295" y="2576"/>
                </a:lnTo>
                <a:lnTo>
                  <a:pt x="4295" y="2575"/>
                </a:lnTo>
                <a:lnTo>
                  <a:pt x="4295" y="2576"/>
                </a:lnTo>
                <a:lnTo>
                  <a:pt x="4296" y="2577"/>
                </a:lnTo>
                <a:lnTo>
                  <a:pt x="4297" y="2578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79"/>
                </a:lnTo>
                <a:lnTo>
                  <a:pt x="4294" y="2580"/>
                </a:lnTo>
                <a:lnTo>
                  <a:pt x="4293" y="2580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3"/>
                </a:lnTo>
                <a:lnTo>
                  <a:pt x="4291" y="2584"/>
                </a:lnTo>
                <a:lnTo>
                  <a:pt x="4292" y="2584"/>
                </a:lnTo>
                <a:lnTo>
                  <a:pt x="4292" y="2585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7" y="2586"/>
                </a:lnTo>
                <a:lnTo>
                  <a:pt x="4287" y="2585"/>
                </a:lnTo>
                <a:lnTo>
                  <a:pt x="4286" y="2585"/>
                </a:lnTo>
                <a:lnTo>
                  <a:pt x="4286" y="2586"/>
                </a:lnTo>
                <a:lnTo>
                  <a:pt x="4287" y="2587"/>
                </a:lnTo>
                <a:lnTo>
                  <a:pt x="4288" y="2587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8"/>
                </a:lnTo>
                <a:lnTo>
                  <a:pt x="4291" y="2589"/>
                </a:lnTo>
                <a:lnTo>
                  <a:pt x="4292" y="2590"/>
                </a:lnTo>
                <a:lnTo>
                  <a:pt x="4292" y="2591"/>
                </a:lnTo>
                <a:lnTo>
                  <a:pt x="4291" y="2593"/>
                </a:lnTo>
                <a:lnTo>
                  <a:pt x="4291" y="2594"/>
                </a:lnTo>
                <a:lnTo>
                  <a:pt x="4290" y="2594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8" y="2598"/>
                </a:lnTo>
                <a:lnTo>
                  <a:pt x="4289" y="2598"/>
                </a:lnTo>
                <a:lnTo>
                  <a:pt x="4289" y="2599"/>
                </a:lnTo>
                <a:lnTo>
                  <a:pt x="4288" y="2600"/>
                </a:lnTo>
                <a:lnTo>
                  <a:pt x="4287" y="2599"/>
                </a:lnTo>
                <a:lnTo>
                  <a:pt x="4286" y="2599"/>
                </a:lnTo>
                <a:lnTo>
                  <a:pt x="4287" y="2599"/>
                </a:lnTo>
                <a:lnTo>
                  <a:pt x="4286" y="2601"/>
                </a:lnTo>
                <a:lnTo>
                  <a:pt x="4282" y="2604"/>
                </a:lnTo>
                <a:lnTo>
                  <a:pt x="4281" y="2604"/>
                </a:lnTo>
                <a:lnTo>
                  <a:pt x="4280" y="2606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11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3"/>
                </a:lnTo>
                <a:lnTo>
                  <a:pt x="4280" y="2613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7" y="2617"/>
                </a:lnTo>
                <a:lnTo>
                  <a:pt x="4276" y="2617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5" y="2620"/>
                </a:lnTo>
                <a:lnTo>
                  <a:pt x="4277" y="2621"/>
                </a:lnTo>
                <a:lnTo>
                  <a:pt x="4277" y="2622"/>
                </a:lnTo>
                <a:lnTo>
                  <a:pt x="4276" y="2622"/>
                </a:lnTo>
                <a:lnTo>
                  <a:pt x="4276" y="2623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5"/>
                </a:lnTo>
                <a:lnTo>
                  <a:pt x="4274" y="2625"/>
                </a:lnTo>
                <a:lnTo>
                  <a:pt x="4274" y="2624"/>
                </a:lnTo>
                <a:lnTo>
                  <a:pt x="4273" y="2624"/>
                </a:lnTo>
                <a:lnTo>
                  <a:pt x="4273" y="2623"/>
                </a:lnTo>
                <a:lnTo>
                  <a:pt x="4272" y="2623"/>
                </a:lnTo>
                <a:lnTo>
                  <a:pt x="4270" y="2624"/>
                </a:lnTo>
                <a:lnTo>
                  <a:pt x="4269" y="2624"/>
                </a:lnTo>
                <a:lnTo>
                  <a:pt x="4269" y="2626"/>
                </a:lnTo>
                <a:lnTo>
                  <a:pt x="4268" y="2626"/>
                </a:lnTo>
                <a:lnTo>
                  <a:pt x="4269" y="2626"/>
                </a:lnTo>
                <a:lnTo>
                  <a:pt x="4268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5" y="2631"/>
                </a:lnTo>
                <a:lnTo>
                  <a:pt x="4263" y="2634"/>
                </a:lnTo>
                <a:lnTo>
                  <a:pt x="4262" y="2634"/>
                </a:lnTo>
                <a:lnTo>
                  <a:pt x="4262" y="2635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6" y="2642"/>
                </a:lnTo>
                <a:lnTo>
                  <a:pt x="4258" y="2643"/>
                </a:lnTo>
                <a:lnTo>
                  <a:pt x="4257" y="2644"/>
                </a:lnTo>
                <a:lnTo>
                  <a:pt x="4256" y="2644"/>
                </a:lnTo>
                <a:lnTo>
                  <a:pt x="4255" y="2645"/>
                </a:lnTo>
                <a:lnTo>
                  <a:pt x="4253" y="2645"/>
                </a:lnTo>
                <a:lnTo>
                  <a:pt x="4253" y="2644"/>
                </a:lnTo>
                <a:lnTo>
                  <a:pt x="4252" y="2644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0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4"/>
                </a:lnTo>
                <a:lnTo>
                  <a:pt x="4249" y="2655"/>
                </a:lnTo>
                <a:lnTo>
                  <a:pt x="4248" y="2655"/>
                </a:lnTo>
                <a:lnTo>
                  <a:pt x="4247" y="2655"/>
                </a:lnTo>
                <a:lnTo>
                  <a:pt x="4247" y="2656"/>
                </a:lnTo>
                <a:lnTo>
                  <a:pt x="4248" y="2656"/>
                </a:lnTo>
                <a:lnTo>
                  <a:pt x="4248" y="2657"/>
                </a:lnTo>
                <a:lnTo>
                  <a:pt x="4246" y="2658"/>
                </a:lnTo>
                <a:lnTo>
                  <a:pt x="4244" y="2657"/>
                </a:lnTo>
                <a:lnTo>
                  <a:pt x="4243" y="2657"/>
                </a:lnTo>
                <a:lnTo>
                  <a:pt x="4244" y="2658"/>
                </a:lnTo>
                <a:lnTo>
                  <a:pt x="4247" y="2660"/>
                </a:lnTo>
                <a:lnTo>
                  <a:pt x="4247" y="2661"/>
                </a:lnTo>
                <a:lnTo>
                  <a:pt x="4249" y="2664"/>
                </a:lnTo>
                <a:lnTo>
                  <a:pt x="4249" y="2665"/>
                </a:lnTo>
                <a:lnTo>
                  <a:pt x="4250" y="2665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5"/>
                </a:lnTo>
                <a:lnTo>
                  <a:pt x="4248" y="2666"/>
                </a:lnTo>
                <a:lnTo>
                  <a:pt x="4247" y="2666"/>
                </a:lnTo>
                <a:lnTo>
                  <a:pt x="4247" y="2667"/>
                </a:lnTo>
                <a:lnTo>
                  <a:pt x="4247" y="2666"/>
                </a:lnTo>
                <a:lnTo>
                  <a:pt x="4248" y="2667"/>
                </a:lnTo>
                <a:lnTo>
                  <a:pt x="4248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0" y="2668"/>
                </a:lnTo>
                <a:lnTo>
                  <a:pt x="4251" y="2669"/>
                </a:lnTo>
                <a:lnTo>
                  <a:pt x="4251" y="2668"/>
                </a:lnTo>
                <a:lnTo>
                  <a:pt x="4252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0" y="2671"/>
                </a:lnTo>
                <a:lnTo>
                  <a:pt x="4249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8" y="2672"/>
                </a:lnTo>
                <a:lnTo>
                  <a:pt x="4248" y="2673"/>
                </a:lnTo>
                <a:lnTo>
                  <a:pt x="4248" y="2674"/>
                </a:lnTo>
                <a:lnTo>
                  <a:pt x="4247" y="2674"/>
                </a:lnTo>
                <a:lnTo>
                  <a:pt x="4248" y="2675"/>
                </a:lnTo>
                <a:lnTo>
                  <a:pt x="4247" y="2676"/>
                </a:lnTo>
                <a:lnTo>
                  <a:pt x="4248" y="2676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5" y="2680"/>
                </a:lnTo>
                <a:lnTo>
                  <a:pt x="4245" y="2679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8" y="2677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7"/>
                </a:lnTo>
                <a:lnTo>
                  <a:pt x="4238" y="2677"/>
                </a:lnTo>
                <a:lnTo>
                  <a:pt x="4238" y="2678"/>
                </a:lnTo>
                <a:lnTo>
                  <a:pt x="4239" y="2679"/>
                </a:lnTo>
                <a:lnTo>
                  <a:pt x="4239" y="2678"/>
                </a:lnTo>
                <a:lnTo>
                  <a:pt x="4240" y="2678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7" y="2682"/>
                </a:lnTo>
                <a:lnTo>
                  <a:pt x="4238" y="2682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39" y="2686"/>
                </a:lnTo>
                <a:lnTo>
                  <a:pt x="4238" y="2687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6" y="2689"/>
                </a:lnTo>
                <a:lnTo>
                  <a:pt x="4236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6" y="2691"/>
                </a:lnTo>
                <a:lnTo>
                  <a:pt x="4236" y="2692"/>
                </a:lnTo>
                <a:lnTo>
                  <a:pt x="4237" y="2692"/>
                </a:lnTo>
                <a:lnTo>
                  <a:pt x="4238" y="2692"/>
                </a:lnTo>
                <a:lnTo>
                  <a:pt x="4238" y="2693"/>
                </a:lnTo>
                <a:lnTo>
                  <a:pt x="4237" y="2693"/>
                </a:lnTo>
                <a:lnTo>
                  <a:pt x="4237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6" y="2694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4" y="2698"/>
                </a:lnTo>
                <a:lnTo>
                  <a:pt x="4234" y="2699"/>
                </a:lnTo>
                <a:lnTo>
                  <a:pt x="4233" y="2700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1" y="2698"/>
                </a:lnTo>
                <a:lnTo>
                  <a:pt x="4232" y="2698"/>
                </a:lnTo>
                <a:lnTo>
                  <a:pt x="4232" y="2697"/>
                </a:lnTo>
                <a:lnTo>
                  <a:pt x="4231" y="2697"/>
                </a:lnTo>
                <a:lnTo>
                  <a:pt x="4231" y="2696"/>
                </a:lnTo>
                <a:lnTo>
                  <a:pt x="4231" y="2695"/>
                </a:lnTo>
                <a:lnTo>
                  <a:pt x="4230" y="2695"/>
                </a:lnTo>
                <a:lnTo>
                  <a:pt x="4230" y="2696"/>
                </a:lnTo>
                <a:lnTo>
                  <a:pt x="4229" y="2696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7" y="2701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4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5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4"/>
                </a:lnTo>
                <a:lnTo>
                  <a:pt x="4217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2"/>
                </a:lnTo>
                <a:lnTo>
                  <a:pt x="4216" y="2692"/>
                </a:lnTo>
                <a:lnTo>
                  <a:pt x="4216" y="2691"/>
                </a:lnTo>
                <a:lnTo>
                  <a:pt x="4217" y="2690"/>
                </a:lnTo>
                <a:lnTo>
                  <a:pt x="4217" y="2689"/>
                </a:lnTo>
                <a:lnTo>
                  <a:pt x="4218" y="2689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7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5" y="2690"/>
                </a:lnTo>
                <a:lnTo>
                  <a:pt x="4215" y="2691"/>
                </a:lnTo>
                <a:lnTo>
                  <a:pt x="4214" y="2691"/>
                </a:lnTo>
                <a:lnTo>
                  <a:pt x="4213" y="2690"/>
                </a:lnTo>
                <a:lnTo>
                  <a:pt x="4214" y="2689"/>
                </a:lnTo>
                <a:lnTo>
                  <a:pt x="4214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0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2"/>
                </a:lnTo>
                <a:lnTo>
                  <a:pt x="4210" y="2692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8" y="2688"/>
                </a:lnTo>
                <a:lnTo>
                  <a:pt x="4208" y="2687"/>
                </a:lnTo>
                <a:lnTo>
                  <a:pt x="4208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2"/>
                </a:lnTo>
                <a:lnTo>
                  <a:pt x="4207" y="2692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5"/>
                </a:lnTo>
                <a:lnTo>
                  <a:pt x="4206" y="2696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6"/>
                </a:lnTo>
                <a:lnTo>
                  <a:pt x="4208" y="2695"/>
                </a:lnTo>
                <a:lnTo>
                  <a:pt x="4208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3" y="2691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4"/>
                </a:lnTo>
                <a:lnTo>
                  <a:pt x="4217" y="2694"/>
                </a:lnTo>
                <a:lnTo>
                  <a:pt x="4216" y="2695"/>
                </a:lnTo>
                <a:lnTo>
                  <a:pt x="4216" y="2694"/>
                </a:lnTo>
                <a:lnTo>
                  <a:pt x="4216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2"/>
                </a:lnTo>
                <a:lnTo>
                  <a:pt x="4228" y="2702"/>
                </a:lnTo>
                <a:lnTo>
                  <a:pt x="4228" y="2703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4"/>
                </a:lnTo>
                <a:lnTo>
                  <a:pt x="4228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6" y="2703"/>
                </a:lnTo>
                <a:lnTo>
                  <a:pt x="4226" y="2704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3" y="2705"/>
                </a:lnTo>
                <a:lnTo>
                  <a:pt x="4223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3" y="2707"/>
                </a:lnTo>
                <a:lnTo>
                  <a:pt x="4223" y="2708"/>
                </a:lnTo>
                <a:lnTo>
                  <a:pt x="4224" y="2708"/>
                </a:lnTo>
                <a:lnTo>
                  <a:pt x="4225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1" y="2708"/>
                </a:lnTo>
                <a:lnTo>
                  <a:pt x="4219" y="2708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1"/>
                </a:lnTo>
                <a:lnTo>
                  <a:pt x="4213" y="2712"/>
                </a:lnTo>
                <a:lnTo>
                  <a:pt x="4212" y="2712"/>
                </a:lnTo>
                <a:lnTo>
                  <a:pt x="4212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2" y="2714"/>
                </a:lnTo>
                <a:lnTo>
                  <a:pt x="4211" y="2714"/>
                </a:lnTo>
                <a:lnTo>
                  <a:pt x="4211" y="2715"/>
                </a:lnTo>
                <a:lnTo>
                  <a:pt x="4212" y="2715"/>
                </a:lnTo>
                <a:lnTo>
                  <a:pt x="4212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3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3" y="2717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6" y="2722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1" y="2721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6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6" y="2726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199" y="2726"/>
                </a:lnTo>
                <a:lnTo>
                  <a:pt x="4199" y="2727"/>
                </a:lnTo>
                <a:lnTo>
                  <a:pt x="4200" y="2727"/>
                </a:lnTo>
                <a:lnTo>
                  <a:pt x="4200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6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5" y="2728"/>
                </a:lnTo>
                <a:lnTo>
                  <a:pt x="4194" y="2728"/>
                </a:lnTo>
                <a:lnTo>
                  <a:pt x="4194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5" y="2731"/>
                </a:lnTo>
                <a:lnTo>
                  <a:pt x="4196" y="2736"/>
                </a:lnTo>
                <a:lnTo>
                  <a:pt x="4197" y="2736"/>
                </a:lnTo>
                <a:lnTo>
                  <a:pt x="4198" y="2736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1"/>
                </a:lnTo>
                <a:lnTo>
                  <a:pt x="4199" y="2742"/>
                </a:lnTo>
                <a:lnTo>
                  <a:pt x="4198" y="2742"/>
                </a:lnTo>
                <a:lnTo>
                  <a:pt x="4198" y="2743"/>
                </a:lnTo>
                <a:lnTo>
                  <a:pt x="4199" y="2743"/>
                </a:lnTo>
                <a:lnTo>
                  <a:pt x="4199" y="2744"/>
                </a:lnTo>
                <a:lnTo>
                  <a:pt x="4199" y="2745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199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200" y="2753"/>
                </a:lnTo>
                <a:lnTo>
                  <a:pt x="4199" y="2753"/>
                </a:lnTo>
                <a:lnTo>
                  <a:pt x="4199" y="2754"/>
                </a:lnTo>
                <a:lnTo>
                  <a:pt x="4200" y="2754"/>
                </a:lnTo>
                <a:lnTo>
                  <a:pt x="4201" y="2754"/>
                </a:lnTo>
                <a:lnTo>
                  <a:pt x="4201" y="2753"/>
                </a:lnTo>
                <a:lnTo>
                  <a:pt x="4202" y="2753"/>
                </a:lnTo>
                <a:lnTo>
                  <a:pt x="4202" y="2754"/>
                </a:lnTo>
                <a:lnTo>
                  <a:pt x="4200" y="2755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7"/>
                </a:lnTo>
                <a:lnTo>
                  <a:pt x="4197" y="2757"/>
                </a:lnTo>
                <a:lnTo>
                  <a:pt x="4197" y="2756"/>
                </a:lnTo>
                <a:lnTo>
                  <a:pt x="4196" y="2756"/>
                </a:lnTo>
                <a:lnTo>
                  <a:pt x="4197" y="2756"/>
                </a:lnTo>
                <a:lnTo>
                  <a:pt x="4197" y="2755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5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6" y="2757"/>
                </a:lnTo>
                <a:lnTo>
                  <a:pt x="4184" y="2759"/>
                </a:lnTo>
                <a:lnTo>
                  <a:pt x="4184" y="2760"/>
                </a:lnTo>
                <a:lnTo>
                  <a:pt x="4183" y="2760"/>
                </a:lnTo>
                <a:lnTo>
                  <a:pt x="4183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4" y="2762"/>
                </a:lnTo>
                <a:lnTo>
                  <a:pt x="4183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3" y="2764"/>
                </a:lnTo>
                <a:lnTo>
                  <a:pt x="4182" y="2763"/>
                </a:lnTo>
                <a:lnTo>
                  <a:pt x="4181" y="2764"/>
                </a:lnTo>
                <a:lnTo>
                  <a:pt x="4181" y="2765"/>
                </a:lnTo>
                <a:lnTo>
                  <a:pt x="4180" y="2765"/>
                </a:lnTo>
                <a:lnTo>
                  <a:pt x="4180" y="2766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6"/>
                </a:lnTo>
                <a:lnTo>
                  <a:pt x="4174" y="2766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4" y="2764"/>
                </a:lnTo>
                <a:lnTo>
                  <a:pt x="4175" y="2764"/>
                </a:lnTo>
                <a:lnTo>
                  <a:pt x="4175" y="2763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6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2"/>
                </a:lnTo>
                <a:lnTo>
                  <a:pt x="4187" y="2752"/>
                </a:lnTo>
                <a:lnTo>
                  <a:pt x="4187" y="2751"/>
                </a:lnTo>
                <a:lnTo>
                  <a:pt x="4188" y="2751"/>
                </a:lnTo>
                <a:lnTo>
                  <a:pt x="4189" y="2751"/>
                </a:lnTo>
                <a:lnTo>
                  <a:pt x="4189" y="2750"/>
                </a:lnTo>
                <a:lnTo>
                  <a:pt x="4188" y="2750"/>
                </a:lnTo>
                <a:lnTo>
                  <a:pt x="4187" y="2750"/>
                </a:lnTo>
                <a:lnTo>
                  <a:pt x="4187" y="2749"/>
                </a:lnTo>
                <a:lnTo>
                  <a:pt x="4188" y="2748"/>
                </a:lnTo>
                <a:lnTo>
                  <a:pt x="4189" y="2747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2" y="2745"/>
                </a:lnTo>
                <a:lnTo>
                  <a:pt x="4191" y="2745"/>
                </a:lnTo>
                <a:lnTo>
                  <a:pt x="4191" y="2744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6" y="2741"/>
                </a:lnTo>
                <a:lnTo>
                  <a:pt x="4196" y="2740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3" y="2739"/>
                </a:lnTo>
                <a:lnTo>
                  <a:pt x="4183" y="2740"/>
                </a:lnTo>
                <a:lnTo>
                  <a:pt x="4182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1" y="2746"/>
                </a:lnTo>
                <a:lnTo>
                  <a:pt x="4180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79" y="2751"/>
                </a:lnTo>
                <a:lnTo>
                  <a:pt x="4180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0" y="2752"/>
                </a:lnTo>
                <a:lnTo>
                  <a:pt x="4179" y="2753"/>
                </a:lnTo>
                <a:lnTo>
                  <a:pt x="4178" y="2754"/>
                </a:lnTo>
                <a:lnTo>
                  <a:pt x="4177" y="2753"/>
                </a:lnTo>
                <a:lnTo>
                  <a:pt x="4177" y="2752"/>
                </a:lnTo>
                <a:lnTo>
                  <a:pt x="4178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6" y="2749"/>
                </a:lnTo>
                <a:lnTo>
                  <a:pt x="4175" y="2749"/>
                </a:lnTo>
                <a:lnTo>
                  <a:pt x="4175" y="2748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1" y="2748"/>
                </a:lnTo>
                <a:lnTo>
                  <a:pt x="4170" y="2747"/>
                </a:lnTo>
                <a:lnTo>
                  <a:pt x="4171" y="2746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3"/>
                </a:lnTo>
                <a:lnTo>
                  <a:pt x="4171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2" y="2740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6" y="2736"/>
                </a:lnTo>
                <a:lnTo>
                  <a:pt x="4175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1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2" y="2735"/>
                </a:lnTo>
                <a:lnTo>
                  <a:pt x="4174" y="2735"/>
                </a:lnTo>
                <a:lnTo>
                  <a:pt x="4175" y="2734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2"/>
                </a:lnTo>
                <a:lnTo>
                  <a:pt x="4175" y="2732"/>
                </a:lnTo>
                <a:lnTo>
                  <a:pt x="4176" y="2732"/>
                </a:lnTo>
                <a:lnTo>
                  <a:pt x="4176" y="2733"/>
                </a:lnTo>
                <a:lnTo>
                  <a:pt x="4175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1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5"/>
                </a:lnTo>
                <a:lnTo>
                  <a:pt x="4169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68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8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6"/>
                </a:lnTo>
                <a:lnTo>
                  <a:pt x="4162" y="2736"/>
                </a:lnTo>
                <a:lnTo>
                  <a:pt x="4161" y="2736"/>
                </a:lnTo>
                <a:lnTo>
                  <a:pt x="4161" y="2737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1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1" y="2743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6" y="2746"/>
                </a:lnTo>
                <a:lnTo>
                  <a:pt x="4165" y="2747"/>
                </a:lnTo>
                <a:lnTo>
                  <a:pt x="4165" y="2748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59" y="2744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4" y="2739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1"/>
                </a:lnTo>
                <a:lnTo>
                  <a:pt x="4150" y="2742"/>
                </a:lnTo>
                <a:lnTo>
                  <a:pt x="4149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3" y="2743"/>
                </a:lnTo>
                <a:lnTo>
                  <a:pt x="4153" y="2744"/>
                </a:lnTo>
                <a:lnTo>
                  <a:pt x="4154" y="2744"/>
                </a:lnTo>
                <a:lnTo>
                  <a:pt x="4154" y="2743"/>
                </a:lnTo>
                <a:lnTo>
                  <a:pt x="4154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3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0"/>
                </a:lnTo>
                <a:lnTo>
                  <a:pt x="4154" y="2750"/>
                </a:lnTo>
                <a:lnTo>
                  <a:pt x="4154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5" y="2752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1" y="2754"/>
                </a:lnTo>
                <a:lnTo>
                  <a:pt x="4152" y="2754"/>
                </a:lnTo>
                <a:lnTo>
                  <a:pt x="4151" y="2754"/>
                </a:lnTo>
                <a:lnTo>
                  <a:pt x="4150" y="2755"/>
                </a:lnTo>
                <a:lnTo>
                  <a:pt x="4150" y="2757"/>
                </a:lnTo>
                <a:lnTo>
                  <a:pt x="4151" y="2757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3" y="2761"/>
                </a:lnTo>
                <a:lnTo>
                  <a:pt x="4153" y="2762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4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7"/>
                </a:lnTo>
                <a:lnTo>
                  <a:pt x="4160" y="2757"/>
                </a:lnTo>
                <a:lnTo>
                  <a:pt x="4160" y="2756"/>
                </a:lnTo>
                <a:lnTo>
                  <a:pt x="4160" y="2757"/>
                </a:lnTo>
                <a:lnTo>
                  <a:pt x="4161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6" y="2758"/>
                </a:lnTo>
                <a:lnTo>
                  <a:pt x="4167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0" y="2761"/>
                </a:lnTo>
                <a:lnTo>
                  <a:pt x="4170" y="2762"/>
                </a:lnTo>
                <a:lnTo>
                  <a:pt x="4171" y="2762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2"/>
                </a:lnTo>
                <a:lnTo>
                  <a:pt x="4169" y="2763"/>
                </a:lnTo>
                <a:lnTo>
                  <a:pt x="4168" y="2763"/>
                </a:lnTo>
                <a:lnTo>
                  <a:pt x="4168" y="2764"/>
                </a:lnTo>
                <a:lnTo>
                  <a:pt x="4169" y="2764"/>
                </a:lnTo>
                <a:lnTo>
                  <a:pt x="4170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69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69" y="2769"/>
                </a:lnTo>
                <a:lnTo>
                  <a:pt x="4170" y="2769"/>
                </a:lnTo>
                <a:lnTo>
                  <a:pt x="4171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1"/>
                </a:lnTo>
                <a:lnTo>
                  <a:pt x="4172" y="2771"/>
                </a:lnTo>
                <a:lnTo>
                  <a:pt x="4173" y="2771"/>
                </a:lnTo>
                <a:lnTo>
                  <a:pt x="4173" y="2772"/>
                </a:lnTo>
                <a:lnTo>
                  <a:pt x="4172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1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1" y="2777"/>
                </a:lnTo>
                <a:lnTo>
                  <a:pt x="4170" y="2778"/>
                </a:lnTo>
                <a:lnTo>
                  <a:pt x="4169" y="2778"/>
                </a:lnTo>
                <a:lnTo>
                  <a:pt x="4168" y="2778"/>
                </a:lnTo>
                <a:lnTo>
                  <a:pt x="4168" y="2777"/>
                </a:lnTo>
                <a:lnTo>
                  <a:pt x="4169" y="2777"/>
                </a:lnTo>
                <a:lnTo>
                  <a:pt x="4169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6" y="2773"/>
                </a:lnTo>
                <a:lnTo>
                  <a:pt x="4166" y="2774"/>
                </a:lnTo>
                <a:lnTo>
                  <a:pt x="4165" y="2774"/>
                </a:lnTo>
                <a:lnTo>
                  <a:pt x="4164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7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4"/>
                </a:lnTo>
                <a:lnTo>
                  <a:pt x="4156" y="2775"/>
                </a:lnTo>
                <a:lnTo>
                  <a:pt x="4157" y="2775"/>
                </a:lnTo>
                <a:lnTo>
                  <a:pt x="4157" y="2774"/>
                </a:lnTo>
                <a:lnTo>
                  <a:pt x="4158" y="2774"/>
                </a:lnTo>
                <a:lnTo>
                  <a:pt x="4158" y="2775"/>
                </a:lnTo>
                <a:lnTo>
                  <a:pt x="4159" y="2776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1"/>
                </a:lnTo>
                <a:lnTo>
                  <a:pt x="4159" y="2782"/>
                </a:lnTo>
                <a:lnTo>
                  <a:pt x="4160" y="2783"/>
                </a:lnTo>
                <a:lnTo>
                  <a:pt x="4160" y="2785"/>
                </a:lnTo>
                <a:lnTo>
                  <a:pt x="4161" y="2785"/>
                </a:lnTo>
                <a:lnTo>
                  <a:pt x="4162" y="2784"/>
                </a:lnTo>
                <a:lnTo>
                  <a:pt x="4163" y="2784"/>
                </a:lnTo>
                <a:lnTo>
                  <a:pt x="4163" y="2783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6" y="2782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7" y="2782"/>
                </a:lnTo>
                <a:lnTo>
                  <a:pt x="4168" y="2781"/>
                </a:lnTo>
                <a:lnTo>
                  <a:pt x="4169" y="2781"/>
                </a:lnTo>
                <a:lnTo>
                  <a:pt x="4169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0" y="2780"/>
                </a:lnTo>
                <a:lnTo>
                  <a:pt x="4170" y="2779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4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5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2"/>
                </a:lnTo>
                <a:lnTo>
                  <a:pt x="4178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3"/>
                </a:lnTo>
                <a:lnTo>
                  <a:pt x="4180" y="2784"/>
                </a:lnTo>
                <a:lnTo>
                  <a:pt x="4180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3" y="2782"/>
                </a:lnTo>
                <a:lnTo>
                  <a:pt x="4185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4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0" y="2786"/>
                </a:lnTo>
                <a:lnTo>
                  <a:pt x="4180" y="2787"/>
                </a:lnTo>
                <a:lnTo>
                  <a:pt x="4181" y="2787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0" y="2790"/>
                </a:lnTo>
                <a:lnTo>
                  <a:pt x="4170" y="2789"/>
                </a:lnTo>
                <a:lnTo>
                  <a:pt x="4169" y="2789"/>
                </a:lnTo>
                <a:lnTo>
                  <a:pt x="4167" y="2789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7" y="2790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2"/>
                </a:lnTo>
                <a:lnTo>
                  <a:pt x="4157" y="2793"/>
                </a:lnTo>
                <a:lnTo>
                  <a:pt x="4156" y="2793"/>
                </a:lnTo>
                <a:lnTo>
                  <a:pt x="4156" y="2794"/>
                </a:lnTo>
                <a:lnTo>
                  <a:pt x="4157" y="2794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6"/>
                </a:lnTo>
                <a:lnTo>
                  <a:pt x="4159" y="2796"/>
                </a:lnTo>
                <a:lnTo>
                  <a:pt x="4158" y="2797"/>
                </a:lnTo>
                <a:lnTo>
                  <a:pt x="4159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3" y="2803"/>
                </a:lnTo>
                <a:lnTo>
                  <a:pt x="4153" y="2804"/>
                </a:lnTo>
                <a:lnTo>
                  <a:pt x="4154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0" y="2806"/>
                </a:lnTo>
                <a:lnTo>
                  <a:pt x="4150" y="2807"/>
                </a:lnTo>
                <a:lnTo>
                  <a:pt x="4149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1"/>
                </a:lnTo>
                <a:lnTo>
                  <a:pt x="4146" y="2813"/>
                </a:lnTo>
                <a:lnTo>
                  <a:pt x="4145" y="2813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7"/>
                </a:lnTo>
                <a:lnTo>
                  <a:pt x="4143" y="2818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5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7" y="2812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49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3" y="2822"/>
                </a:lnTo>
                <a:lnTo>
                  <a:pt x="4163" y="2824"/>
                </a:lnTo>
                <a:lnTo>
                  <a:pt x="4162" y="2824"/>
                </a:lnTo>
                <a:lnTo>
                  <a:pt x="4162" y="2825"/>
                </a:lnTo>
                <a:lnTo>
                  <a:pt x="4161" y="2827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6" y="2830"/>
                </a:lnTo>
                <a:lnTo>
                  <a:pt x="4155" y="2831"/>
                </a:lnTo>
                <a:lnTo>
                  <a:pt x="4155" y="2832"/>
                </a:lnTo>
                <a:lnTo>
                  <a:pt x="4155" y="2835"/>
                </a:lnTo>
                <a:lnTo>
                  <a:pt x="4155" y="2836"/>
                </a:lnTo>
                <a:lnTo>
                  <a:pt x="4154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6"/>
                </a:lnTo>
                <a:lnTo>
                  <a:pt x="4155" y="2846"/>
                </a:lnTo>
                <a:lnTo>
                  <a:pt x="4154" y="2847"/>
                </a:lnTo>
                <a:lnTo>
                  <a:pt x="4154" y="2848"/>
                </a:lnTo>
                <a:lnTo>
                  <a:pt x="4153" y="2849"/>
                </a:lnTo>
                <a:lnTo>
                  <a:pt x="4154" y="2850"/>
                </a:lnTo>
                <a:lnTo>
                  <a:pt x="4153" y="2852"/>
                </a:lnTo>
                <a:lnTo>
                  <a:pt x="4152" y="2852"/>
                </a:lnTo>
                <a:lnTo>
                  <a:pt x="4151" y="2852"/>
                </a:lnTo>
                <a:lnTo>
                  <a:pt x="4150" y="2851"/>
                </a:lnTo>
                <a:lnTo>
                  <a:pt x="4149" y="2851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3"/>
                </a:lnTo>
                <a:lnTo>
                  <a:pt x="4141" y="2853"/>
                </a:lnTo>
                <a:lnTo>
                  <a:pt x="4141" y="2854"/>
                </a:lnTo>
                <a:lnTo>
                  <a:pt x="4141" y="2856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7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8" y="2860"/>
                </a:lnTo>
                <a:lnTo>
                  <a:pt x="4147" y="2861"/>
                </a:lnTo>
                <a:lnTo>
                  <a:pt x="4147" y="2862"/>
                </a:lnTo>
                <a:lnTo>
                  <a:pt x="4148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7"/>
                </a:lnTo>
                <a:lnTo>
                  <a:pt x="4153" y="2868"/>
                </a:lnTo>
                <a:lnTo>
                  <a:pt x="4153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4" y="2872"/>
                </a:lnTo>
                <a:lnTo>
                  <a:pt x="4154" y="2873"/>
                </a:lnTo>
                <a:lnTo>
                  <a:pt x="4154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6" y="2874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6" y="2877"/>
                </a:lnTo>
                <a:lnTo>
                  <a:pt x="4155" y="2877"/>
                </a:lnTo>
                <a:lnTo>
                  <a:pt x="4154" y="2877"/>
                </a:lnTo>
                <a:lnTo>
                  <a:pt x="4154" y="2878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8" y="2879"/>
                </a:lnTo>
                <a:lnTo>
                  <a:pt x="4159" y="2879"/>
                </a:lnTo>
                <a:lnTo>
                  <a:pt x="4159" y="2880"/>
                </a:lnTo>
                <a:lnTo>
                  <a:pt x="4158" y="2880"/>
                </a:lnTo>
                <a:lnTo>
                  <a:pt x="4158" y="2881"/>
                </a:lnTo>
                <a:lnTo>
                  <a:pt x="4159" y="2882"/>
                </a:lnTo>
                <a:lnTo>
                  <a:pt x="4158" y="2882"/>
                </a:lnTo>
                <a:lnTo>
                  <a:pt x="4158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7" y="2885"/>
                </a:lnTo>
                <a:lnTo>
                  <a:pt x="4156" y="2885"/>
                </a:lnTo>
                <a:lnTo>
                  <a:pt x="4155" y="2885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5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3" y="2884"/>
                </a:lnTo>
                <a:lnTo>
                  <a:pt x="4152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5"/>
                </a:lnTo>
                <a:lnTo>
                  <a:pt x="4150" y="2876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7"/>
                </a:lnTo>
                <a:lnTo>
                  <a:pt x="4147" y="2878"/>
                </a:lnTo>
                <a:lnTo>
                  <a:pt x="4148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79"/>
                </a:lnTo>
                <a:lnTo>
                  <a:pt x="4151" y="2881"/>
                </a:lnTo>
                <a:lnTo>
                  <a:pt x="4150" y="2881"/>
                </a:lnTo>
                <a:lnTo>
                  <a:pt x="4150" y="2882"/>
                </a:lnTo>
                <a:lnTo>
                  <a:pt x="4149" y="2883"/>
                </a:lnTo>
                <a:lnTo>
                  <a:pt x="4148" y="2884"/>
                </a:lnTo>
                <a:lnTo>
                  <a:pt x="4149" y="2884"/>
                </a:lnTo>
                <a:lnTo>
                  <a:pt x="4148" y="2885"/>
                </a:lnTo>
                <a:lnTo>
                  <a:pt x="4147" y="2885"/>
                </a:lnTo>
                <a:lnTo>
                  <a:pt x="4147" y="2884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3"/>
                </a:lnTo>
                <a:lnTo>
                  <a:pt x="4144" y="2884"/>
                </a:lnTo>
                <a:lnTo>
                  <a:pt x="4144" y="2885"/>
                </a:lnTo>
                <a:lnTo>
                  <a:pt x="4143" y="2885"/>
                </a:lnTo>
                <a:lnTo>
                  <a:pt x="4143" y="2884"/>
                </a:lnTo>
                <a:lnTo>
                  <a:pt x="4144" y="2884"/>
                </a:lnTo>
                <a:lnTo>
                  <a:pt x="4144" y="2883"/>
                </a:lnTo>
                <a:lnTo>
                  <a:pt x="4145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79"/>
                </a:lnTo>
                <a:lnTo>
                  <a:pt x="4143" y="2878"/>
                </a:lnTo>
                <a:lnTo>
                  <a:pt x="4144" y="2877"/>
                </a:lnTo>
                <a:lnTo>
                  <a:pt x="4144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7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39" y="2874"/>
                </a:lnTo>
                <a:lnTo>
                  <a:pt x="4140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40" y="2871"/>
                </a:lnTo>
                <a:lnTo>
                  <a:pt x="4139" y="2871"/>
                </a:lnTo>
                <a:lnTo>
                  <a:pt x="4139" y="2870"/>
                </a:lnTo>
                <a:lnTo>
                  <a:pt x="4138" y="2870"/>
                </a:lnTo>
                <a:lnTo>
                  <a:pt x="4138" y="2872"/>
                </a:lnTo>
                <a:lnTo>
                  <a:pt x="4135" y="2871"/>
                </a:lnTo>
                <a:lnTo>
                  <a:pt x="4136" y="2869"/>
                </a:lnTo>
                <a:lnTo>
                  <a:pt x="4136" y="2870"/>
                </a:lnTo>
                <a:lnTo>
                  <a:pt x="4134" y="2869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2" y="2865"/>
                </a:lnTo>
                <a:lnTo>
                  <a:pt x="4131" y="2865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0" y="2869"/>
                </a:lnTo>
                <a:lnTo>
                  <a:pt x="4130" y="2870"/>
                </a:lnTo>
                <a:lnTo>
                  <a:pt x="4131" y="2870"/>
                </a:lnTo>
                <a:lnTo>
                  <a:pt x="4130" y="2871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6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6" y="2879"/>
                </a:lnTo>
                <a:lnTo>
                  <a:pt x="4126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7"/>
                </a:lnTo>
                <a:lnTo>
                  <a:pt x="4123" y="2877"/>
                </a:lnTo>
                <a:lnTo>
                  <a:pt x="4123" y="2876"/>
                </a:lnTo>
                <a:lnTo>
                  <a:pt x="4123" y="2875"/>
                </a:lnTo>
                <a:lnTo>
                  <a:pt x="4124" y="2875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3"/>
                </a:lnTo>
                <a:lnTo>
                  <a:pt x="4124" y="2872"/>
                </a:lnTo>
                <a:lnTo>
                  <a:pt x="4123" y="2873"/>
                </a:lnTo>
                <a:lnTo>
                  <a:pt x="4123" y="2872"/>
                </a:lnTo>
                <a:lnTo>
                  <a:pt x="4123" y="2871"/>
                </a:lnTo>
                <a:lnTo>
                  <a:pt x="4122" y="2872"/>
                </a:lnTo>
                <a:lnTo>
                  <a:pt x="4121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3"/>
                </a:lnTo>
                <a:lnTo>
                  <a:pt x="4119" y="2874"/>
                </a:lnTo>
                <a:lnTo>
                  <a:pt x="4118" y="2874"/>
                </a:lnTo>
                <a:lnTo>
                  <a:pt x="4116" y="2875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3" y="2877"/>
                </a:lnTo>
                <a:lnTo>
                  <a:pt x="4112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1" y="2880"/>
                </a:lnTo>
                <a:lnTo>
                  <a:pt x="4110" y="2880"/>
                </a:lnTo>
                <a:lnTo>
                  <a:pt x="4111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3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4"/>
                </a:lnTo>
                <a:lnTo>
                  <a:pt x="4117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19" y="2888"/>
                </a:lnTo>
                <a:lnTo>
                  <a:pt x="4120" y="2889"/>
                </a:lnTo>
                <a:lnTo>
                  <a:pt x="4121" y="2889"/>
                </a:lnTo>
                <a:lnTo>
                  <a:pt x="4121" y="2890"/>
                </a:lnTo>
                <a:lnTo>
                  <a:pt x="4120" y="2890"/>
                </a:lnTo>
                <a:lnTo>
                  <a:pt x="4122" y="2891"/>
                </a:lnTo>
                <a:lnTo>
                  <a:pt x="4122" y="2889"/>
                </a:lnTo>
                <a:lnTo>
                  <a:pt x="4122" y="2888"/>
                </a:lnTo>
                <a:lnTo>
                  <a:pt x="4122" y="2889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89"/>
                </a:lnTo>
                <a:lnTo>
                  <a:pt x="4125" y="2889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2"/>
                </a:lnTo>
                <a:lnTo>
                  <a:pt x="4129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4"/>
                </a:lnTo>
                <a:lnTo>
                  <a:pt x="4132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2" y="2896"/>
                </a:lnTo>
                <a:lnTo>
                  <a:pt x="4131" y="2896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7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7"/>
                </a:lnTo>
                <a:lnTo>
                  <a:pt x="4125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6" y="2900"/>
                </a:lnTo>
                <a:lnTo>
                  <a:pt x="4126" y="2901"/>
                </a:lnTo>
                <a:lnTo>
                  <a:pt x="4127" y="2902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2"/>
                </a:lnTo>
                <a:lnTo>
                  <a:pt x="4119" y="2902"/>
                </a:lnTo>
                <a:lnTo>
                  <a:pt x="4118" y="2903"/>
                </a:lnTo>
                <a:lnTo>
                  <a:pt x="4117" y="2903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2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1" y="2905"/>
                </a:lnTo>
                <a:lnTo>
                  <a:pt x="4112" y="2905"/>
                </a:lnTo>
                <a:lnTo>
                  <a:pt x="4112" y="2906"/>
                </a:lnTo>
                <a:lnTo>
                  <a:pt x="4111" y="2906"/>
                </a:lnTo>
                <a:lnTo>
                  <a:pt x="4111" y="2907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3" y="2909"/>
                </a:lnTo>
                <a:lnTo>
                  <a:pt x="4109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1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4" y="2911"/>
                </a:lnTo>
                <a:lnTo>
                  <a:pt x="4104" y="2910"/>
                </a:lnTo>
                <a:lnTo>
                  <a:pt x="4103" y="2909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2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0" y="2899"/>
                </a:lnTo>
                <a:lnTo>
                  <a:pt x="4101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2" y="2898"/>
                </a:lnTo>
                <a:lnTo>
                  <a:pt x="4101" y="2899"/>
                </a:lnTo>
                <a:lnTo>
                  <a:pt x="4100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900"/>
                </a:lnTo>
                <a:lnTo>
                  <a:pt x="4098" y="2899"/>
                </a:lnTo>
                <a:lnTo>
                  <a:pt x="4097" y="2899"/>
                </a:lnTo>
                <a:lnTo>
                  <a:pt x="4098" y="2898"/>
                </a:lnTo>
                <a:lnTo>
                  <a:pt x="4098" y="2896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8" y="2893"/>
                </a:lnTo>
                <a:lnTo>
                  <a:pt x="4097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2" y="2895"/>
                </a:lnTo>
                <a:lnTo>
                  <a:pt x="4091" y="2895"/>
                </a:lnTo>
                <a:lnTo>
                  <a:pt x="4091" y="2896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8"/>
                </a:lnTo>
                <a:lnTo>
                  <a:pt x="4090" y="2897"/>
                </a:lnTo>
                <a:lnTo>
                  <a:pt x="4091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4" y="2901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8" y="2902"/>
                </a:lnTo>
                <a:lnTo>
                  <a:pt x="4097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4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5" y="2911"/>
                </a:lnTo>
                <a:lnTo>
                  <a:pt x="4094" y="2911"/>
                </a:lnTo>
                <a:lnTo>
                  <a:pt x="4093" y="2911"/>
                </a:lnTo>
                <a:lnTo>
                  <a:pt x="4091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2"/>
                </a:lnTo>
                <a:lnTo>
                  <a:pt x="4087" y="2913"/>
                </a:lnTo>
                <a:lnTo>
                  <a:pt x="4087" y="2914"/>
                </a:lnTo>
                <a:lnTo>
                  <a:pt x="4089" y="2914"/>
                </a:lnTo>
                <a:lnTo>
                  <a:pt x="4090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8" y="2918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6"/>
                </a:lnTo>
                <a:lnTo>
                  <a:pt x="4101" y="2916"/>
                </a:lnTo>
                <a:lnTo>
                  <a:pt x="4101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099" y="2921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9" y="2926"/>
                </a:lnTo>
                <a:lnTo>
                  <a:pt x="4100" y="2925"/>
                </a:lnTo>
                <a:lnTo>
                  <a:pt x="4100" y="2926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2" y="2926"/>
                </a:lnTo>
                <a:lnTo>
                  <a:pt x="4101" y="2926"/>
                </a:lnTo>
                <a:lnTo>
                  <a:pt x="4101" y="2927"/>
                </a:lnTo>
                <a:lnTo>
                  <a:pt x="4100" y="2927"/>
                </a:lnTo>
                <a:lnTo>
                  <a:pt x="4099" y="2928"/>
                </a:lnTo>
                <a:lnTo>
                  <a:pt x="4098" y="2928"/>
                </a:lnTo>
                <a:lnTo>
                  <a:pt x="4098" y="2927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3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4" y="2933"/>
                </a:lnTo>
                <a:lnTo>
                  <a:pt x="4096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4" y="2935"/>
                </a:lnTo>
                <a:lnTo>
                  <a:pt x="4093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6" y="2933"/>
                </a:lnTo>
                <a:lnTo>
                  <a:pt x="4086" y="2934"/>
                </a:lnTo>
                <a:lnTo>
                  <a:pt x="4084" y="2934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5"/>
                </a:lnTo>
                <a:lnTo>
                  <a:pt x="4081" y="2936"/>
                </a:lnTo>
                <a:lnTo>
                  <a:pt x="4080" y="2936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2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0" y="2927"/>
                </a:lnTo>
                <a:lnTo>
                  <a:pt x="4071" y="2927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0"/>
                </a:lnTo>
                <a:lnTo>
                  <a:pt x="4068" y="2931"/>
                </a:lnTo>
                <a:lnTo>
                  <a:pt x="4068" y="2932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4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8" y="2937"/>
                </a:lnTo>
                <a:lnTo>
                  <a:pt x="4067" y="2937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8" y="2943"/>
                </a:lnTo>
                <a:lnTo>
                  <a:pt x="4068" y="2944"/>
                </a:lnTo>
                <a:lnTo>
                  <a:pt x="4069" y="2944"/>
                </a:lnTo>
                <a:lnTo>
                  <a:pt x="4071" y="2943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1"/>
                </a:lnTo>
                <a:lnTo>
                  <a:pt x="4075" y="2942"/>
                </a:lnTo>
                <a:lnTo>
                  <a:pt x="4074" y="2942"/>
                </a:lnTo>
                <a:lnTo>
                  <a:pt x="4074" y="2943"/>
                </a:lnTo>
                <a:lnTo>
                  <a:pt x="4074" y="2944"/>
                </a:lnTo>
                <a:lnTo>
                  <a:pt x="4075" y="2945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5" y="2952"/>
                </a:lnTo>
                <a:lnTo>
                  <a:pt x="4075" y="2953"/>
                </a:lnTo>
                <a:lnTo>
                  <a:pt x="4076" y="2953"/>
                </a:lnTo>
                <a:lnTo>
                  <a:pt x="4075" y="2953"/>
                </a:lnTo>
                <a:lnTo>
                  <a:pt x="4074" y="2954"/>
                </a:lnTo>
                <a:lnTo>
                  <a:pt x="4074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4"/>
                </a:lnTo>
                <a:lnTo>
                  <a:pt x="4068" y="2955"/>
                </a:lnTo>
                <a:lnTo>
                  <a:pt x="4067" y="2957"/>
                </a:lnTo>
                <a:lnTo>
                  <a:pt x="4067" y="2958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0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8"/>
                </a:lnTo>
                <a:lnTo>
                  <a:pt x="4065" y="2969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0"/>
                </a:lnTo>
                <a:lnTo>
                  <a:pt x="4062" y="2971"/>
                </a:lnTo>
                <a:lnTo>
                  <a:pt x="4061" y="2971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1" y="2968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7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1" y="2960"/>
                </a:lnTo>
                <a:lnTo>
                  <a:pt x="4050" y="2960"/>
                </a:lnTo>
                <a:lnTo>
                  <a:pt x="4049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8" y="2956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9" y="2960"/>
                </a:lnTo>
                <a:lnTo>
                  <a:pt x="4048" y="2961"/>
                </a:lnTo>
                <a:lnTo>
                  <a:pt x="4047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5" y="2963"/>
                </a:lnTo>
                <a:lnTo>
                  <a:pt x="4044" y="2963"/>
                </a:lnTo>
                <a:lnTo>
                  <a:pt x="4044" y="2964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5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5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2" y="2968"/>
                </a:lnTo>
                <a:lnTo>
                  <a:pt x="4032" y="2969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3" y="2958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5"/>
                </a:lnTo>
                <a:lnTo>
                  <a:pt x="4019" y="2966"/>
                </a:lnTo>
                <a:lnTo>
                  <a:pt x="4018" y="2967"/>
                </a:lnTo>
                <a:lnTo>
                  <a:pt x="4017" y="2967"/>
                </a:lnTo>
                <a:lnTo>
                  <a:pt x="4017" y="2966"/>
                </a:lnTo>
                <a:lnTo>
                  <a:pt x="4016" y="2966"/>
                </a:lnTo>
                <a:lnTo>
                  <a:pt x="4015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2" y="2979"/>
                </a:lnTo>
                <a:lnTo>
                  <a:pt x="4011" y="2979"/>
                </a:lnTo>
                <a:lnTo>
                  <a:pt x="4007" y="2978"/>
                </a:lnTo>
                <a:lnTo>
                  <a:pt x="4006" y="2978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1" y="2975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3999" y="2980"/>
                </a:lnTo>
                <a:lnTo>
                  <a:pt x="3999" y="2981"/>
                </a:lnTo>
                <a:lnTo>
                  <a:pt x="3999" y="2980"/>
                </a:lnTo>
                <a:lnTo>
                  <a:pt x="4000" y="2981"/>
                </a:lnTo>
                <a:lnTo>
                  <a:pt x="4001" y="2982"/>
                </a:lnTo>
                <a:lnTo>
                  <a:pt x="4000" y="2982"/>
                </a:lnTo>
                <a:lnTo>
                  <a:pt x="3999" y="2982"/>
                </a:lnTo>
                <a:lnTo>
                  <a:pt x="4000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4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3" y="2989"/>
                </a:lnTo>
                <a:lnTo>
                  <a:pt x="4014" y="2989"/>
                </a:lnTo>
                <a:lnTo>
                  <a:pt x="4014" y="2988"/>
                </a:lnTo>
                <a:lnTo>
                  <a:pt x="4016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7"/>
                </a:lnTo>
                <a:lnTo>
                  <a:pt x="4019" y="2998"/>
                </a:lnTo>
                <a:lnTo>
                  <a:pt x="4018" y="2998"/>
                </a:lnTo>
                <a:lnTo>
                  <a:pt x="4018" y="2999"/>
                </a:lnTo>
                <a:lnTo>
                  <a:pt x="4017" y="2998"/>
                </a:lnTo>
                <a:lnTo>
                  <a:pt x="4016" y="2999"/>
                </a:lnTo>
                <a:lnTo>
                  <a:pt x="4015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3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4"/>
                </a:lnTo>
                <a:lnTo>
                  <a:pt x="4009" y="3004"/>
                </a:lnTo>
                <a:lnTo>
                  <a:pt x="4009" y="3005"/>
                </a:lnTo>
                <a:lnTo>
                  <a:pt x="4008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6" y="3004"/>
                </a:lnTo>
                <a:lnTo>
                  <a:pt x="4005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3" y="3006"/>
                </a:lnTo>
                <a:lnTo>
                  <a:pt x="4005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8"/>
                </a:lnTo>
                <a:lnTo>
                  <a:pt x="4005" y="3009"/>
                </a:lnTo>
                <a:lnTo>
                  <a:pt x="4004" y="3009"/>
                </a:lnTo>
                <a:lnTo>
                  <a:pt x="4004" y="3010"/>
                </a:lnTo>
                <a:lnTo>
                  <a:pt x="4003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1" y="3012"/>
                </a:lnTo>
                <a:lnTo>
                  <a:pt x="4001" y="3013"/>
                </a:lnTo>
                <a:lnTo>
                  <a:pt x="4001" y="3014"/>
                </a:lnTo>
                <a:lnTo>
                  <a:pt x="4000" y="3015"/>
                </a:lnTo>
                <a:lnTo>
                  <a:pt x="4000" y="3020"/>
                </a:lnTo>
                <a:lnTo>
                  <a:pt x="4001" y="3020"/>
                </a:lnTo>
                <a:lnTo>
                  <a:pt x="4000" y="3021"/>
                </a:lnTo>
                <a:lnTo>
                  <a:pt x="4000" y="3022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1"/>
                </a:lnTo>
                <a:lnTo>
                  <a:pt x="3995" y="3022"/>
                </a:lnTo>
                <a:lnTo>
                  <a:pt x="3994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3" y="3025"/>
                </a:lnTo>
                <a:lnTo>
                  <a:pt x="3993" y="3024"/>
                </a:lnTo>
                <a:lnTo>
                  <a:pt x="3993" y="3025"/>
                </a:lnTo>
                <a:lnTo>
                  <a:pt x="3993" y="3024"/>
                </a:lnTo>
                <a:lnTo>
                  <a:pt x="3992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1"/>
                </a:lnTo>
                <a:lnTo>
                  <a:pt x="3985" y="3031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7" y="3029"/>
                </a:lnTo>
                <a:lnTo>
                  <a:pt x="3988" y="3028"/>
                </a:lnTo>
                <a:lnTo>
                  <a:pt x="3988" y="3027"/>
                </a:lnTo>
                <a:lnTo>
                  <a:pt x="3989" y="3027"/>
                </a:lnTo>
                <a:lnTo>
                  <a:pt x="3988" y="3027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89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1"/>
                </a:lnTo>
                <a:lnTo>
                  <a:pt x="3988" y="3022"/>
                </a:lnTo>
                <a:lnTo>
                  <a:pt x="3987" y="3022"/>
                </a:lnTo>
                <a:lnTo>
                  <a:pt x="3987" y="3023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0"/>
                </a:lnTo>
                <a:lnTo>
                  <a:pt x="3982" y="3020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3"/>
                </a:lnTo>
                <a:lnTo>
                  <a:pt x="3982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8"/>
                </a:lnTo>
                <a:lnTo>
                  <a:pt x="3982" y="3028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8" y="3032"/>
                </a:lnTo>
                <a:lnTo>
                  <a:pt x="3978" y="3033"/>
                </a:lnTo>
                <a:lnTo>
                  <a:pt x="3977" y="3034"/>
                </a:lnTo>
                <a:lnTo>
                  <a:pt x="3977" y="3035"/>
                </a:lnTo>
                <a:lnTo>
                  <a:pt x="3976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6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4" y="3049"/>
                </a:lnTo>
                <a:lnTo>
                  <a:pt x="3975" y="3049"/>
                </a:lnTo>
                <a:lnTo>
                  <a:pt x="3974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2" y="3051"/>
                </a:lnTo>
                <a:lnTo>
                  <a:pt x="3973" y="3051"/>
                </a:lnTo>
                <a:lnTo>
                  <a:pt x="3973" y="3050"/>
                </a:lnTo>
                <a:lnTo>
                  <a:pt x="3973" y="3049"/>
                </a:lnTo>
                <a:lnTo>
                  <a:pt x="3972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0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2" y="3034"/>
                </a:lnTo>
                <a:lnTo>
                  <a:pt x="3963" y="3034"/>
                </a:lnTo>
                <a:lnTo>
                  <a:pt x="3964" y="3035"/>
                </a:lnTo>
                <a:lnTo>
                  <a:pt x="3963" y="3036"/>
                </a:lnTo>
                <a:lnTo>
                  <a:pt x="3964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3" y="3040"/>
                </a:lnTo>
                <a:lnTo>
                  <a:pt x="3963" y="3041"/>
                </a:lnTo>
                <a:lnTo>
                  <a:pt x="3964" y="3041"/>
                </a:lnTo>
                <a:lnTo>
                  <a:pt x="3964" y="3042"/>
                </a:lnTo>
                <a:lnTo>
                  <a:pt x="3963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1" y="3046"/>
                </a:lnTo>
                <a:lnTo>
                  <a:pt x="3960" y="3046"/>
                </a:lnTo>
                <a:lnTo>
                  <a:pt x="3960" y="3047"/>
                </a:lnTo>
                <a:lnTo>
                  <a:pt x="3959" y="3048"/>
                </a:lnTo>
                <a:lnTo>
                  <a:pt x="3959" y="3049"/>
                </a:lnTo>
                <a:lnTo>
                  <a:pt x="3958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49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3" y="3053"/>
                </a:lnTo>
                <a:lnTo>
                  <a:pt x="3963" y="3054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8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59"/>
                </a:lnTo>
                <a:lnTo>
                  <a:pt x="3958" y="3060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4"/>
                </a:lnTo>
                <a:lnTo>
                  <a:pt x="3957" y="3065"/>
                </a:lnTo>
                <a:lnTo>
                  <a:pt x="3957" y="3066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2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8" y="3067"/>
                </a:lnTo>
                <a:lnTo>
                  <a:pt x="3949" y="3067"/>
                </a:lnTo>
                <a:lnTo>
                  <a:pt x="3949" y="3066"/>
                </a:lnTo>
                <a:lnTo>
                  <a:pt x="3950" y="3066"/>
                </a:lnTo>
                <a:lnTo>
                  <a:pt x="3950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2" y="3063"/>
                </a:lnTo>
                <a:lnTo>
                  <a:pt x="3953" y="3062"/>
                </a:lnTo>
                <a:lnTo>
                  <a:pt x="3953" y="3061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5"/>
                </a:lnTo>
                <a:lnTo>
                  <a:pt x="3951" y="3054"/>
                </a:lnTo>
                <a:lnTo>
                  <a:pt x="3952" y="3054"/>
                </a:lnTo>
                <a:lnTo>
                  <a:pt x="3952" y="3053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49"/>
                </a:lnTo>
                <a:lnTo>
                  <a:pt x="3953" y="3049"/>
                </a:lnTo>
                <a:lnTo>
                  <a:pt x="3953" y="3048"/>
                </a:lnTo>
                <a:lnTo>
                  <a:pt x="3952" y="3048"/>
                </a:lnTo>
                <a:lnTo>
                  <a:pt x="3953" y="3047"/>
                </a:lnTo>
                <a:lnTo>
                  <a:pt x="3954" y="3046"/>
                </a:lnTo>
                <a:lnTo>
                  <a:pt x="3955" y="3046"/>
                </a:lnTo>
                <a:lnTo>
                  <a:pt x="3955" y="3047"/>
                </a:lnTo>
                <a:lnTo>
                  <a:pt x="3956" y="3047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7"/>
                </a:lnTo>
                <a:lnTo>
                  <a:pt x="3952" y="3048"/>
                </a:lnTo>
                <a:lnTo>
                  <a:pt x="3951" y="3049"/>
                </a:lnTo>
                <a:lnTo>
                  <a:pt x="3950" y="3050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49"/>
                </a:lnTo>
                <a:lnTo>
                  <a:pt x="3947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1"/>
                </a:lnTo>
                <a:lnTo>
                  <a:pt x="3945" y="3051"/>
                </a:lnTo>
                <a:lnTo>
                  <a:pt x="3944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2" y="3063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7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8" y="3057"/>
                </a:lnTo>
                <a:lnTo>
                  <a:pt x="3939" y="3058"/>
                </a:lnTo>
                <a:lnTo>
                  <a:pt x="3939" y="3059"/>
                </a:lnTo>
                <a:lnTo>
                  <a:pt x="3938" y="3059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29" y="3069"/>
                </a:lnTo>
                <a:lnTo>
                  <a:pt x="3928" y="3069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6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6" y="3068"/>
                </a:lnTo>
                <a:lnTo>
                  <a:pt x="3927" y="3067"/>
                </a:lnTo>
                <a:lnTo>
                  <a:pt x="3927" y="3066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6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2"/>
                </a:lnTo>
                <a:lnTo>
                  <a:pt x="3918" y="3063"/>
                </a:lnTo>
                <a:lnTo>
                  <a:pt x="3917" y="3064"/>
                </a:lnTo>
                <a:lnTo>
                  <a:pt x="3916" y="3064"/>
                </a:lnTo>
                <a:lnTo>
                  <a:pt x="3916" y="3065"/>
                </a:lnTo>
                <a:lnTo>
                  <a:pt x="3916" y="3066"/>
                </a:lnTo>
                <a:lnTo>
                  <a:pt x="3916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70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1" y="3070"/>
                </a:lnTo>
                <a:lnTo>
                  <a:pt x="3920" y="3070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3" y="3073"/>
                </a:lnTo>
                <a:lnTo>
                  <a:pt x="3913" y="3072"/>
                </a:lnTo>
                <a:lnTo>
                  <a:pt x="3914" y="3072"/>
                </a:lnTo>
                <a:lnTo>
                  <a:pt x="3915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8" y="3070"/>
                </a:lnTo>
                <a:lnTo>
                  <a:pt x="3909" y="3071"/>
                </a:lnTo>
                <a:lnTo>
                  <a:pt x="3910" y="3071"/>
                </a:lnTo>
                <a:lnTo>
                  <a:pt x="3909" y="3073"/>
                </a:lnTo>
                <a:lnTo>
                  <a:pt x="3908" y="3075"/>
                </a:lnTo>
                <a:lnTo>
                  <a:pt x="3908" y="3076"/>
                </a:lnTo>
                <a:lnTo>
                  <a:pt x="3907" y="3075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7" y="3079"/>
                </a:lnTo>
                <a:lnTo>
                  <a:pt x="3906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3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4" y="3080"/>
                </a:lnTo>
                <a:lnTo>
                  <a:pt x="3906" y="3080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6" y="3084"/>
                </a:lnTo>
                <a:lnTo>
                  <a:pt x="3905" y="3085"/>
                </a:lnTo>
                <a:lnTo>
                  <a:pt x="3905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8"/>
                </a:lnTo>
                <a:lnTo>
                  <a:pt x="3902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7" y="3095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099"/>
                </a:lnTo>
                <a:lnTo>
                  <a:pt x="3899" y="3100"/>
                </a:lnTo>
                <a:lnTo>
                  <a:pt x="3899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1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0" y="3105"/>
                </a:lnTo>
                <a:lnTo>
                  <a:pt x="3899" y="3105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4" y="3100"/>
                </a:lnTo>
                <a:lnTo>
                  <a:pt x="3894" y="3101"/>
                </a:lnTo>
                <a:lnTo>
                  <a:pt x="3895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4"/>
                </a:lnTo>
                <a:lnTo>
                  <a:pt x="3889" y="3106"/>
                </a:lnTo>
                <a:lnTo>
                  <a:pt x="3889" y="3107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6" y="3109"/>
                </a:lnTo>
                <a:lnTo>
                  <a:pt x="3886" y="3108"/>
                </a:lnTo>
                <a:lnTo>
                  <a:pt x="3885" y="3108"/>
                </a:lnTo>
                <a:lnTo>
                  <a:pt x="3884" y="3108"/>
                </a:lnTo>
                <a:lnTo>
                  <a:pt x="3884" y="3107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5"/>
                </a:lnTo>
                <a:lnTo>
                  <a:pt x="3885" y="3104"/>
                </a:lnTo>
                <a:lnTo>
                  <a:pt x="3884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7"/>
                </a:lnTo>
                <a:lnTo>
                  <a:pt x="3882" y="3108"/>
                </a:lnTo>
                <a:lnTo>
                  <a:pt x="3881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0"/>
                </a:lnTo>
                <a:lnTo>
                  <a:pt x="3879" y="3111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7" y="3114"/>
                </a:lnTo>
                <a:lnTo>
                  <a:pt x="3877" y="3116"/>
                </a:lnTo>
                <a:lnTo>
                  <a:pt x="3878" y="3117"/>
                </a:lnTo>
                <a:lnTo>
                  <a:pt x="3879" y="3117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79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6"/>
                </a:lnTo>
                <a:lnTo>
                  <a:pt x="3877" y="3126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69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3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3" y="3132"/>
                </a:lnTo>
                <a:lnTo>
                  <a:pt x="3852" y="3133"/>
                </a:lnTo>
                <a:lnTo>
                  <a:pt x="3851" y="3133"/>
                </a:lnTo>
                <a:lnTo>
                  <a:pt x="3850" y="3134"/>
                </a:lnTo>
                <a:lnTo>
                  <a:pt x="3848" y="3136"/>
                </a:lnTo>
                <a:lnTo>
                  <a:pt x="3847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2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8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6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8" y="3147"/>
                </a:lnTo>
                <a:lnTo>
                  <a:pt x="3818" y="3148"/>
                </a:lnTo>
                <a:lnTo>
                  <a:pt x="3817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5" y="3150"/>
                </a:lnTo>
                <a:lnTo>
                  <a:pt x="3814" y="3151"/>
                </a:lnTo>
                <a:lnTo>
                  <a:pt x="3814" y="3152"/>
                </a:lnTo>
                <a:lnTo>
                  <a:pt x="3813" y="3153"/>
                </a:lnTo>
                <a:lnTo>
                  <a:pt x="3812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1" y="3148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7" y="3143"/>
                </a:lnTo>
                <a:lnTo>
                  <a:pt x="3807" y="3142"/>
                </a:lnTo>
                <a:lnTo>
                  <a:pt x="3806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8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5" y="3141"/>
                </a:lnTo>
                <a:lnTo>
                  <a:pt x="3794" y="3141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2" y="3143"/>
                </a:lnTo>
                <a:lnTo>
                  <a:pt x="3791" y="3143"/>
                </a:lnTo>
                <a:lnTo>
                  <a:pt x="3791" y="3144"/>
                </a:lnTo>
                <a:lnTo>
                  <a:pt x="3790" y="3145"/>
                </a:lnTo>
                <a:lnTo>
                  <a:pt x="3790" y="3146"/>
                </a:lnTo>
                <a:lnTo>
                  <a:pt x="3789" y="3146"/>
                </a:lnTo>
                <a:lnTo>
                  <a:pt x="3790" y="3146"/>
                </a:lnTo>
                <a:lnTo>
                  <a:pt x="3789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7" y="3149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6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6"/>
                </a:lnTo>
                <a:lnTo>
                  <a:pt x="3789" y="3156"/>
                </a:lnTo>
                <a:lnTo>
                  <a:pt x="3789" y="3155"/>
                </a:lnTo>
                <a:lnTo>
                  <a:pt x="3789" y="3154"/>
                </a:lnTo>
                <a:lnTo>
                  <a:pt x="3790" y="3153"/>
                </a:lnTo>
                <a:lnTo>
                  <a:pt x="3789" y="3153"/>
                </a:lnTo>
                <a:lnTo>
                  <a:pt x="3790" y="3152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2"/>
                </a:lnTo>
                <a:lnTo>
                  <a:pt x="3793" y="3152"/>
                </a:lnTo>
                <a:lnTo>
                  <a:pt x="3793" y="3153"/>
                </a:lnTo>
                <a:lnTo>
                  <a:pt x="3793" y="3154"/>
                </a:lnTo>
                <a:lnTo>
                  <a:pt x="3792" y="3154"/>
                </a:lnTo>
                <a:lnTo>
                  <a:pt x="3791" y="3155"/>
                </a:lnTo>
                <a:lnTo>
                  <a:pt x="3791" y="3156"/>
                </a:lnTo>
                <a:lnTo>
                  <a:pt x="3790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89" y="3158"/>
                </a:lnTo>
                <a:lnTo>
                  <a:pt x="3790" y="3159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7"/>
                </a:lnTo>
                <a:lnTo>
                  <a:pt x="3778" y="3158"/>
                </a:lnTo>
                <a:lnTo>
                  <a:pt x="3777" y="3158"/>
                </a:lnTo>
                <a:lnTo>
                  <a:pt x="3777" y="3159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0" y="3153"/>
                </a:lnTo>
                <a:lnTo>
                  <a:pt x="3771" y="3153"/>
                </a:lnTo>
                <a:lnTo>
                  <a:pt x="3771" y="3152"/>
                </a:lnTo>
                <a:lnTo>
                  <a:pt x="3770" y="3152"/>
                </a:lnTo>
                <a:lnTo>
                  <a:pt x="3771" y="3151"/>
                </a:lnTo>
                <a:lnTo>
                  <a:pt x="3771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1"/>
                </a:lnTo>
                <a:lnTo>
                  <a:pt x="3777" y="3150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48"/>
                </a:lnTo>
                <a:lnTo>
                  <a:pt x="3774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49"/>
                </a:lnTo>
                <a:lnTo>
                  <a:pt x="3772" y="3149"/>
                </a:lnTo>
                <a:lnTo>
                  <a:pt x="3772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2" y="3148"/>
                </a:lnTo>
                <a:lnTo>
                  <a:pt x="3761" y="3148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0" y="3148"/>
                </a:lnTo>
                <a:lnTo>
                  <a:pt x="3760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3" y="3145"/>
                </a:lnTo>
                <a:lnTo>
                  <a:pt x="3763" y="3144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3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8" y="3140"/>
                </a:lnTo>
                <a:lnTo>
                  <a:pt x="3768" y="3138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6"/>
                </a:lnTo>
                <a:lnTo>
                  <a:pt x="3769" y="3135"/>
                </a:lnTo>
                <a:lnTo>
                  <a:pt x="3768" y="3135"/>
                </a:lnTo>
                <a:lnTo>
                  <a:pt x="3768" y="3136"/>
                </a:lnTo>
                <a:lnTo>
                  <a:pt x="3767" y="3137"/>
                </a:lnTo>
                <a:lnTo>
                  <a:pt x="3767" y="3136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1"/>
                </a:lnTo>
                <a:lnTo>
                  <a:pt x="3764" y="3142"/>
                </a:lnTo>
                <a:lnTo>
                  <a:pt x="3764" y="3143"/>
                </a:lnTo>
                <a:lnTo>
                  <a:pt x="3763" y="3143"/>
                </a:lnTo>
                <a:lnTo>
                  <a:pt x="3763" y="3144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9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5" y="3145"/>
                </a:lnTo>
                <a:lnTo>
                  <a:pt x="3755" y="3146"/>
                </a:lnTo>
                <a:lnTo>
                  <a:pt x="3754" y="3146"/>
                </a:lnTo>
                <a:lnTo>
                  <a:pt x="3754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49" y="3147"/>
                </a:lnTo>
                <a:lnTo>
                  <a:pt x="3748" y="3147"/>
                </a:lnTo>
                <a:lnTo>
                  <a:pt x="3747" y="3147"/>
                </a:lnTo>
                <a:lnTo>
                  <a:pt x="3746" y="3147"/>
                </a:lnTo>
                <a:lnTo>
                  <a:pt x="3746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3" y="3148"/>
                </a:lnTo>
                <a:lnTo>
                  <a:pt x="3743" y="3149"/>
                </a:lnTo>
                <a:lnTo>
                  <a:pt x="3743" y="3152"/>
                </a:lnTo>
                <a:lnTo>
                  <a:pt x="3742" y="3152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7"/>
                </a:lnTo>
                <a:lnTo>
                  <a:pt x="3738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8" y="3150"/>
                </a:lnTo>
                <a:lnTo>
                  <a:pt x="3728" y="3151"/>
                </a:lnTo>
                <a:lnTo>
                  <a:pt x="3727" y="3151"/>
                </a:lnTo>
                <a:lnTo>
                  <a:pt x="3728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8" y="3154"/>
                </a:lnTo>
                <a:lnTo>
                  <a:pt x="3728" y="3155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0"/>
                </a:lnTo>
                <a:lnTo>
                  <a:pt x="3734" y="3162"/>
                </a:lnTo>
                <a:lnTo>
                  <a:pt x="3733" y="3162"/>
                </a:lnTo>
                <a:lnTo>
                  <a:pt x="3733" y="3163"/>
                </a:lnTo>
                <a:lnTo>
                  <a:pt x="3732" y="3164"/>
                </a:lnTo>
                <a:lnTo>
                  <a:pt x="3731" y="3166"/>
                </a:lnTo>
                <a:lnTo>
                  <a:pt x="3731" y="3167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29" y="3173"/>
                </a:lnTo>
                <a:lnTo>
                  <a:pt x="3728" y="3173"/>
                </a:lnTo>
                <a:lnTo>
                  <a:pt x="3728" y="3172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3" y="3167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7"/>
                </a:lnTo>
                <a:lnTo>
                  <a:pt x="3715" y="3167"/>
                </a:lnTo>
                <a:lnTo>
                  <a:pt x="3716" y="3166"/>
                </a:lnTo>
                <a:lnTo>
                  <a:pt x="3716" y="3164"/>
                </a:lnTo>
                <a:lnTo>
                  <a:pt x="3716" y="3163"/>
                </a:lnTo>
                <a:lnTo>
                  <a:pt x="3715" y="3162"/>
                </a:lnTo>
                <a:lnTo>
                  <a:pt x="3715" y="3161"/>
                </a:lnTo>
                <a:lnTo>
                  <a:pt x="3716" y="3161"/>
                </a:lnTo>
                <a:lnTo>
                  <a:pt x="3716" y="3160"/>
                </a:lnTo>
                <a:lnTo>
                  <a:pt x="3716" y="3159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2"/>
                </a:lnTo>
                <a:lnTo>
                  <a:pt x="3717" y="3151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0"/>
                </a:lnTo>
                <a:lnTo>
                  <a:pt x="3721" y="3149"/>
                </a:lnTo>
                <a:lnTo>
                  <a:pt x="3721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3" y="3148"/>
                </a:lnTo>
                <a:lnTo>
                  <a:pt x="3724" y="3148"/>
                </a:lnTo>
                <a:lnTo>
                  <a:pt x="3723" y="3148"/>
                </a:lnTo>
                <a:lnTo>
                  <a:pt x="3723" y="3147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3"/>
                </a:lnTo>
                <a:lnTo>
                  <a:pt x="3719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19" y="3144"/>
                </a:lnTo>
                <a:lnTo>
                  <a:pt x="3718" y="3144"/>
                </a:lnTo>
                <a:lnTo>
                  <a:pt x="3718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7"/>
                </a:lnTo>
                <a:lnTo>
                  <a:pt x="3719" y="3148"/>
                </a:lnTo>
                <a:lnTo>
                  <a:pt x="3718" y="3148"/>
                </a:lnTo>
                <a:lnTo>
                  <a:pt x="3718" y="3149"/>
                </a:lnTo>
                <a:lnTo>
                  <a:pt x="3718" y="3148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4" y="3147"/>
                </a:lnTo>
                <a:lnTo>
                  <a:pt x="3713" y="3147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1" y="3149"/>
                </a:lnTo>
                <a:lnTo>
                  <a:pt x="3710" y="3150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6" y="3152"/>
                </a:lnTo>
                <a:lnTo>
                  <a:pt x="3704" y="3153"/>
                </a:lnTo>
                <a:lnTo>
                  <a:pt x="3702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5" y="3159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5" y="3162"/>
                </a:lnTo>
                <a:lnTo>
                  <a:pt x="3696" y="3162"/>
                </a:lnTo>
                <a:lnTo>
                  <a:pt x="3697" y="3162"/>
                </a:lnTo>
                <a:lnTo>
                  <a:pt x="3697" y="3163"/>
                </a:lnTo>
                <a:lnTo>
                  <a:pt x="3698" y="3162"/>
                </a:lnTo>
                <a:lnTo>
                  <a:pt x="3699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0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68"/>
                </a:lnTo>
                <a:lnTo>
                  <a:pt x="3695" y="3168"/>
                </a:lnTo>
                <a:lnTo>
                  <a:pt x="3695" y="3169"/>
                </a:lnTo>
                <a:lnTo>
                  <a:pt x="3694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6" y="3171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4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3" y="3174"/>
                </a:lnTo>
                <a:lnTo>
                  <a:pt x="3704" y="3175"/>
                </a:lnTo>
                <a:lnTo>
                  <a:pt x="3705" y="3176"/>
                </a:lnTo>
                <a:lnTo>
                  <a:pt x="3705" y="3177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79"/>
                </a:lnTo>
                <a:lnTo>
                  <a:pt x="3698" y="3180"/>
                </a:lnTo>
                <a:lnTo>
                  <a:pt x="3697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2" y="3176"/>
                </a:lnTo>
                <a:lnTo>
                  <a:pt x="3693" y="3176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2" y="3167"/>
                </a:lnTo>
                <a:lnTo>
                  <a:pt x="3681" y="3167"/>
                </a:lnTo>
                <a:lnTo>
                  <a:pt x="3680" y="3167"/>
                </a:lnTo>
                <a:lnTo>
                  <a:pt x="3680" y="3168"/>
                </a:lnTo>
                <a:lnTo>
                  <a:pt x="3679" y="3168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7"/>
                </a:lnTo>
                <a:lnTo>
                  <a:pt x="3677" y="3168"/>
                </a:lnTo>
                <a:lnTo>
                  <a:pt x="3676" y="3168"/>
                </a:lnTo>
                <a:lnTo>
                  <a:pt x="3676" y="3169"/>
                </a:lnTo>
                <a:lnTo>
                  <a:pt x="3676" y="3170"/>
                </a:lnTo>
                <a:lnTo>
                  <a:pt x="3675" y="3169"/>
                </a:lnTo>
                <a:lnTo>
                  <a:pt x="3674" y="3169"/>
                </a:lnTo>
                <a:lnTo>
                  <a:pt x="3670" y="3172"/>
                </a:lnTo>
                <a:lnTo>
                  <a:pt x="3670" y="3173"/>
                </a:lnTo>
                <a:lnTo>
                  <a:pt x="3669" y="3173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0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8"/>
                </a:lnTo>
                <a:lnTo>
                  <a:pt x="3677" y="3180"/>
                </a:lnTo>
                <a:lnTo>
                  <a:pt x="3675" y="3180"/>
                </a:lnTo>
                <a:lnTo>
                  <a:pt x="3673" y="3181"/>
                </a:lnTo>
                <a:lnTo>
                  <a:pt x="3673" y="3182"/>
                </a:lnTo>
                <a:lnTo>
                  <a:pt x="3672" y="3183"/>
                </a:lnTo>
                <a:lnTo>
                  <a:pt x="3671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5"/>
                </a:lnTo>
                <a:lnTo>
                  <a:pt x="3669" y="3186"/>
                </a:lnTo>
                <a:lnTo>
                  <a:pt x="3668" y="3186"/>
                </a:lnTo>
                <a:lnTo>
                  <a:pt x="3668" y="3187"/>
                </a:lnTo>
                <a:lnTo>
                  <a:pt x="3669" y="3187"/>
                </a:lnTo>
                <a:lnTo>
                  <a:pt x="3669" y="3186"/>
                </a:lnTo>
                <a:lnTo>
                  <a:pt x="3669" y="3185"/>
                </a:lnTo>
                <a:lnTo>
                  <a:pt x="3671" y="3184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4"/>
                </a:lnTo>
                <a:lnTo>
                  <a:pt x="3674" y="3183"/>
                </a:lnTo>
                <a:lnTo>
                  <a:pt x="3675" y="3183"/>
                </a:lnTo>
                <a:lnTo>
                  <a:pt x="3675" y="3182"/>
                </a:lnTo>
                <a:lnTo>
                  <a:pt x="3676" y="3182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6" y="3182"/>
                </a:lnTo>
                <a:lnTo>
                  <a:pt x="3677" y="3181"/>
                </a:lnTo>
                <a:lnTo>
                  <a:pt x="3677" y="3180"/>
                </a:lnTo>
                <a:lnTo>
                  <a:pt x="3678" y="3180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79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5"/>
                </a:lnTo>
                <a:lnTo>
                  <a:pt x="3680" y="3186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3"/>
                </a:lnTo>
                <a:lnTo>
                  <a:pt x="3682" y="3182"/>
                </a:lnTo>
                <a:lnTo>
                  <a:pt x="3682" y="3183"/>
                </a:lnTo>
                <a:lnTo>
                  <a:pt x="3682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5" y="3185"/>
                </a:lnTo>
                <a:lnTo>
                  <a:pt x="3685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9"/>
                </a:lnTo>
                <a:lnTo>
                  <a:pt x="3684" y="3191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1" y="3193"/>
                </a:lnTo>
                <a:lnTo>
                  <a:pt x="3682" y="3194"/>
                </a:lnTo>
                <a:lnTo>
                  <a:pt x="3681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9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2"/>
                </a:lnTo>
                <a:lnTo>
                  <a:pt x="3673" y="3191"/>
                </a:lnTo>
                <a:lnTo>
                  <a:pt x="3673" y="3192"/>
                </a:lnTo>
                <a:lnTo>
                  <a:pt x="3672" y="3192"/>
                </a:lnTo>
                <a:lnTo>
                  <a:pt x="3672" y="3193"/>
                </a:lnTo>
                <a:lnTo>
                  <a:pt x="3673" y="3193"/>
                </a:lnTo>
                <a:lnTo>
                  <a:pt x="3673" y="3194"/>
                </a:lnTo>
                <a:lnTo>
                  <a:pt x="3674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7" y="3198"/>
                </a:lnTo>
                <a:lnTo>
                  <a:pt x="3677" y="3199"/>
                </a:lnTo>
                <a:lnTo>
                  <a:pt x="3676" y="3200"/>
                </a:lnTo>
                <a:lnTo>
                  <a:pt x="3676" y="3199"/>
                </a:lnTo>
                <a:lnTo>
                  <a:pt x="3675" y="3199"/>
                </a:lnTo>
                <a:lnTo>
                  <a:pt x="3675" y="3200"/>
                </a:lnTo>
                <a:lnTo>
                  <a:pt x="3676" y="3201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4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198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8"/>
                </a:lnTo>
                <a:lnTo>
                  <a:pt x="3667" y="3196"/>
                </a:lnTo>
                <a:lnTo>
                  <a:pt x="3666" y="3197"/>
                </a:lnTo>
                <a:lnTo>
                  <a:pt x="3667" y="3197"/>
                </a:lnTo>
                <a:lnTo>
                  <a:pt x="3666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3" y="3199"/>
                </a:lnTo>
                <a:lnTo>
                  <a:pt x="3663" y="3198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6"/>
                </a:lnTo>
                <a:lnTo>
                  <a:pt x="3661" y="3196"/>
                </a:lnTo>
                <a:lnTo>
                  <a:pt x="3661" y="3197"/>
                </a:lnTo>
                <a:lnTo>
                  <a:pt x="3660" y="3196"/>
                </a:lnTo>
                <a:lnTo>
                  <a:pt x="3661" y="3195"/>
                </a:lnTo>
                <a:lnTo>
                  <a:pt x="3660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59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5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1"/>
                </a:lnTo>
                <a:lnTo>
                  <a:pt x="3654" y="3192"/>
                </a:lnTo>
                <a:lnTo>
                  <a:pt x="3653" y="3192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0"/>
                </a:lnTo>
                <a:lnTo>
                  <a:pt x="3646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4" y="3192"/>
                </a:lnTo>
                <a:lnTo>
                  <a:pt x="3643" y="3192"/>
                </a:lnTo>
                <a:lnTo>
                  <a:pt x="3642" y="3191"/>
                </a:lnTo>
                <a:lnTo>
                  <a:pt x="3641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0" y="3187"/>
                </a:lnTo>
                <a:lnTo>
                  <a:pt x="3641" y="3187"/>
                </a:lnTo>
                <a:lnTo>
                  <a:pt x="3641" y="3186"/>
                </a:lnTo>
                <a:lnTo>
                  <a:pt x="3642" y="3186"/>
                </a:lnTo>
                <a:lnTo>
                  <a:pt x="3643" y="3186"/>
                </a:lnTo>
                <a:lnTo>
                  <a:pt x="3643" y="3185"/>
                </a:lnTo>
                <a:lnTo>
                  <a:pt x="3644" y="3185"/>
                </a:lnTo>
                <a:lnTo>
                  <a:pt x="3644" y="3184"/>
                </a:lnTo>
                <a:lnTo>
                  <a:pt x="3645" y="3183"/>
                </a:lnTo>
                <a:lnTo>
                  <a:pt x="3646" y="3183"/>
                </a:lnTo>
                <a:lnTo>
                  <a:pt x="3647" y="3182"/>
                </a:lnTo>
                <a:lnTo>
                  <a:pt x="3647" y="3181"/>
                </a:lnTo>
                <a:lnTo>
                  <a:pt x="3648" y="3181"/>
                </a:lnTo>
                <a:lnTo>
                  <a:pt x="3648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79"/>
                </a:lnTo>
                <a:lnTo>
                  <a:pt x="3652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79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0" y="3181"/>
                </a:lnTo>
                <a:lnTo>
                  <a:pt x="3640" y="3182"/>
                </a:lnTo>
                <a:lnTo>
                  <a:pt x="3639" y="3183"/>
                </a:lnTo>
                <a:lnTo>
                  <a:pt x="3638" y="3182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5"/>
                </a:lnTo>
                <a:lnTo>
                  <a:pt x="3639" y="3175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7" y="3173"/>
                </a:lnTo>
                <a:lnTo>
                  <a:pt x="3637" y="3172"/>
                </a:lnTo>
                <a:lnTo>
                  <a:pt x="3637" y="3175"/>
                </a:lnTo>
                <a:lnTo>
                  <a:pt x="3636" y="3175"/>
                </a:lnTo>
                <a:lnTo>
                  <a:pt x="3635" y="3172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9"/>
                </a:lnTo>
                <a:lnTo>
                  <a:pt x="3633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3"/>
                </a:lnTo>
                <a:lnTo>
                  <a:pt x="3627" y="3153"/>
                </a:lnTo>
                <a:lnTo>
                  <a:pt x="3626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3" y="3152"/>
                </a:lnTo>
                <a:lnTo>
                  <a:pt x="3623" y="3151"/>
                </a:lnTo>
                <a:lnTo>
                  <a:pt x="3623" y="3152"/>
                </a:lnTo>
                <a:lnTo>
                  <a:pt x="3623" y="3153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8" y="3151"/>
                </a:lnTo>
                <a:lnTo>
                  <a:pt x="3617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09" y="3152"/>
                </a:lnTo>
                <a:lnTo>
                  <a:pt x="3609" y="3153"/>
                </a:lnTo>
                <a:lnTo>
                  <a:pt x="3609" y="3154"/>
                </a:lnTo>
                <a:lnTo>
                  <a:pt x="3610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7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7" y="3168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2" y="3167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09" y="3170"/>
                </a:lnTo>
                <a:lnTo>
                  <a:pt x="3610" y="3170"/>
                </a:lnTo>
                <a:lnTo>
                  <a:pt x="3610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6"/>
                </a:lnTo>
                <a:lnTo>
                  <a:pt x="3615" y="3177"/>
                </a:lnTo>
                <a:lnTo>
                  <a:pt x="3614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0" y="3171"/>
                </a:lnTo>
                <a:lnTo>
                  <a:pt x="3611" y="3172"/>
                </a:lnTo>
                <a:lnTo>
                  <a:pt x="3611" y="3174"/>
                </a:lnTo>
                <a:lnTo>
                  <a:pt x="3611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1" y="3179"/>
                </a:lnTo>
                <a:lnTo>
                  <a:pt x="3611" y="3180"/>
                </a:lnTo>
                <a:lnTo>
                  <a:pt x="3610" y="3181"/>
                </a:lnTo>
                <a:lnTo>
                  <a:pt x="3611" y="3181"/>
                </a:lnTo>
                <a:lnTo>
                  <a:pt x="3611" y="3185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0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5"/>
                </a:lnTo>
                <a:lnTo>
                  <a:pt x="3613" y="3196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09" y="3205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09" y="3209"/>
                </a:lnTo>
                <a:lnTo>
                  <a:pt x="3609" y="3210"/>
                </a:lnTo>
                <a:lnTo>
                  <a:pt x="3608" y="3210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7" y="3208"/>
                </a:lnTo>
                <a:lnTo>
                  <a:pt x="3607" y="3207"/>
                </a:lnTo>
                <a:lnTo>
                  <a:pt x="3607" y="3208"/>
                </a:lnTo>
                <a:lnTo>
                  <a:pt x="3607" y="3209"/>
                </a:lnTo>
                <a:lnTo>
                  <a:pt x="3606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8"/>
                </a:lnTo>
                <a:lnTo>
                  <a:pt x="3608" y="3219"/>
                </a:lnTo>
                <a:lnTo>
                  <a:pt x="3609" y="3219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0" y="3217"/>
                </a:lnTo>
                <a:lnTo>
                  <a:pt x="3599" y="3215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3"/>
                </a:lnTo>
                <a:lnTo>
                  <a:pt x="3595" y="3214"/>
                </a:lnTo>
                <a:lnTo>
                  <a:pt x="3593" y="3215"/>
                </a:lnTo>
                <a:lnTo>
                  <a:pt x="3592" y="3214"/>
                </a:lnTo>
                <a:lnTo>
                  <a:pt x="3592" y="3213"/>
                </a:lnTo>
                <a:lnTo>
                  <a:pt x="3592" y="3214"/>
                </a:lnTo>
                <a:lnTo>
                  <a:pt x="3592" y="3216"/>
                </a:lnTo>
                <a:lnTo>
                  <a:pt x="3592" y="3217"/>
                </a:lnTo>
                <a:lnTo>
                  <a:pt x="3593" y="3219"/>
                </a:lnTo>
                <a:lnTo>
                  <a:pt x="3593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6" y="3222"/>
                </a:lnTo>
                <a:lnTo>
                  <a:pt x="3596" y="3223"/>
                </a:lnTo>
                <a:lnTo>
                  <a:pt x="3595" y="3224"/>
                </a:lnTo>
                <a:lnTo>
                  <a:pt x="3595" y="3225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8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1" y="3230"/>
                </a:lnTo>
                <a:lnTo>
                  <a:pt x="3591" y="3229"/>
                </a:lnTo>
                <a:lnTo>
                  <a:pt x="3590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5" y="3228"/>
                </a:lnTo>
                <a:lnTo>
                  <a:pt x="3585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0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4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0" y="3227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1" y="3229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7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7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39"/>
                </a:lnTo>
                <a:lnTo>
                  <a:pt x="3584" y="3239"/>
                </a:lnTo>
                <a:lnTo>
                  <a:pt x="3584" y="3240"/>
                </a:lnTo>
                <a:lnTo>
                  <a:pt x="3583" y="3241"/>
                </a:lnTo>
                <a:lnTo>
                  <a:pt x="3583" y="3242"/>
                </a:lnTo>
                <a:lnTo>
                  <a:pt x="3582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8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9" y="3235"/>
                </a:lnTo>
                <a:lnTo>
                  <a:pt x="3578" y="3236"/>
                </a:lnTo>
                <a:lnTo>
                  <a:pt x="3577" y="3236"/>
                </a:lnTo>
                <a:lnTo>
                  <a:pt x="3577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0" y="3225"/>
                </a:lnTo>
                <a:lnTo>
                  <a:pt x="3570" y="3224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8" y="3222"/>
                </a:lnTo>
                <a:lnTo>
                  <a:pt x="3568" y="3220"/>
                </a:lnTo>
                <a:lnTo>
                  <a:pt x="3568" y="3219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6"/>
                </a:lnTo>
                <a:lnTo>
                  <a:pt x="3569" y="3214"/>
                </a:lnTo>
                <a:lnTo>
                  <a:pt x="3569" y="3213"/>
                </a:lnTo>
                <a:lnTo>
                  <a:pt x="3569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8" y="3208"/>
                </a:lnTo>
                <a:lnTo>
                  <a:pt x="3570" y="3206"/>
                </a:lnTo>
                <a:lnTo>
                  <a:pt x="3569" y="3207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6"/>
                </a:lnTo>
                <a:lnTo>
                  <a:pt x="3566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2"/>
                </a:lnTo>
                <a:lnTo>
                  <a:pt x="3566" y="3213"/>
                </a:lnTo>
                <a:lnTo>
                  <a:pt x="3565" y="3213"/>
                </a:lnTo>
                <a:lnTo>
                  <a:pt x="3567" y="3214"/>
                </a:lnTo>
                <a:lnTo>
                  <a:pt x="3566" y="3214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7"/>
                </a:lnTo>
                <a:lnTo>
                  <a:pt x="3562" y="3215"/>
                </a:lnTo>
                <a:lnTo>
                  <a:pt x="3560" y="3217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4"/>
                </a:lnTo>
                <a:lnTo>
                  <a:pt x="3560" y="3225"/>
                </a:lnTo>
                <a:lnTo>
                  <a:pt x="3560" y="3226"/>
                </a:lnTo>
                <a:lnTo>
                  <a:pt x="3561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6" y="3241"/>
                </a:lnTo>
                <a:lnTo>
                  <a:pt x="3555" y="3241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0"/>
                </a:lnTo>
                <a:lnTo>
                  <a:pt x="3547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6" y="3235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3" y="3234"/>
                </a:lnTo>
                <a:lnTo>
                  <a:pt x="3542" y="3234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6"/>
                </a:lnTo>
                <a:lnTo>
                  <a:pt x="3537" y="3237"/>
                </a:lnTo>
                <a:lnTo>
                  <a:pt x="3536" y="3237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3" y="3241"/>
                </a:lnTo>
                <a:lnTo>
                  <a:pt x="3533" y="3240"/>
                </a:lnTo>
                <a:lnTo>
                  <a:pt x="3532" y="3241"/>
                </a:lnTo>
                <a:lnTo>
                  <a:pt x="3531" y="3242"/>
                </a:lnTo>
                <a:lnTo>
                  <a:pt x="3531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29" y="3244"/>
                </a:lnTo>
                <a:lnTo>
                  <a:pt x="3529" y="3245"/>
                </a:lnTo>
                <a:lnTo>
                  <a:pt x="3528" y="3245"/>
                </a:lnTo>
                <a:lnTo>
                  <a:pt x="3528" y="3246"/>
                </a:lnTo>
                <a:lnTo>
                  <a:pt x="3528" y="3247"/>
                </a:lnTo>
                <a:lnTo>
                  <a:pt x="3527" y="3247"/>
                </a:lnTo>
                <a:lnTo>
                  <a:pt x="3527" y="3248"/>
                </a:lnTo>
                <a:lnTo>
                  <a:pt x="3527" y="3250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0"/>
                </a:lnTo>
                <a:lnTo>
                  <a:pt x="3525" y="3251"/>
                </a:lnTo>
                <a:lnTo>
                  <a:pt x="3525" y="3252"/>
                </a:lnTo>
                <a:lnTo>
                  <a:pt x="3524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3"/>
                </a:lnTo>
                <a:lnTo>
                  <a:pt x="3520" y="3253"/>
                </a:lnTo>
                <a:lnTo>
                  <a:pt x="3520" y="3254"/>
                </a:lnTo>
                <a:lnTo>
                  <a:pt x="3519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6" y="3244"/>
                </a:lnTo>
                <a:lnTo>
                  <a:pt x="3506" y="3242"/>
                </a:lnTo>
                <a:lnTo>
                  <a:pt x="3507" y="3242"/>
                </a:lnTo>
                <a:lnTo>
                  <a:pt x="3506" y="3241"/>
                </a:lnTo>
                <a:lnTo>
                  <a:pt x="3506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8" y="3236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4"/>
                </a:lnTo>
                <a:lnTo>
                  <a:pt x="3514" y="3234"/>
                </a:lnTo>
                <a:lnTo>
                  <a:pt x="3514" y="3235"/>
                </a:lnTo>
                <a:lnTo>
                  <a:pt x="3513" y="3235"/>
                </a:lnTo>
                <a:lnTo>
                  <a:pt x="3513" y="3234"/>
                </a:lnTo>
                <a:lnTo>
                  <a:pt x="3512" y="3234"/>
                </a:lnTo>
                <a:lnTo>
                  <a:pt x="3510" y="3234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4" y="3233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3" y="3230"/>
                </a:lnTo>
                <a:lnTo>
                  <a:pt x="3502" y="3230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28"/>
                </a:lnTo>
                <a:lnTo>
                  <a:pt x="3504" y="3228"/>
                </a:lnTo>
                <a:lnTo>
                  <a:pt x="3504" y="3227"/>
                </a:lnTo>
                <a:lnTo>
                  <a:pt x="3503" y="3227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4" y="3223"/>
                </a:lnTo>
                <a:lnTo>
                  <a:pt x="3505" y="3223"/>
                </a:lnTo>
                <a:lnTo>
                  <a:pt x="3505" y="3224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8"/>
                </a:lnTo>
                <a:lnTo>
                  <a:pt x="3504" y="3238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4"/>
                </a:lnTo>
                <a:lnTo>
                  <a:pt x="3505" y="3245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5" y="3254"/>
                </a:lnTo>
                <a:lnTo>
                  <a:pt x="3505" y="3255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6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0" y="3257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7" y="3258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59"/>
                </a:lnTo>
                <a:lnTo>
                  <a:pt x="3493" y="3260"/>
                </a:lnTo>
                <a:lnTo>
                  <a:pt x="3492" y="3259"/>
                </a:lnTo>
                <a:lnTo>
                  <a:pt x="3491" y="3259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6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0"/>
                </a:lnTo>
                <a:lnTo>
                  <a:pt x="3476" y="3251"/>
                </a:lnTo>
                <a:lnTo>
                  <a:pt x="3475" y="3251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7" y="3255"/>
                </a:lnTo>
                <a:lnTo>
                  <a:pt x="3466" y="3256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5" y="3255"/>
                </a:lnTo>
                <a:lnTo>
                  <a:pt x="3465" y="3256"/>
                </a:lnTo>
                <a:lnTo>
                  <a:pt x="3464" y="3257"/>
                </a:lnTo>
                <a:lnTo>
                  <a:pt x="3463" y="3258"/>
                </a:lnTo>
                <a:lnTo>
                  <a:pt x="3463" y="3257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2" y="3258"/>
                </a:lnTo>
                <a:lnTo>
                  <a:pt x="3462" y="3259"/>
                </a:lnTo>
                <a:lnTo>
                  <a:pt x="3461" y="3259"/>
                </a:lnTo>
                <a:lnTo>
                  <a:pt x="3460" y="3259"/>
                </a:lnTo>
                <a:lnTo>
                  <a:pt x="3460" y="3260"/>
                </a:lnTo>
                <a:lnTo>
                  <a:pt x="3459" y="3260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6" y="3262"/>
                </a:lnTo>
                <a:lnTo>
                  <a:pt x="3455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3" y="3258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4" y="3256"/>
                </a:lnTo>
                <a:lnTo>
                  <a:pt x="3454" y="3255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4"/>
                </a:lnTo>
                <a:lnTo>
                  <a:pt x="3454" y="3254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3"/>
                </a:lnTo>
                <a:lnTo>
                  <a:pt x="3451" y="3254"/>
                </a:lnTo>
                <a:lnTo>
                  <a:pt x="3450" y="3254"/>
                </a:lnTo>
                <a:lnTo>
                  <a:pt x="3450" y="3253"/>
                </a:lnTo>
                <a:lnTo>
                  <a:pt x="3450" y="3252"/>
                </a:lnTo>
                <a:lnTo>
                  <a:pt x="3451" y="3252"/>
                </a:lnTo>
                <a:lnTo>
                  <a:pt x="3451" y="3251"/>
                </a:lnTo>
                <a:lnTo>
                  <a:pt x="3450" y="3251"/>
                </a:lnTo>
                <a:lnTo>
                  <a:pt x="3450" y="3252"/>
                </a:lnTo>
                <a:lnTo>
                  <a:pt x="3449" y="3252"/>
                </a:lnTo>
                <a:lnTo>
                  <a:pt x="3449" y="3253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2"/>
                </a:lnTo>
                <a:lnTo>
                  <a:pt x="3446" y="3253"/>
                </a:lnTo>
                <a:lnTo>
                  <a:pt x="3445" y="3253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3"/>
                </a:lnTo>
                <a:lnTo>
                  <a:pt x="3442" y="3252"/>
                </a:lnTo>
                <a:lnTo>
                  <a:pt x="3443" y="3252"/>
                </a:lnTo>
                <a:lnTo>
                  <a:pt x="3443" y="3251"/>
                </a:lnTo>
                <a:lnTo>
                  <a:pt x="3442" y="3251"/>
                </a:lnTo>
                <a:lnTo>
                  <a:pt x="3442" y="3252"/>
                </a:lnTo>
                <a:lnTo>
                  <a:pt x="3442" y="3253"/>
                </a:lnTo>
                <a:lnTo>
                  <a:pt x="3441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49" y="3262"/>
                </a:lnTo>
                <a:lnTo>
                  <a:pt x="3450" y="3262"/>
                </a:lnTo>
                <a:lnTo>
                  <a:pt x="3450" y="3263"/>
                </a:lnTo>
                <a:lnTo>
                  <a:pt x="3449" y="3264"/>
                </a:lnTo>
                <a:lnTo>
                  <a:pt x="3449" y="3265"/>
                </a:lnTo>
                <a:lnTo>
                  <a:pt x="3448" y="3266"/>
                </a:lnTo>
                <a:lnTo>
                  <a:pt x="3448" y="3265"/>
                </a:lnTo>
                <a:lnTo>
                  <a:pt x="3447" y="3265"/>
                </a:lnTo>
                <a:lnTo>
                  <a:pt x="3447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46" y="3268"/>
                </a:lnTo>
                <a:lnTo>
                  <a:pt x="3445" y="3268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69"/>
                </a:lnTo>
                <a:lnTo>
                  <a:pt x="3442" y="3270"/>
                </a:lnTo>
                <a:lnTo>
                  <a:pt x="3440" y="3271"/>
                </a:lnTo>
                <a:lnTo>
                  <a:pt x="3440" y="3272"/>
                </a:lnTo>
                <a:lnTo>
                  <a:pt x="3439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6"/>
                </a:lnTo>
                <a:lnTo>
                  <a:pt x="3440" y="3276"/>
                </a:lnTo>
                <a:lnTo>
                  <a:pt x="3439" y="3277"/>
                </a:lnTo>
                <a:lnTo>
                  <a:pt x="3438" y="3277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5"/>
                </a:lnTo>
                <a:lnTo>
                  <a:pt x="3433" y="3276"/>
                </a:lnTo>
                <a:lnTo>
                  <a:pt x="3434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0" y="3278"/>
                </a:lnTo>
                <a:lnTo>
                  <a:pt x="3429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7" y="3279"/>
                </a:lnTo>
                <a:lnTo>
                  <a:pt x="3428" y="3278"/>
                </a:lnTo>
                <a:lnTo>
                  <a:pt x="3428" y="3277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3" y="3279"/>
                </a:lnTo>
                <a:lnTo>
                  <a:pt x="3422" y="3279"/>
                </a:lnTo>
                <a:lnTo>
                  <a:pt x="3422" y="3280"/>
                </a:lnTo>
                <a:lnTo>
                  <a:pt x="3421" y="3280"/>
                </a:lnTo>
                <a:lnTo>
                  <a:pt x="3421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2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8" y="3275"/>
                </a:lnTo>
                <a:lnTo>
                  <a:pt x="3418" y="3276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7" y="3277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6" y="3278"/>
                </a:lnTo>
                <a:lnTo>
                  <a:pt x="3416" y="3277"/>
                </a:lnTo>
                <a:lnTo>
                  <a:pt x="3416" y="3278"/>
                </a:lnTo>
                <a:lnTo>
                  <a:pt x="3415" y="3278"/>
                </a:lnTo>
                <a:lnTo>
                  <a:pt x="3414" y="3279"/>
                </a:lnTo>
                <a:lnTo>
                  <a:pt x="3413" y="3279"/>
                </a:lnTo>
                <a:lnTo>
                  <a:pt x="3412" y="3280"/>
                </a:lnTo>
                <a:lnTo>
                  <a:pt x="3411" y="3281"/>
                </a:lnTo>
                <a:lnTo>
                  <a:pt x="3410" y="3282"/>
                </a:lnTo>
                <a:lnTo>
                  <a:pt x="3410" y="3283"/>
                </a:lnTo>
                <a:lnTo>
                  <a:pt x="3409" y="3283"/>
                </a:lnTo>
                <a:lnTo>
                  <a:pt x="3409" y="3284"/>
                </a:lnTo>
                <a:lnTo>
                  <a:pt x="3408" y="3284"/>
                </a:lnTo>
                <a:lnTo>
                  <a:pt x="3407" y="3285"/>
                </a:lnTo>
                <a:lnTo>
                  <a:pt x="3406" y="3285"/>
                </a:lnTo>
                <a:lnTo>
                  <a:pt x="3406" y="3286"/>
                </a:lnTo>
                <a:lnTo>
                  <a:pt x="3405" y="3286"/>
                </a:lnTo>
                <a:lnTo>
                  <a:pt x="3404" y="3287"/>
                </a:lnTo>
                <a:lnTo>
                  <a:pt x="3404" y="3288"/>
                </a:lnTo>
                <a:lnTo>
                  <a:pt x="3403" y="3288"/>
                </a:lnTo>
                <a:lnTo>
                  <a:pt x="3402" y="3288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5"/>
                </a:lnTo>
                <a:lnTo>
                  <a:pt x="3402" y="3286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79"/>
                </a:lnTo>
                <a:lnTo>
                  <a:pt x="3398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7" y="3279"/>
                </a:lnTo>
                <a:lnTo>
                  <a:pt x="3396" y="3279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2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3"/>
                </a:lnTo>
                <a:lnTo>
                  <a:pt x="3392" y="3284"/>
                </a:lnTo>
                <a:lnTo>
                  <a:pt x="3391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89" y="3284"/>
                </a:lnTo>
                <a:lnTo>
                  <a:pt x="3388" y="3284"/>
                </a:lnTo>
                <a:lnTo>
                  <a:pt x="3387" y="3283"/>
                </a:lnTo>
                <a:lnTo>
                  <a:pt x="3386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5" y="3281"/>
                </a:lnTo>
                <a:lnTo>
                  <a:pt x="3385" y="3280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2" y="3276"/>
                </a:lnTo>
                <a:lnTo>
                  <a:pt x="3382" y="3277"/>
                </a:lnTo>
                <a:lnTo>
                  <a:pt x="3381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79"/>
                </a:lnTo>
                <a:lnTo>
                  <a:pt x="3380" y="3278"/>
                </a:lnTo>
                <a:lnTo>
                  <a:pt x="3380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3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3" y="3281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3"/>
                </a:lnTo>
                <a:lnTo>
                  <a:pt x="3386" y="3284"/>
                </a:lnTo>
                <a:lnTo>
                  <a:pt x="3385" y="3284"/>
                </a:lnTo>
                <a:lnTo>
                  <a:pt x="3384" y="3284"/>
                </a:lnTo>
                <a:lnTo>
                  <a:pt x="3382" y="3285"/>
                </a:lnTo>
                <a:lnTo>
                  <a:pt x="3381" y="3285"/>
                </a:lnTo>
                <a:lnTo>
                  <a:pt x="3380" y="3286"/>
                </a:lnTo>
                <a:lnTo>
                  <a:pt x="3379" y="3287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6" y="3288"/>
                </a:lnTo>
                <a:lnTo>
                  <a:pt x="3375" y="3288"/>
                </a:lnTo>
                <a:lnTo>
                  <a:pt x="3375" y="3289"/>
                </a:lnTo>
                <a:lnTo>
                  <a:pt x="3374" y="3289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2" y="3289"/>
                </a:lnTo>
                <a:lnTo>
                  <a:pt x="3371" y="3289"/>
                </a:lnTo>
                <a:lnTo>
                  <a:pt x="3369" y="3291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0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0"/>
                </a:lnTo>
                <a:lnTo>
                  <a:pt x="3358" y="3291"/>
                </a:lnTo>
                <a:lnTo>
                  <a:pt x="3357" y="3291"/>
                </a:lnTo>
                <a:lnTo>
                  <a:pt x="3357" y="3292"/>
                </a:lnTo>
                <a:lnTo>
                  <a:pt x="3356" y="3292"/>
                </a:lnTo>
                <a:lnTo>
                  <a:pt x="3355" y="3293"/>
                </a:lnTo>
                <a:lnTo>
                  <a:pt x="3354" y="3293"/>
                </a:lnTo>
                <a:lnTo>
                  <a:pt x="3354" y="3294"/>
                </a:lnTo>
                <a:lnTo>
                  <a:pt x="3353" y="3295"/>
                </a:lnTo>
                <a:lnTo>
                  <a:pt x="3353" y="3296"/>
                </a:lnTo>
                <a:lnTo>
                  <a:pt x="3352" y="3296"/>
                </a:lnTo>
                <a:lnTo>
                  <a:pt x="3352" y="3297"/>
                </a:lnTo>
                <a:lnTo>
                  <a:pt x="3351" y="3298"/>
                </a:lnTo>
                <a:lnTo>
                  <a:pt x="3350" y="3299"/>
                </a:lnTo>
                <a:lnTo>
                  <a:pt x="3350" y="3300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8" y="3303"/>
                </a:lnTo>
                <a:lnTo>
                  <a:pt x="3348" y="3304"/>
                </a:lnTo>
                <a:lnTo>
                  <a:pt x="3348" y="3305"/>
                </a:lnTo>
                <a:lnTo>
                  <a:pt x="3347" y="3306"/>
                </a:lnTo>
                <a:lnTo>
                  <a:pt x="3346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4" y="3309"/>
                </a:lnTo>
                <a:lnTo>
                  <a:pt x="3343" y="3308"/>
                </a:lnTo>
                <a:lnTo>
                  <a:pt x="3343" y="3307"/>
                </a:lnTo>
                <a:lnTo>
                  <a:pt x="3343" y="3308"/>
                </a:lnTo>
                <a:lnTo>
                  <a:pt x="3343" y="3309"/>
                </a:lnTo>
                <a:lnTo>
                  <a:pt x="3342" y="3309"/>
                </a:lnTo>
                <a:lnTo>
                  <a:pt x="3341" y="3309"/>
                </a:lnTo>
                <a:lnTo>
                  <a:pt x="3339" y="3309"/>
                </a:lnTo>
                <a:lnTo>
                  <a:pt x="3339" y="3308"/>
                </a:lnTo>
                <a:lnTo>
                  <a:pt x="3338" y="3309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8" y="3308"/>
                </a:lnTo>
                <a:lnTo>
                  <a:pt x="3329" y="3308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7" y="3302"/>
                </a:lnTo>
                <a:lnTo>
                  <a:pt x="3328" y="3302"/>
                </a:lnTo>
                <a:lnTo>
                  <a:pt x="3328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6"/>
                </a:lnTo>
                <a:lnTo>
                  <a:pt x="3327" y="3295"/>
                </a:lnTo>
                <a:lnTo>
                  <a:pt x="3327" y="3294"/>
                </a:lnTo>
                <a:lnTo>
                  <a:pt x="3328" y="3294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3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0"/>
                </a:lnTo>
                <a:lnTo>
                  <a:pt x="3323" y="3289"/>
                </a:lnTo>
                <a:lnTo>
                  <a:pt x="3322" y="3289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6" y="3301"/>
                </a:lnTo>
                <a:lnTo>
                  <a:pt x="3325" y="3302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5"/>
                </a:lnTo>
                <a:lnTo>
                  <a:pt x="3326" y="3306"/>
                </a:lnTo>
                <a:lnTo>
                  <a:pt x="3325" y="3306"/>
                </a:lnTo>
                <a:lnTo>
                  <a:pt x="3326" y="3306"/>
                </a:lnTo>
                <a:lnTo>
                  <a:pt x="3326" y="3307"/>
                </a:lnTo>
                <a:lnTo>
                  <a:pt x="3326" y="3306"/>
                </a:lnTo>
                <a:lnTo>
                  <a:pt x="3327" y="3307"/>
                </a:lnTo>
                <a:lnTo>
                  <a:pt x="3327" y="3308"/>
                </a:lnTo>
                <a:lnTo>
                  <a:pt x="3326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3"/>
                </a:lnTo>
                <a:lnTo>
                  <a:pt x="3325" y="3312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6" y="3320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1" y="3321"/>
                </a:lnTo>
                <a:lnTo>
                  <a:pt x="3310" y="3321"/>
                </a:lnTo>
                <a:lnTo>
                  <a:pt x="3311" y="3322"/>
                </a:lnTo>
                <a:lnTo>
                  <a:pt x="3311" y="3323"/>
                </a:lnTo>
                <a:lnTo>
                  <a:pt x="3310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8" y="3321"/>
                </a:lnTo>
                <a:lnTo>
                  <a:pt x="3309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3"/>
                </a:lnTo>
                <a:lnTo>
                  <a:pt x="3308" y="3324"/>
                </a:lnTo>
                <a:lnTo>
                  <a:pt x="3307" y="3324"/>
                </a:lnTo>
                <a:lnTo>
                  <a:pt x="3307" y="3325"/>
                </a:lnTo>
                <a:lnTo>
                  <a:pt x="3306" y="3325"/>
                </a:lnTo>
                <a:lnTo>
                  <a:pt x="3305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5" y="3329"/>
                </a:lnTo>
                <a:lnTo>
                  <a:pt x="3305" y="3330"/>
                </a:lnTo>
                <a:lnTo>
                  <a:pt x="3304" y="3331"/>
                </a:lnTo>
                <a:lnTo>
                  <a:pt x="3305" y="3331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3" y="3336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0"/>
                </a:lnTo>
                <a:lnTo>
                  <a:pt x="3304" y="3341"/>
                </a:lnTo>
                <a:lnTo>
                  <a:pt x="3303" y="3341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5" y="3346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8"/>
                </a:lnTo>
                <a:lnTo>
                  <a:pt x="3305" y="3348"/>
                </a:lnTo>
                <a:lnTo>
                  <a:pt x="3305" y="3347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2" y="3350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3" y="3352"/>
                </a:lnTo>
                <a:lnTo>
                  <a:pt x="3323" y="3353"/>
                </a:lnTo>
                <a:lnTo>
                  <a:pt x="3323" y="3352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3" y="3360"/>
                </a:lnTo>
                <a:lnTo>
                  <a:pt x="3323" y="3361"/>
                </a:lnTo>
                <a:lnTo>
                  <a:pt x="3323" y="3360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9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9" y="3357"/>
                </a:lnTo>
                <a:lnTo>
                  <a:pt x="3318" y="3357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6" y="3358"/>
                </a:lnTo>
                <a:lnTo>
                  <a:pt x="3316" y="3359"/>
                </a:lnTo>
                <a:lnTo>
                  <a:pt x="3317" y="3359"/>
                </a:lnTo>
                <a:lnTo>
                  <a:pt x="3317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7" y="3363"/>
                </a:lnTo>
                <a:lnTo>
                  <a:pt x="3316" y="3364"/>
                </a:lnTo>
                <a:lnTo>
                  <a:pt x="3316" y="3363"/>
                </a:lnTo>
                <a:lnTo>
                  <a:pt x="3315" y="3363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6" y="3365"/>
                </a:lnTo>
                <a:lnTo>
                  <a:pt x="3317" y="3365"/>
                </a:lnTo>
                <a:lnTo>
                  <a:pt x="3318" y="3364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8" y="3368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6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5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7" y="3365"/>
                </a:lnTo>
                <a:lnTo>
                  <a:pt x="3328" y="3365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4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2" y="3373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68"/>
                </a:lnTo>
                <a:lnTo>
                  <a:pt x="3326" y="3369"/>
                </a:lnTo>
                <a:lnTo>
                  <a:pt x="3325" y="3369"/>
                </a:lnTo>
                <a:lnTo>
                  <a:pt x="3325" y="3370"/>
                </a:lnTo>
                <a:lnTo>
                  <a:pt x="3324" y="3370"/>
                </a:lnTo>
                <a:lnTo>
                  <a:pt x="3324" y="3371"/>
                </a:lnTo>
                <a:lnTo>
                  <a:pt x="3324" y="3372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5" y="3374"/>
                </a:lnTo>
                <a:lnTo>
                  <a:pt x="3326" y="3374"/>
                </a:lnTo>
                <a:lnTo>
                  <a:pt x="3327" y="3374"/>
                </a:lnTo>
                <a:lnTo>
                  <a:pt x="3328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4"/>
                </a:lnTo>
                <a:lnTo>
                  <a:pt x="3332" y="3376"/>
                </a:lnTo>
                <a:lnTo>
                  <a:pt x="3333" y="3376"/>
                </a:lnTo>
                <a:lnTo>
                  <a:pt x="3334" y="3378"/>
                </a:lnTo>
                <a:lnTo>
                  <a:pt x="3334" y="3379"/>
                </a:lnTo>
                <a:lnTo>
                  <a:pt x="3333" y="3379"/>
                </a:lnTo>
                <a:lnTo>
                  <a:pt x="3334" y="3379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5" y="3389"/>
                </a:lnTo>
                <a:lnTo>
                  <a:pt x="3335" y="3390"/>
                </a:lnTo>
                <a:lnTo>
                  <a:pt x="3334" y="3390"/>
                </a:lnTo>
                <a:lnTo>
                  <a:pt x="3334" y="3391"/>
                </a:lnTo>
                <a:lnTo>
                  <a:pt x="3333" y="3392"/>
                </a:lnTo>
                <a:lnTo>
                  <a:pt x="3332" y="3392"/>
                </a:lnTo>
                <a:lnTo>
                  <a:pt x="3332" y="3393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0" y="3397"/>
                </a:lnTo>
                <a:lnTo>
                  <a:pt x="3329" y="3398"/>
                </a:lnTo>
                <a:lnTo>
                  <a:pt x="3329" y="3399"/>
                </a:lnTo>
                <a:lnTo>
                  <a:pt x="3328" y="3399"/>
                </a:lnTo>
                <a:lnTo>
                  <a:pt x="3328" y="3400"/>
                </a:lnTo>
                <a:lnTo>
                  <a:pt x="3327" y="3400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2"/>
                </a:lnTo>
                <a:lnTo>
                  <a:pt x="3322" y="3403"/>
                </a:lnTo>
                <a:lnTo>
                  <a:pt x="3321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19" y="3405"/>
                </a:lnTo>
                <a:lnTo>
                  <a:pt x="3319" y="3406"/>
                </a:lnTo>
                <a:lnTo>
                  <a:pt x="3318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6"/>
                </a:lnTo>
                <a:lnTo>
                  <a:pt x="3315" y="3407"/>
                </a:lnTo>
                <a:lnTo>
                  <a:pt x="3314" y="3407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4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1" y="3406"/>
                </a:lnTo>
                <a:lnTo>
                  <a:pt x="3311" y="3405"/>
                </a:lnTo>
                <a:lnTo>
                  <a:pt x="3310" y="3405"/>
                </a:lnTo>
                <a:lnTo>
                  <a:pt x="3308" y="3405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5"/>
                </a:lnTo>
                <a:lnTo>
                  <a:pt x="3306" y="3405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5" y="3408"/>
                </a:lnTo>
                <a:lnTo>
                  <a:pt x="3305" y="3409"/>
                </a:lnTo>
                <a:lnTo>
                  <a:pt x="3302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2" y="3404"/>
                </a:lnTo>
                <a:lnTo>
                  <a:pt x="3293" y="3404"/>
                </a:lnTo>
                <a:lnTo>
                  <a:pt x="3292" y="3405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4"/>
                </a:lnTo>
                <a:lnTo>
                  <a:pt x="3290" y="3405"/>
                </a:lnTo>
                <a:lnTo>
                  <a:pt x="3290" y="3406"/>
                </a:lnTo>
                <a:lnTo>
                  <a:pt x="3289" y="3406"/>
                </a:lnTo>
                <a:lnTo>
                  <a:pt x="3288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5"/>
                </a:lnTo>
                <a:lnTo>
                  <a:pt x="3286" y="3406"/>
                </a:lnTo>
                <a:lnTo>
                  <a:pt x="3285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2" y="3410"/>
                </a:lnTo>
                <a:lnTo>
                  <a:pt x="3282" y="3411"/>
                </a:lnTo>
                <a:lnTo>
                  <a:pt x="3281" y="3411"/>
                </a:lnTo>
                <a:lnTo>
                  <a:pt x="3281" y="3410"/>
                </a:lnTo>
                <a:lnTo>
                  <a:pt x="3282" y="3410"/>
                </a:lnTo>
                <a:lnTo>
                  <a:pt x="3282" y="3409"/>
                </a:lnTo>
                <a:lnTo>
                  <a:pt x="3281" y="3409"/>
                </a:lnTo>
                <a:lnTo>
                  <a:pt x="3281" y="3408"/>
                </a:lnTo>
                <a:lnTo>
                  <a:pt x="3281" y="3407"/>
                </a:lnTo>
                <a:lnTo>
                  <a:pt x="3281" y="3406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3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8" y="3392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5" y="3393"/>
                </a:lnTo>
                <a:lnTo>
                  <a:pt x="3285" y="3392"/>
                </a:lnTo>
                <a:lnTo>
                  <a:pt x="3286" y="3392"/>
                </a:lnTo>
                <a:lnTo>
                  <a:pt x="3286" y="3393"/>
                </a:lnTo>
                <a:lnTo>
                  <a:pt x="3285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8" y="3393"/>
                </a:lnTo>
                <a:lnTo>
                  <a:pt x="3289" y="3393"/>
                </a:lnTo>
                <a:lnTo>
                  <a:pt x="3289" y="3392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7" y="3388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6" y="3385"/>
                </a:lnTo>
                <a:lnTo>
                  <a:pt x="3285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4" y="3388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3"/>
                </a:lnTo>
                <a:lnTo>
                  <a:pt x="3283" y="3384"/>
                </a:lnTo>
                <a:lnTo>
                  <a:pt x="3282" y="3384"/>
                </a:lnTo>
                <a:lnTo>
                  <a:pt x="3282" y="3385"/>
                </a:lnTo>
                <a:lnTo>
                  <a:pt x="3282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2" y="3388"/>
                </a:lnTo>
                <a:lnTo>
                  <a:pt x="3282" y="3389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2" y="3380"/>
                </a:lnTo>
                <a:lnTo>
                  <a:pt x="3272" y="3379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3" y="3377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5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7" y="3363"/>
                </a:lnTo>
                <a:lnTo>
                  <a:pt x="3268" y="3363"/>
                </a:lnTo>
                <a:lnTo>
                  <a:pt x="3268" y="3362"/>
                </a:lnTo>
                <a:lnTo>
                  <a:pt x="3269" y="3362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1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2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0" y="3361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0"/>
                </a:lnTo>
                <a:lnTo>
                  <a:pt x="3258" y="3339"/>
                </a:lnTo>
                <a:lnTo>
                  <a:pt x="3258" y="3338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2" y="3326"/>
                </a:lnTo>
                <a:lnTo>
                  <a:pt x="3263" y="3325"/>
                </a:lnTo>
                <a:lnTo>
                  <a:pt x="3262" y="3324"/>
                </a:lnTo>
                <a:lnTo>
                  <a:pt x="3261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59" y="3319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6"/>
                </a:lnTo>
                <a:lnTo>
                  <a:pt x="3262" y="3314"/>
                </a:lnTo>
                <a:lnTo>
                  <a:pt x="3263" y="3313"/>
                </a:lnTo>
                <a:lnTo>
                  <a:pt x="3264" y="3313"/>
                </a:lnTo>
                <a:lnTo>
                  <a:pt x="3264" y="3312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7" y="3310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8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6"/>
                </a:lnTo>
                <a:lnTo>
                  <a:pt x="3268" y="3295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6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0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0" y="3289"/>
                </a:lnTo>
                <a:lnTo>
                  <a:pt x="3281" y="3289"/>
                </a:lnTo>
                <a:lnTo>
                  <a:pt x="3281" y="3288"/>
                </a:lnTo>
                <a:lnTo>
                  <a:pt x="3282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0" y="3285"/>
                </a:lnTo>
                <a:lnTo>
                  <a:pt x="3280" y="3284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0" y="3283"/>
                </a:lnTo>
                <a:lnTo>
                  <a:pt x="3280" y="3284"/>
                </a:lnTo>
                <a:lnTo>
                  <a:pt x="3280" y="3285"/>
                </a:lnTo>
                <a:lnTo>
                  <a:pt x="3277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3"/>
                </a:lnTo>
                <a:lnTo>
                  <a:pt x="3270" y="3282"/>
                </a:lnTo>
                <a:lnTo>
                  <a:pt x="3271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69" y="3278"/>
                </a:lnTo>
                <a:lnTo>
                  <a:pt x="3270" y="3278"/>
                </a:lnTo>
                <a:lnTo>
                  <a:pt x="3270" y="3277"/>
                </a:lnTo>
                <a:lnTo>
                  <a:pt x="3269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2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7" y="3278"/>
                </a:lnTo>
                <a:lnTo>
                  <a:pt x="3258" y="3278"/>
                </a:lnTo>
                <a:lnTo>
                  <a:pt x="3258" y="3277"/>
                </a:lnTo>
                <a:lnTo>
                  <a:pt x="3259" y="3277"/>
                </a:lnTo>
                <a:lnTo>
                  <a:pt x="3259" y="3275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6" y="3270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3" y="3272"/>
                </a:lnTo>
                <a:lnTo>
                  <a:pt x="3253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6"/>
                </a:lnTo>
                <a:lnTo>
                  <a:pt x="3254" y="3266"/>
                </a:lnTo>
                <a:lnTo>
                  <a:pt x="3254" y="3265"/>
                </a:lnTo>
                <a:lnTo>
                  <a:pt x="3253" y="3265"/>
                </a:lnTo>
                <a:lnTo>
                  <a:pt x="3253" y="3266"/>
                </a:lnTo>
                <a:lnTo>
                  <a:pt x="3252" y="3266"/>
                </a:lnTo>
                <a:lnTo>
                  <a:pt x="3252" y="3267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5"/>
                </a:lnTo>
                <a:lnTo>
                  <a:pt x="3250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2"/>
                </a:lnTo>
                <a:lnTo>
                  <a:pt x="3249" y="3261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49" y="3257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5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6" y="3257"/>
                </a:lnTo>
                <a:lnTo>
                  <a:pt x="3246" y="3258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4" y="3261"/>
                </a:lnTo>
                <a:lnTo>
                  <a:pt x="3245" y="3261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7" y="3264"/>
                </a:lnTo>
                <a:lnTo>
                  <a:pt x="3246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2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7" y="3266"/>
                </a:lnTo>
                <a:lnTo>
                  <a:pt x="3247" y="3267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2"/>
                </a:lnTo>
                <a:lnTo>
                  <a:pt x="3250" y="3272"/>
                </a:lnTo>
                <a:lnTo>
                  <a:pt x="3250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49" y="3274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8" y="3278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8" y="3281"/>
                </a:lnTo>
                <a:lnTo>
                  <a:pt x="3248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4" y="3282"/>
                </a:lnTo>
                <a:lnTo>
                  <a:pt x="3243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8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29" y="3283"/>
                </a:lnTo>
                <a:lnTo>
                  <a:pt x="3228" y="3282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5" y="3286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0" y="3282"/>
                </a:lnTo>
                <a:lnTo>
                  <a:pt x="3220" y="3283"/>
                </a:lnTo>
                <a:lnTo>
                  <a:pt x="3220" y="3284"/>
                </a:lnTo>
                <a:lnTo>
                  <a:pt x="3219" y="3284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9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2" y="3285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3"/>
                </a:lnTo>
                <a:lnTo>
                  <a:pt x="3205" y="3281"/>
                </a:lnTo>
                <a:lnTo>
                  <a:pt x="3206" y="3282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0"/>
                </a:lnTo>
                <a:lnTo>
                  <a:pt x="3212" y="3280"/>
                </a:lnTo>
                <a:lnTo>
                  <a:pt x="3212" y="3279"/>
                </a:lnTo>
                <a:lnTo>
                  <a:pt x="3213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1"/>
                </a:lnTo>
                <a:lnTo>
                  <a:pt x="3209" y="3271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6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3"/>
                </a:lnTo>
                <a:lnTo>
                  <a:pt x="3208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3" y="3269"/>
                </a:lnTo>
                <a:lnTo>
                  <a:pt x="3203" y="3268"/>
                </a:lnTo>
                <a:lnTo>
                  <a:pt x="3204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6" y="3263"/>
                </a:lnTo>
                <a:lnTo>
                  <a:pt x="3205" y="3264"/>
                </a:lnTo>
                <a:lnTo>
                  <a:pt x="3205" y="3265"/>
                </a:lnTo>
                <a:lnTo>
                  <a:pt x="3204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8"/>
                </a:lnTo>
                <a:lnTo>
                  <a:pt x="3190" y="3268"/>
                </a:lnTo>
                <a:lnTo>
                  <a:pt x="3190" y="3266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7" y="3262"/>
                </a:lnTo>
                <a:lnTo>
                  <a:pt x="3186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6" y="3259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6" y="3256"/>
                </a:lnTo>
                <a:lnTo>
                  <a:pt x="3186" y="3255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5"/>
                </a:lnTo>
                <a:lnTo>
                  <a:pt x="3190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3"/>
                </a:lnTo>
                <a:lnTo>
                  <a:pt x="3186" y="3252"/>
                </a:lnTo>
                <a:lnTo>
                  <a:pt x="3187" y="3252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1"/>
                </a:lnTo>
                <a:lnTo>
                  <a:pt x="3185" y="3249"/>
                </a:lnTo>
                <a:lnTo>
                  <a:pt x="3184" y="3249"/>
                </a:lnTo>
                <a:lnTo>
                  <a:pt x="3183" y="3249"/>
                </a:lnTo>
                <a:lnTo>
                  <a:pt x="3183" y="3248"/>
                </a:lnTo>
                <a:lnTo>
                  <a:pt x="3183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4"/>
                </a:lnTo>
                <a:lnTo>
                  <a:pt x="3185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2" y="3259"/>
                </a:lnTo>
                <a:lnTo>
                  <a:pt x="3183" y="3259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61"/>
                </a:lnTo>
                <a:lnTo>
                  <a:pt x="3184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5" y="3264"/>
                </a:lnTo>
                <a:lnTo>
                  <a:pt x="3184" y="3264"/>
                </a:lnTo>
                <a:lnTo>
                  <a:pt x="3184" y="3265"/>
                </a:lnTo>
                <a:lnTo>
                  <a:pt x="3185" y="3265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6" y="3266"/>
                </a:lnTo>
                <a:lnTo>
                  <a:pt x="3186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5" y="3267"/>
                </a:lnTo>
                <a:lnTo>
                  <a:pt x="3185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6"/>
                </a:lnTo>
                <a:lnTo>
                  <a:pt x="3179" y="3267"/>
                </a:lnTo>
                <a:lnTo>
                  <a:pt x="3178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8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4" y="3268"/>
                </a:lnTo>
                <a:lnTo>
                  <a:pt x="3174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2" y="3263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3" y="3256"/>
                </a:lnTo>
                <a:lnTo>
                  <a:pt x="3172" y="3256"/>
                </a:lnTo>
                <a:lnTo>
                  <a:pt x="3172" y="3257"/>
                </a:lnTo>
                <a:lnTo>
                  <a:pt x="3172" y="3258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69" y="3259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59"/>
                </a:lnTo>
                <a:lnTo>
                  <a:pt x="3169" y="3260"/>
                </a:lnTo>
                <a:lnTo>
                  <a:pt x="3168" y="3261"/>
                </a:lnTo>
                <a:lnTo>
                  <a:pt x="3169" y="3263"/>
                </a:lnTo>
                <a:lnTo>
                  <a:pt x="3168" y="3264"/>
                </a:lnTo>
                <a:lnTo>
                  <a:pt x="3167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8"/>
                </a:lnTo>
                <a:lnTo>
                  <a:pt x="3166" y="3257"/>
                </a:lnTo>
                <a:lnTo>
                  <a:pt x="3166" y="3256"/>
                </a:lnTo>
                <a:lnTo>
                  <a:pt x="3166" y="3255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49"/>
                </a:lnTo>
                <a:lnTo>
                  <a:pt x="3168" y="3251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49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5" y="3252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5" y="3255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59" y="3251"/>
                </a:lnTo>
                <a:lnTo>
                  <a:pt x="3159" y="3250"/>
                </a:lnTo>
                <a:lnTo>
                  <a:pt x="3159" y="3249"/>
                </a:lnTo>
                <a:lnTo>
                  <a:pt x="3160" y="3249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0" y="3249"/>
                </a:lnTo>
                <a:lnTo>
                  <a:pt x="3161" y="3248"/>
                </a:lnTo>
                <a:lnTo>
                  <a:pt x="3161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2" y="3246"/>
                </a:lnTo>
                <a:lnTo>
                  <a:pt x="3163" y="3245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2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8" y="3237"/>
                </a:lnTo>
                <a:lnTo>
                  <a:pt x="3158" y="3238"/>
                </a:lnTo>
                <a:lnTo>
                  <a:pt x="3157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6" y="3239"/>
                </a:lnTo>
                <a:lnTo>
                  <a:pt x="3156" y="3240"/>
                </a:lnTo>
                <a:lnTo>
                  <a:pt x="3155" y="3241"/>
                </a:lnTo>
                <a:lnTo>
                  <a:pt x="3154" y="3241"/>
                </a:lnTo>
                <a:lnTo>
                  <a:pt x="3153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0" y="3242"/>
                </a:lnTo>
                <a:lnTo>
                  <a:pt x="3149" y="3242"/>
                </a:lnTo>
                <a:lnTo>
                  <a:pt x="3149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4" y="3252"/>
                </a:lnTo>
                <a:lnTo>
                  <a:pt x="3154" y="3253"/>
                </a:lnTo>
                <a:lnTo>
                  <a:pt x="3155" y="3253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7" y="3255"/>
                </a:lnTo>
                <a:lnTo>
                  <a:pt x="3157" y="3256"/>
                </a:lnTo>
                <a:lnTo>
                  <a:pt x="3156" y="3256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7" y="3260"/>
                </a:lnTo>
                <a:lnTo>
                  <a:pt x="3156" y="3260"/>
                </a:lnTo>
                <a:lnTo>
                  <a:pt x="3156" y="3261"/>
                </a:lnTo>
                <a:lnTo>
                  <a:pt x="3157" y="3261"/>
                </a:lnTo>
                <a:lnTo>
                  <a:pt x="3157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8" y="3259"/>
                </a:lnTo>
                <a:lnTo>
                  <a:pt x="3159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2"/>
                </a:lnTo>
                <a:lnTo>
                  <a:pt x="3159" y="3263"/>
                </a:lnTo>
                <a:lnTo>
                  <a:pt x="3160" y="3263"/>
                </a:lnTo>
                <a:lnTo>
                  <a:pt x="3159" y="3263"/>
                </a:lnTo>
                <a:lnTo>
                  <a:pt x="3158" y="3263"/>
                </a:lnTo>
                <a:lnTo>
                  <a:pt x="3158" y="3264"/>
                </a:lnTo>
                <a:lnTo>
                  <a:pt x="3157" y="3264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8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5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1" y="3271"/>
                </a:lnTo>
                <a:lnTo>
                  <a:pt x="3152" y="3271"/>
                </a:lnTo>
                <a:lnTo>
                  <a:pt x="3152" y="3270"/>
                </a:lnTo>
                <a:lnTo>
                  <a:pt x="3152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3"/>
                </a:lnTo>
                <a:lnTo>
                  <a:pt x="3151" y="3273"/>
                </a:lnTo>
                <a:lnTo>
                  <a:pt x="3150" y="3273"/>
                </a:lnTo>
                <a:lnTo>
                  <a:pt x="3151" y="3273"/>
                </a:lnTo>
                <a:lnTo>
                  <a:pt x="3151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8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4" y="3271"/>
                </a:lnTo>
                <a:lnTo>
                  <a:pt x="3143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8" y="3269"/>
                </a:lnTo>
                <a:lnTo>
                  <a:pt x="3148" y="3268"/>
                </a:lnTo>
                <a:lnTo>
                  <a:pt x="3148" y="3269"/>
                </a:lnTo>
                <a:lnTo>
                  <a:pt x="3147" y="3269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6" y="3267"/>
                </a:lnTo>
                <a:lnTo>
                  <a:pt x="3146" y="3266"/>
                </a:lnTo>
                <a:lnTo>
                  <a:pt x="3147" y="3266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5"/>
                </a:lnTo>
                <a:lnTo>
                  <a:pt x="3148" y="3264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8" y="3263"/>
                </a:lnTo>
                <a:lnTo>
                  <a:pt x="3148" y="3264"/>
                </a:lnTo>
                <a:lnTo>
                  <a:pt x="3147" y="3264"/>
                </a:lnTo>
                <a:lnTo>
                  <a:pt x="3146" y="3264"/>
                </a:lnTo>
                <a:lnTo>
                  <a:pt x="3146" y="3265"/>
                </a:lnTo>
                <a:lnTo>
                  <a:pt x="3146" y="3264"/>
                </a:lnTo>
                <a:lnTo>
                  <a:pt x="3146" y="3263"/>
                </a:lnTo>
                <a:lnTo>
                  <a:pt x="3147" y="3262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9" y="3258"/>
                </a:lnTo>
                <a:lnTo>
                  <a:pt x="3138" y="3259"/>
                </a:lnTo>
                <a:lnTo>
                  <a:pt x="3138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4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2"/>
                </a:lnTo>
                <a:lnTo>
                  <a:pt x="3137" y="3263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7" y="3267"/>
                </a:lnTo>
                <a:lnTo>
                  <a:pt x="3137" y="3268"/>
                </a:lnTo>
                <a:lnTo>
                  <a:pt x="3136" y="3269"/>
                </a:lnTo>
                <a:lnTo>
                  <a:pt x="3136" y="3270"/>
                </a:lnTo>
                <a:lnTo>
                  <a:pt x="3135" y="3270"/>
                </a:lnTo>
                <a:lnTo>
                  <a:pt x="3136" y="3270"/>
                </a:lnTo>
                <a:lnTo>
                  <a:pt x="3136" y="3271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0"/>
                </a:lnTo>
                <a:lnTo>
                  <a:pt x="3138" y="3271"/>
                </a:lnTo>
                <a:lnTo>
                  <a:pt x="3137" y="3271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3"/>
                </a:lnTo>
                <a:lnTo>
                  <a:pt x="3135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6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1" y="3278"/>
                </a:lnTo>
                <a:lnTo>
                  <a:pt x="3130" y="3279"/>
                </a:lnTo>
                <a:lnTo>
                  <a:pt x="3129" y="3279"/>
                </a:lnTo>
                <a:lnTo>
                  <a:pt x="3128" y="3280"/>
                </a:lnTo>
                <a:lnTo>
                  <a:pt x="3127" y="3280"/>
                </a:lnTo>
                <a:lnTo>
                  <a:pt x="3127" y="3279"/>
                </a:lnTo>
                <a:lnTo>
                  <a:pt x="3128" y="3279"/>
                </a:lnTo>
                <a:lnTo>
                  <a:pt x="3128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2" y="3271"/>
                </a:lnTo>
                <a:lnTo>
                  <a:pt x="3133" y="3270"/>
                </a:lnTo>
                <a:lnTo>
                  <a:pt x="3132" y="3270"/>
                </a:lnTo>
                <a:lnTo>
                  <a:pt x="3132" y="3271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7"/>
                </a:lnTo>
                <a:lnTo>
                  <a:pt x="3128" y="3268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3" y="3270"/>
                </a:lnTo>
                <a:lnTo>
                  <a:pt x="3124" y="3271"/>
                </a:lnTo>
                <a:lnTo>
                  <a:pt x="3124" y="3272"/>
                </a:lnTo>
                <a:lnTo>
                  <a:pt x="3123" y="3272"/>
                </a:lnTo>
                <a:lnTo>
                  <a:pt x="3122" y="3272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5"/>
                </a:lnTo>
                <a:lnTo>
                  <a:pt x="3123" y="3275"/>
                </a:lnTo>
                <a:lnTo>
                  <a:pt x="3124" y="3275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4" y="3277"/>
                </a:lnTo>
                <a:lnTo>
                  <a:pt x="3123" y="3277"/>
                </a:lnTo>
                <a:lnTo>
                  <a:pt x="3122" y="3278"/>
                </a:lnTo>
                <a:lnTo>
                  <a:pt x="3121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6" y="3275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4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7" y="3267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5" y="3264"/>
                </a:lnTo>
                <a:lnTo>
                  <a:pt x="3095" y="3265"/>
                </a:lnTo>
                <a:lnTo>
                  <a:pt x="3094" y="3265"/>
                </a:lnTo>
                <a:lnTo>
                  <a:pt x="3095" y="3265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5"/>
                </a:lnTo>
                <a:lnTo>
                  <a:pt x="3086" y="3266"/>
                </a:lnTo>
                <a:lnTo>
                  <a:pt x="3085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3" y="3267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8" y="3269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8" y="3264"/>
                </a:lnTo>
                <a:lnTo>
                  <a:pt x="3058" y="3265"/>
                </a:lnTo>
                <a:lnTo>
                  <a:pt x="3057" y="3265"/>
                </a:lnTo>
                <a:lnTo>
                  <a:pt x="3056" y="3265"/>
                </a:lnTo>
                <a:lnTo>
                  <a:pt x="3056" y="3266"/>
                </a:lnTo>
                <a:lnTo>
                  <a:pt x="3056" y="3267"/>
                </a:lnTo>
                <a:lnTo>
                  <a:pt x="3055" y="3267"/>
                </a:lnTo>
                <a:lnTo>
                  <a:pt x="3055" y="3268"/>
                </a:lnTo>
                <a:lnTo>
                  <a:pt x="3054" y="3268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0" y="3269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0" y="3267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6" y="3255"/>
                </a:lnTo>
                <a:lnTo>
                  <a:pt x="3045" y="3255"/>
                </a:lnTo>
                <a:lnTo>
                  <a:pt x="3045" y="3256"/>
                </a:lnTo>
                <a:lnTo>
                  <a:pt x="3044" y="3256"/>
                </a:lnTo>
                <a:lnTo>
                  <a:pt x="3043" y="3256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1" y="3257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4" y="3249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19" y="3244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1" y="3242"/>
                </a:lnTo>
                <a:lnTo>
                  <a:pt x="3022" y="3242"/>
                </a:lnTo>
                <a:lnTo>
                  <a:pt x="3022" y="3241"/>
                </a:lnTo>
                <a:lnTo>
                  <a:pt x="3023" y="3241"/>
                </a:lnTo>
                <a:lnTo>
                  <a:pt x="3023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4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7" y="3234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1" y="3234"/>
                </a:lnTo>
                <a:lnTo>
                  <a:pt x="3012" y="3234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10" y="3232"/>
                </a:lnTo>
                <a:lnTo>
                  <a:pt x="3009" y="3232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4" y="3229"/>
                </a:lnTo>
                <a:lnTo>
                  <a:pt x="2994" y="3230"/>
                </a:lnTo>
                <a:lnTo>
                  <a:pt x="2994" y="3231"/>
                </a:lnTo>
                <a:lnTo>
                  <a:pt x="2993" y="3231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0" y="3228"/>
                </a:lnTo>
                <a:lnTo>
                  <a:pt x="2991" y="3228"/>
                </a:lnTo>
                <a:lnTo>
                  <a:pt x="2991" y="3227"/>
                </a:lnTo>
                <a:lnTo>
                  <a:pt x="2991" y="3228"/>
                </a:lnTo>
                <a:lnTo>
                  <a:pt x="2991" y="3227"/>
                </a:lnTo>
                <a:lnTo>
                  <a:pt x="2992" y="3227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2" y="3225"/>
                </a:lnTo>
                <a:lnTo>
                  <a:pt x="2991" y="3225"/>
                </a:lnTo>
                <a:lnTo>
                  <a:pt x="2991" y="3224"/>
                </a:lnTo>
                <a:lnTo>
                  <a:pt x="2991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1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89" y="3209"/>
                </a:lnTo>
                <a:lnTo>
                  <a:pt x="2990" y="3209"/>
                </a:lnTo>
                <a:lnTo>
                  <a:pt x="2990" y="3208"/>
                </a:lnTo>
                <a:lnTo>
                  <a:pt x="2989" y="3208"/>
                </a:lnTo>
                <a:lnTo>
                  <a:pt x="2990" y="3208"/>
                </a:lnTo>
                <a:lnTo>
                  <a:pt x="2991" y="3208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0" y="3203"/>
                </a:lnTo>
                <a:lnTo>
                  <a:pt x="2991" y="3203"/>
                </a:lnTo>
                <a:lnTo>
                  <a:pt x="2990" y="3203"/>
                </a:lnTo>
                <a:lnTo>
                  <a:pt x="2990" y="3202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0"/>
                </a:lnTo>
                <a:lnTo>
                  <a:pt x="2989" y="3200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7" y="3194"/>
                </a:lnTo>
                <a:lnTo>
                  <a:pt x="2986" y="3194"/>
                </a:lnTo>
                <a:lnTo>
                  <a:pt x="2985" y="3194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79" y="3191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78" y="3182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1" y="3173"/>
                </a:lnTo>
                <a:lnTo>
                  <a:pt x="2982" y="3173"/>
                </a:lnTo>
                <a:lnTo>
                  <a:pt x="2982" y="3172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2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3" y="3167"/>
                </a:lnTo>
                <a:lnTo>
                  <a:pt x="2984" y="3167"/>
                </a:lnTo>
                <a:lnTo>
                  <a:pt x="2985" y="3167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89" y="3169"/>
                </a:lnTo>
                <a:lnTo>
                  <a:pt x="2990" y="3169"/>
                </a:lnTo>
                <a:lnTo>
                  <a:pt x="2990" y="3170"/>
                </a:lnTo>
                <a:lnTo>
                  <a:pt x="2990" y="3169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69"/>
                </a:lnTo>
                <a:lnTo>
                  <a:pt x="2993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3" y="3164"/>
                </a:lnTo>
                <a:lnTo>
                  <a:pt x="2993" y="3163"/>
                </a:lnTo>
                <a:lnTo>
                  <a:pt x="2994" y="3163"/>
                </a:lnTo>
                <a:lnTo>
                  <a:pt x="2994" y="3162"/>
                </a:lnTo>
                <a:lnTo>
                  <a:pt x="2995" y="3162"/>
                </a:lnTo>
                <a:lnTo>
                  <a:pt x="2995" y="3161"/>
                </a:lnTo>
                <a:lnTo>
                  <a:pt x="2995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7" y="3153"/>
                </a:lnTo>
                <a:lnTo>
                  <a:pt x="2998" y="3153"/>
                </a:lnTo>
                <a:lnTo>
                  <a:pt x="2998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2" y="3149"/>
                </a:lnTo>
                <a:lnTo>
                  <a:pt x="3002" y="3148"/>
                </a:lnTo>
                <a:lnTo>
                  <a:pt x="3003" y="3148"/>
                </a:lnTo>
                <a:lnTo>
                  <a:pt x="3003" y="3147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2" y="3141"/>
                </a:lnTo>
                <a:lnTo>
                  <a:pt x="2992" y="3140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8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2"/>
                </a:lnTo>
                <a:lnTo>
                  <a:pt x="2975" y="3132"/>
                </a:lnTo>
                <a:lnTo>
                  <a:pt x="2974" y="3132"/>
                </a:lnTo>
                <a:lnTo>
                  <a:pt x="2974" y="3133"/>
                </a:lnTo>
                <a:lnTo>
                  <a:pt x="2974" y="3134"/>
                </a:lnTo>
                <a:lnTo>
                  <a:pt x="2973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6"/>
                </a:lnTo>
                <a:lnTo>
                  <a:pt x="2968" y="3136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5" y="3138"/>
                </a:lnTo>
                <a:lnTo>
                  <a:pt x="2965" y="3139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4" y="3139"/>
                </a:lnTo>
                <a:lnTo>
                  <a:pt x="2954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3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49" y="3132"/>
                </a:lnTo>
                <a:lnTo>
                  <a:pt x="2950" y="3132"/>
                </a:lnTo>
                <a:lnTo>
                  <a:pt x="2949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7"/>
                </a:lnTo>
                <a:lnTo>
                  <a:pt x="2928" y="3128"/>
                </a:lnTo>
                <a:lnTo>
                  <a:pt x="2928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9" y="3132"/>
                </a:lnTo>
                <a:lnTo>
                  <a:pt x="2928" y="3132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8" y="3133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5" y="3131"/>
                </a:lnTo>
                <a:lnTo>
                  <a:pt x="2914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2" y="3120"/>
                </a:lnTo>
                <a:lnTo>
                  <a:pt x="2902" y="3119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4" y="3120"/>
                </a:lnTo>
                <a:lnTo>
                  <a:pt x="2893" y="3120"/>
                </a:lnTo>
                <a:lnTo>
                  <a:pt x="2893" y="3119"/>
                </a:lnTo>
                <a:lnTo>
                  <a:pt x="2892" y="3119"/>
                </a:lnTo>
                <a:lnTo>
                  <a:pt x="2891" y="3119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8" y="3109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2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6" y="3087"/>
                </a:lnTo>
                <a:lnTo>
                  <a:pt x="2866" y="3088"/>
                </a:lnTo>
                <a:lnTo>
                  <a:pt x="2865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4" y="3090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59" y="3097"/>
                </a:lnTo>
                <a:lnTo>
                  <a:pt x="2859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59" y="3099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7"/>
                </a:lnTo>
                <a:lnTo>
                  <a:pt x="2853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50" y="3100"/>
                </a:lnTo>
                <a:lnTo>
                  <a:pt x="2849" y="3100"/>
                </a:lnTo>
                <a:lnTo>
                  <a:pt x="2849" y="3101"/>
                </a:lnTo>
                <a:lnTo>
                  <a:pt x="2848" y="3101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2" y="3102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4" y="3107"/>
                </a:lnTo>
                <a:lnTo>
                  <a:pt x="2834" y="3108"/>
                </a:lnTo>
                <a:lnTo>
                  <a:pt x="2834" y="3109"/>
                </a:lnTo>
                <a:lnTo>
                  <a:pt x="2833" y="3109"/>
                </a:lnTo>
                <a:lnTo>
                  <a:pt x="2833" y="3110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7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7" y="3112"/>
                </a:lnTo>
                <a:lnTo>
                  <a:pt x="2828" y="3112"/>
                </a:lnTo>
                <a:lnTo>
                  <a:pt x="2827" y="3112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5" y="3113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5"/>
                </a:lnTo>
                <a:lnTo>
                  <a:pt x="2820" y="3115"/>
                </a:lnTo>
                <a:lnTo>
                  <a:pt x="2820" y="3116"/>
                </a:lnTo>
                <a:lnTo>
                  <a:pt x="2821" y="3116"/>
                </a:lnTo>
                <a:lnTo>
                  <a:pt x="2820" y="3116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1" y="3119"/>
                </a:lnTo>
                <a:lnTo>
                  <a:pt x="2821" y="3120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2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4" y="3133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7" y="3137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6" y="3140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3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1" y="3144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2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3" y="3144"/>
                </a:lnTo>
                <a:lnTo>
                  <a:pt x="2802" y="3144"/>
                </a:lnTo>
                <a:lnTo>
                  <a:pt x="2802" y="3143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8" y="3143"/>
                </a:lnTo>
                <a:lnTo>
                  <a:pt x="2797" y="3143"/>
                </a:lnTo>
                <a:lnTo>
                  <a:pt x="2797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6" y="3144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3" y="3148"/>
                </a:lnTo>
                <a:lnTo>
                  <a:pt x="2793" y="3149"/>
                </a:lnTo>
                <a:lnTo>
                  <a:pt x="2792" y="3149"/>
                </a:lnTo>
                <a:lnTo>
                  <a:pt x="2792" y="3150"/>
                </a:lnTo>
                <a:lnTo>
                  <a:pt x="2791" y="3150"/>
                </a:lnTo>
                <a:lnTo>
                  <a:pt x="2791" y="3151"/>
                </a:lnTo>
                <a:lnTo>
                  <a:pt x="2790" y="3151"/>
                </a:lnTo>
                <a:lnTo>
                  <a:pt x="2790" y="3152"/>
                </a:lnTo>
                <a:lnTo>
                  <a:pt x="2789" y="3152"/>
                </a:lnTo>
                <a:lnTo>
                  <a:pt x="2788" y="3152"/>
                </a:lnTo>
                <a:lnTo>
                  <a:pt x="2788" y="3153"/>
                </a:lnTo>
                <a:lnTo>
                  <a:pt x="2787" y="3153"/>
                </a:lnTo>
                <a:lnTo>
                  <a:pt x="2786" y="3153"/>
                </a:lnTo>
                <a:lnTo>
                  <a:pt x="2786" y="3154"/>
                </a:lnTo>
                <a:lnTo>
                  <a:pt x="2785" y="3154"/>
                </a:lnTo>
                <a:lnTo>
                  <a:pt x="2785" y="3155"/>
                </a:lnTo>
                <a:lnTo>
                  <a:pt x="2785" y="3156"/>
                </a:lnTo>
                <a:lnTo>
                  <a:pt x="2784" y="3156"/>
                </a:lnTo>
                <a:lnTo>
                  <a:pt x="2785" y="3156"/>
                </a:lnTo>
                <a:lnTo>
                  <a:pt x="2784" y="3156"/>
                </a:lnTo>
                <a:lnTo>
                  <a:pt x="2784" y="3157"/>
                </a:lnTo>
                <a:lnTo>
                  <a:pt x="2783" y="3157"/>
                </a:lnTo>
                <a:lnTo>
                  <a:pt x="2782" y="3157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2" y="3153"/>
                </a:lnTo>
                <a:lnTo>
                  <a:pt x="2772" y="3152"/>
                </a:lnTo>
                <a:lnTo>
                  <a:pt x="2772" y="3151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1" y="3148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6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6"/>
                </a:lnTo>
                <a:lnTo>
                  <a:pt x="2759" y="3146"/>
                </a:lnTo>
                <a:lnTo>
                  <a:pt x="2758" y="3146"/>
                </a:lnTo>
                <a:lnTo>
                  <a:pt x="2758" y="3147"/>
                </a:lnTo>
                <a:lnTo>
                  <a:pt x="2757" y="3147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4" y="3151"/>
                </a:lnTo>
                <a:lnTo>
                  <a:pt x="2754" y="3152"/>
                </a:lnTo>
                <a:lnTo>
                  <a:pt x="2753" y="3152"/>
                </a:lnTo>
                <a:lnTo>
                  <a:pt x="2753" y="3153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1" y="3156"/>
                </a:lnTo>
                <a:lnTo>
                  <a:pt x="2751" y="3157"/>
                </a:lnTo>
                <a:lnTo>
                  <a:pt x="2751" y="3158"/>
                </a:lnTo>
                <a:lnTo>
                  <a:pt x="2750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1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0" y="3165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49" y="3168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49" y="3171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8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5" y="3148"/>
                </a:lnTo>
                <a:lnTo>
                  <a:pt x="2715" y="3149"/>
                </a:lnTo>
                <a:lnTo>
                  <a:pt x="2715" y="3148"/>
                </a:lnTo>
                <a:lnTo>
                  <a:pt x="2714" y="3148"/>
                </a:lnTo>
                <a:lnTo>
                  <a:pt x="2714" y="3149"/>
                </a:lnTo>
                <a:lnTo>
                  <a:pt x="2714" y="3150"/>
                </a:lnTo>
                <a:lnTo>
                  <a:pt x="2713" y="3150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1" y="3153"/>
                </a:lnTo>
                <a:lnTo>
                  <a:pt x="2711" y="3154"/>
                </a:lnTo>
                <a:lnTo>
                  <a:pt x="2710" y="3154"/>
                </a:lnTo>
                <a:lnTo>
                  <a:pt x="2710" y="3155"/>
                </a:lnTo>
                <a:lnTo>
                  <a:pt x="2710" y="3156"/>
                </a:lnTo>
                <a:lnTo>
                  <a:pt x="2709" y="3156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7" y="3165"/>
                </a:lnTo>
                <a:lnTo>
                  <a:pt x="2707" y="3166"/>
                </a:lnTo>
                <a:lnTo>
                  <a:pt x="2707" y="3167"/>
                </a:lnTo>
                <a:lnTo>
                  <a:pt x="2706" y="3167"/>
                </a:lnTo>
                <a:lnTo>
                  <a:pt x="2706" y="3168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7" y="3156"/>
                </a:lnTo>
                <a:lnTo>
                  <a:pt x="2696" y="3156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6" y="3154"/>
                </a:lnTo>
                <a:lnTo>
                  <a:pt x="2697" y="3154"/>
                </a:lnTo>
                <a:lnTo>
                  <a:pt x="2697" y="3153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6" y="3149"/>
                </a:lnTo>
                <a:lnTo>
                  <a:pt x="2686" y="3150"/>
                </a:lnTo>
                <a:lnTo>
                  <a:pt x="2686" y="3151"/>
                </a:lnTo>
                <a:lnTo>
                  <a:pt x="2685" y="3151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3" y="3157"/>
                </a:lnTo>
                <a:lnTo>
                  <a:pt x="2683" y="3158"/>
                </a:lnTo>
                <a:lnTo>
                  <a:pt x="2683" y="3159"/>
                </a:lnTo>
                <a:lnTo>
                  <a:pt x="2684" y="3159"/>
                </a:lnTo>
                <a:lnTo>
                  <a:pt x="2683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0" y="3160"/>
                </a:lnTo>
                <a:lnTo>
                  <a:pt x="2680" y="3161"/>
                </a:lnTo>
                <a:lnTo>
                  <a:pt x="2679" y="3161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4" y="3163"/>
                </a:lnTo>
                <a:lnTo>
                  <a:pt x="2674" y="3164"/>
                </a:lnTo>
                <a:lnTo>
                  <a:pt x="2675" y="3164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3" y="3165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3" y="3169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3" y="3173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1" y="3174"/>
                </a:lnTo>
                <a:lnTo>
                  <a:pt x="2671" y="3173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69" y="3175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6" y="3176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5" y="3179"/>
                </a:lnTo>
                <a:lnTo>
                  <a:pt x="2665" y="3180"/>
                </a:lnTo>
                <a:lnTo>
                  <a:pt x="2664" y="3180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7" y="3182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8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7" y="3171"/>
                </a:lnTo>
                <a:lnTo>
                  <a:pt x="2647" y="3170"/>
                </a:lnTo>
                <a:lnTo>
                  <a:pt x="2646" y="3170"/>
                </a:lnTo>
                <a:lnTo>
                  <a:pt x="2646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4"/>
                </a:lnTo>
                <a:lnTo>
                  <a:pt x="2622" y="3154"/>
                </a:lnTo>
                <a:lnTo>
                  <a:pt x="2621" y="3154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1" y="3149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8" y="3153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8" y="3155"/>
                </a:lnTo>
                <a:lnTo>
                  <a:pt x="2608" y="3156"/>
                </a:lnTo>
                <a:lnTo>
                  <a:pt x="2607" y="3156"/>
                </a:lnTo>
                <a:lnTo>
                  <a:pt x="2607" y="3157"/>
                </a:lnTo>
                <a:lnTo>
                  <a:pt x="2606" y="3158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3" y="3158"/>
                </a:lnTo>
                <a:lnTo>
                  <a:pt x="2603" y="3159"/>
                </a:lnTo>
                <a:lnTo>
                  <a:pt x="2602" y="3159"/>
                </a:lnTo>
                <a:lnTo>
                  <a:pt x="2602" y="3160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4"/>
                </a:lnTo>
                <a:lnTo>
                  <a:pt x="2604" y="3165"/>
                </a:lnTo>
                <a:lnTo>
                  <a:pt x="2603" y="3165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6" y="3173"/>
                </a:lnTo>
                <a:lnTo>
                  <a:pt x="2596" y="3174"/>
                </a:lnTo>
                <a:lnTo>
                  <a:pt x="2595" y="3174"/>
                </a:lnTo>
                <a:lnTo>
                  <a:pt x="2595" y="3175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6"/>
                </a:lnTo>
                <a:lnTo>
                  <a:pt x="2594" y="3177"/>
                </a:lnTo>
                <a:lnTo>
                  <a:pt x="2593" y="3177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1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2" y="3185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79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2" y="3183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7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59" y="3188"/>
                </a:lnTo>
                <a:lnTo>
                  <a:pt x="2559" y="3189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2" y="3183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0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3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79"/>
                </a:lnTo>
                <a:lnTo>
                  <a:pt x="2542" y="3180"/>
                </a:lnTo>
                <a:lnTo>
                  <a:pt x="2541" y="3181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8" y="3180"/>
                </a:lnTo>
                <a:lnTo>
                  <a:pt x="2538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8" y="3182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7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1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5" y="3196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4" y="3198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1" y="3202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8" y="3202"/>
                </a:lnTo>
                <a:lnTo>
                  <a:pt x="2528" y="3203"/>
                </a:lnTo>
                <a:lnTo>
                  <a:pt x="2528" y="3204"/>
                </a:lnTo>
                <a:lnTo>
                  <a:pt x="2527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29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3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0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7" y="3247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5" y="3254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6"/>
                </a:lnTo>
                <a:lnTo>
                  <a:pt x="2549" y="3266"/>
                </a:lnTo>
                <a:lnTo>
                  <a:pt x="2549" y="3265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1" y="3271"/>
                </a:lnTo>
                <a:lnTo>
                  <a:pt x="2550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4" y="3281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4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5" y="3286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89"/>
                </a:lnTo>
                <a:lnTo>
                  <a:pt x="2544" y="3289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5" y="3292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2" y="3310"/>
                </a:lnTo>
                <a:lnTo>
                  <a:pt x="2552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49" y="3310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8" y="3313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1" y="3316"/>
                </a:lnTo>
                <a:lnTo>
                  <a:pt x="2540" y="3316"/>
                </a:lnTo>
                <a:lnTo>
                  <a:pt x="2540" y="3315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4" y="3311"/>
                </a:lnTo>
                <a:lnTo>
                  <a:pt x="2534" y="3312"/>
                </a:lnTo>
                <a:lnTo>
                  <a:pt x="2533" y="3312"/>
                </a:lnTo>
                <a:lnTo>
                  <a:pt x="2533" y="3313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1" y="3310"/>
                </a:lnTo>
                <a:lnTo>
                  <a:pt x="2532" y="3310"/>
                </a:lnTo>
                <a:lnTo>
                  <a:pt x="2532" y="3309"/>
                </a:lnTo>
                <a:lnTo>
                  <a:pt x="2532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19" y="3307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2" y="3308"/>
                </a:lnTo>
                <a:lnTo>
                  <a:pt x="2512" y="3309"/>
                </a:lnTo>
                <a:lnTo>
                  <a:pt x="2511" y="3309"/>
                </a:lnTo>
                <a:lnTo>
                  <a:pt x="2510" y="3309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0" y="3311"/>
                </a:lnTo>
                <a:lnTo>
                  <a:pt x="2500" y="3310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8"/>
                </a:lnTo>
                <a:lnTo>
                  <a:pt x="2497" y="3308"/>
                </a:lnTo>
                <a:lnTo>
                  <a:pt x="2497" y="3307"/>
                </a:lnTo>
                <a:lnTo>
                  <a:pt x="2498" y="3307"/>
                </a:lnTo>
                <a:lnTo>
                  <a:pt x="2498" y="3306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498" y="3304"/>
                </a:lnTo>
                <a:lnTo>
                  <a:pt x="2499" y="3304"/>
                </a:lnTo>
                <a:lnTo>
                  <a:pt x="2499" y="3303"/>
                </a:lnTo>
                <a:lnTo>
                  <a:pt x="2500" y="3303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0" y="3290"/>
                </a:lnTo>
                <a:lnTo>
                  <a:pt x="2490" y="3289"/>
                </a:lnTo>
                <a:lnTo>
                  <a:pt x="2491" y="3289"/>
                </a:lnTo>
                <a:lnTo>
                  <a:pt x="2492" y="3289"/>
                </a:lnTo>
                <a:lnTo>
                  <a:pt x="2492" y="3288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5" y="3282"/>
                </a:lnTo>
                <a:lnTo>
                  <a:pt x="2496" y="3282"/>
                </a:lnTo>
                <a:lnTo>
                  <a:pt x="2496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8" y="3280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6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0" y="3273"/>
                </a:lnTo>
                <a:lnTo>
                  <a:pt x="2490" y="3272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2" y="3265"/>
                </a:lnTo>
                <a:lnTo>
                  <a:pt x="2491" y="3265"/>
                </a:lnTo>
                <a:lnTo>
                  <a:pt x="2491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1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8" y="3261"/>
                </a:lnTo>
                <a:lnTo>
                  <a:pt x="2488" y="3260"/>
                </a:lnTo>
                <a:lnTo>
                  <a:pt x="2488" y="3259"/>
                </a:lnTo>
                <a:lnTo>
                  <a:pt x="2489" y="3259"/>
                </a:lnTo>
                <a:lnTo>
                  <a:pt x="2488" y="3259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8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5" y="3252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1" y="3255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79" y="3257"/>
                </a:lnTo>
                <a:lnTo>
                  <a:pt x="2479" y="3258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1" y="3260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7" y="3261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5" y="3263"/>
                </a:lnTo>
                <a:lnTo>
                  <a:pt x="2466" y="3263"/>
                </a:lnTo>
                <a:lnTo>
                  <a:pt x="2465" y="3263"/>
                </a:lnTo>
                <a:lnTo>
                  <a:pt x="2465" y="3264"/>
                </a:lnTo>
                <a:lnTo>
                  <a:pt x="2465" y="3265"/>
                </a:lnTo>
                <a:lnTo>
                  <a:pt x="2464" y="3265"/>
                </a:lnTo>
                <a:lnTo>
                  <a:pt x="2464" y="3266"/>
                </a:lnTo>
                <a:lnTo>
                  <a:pt x="2463" y="3266"/>
                </a:lnTo>
                <a:lnTo>
                  <a:pt x="2462" y="3266"/>
                </a:lnTo>
                <a:lnTo>
                  <a:pt x="2462" y="3267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59" y="3271"/>
                </a:lnTo>
                <a:lnTo>
                  <a:pt x="2459" y="3272"/>
                </a:lnTo>
                <a:lnTo>
                  <a:pt x="2459" y="3273"/>
                </a:lnTo>
                <a:lnTo>
                  <a:pt x="2458" y="3273"/>
                </a:lnTo>
                <a:lnTo>
                  <a:pt x="2457" y="3273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4" y="3277"/>
                </a:lnTo>
                <a:lnTo>
                  <a:pt x="2454" y="3278"/>
                </a:lnTo>
                <a:lnTo>
                  <a:pt x="2453" y="3278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4" y="3282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5" y="3276"/>
                </a:lnTo>
                <a:lnTo>
                  <a:pt x="2425" y="3277"/>
                </a:lnTo>
                <a:lnTo>
                  <a:pt x="2425" y="3276"/>
                </a:lnTo>
                <a:lnTo>
                  <a:pt x="2425" y="3277"/>
                </a:lnTo>
                <a:lnTo>
                  <a:pt x="2424" y="3277"/>
                </a:lnTo>
                <a:lnTo>
                  <a:pt x="2423" y="3277"/>
                </a:lnTo>
                <a:lnTo>
                  <a:pt x="2423" y="3278"/>
                </a:lnTo>
                <a:lnTo>
                  <a:pt x="2422" y="3278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7" y="3279"/>
                </a:lnTo>
                <a:lnTo>
                  <a:pt x="2417" y="3280"/>
                </a:lnTo>
                <a:lnTo>
                  <a:pt x="2416" y="3280"/>
                </a:lnTo>
                <a:lnTo>
                  <a:pt x="2416" y="3281"/>
                </a:lnTo>
                <a:lnTo>
                  <a:pt x="2415" y="3281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2" y="3282"/>
                </a:lnTo>
                <a:lnTo>
                  <a:pt x="2412" y="3283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3" y="3279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8" y="3275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7" y="3270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399" y="3268"/>
                </a:lnTo>
                <a:lnTo>
                  <a:pt x="2400" y="3268"/>
                </a:lnTo>
                <a:lnTo>
                  <a:pt x="2400" y="3267"/>
                </a:lnTo>
                <a:lnTo>
                  <a:pt x="2400" y="3266"/>
                </a:lnTo>
                <a:lnTo>
                  <a:pt x="2401" y="3266"/>
                </a:lnTo>
                <a:lnTo>
                  <a:pt x="2401" y="3265"/>
                </a:lnTo>
                <a:lnTo>
                  <a:pt x="2403" y="3265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4" y="3260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0" y="3262"/>
                </a:lnTo>
                <a:lnTo>
                  <a:pt x="2390" y="3261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6" y="3258"/>
                </a:lnTo>
                <a:lnTo>
                  <a:pt x="2386" y="3257"/>
                </a:lnTo>
                <a:lnTo>
                  <a:pt x="2386" y="3256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4" y="3252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40"/>
                </a:lnTo>
                <a:lnTo>
                  <a:pt x="2384" y="3239"/>
                </a:lnTo>
                <a:lnTo>
                  <a:pt x="2384" y="3238"/>
                </a:lnTo>
                <a:lnTo>
                  <a:pt x="2385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6" y="3234"/>
                </a:lnTo>
                <a:lnTo>
                  <a:pt x="2387" y="3234"/>
                </a:lnTo>
                <a:lnTo>
                  <a:pt x="2387" y="3233"/>
                </a:lnTo>
                <a:lnTo>
                  <a:pt x="2387" y="3232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4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1"/>
                </a:lnTo>
                <a:lnTo>
                  <a:pt x="2365" y="3222"/>
                </a:lnTo>
                <a:lnTo>
                  <a:pt x="2365" y="3221"/>
                </a:lnTo>
                <a:lnTo>
                  <a:pt x="2364" y="3221"/>
                </a:lnTo>
                <a:lnTo>
                  <a:pt x="2364" y="3222"/>
                </a:lnTo>
                <a:lnTo>
                  <a:pt x="2363" y="3222"/>
                </a:lnTo>
                <a:lnTo>
                  <a:pt x="2362" y="3222"/>
                </a:lnTo>
                <a:lnTo>
                  <a:pt x="2362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6" y="3218"/>
                </a:lnTo>
                <a:lnTo>
                  <a:pt x="2355" y="3218"/>
                </a:lnTo>
                <a:lnTo>
                  <a:pt x="2354" y="3218"/>
                </a:lnTo>
                <a:lnTo>
                  <a:pt x="2354" y="3219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5" y="3218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7" y="3217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18"/>
                </a:lnTo>
                <a:lnTo>
                  <a:pt x="2331" y="3218"/>
                </a:lnTo>
                <a:lnTo>
                  <a:pt x="2330" y="3218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1" y="3212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3" y="3210"/>
                </a:lnTo>
                <a:lnTo>
                  <a:pt x="2314" y="3209"/>
                </a:lnTo>
                <a:lnTo>
                  <a:pt x="2314" y="3208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6"/>
                </a:lnTo>
                <a:lnTo>
                  <a:pt x="2316" y="3206"/>
                </a:lnTo>
                <a:lnTo>
                  <a:pt x="2316" y="3205"/>
                </a:lnTo>
                <a:lnTo>
                  <a:pt x="2317" y="3205"/>
                </a:lnTo>
                <a:lnTo>
                  <a:pt x="2318" y="3204"/>
                </a:lnTo>
                <a:lnTo>
                  <a:pt x="2318" y="3203"/>
                </a:lnTo>
                <a:lnTo>
                  <a:pt x="2319" y="3203"/>
                </a:lnTo>
                <a:lnTo>
                  <a:pt x="2319" y="3202"/>
                </a:lnTo>
                <a:lnTo>
                  <a:pt x="2318" y="3202"/>
                </a:lnTo>
                <a:lnTo>
                  <a:pt x="2318" y="3201"/>
                </a:lnTo>
                <a:lnTo>
                  <a:pt x="2318" y="3200"/>
                </a:lnTo>
                <a:lnTo>
                  <a:pt x="2319" y="3200"/>
                </a:lnTo>
                <a:lnTo>
                  <a:pt x="2319" y="3199"/>
                </a:lnTo>
                <a:lnTo>
                  <a:pt x="2318" y="3199"/>
                </a:lnTo>
                <a:lnTo>
                  <a:pt x="2318" y="3198"/>
                </a:lnTo>
                <a:lnTo>
                  <a:pt x="2319" y="3198"/>
                </a:lnTo>
                <a:lnTo>
                  <a:pt x="2319" y="3197"/>
                </a:lnTo>
                <a:lnTo>
                  <a:pt x="2320" y="3197"/>
                </a:lnTo>
                <a:lnTo>
                  <a:pt x="2320" y="3196"/>
                </a:lnTo>
                <a:lnTo>
                  <a:pt x="2320" y="3195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2" y="3192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0" y="3188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4" y="3186"/>
                </a:lnTo>
                <a:lnTo>
                  <a:pt x="2325" y="3186"/>
                </a:lnTo>
                <a:lnTo>
                  <a:pt x="2325" y="3185"/>
                </a:lnTo>
                <a:lnTo>
                  <a:pt x="2325" y="3184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0" y="3179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0" y="3173"/>
                </a:lnTo>
                <a:lnTo>
                  <a:pt x="2331" y="3173"/>
                </a:lnTo>
                <a:lnTo>
                  <a:pt x="2331" y="3172"/>
                </a:lnTo>
                <a:lnTo>
                  <a:pt x="2331" y="3171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8" y="3158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8" y="3151"/>
                </a:lnTo>
                <a:lnTo>
                  <a:pt x="2329" y="3151"/>
                </a:lnTo>
                <a:lnTo>
                  <a:pt x="2330" y="3151"/>
                </a:lnTo>
                <a:lnTo>
                  <a:pt x="2330" y="3150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49"/>
                </a:lnTo>
                <a:lnTo>
                  <a:pt x="2333" y="3149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3" y="3144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3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5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4" y="3124"/>
                </a:lnTo>
                <a:lnTo>
                  <a:pt x="2344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6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6"/>
                </a:lnTo>
                <a:lnTo>
                  <a:pt x="2321" y="3116"/>
                </a:lnTo>
                <a:lnTo>
                  <a:pt x="2321" y="3117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6" y="3117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2" y="3111"/>
                </a:lnTo>
                <a:lnTo>
                  <a:pt x="2303" y="3110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89" y="3101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0" y="3097"/>
                </a:lnTo>
                <a:lnTo>
                  <a:pt x="2291" y="3097"/>
                </a:lnTo>
                <a:lnTo>
                  <a:pt x="2291" y="3096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89" y="3093"/>
                </a:lnTo>
                <a:lnTo>
                  <a:pt x="2289" y="3092"/>
                </a:lnTo>
                <a:lnTo>
                  <a:pt x="2288" y="3092"/>
                </a:lnTo>
                <a:lnTo>
                  <a:pt x="2288" y="3093"/>
                </a:lnTo>
                <a:lnTo>
                  <a:pt x="2287" y="3093"/>
                </a:lnTo>
                <a:lnTo>
                  <a:pt x="2286" y="3093"/>
                </a:lnTo>
                <a:lnTo>
                  <a:pt x="2287" y="3093"/>
                </a:lnTo>
                <a:lnTo>
                  <a:pt x="2287" y="3092"/>
                </a:lnTo>
                <a:lnTo>
                  <a:pt x="2288" y="3092"/>
                </a:lnTo>
                <a:lnTo>
                  <a:pt x="2288" y="3091"/>
                </a:lnTo>
                <a:lnTo>
                  <a:pt x="2288" y="3090"/>
                </a:lnTo>
                <a:lnTo>
                  <a:pt x="2289" y="3090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89" y="3086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8" y="3081"/>
                </a:lnTo>
                <a:lnTo>
                  <a:pt x="2289" y="3081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0" y="3070"/>
                </a:lnTo>
                <a:lnTo>
                  <a:pt x="2281" y="3070"/>
                </a:lnTo>
                <a:lnTo>
                  <a:pt x="2282" y="3070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4" y="3068"/>
                </a:lnTo>
                <a:lnTo>
                  <a:pt x="2285" y="3067"/>
                </a:lnTo>
                <a:lnTo>
                  <a:pt x="2285" y="3066"/>
                </a:lnTo>
                <a:lnTo>
                  <a:pt x="2286" y="3066"/>
                </a:lnTo>
                <a:lnTo>
                  <a:pt x="2287" y="3066"/>
                </a:lnTo>
                <a:lnTo>
                  <a:pt x="2287" y="3065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3" y="3058"/>
                </a:lnTo>
                <a:lnTo>
                  <a:pt x="2283" y="3056"/>
                </a:lnTo>
                <a:lnTo>
                  <a:pt x="2282" y="3056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1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6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68" y="3044"/>
                </a:lnTo>
                <a:lnTo>
                  <a:pt x="2268" y="3043"/>
                </a:lnTo>
                <a:lnTo>
                  <a:pt x="2269" y="3043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8" y="3029"/>
                </a:lnTo>
                <a:lnTo>
                  <a:pt x="2268" y="3028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4" y="3026"/>
                </a:lnTo>
                <a:lnTo>
                  <a:pt x="2275" y="3026"/>
                </a:lnTo>
                <a:lnTo>
                  <a:pt x="2275" y="3025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2" y="3019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7" y="3014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08"/>
                </a:lnTo>
                <a:lnTo>
                  <a:pt x="2286" y="3008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0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1" y="3011"/>
                </a:lnTo>
                <a:lnTo>
                  <a:pt x="2271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7" y="3013"/>
                </a:lnTo>
                <a:lnTo>
                  <a:pt x="2257" y="3012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8" y="3011"/>
                </a:lnTo>
                <a:lnTo>
                  <a:pt x="2248" y="3012"/>
                </a:lnTo>
                <a:lnTo>
                  <a:pt x="2248" y="3011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2" y="3017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4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7"/>
                </a:lnTo>
                <a:lnTo>
                  <a:pt x="2191" y="3027"/>
                </a:lnTo>
                <a:lnTo>
                  <a:pt x="2191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29"/>
                </a:lnTo>
                <a:lnTo>
                  <a:pt x="2191" y="3029"/>
                </a:lnTo>
                <a:lnTo>
                  <a:pt x="2191" y="3028"/>
                </a:lnTo>
                <a:lnTo>
                  <a:pt x="2190" y="3028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6" y="3031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2" y="3035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5" y="3029"/>
                </a:lnTo>
                <a:lnTo>
                  <a:pt x="2166" y="3029"/>
                </a:lnTo>
                <a:lnTo>
                  <a:pt x="2166" y="3028"/>
                </a:lnTo>
                <a:lnTo>
                  <a:pt x="2167" y="3028"/>
                </a:lnTo>
                <a:lnTo>
                  <a:pt x="2168" y="3028"/>
                </a:lnTo>
                <a:lnTo>
                  <a:pt x="2168" y="3027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3" y="3023"/>
                </a:lnTo>
                <a:lnTo>
                  <a:pt x="2173" y="3022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4" y="3020"/>
                </a:lnTo>
                <a:lnTo>
                  <a:pt x="2174" y="3019"/>
                </a:lnTo>
                <a:lnTo>
                  <a:pt x="2175" y="3019"/>
                </a:lnTo>
                <a:lnTo>
                  <a:pt x="2175" y="3020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7" y="3017"/>
                </a:lnTo>
                <a:lnTo>
                  <a:pt x="2178" y="3017"/>
                </a:lnTo>
                <a:lnTo>
                  <a:pt x="2179" y="3016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1" y="3013"/>
                </a:lnTo>
                <a:lnTo>
                  <a:pt x="2182" y="3013"/>
                </a:lnTo>
                <a:lnTo>
                  <a:pt x="2183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3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3" y="3000"/>
                </a:lnTo>
                <a:lnTo>
                  <a:pt x="2184" y="3000"/>
                </a:lnTo>
                <a:lnTo>
                  <a:pt x="2184" y="2999"/>
                </a:lnTo>
                <a:lnTo>
                  <a:pt x="2185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7" y="2989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78" y="2983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5" y="2978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0" y="2980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6" y="2978"/>
                </a:lnTo>
                <a:lnTo>
                  <a:pt x="2166" y="2977"/>
                </a:lnTo>
                <a:lnTo>
                  <a:pt x="2166" y="2976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8" y="2971"/>
                </a:lnTo>
                <a:lnTo>
                  <a:pt x="2167" y="2971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8" y="2962"/>
                </a:lnTo>
                <a:lnTo>
                  <a:pt x="2168" y="2961"/>
                </a:lnTo>
                <a:lnTo>
                  <a:pt x="2169" y="2961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8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8" y="2954"/>
                </a:lnTo>
                <a:lnTo>
                  <a:pt x="2168" y="2953"/>
                </a:lnTo>
                <a:lnTo>
                  <a:pt x="2168" y="2952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8" y="2946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6" y="2942"/>
                </a:lnTo>
                <a:lnTo>
                  <a:pt x="2177" y="2942"/>
                </a:lnTo>
                <a:lnTo>
                  <a:pt x="2177" y="2941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0" y="2938"/>
                </a:lnTo>
                <a:lnTo>
                  <a:pt x="2181" y="2938"/>
                </a:lnTo>
                <a:lnTo>
                  <a:pt x="2181" y="2939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89" y="2937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1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2" y="2918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3"/>
                </a:lnTo>
                <a:lnTo>
                  <a:pt x="2183" y="2914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7" y="2908"/>
                </a:lnTo>
                <a:lnTo>
                  <a:pt x="2188" y="2908"/>
                </a:lnTo>
                <a:lnTo>
                  <a:pt x="2188" y="2907"/>
                </a:lnTo>
                <a:lnTo>
                  <a:pt x="2188" y="2906"/>
                </a:lnTo>
                <a:lnTo>
                  <a:pt x="2189" y="2906"/>
                </a:lnTo>
                <a:lnTo>
                  <a:pt x="2189" y="2905"/>
                </a:lnTo>
                <a:lnTo>
                  <a:pt x="2189" y="2904"/>
                </a:lnTo>
                <a:lnTo>
                  <a:pt x="2190" y="2904"/>
                </a:lnTo>
                <a:lnTo>
                  <a:pt x="2189" y="2904"/>
                </a:lnTo>
                <a:lnTo>
                  <a:pt x="2189" y="2903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0" y="2900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1" y="2897"/>
                </a:lnTo>
                <a:lnTo>
                  <a:pt x="2192" y="2897"/>
                </a:lnTo>
                <a:lnTo>
                  <a:pt x="2192" y="2896"/>
                </a:lnTo>
                <a:lnTo>
                  <a:pt x="2192" y="2895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898"/>
                </a:lnTo>
                <a:lnTo>
                  <a:pt x="2204" y="2898"/>
                </a:lnTo>
                <a:lnTo>
                  <a:pt x="2204" y="2897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6" y="2895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6" y="2883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8" y="2883"/>
                </a:lnTo>
                <a:lnTo>
                  <a:pt x="2219" y="2883"/>
                </a:lnTo>
                <a:lnTo>
                  <a:pt x="2219" y="2882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1" y="2878"/>
                </a:lnTo>
                <a:lnTo>
                  <a:pt x="2220" y="2878"/>
                </a:lnTo>
                <a:lnTo>
                  <a:pt x="2221" y="2877"/>
                </a:lnTo>
                <a:lnTo>
                  <a:pt x="2221" y="2876"/>
                </a:lnTo>
                <a:lnTo>
                  <a:pt x="2222" y="2876"/>
                </a:lnTo>
                <a:lnTo>
                  <a:pt x="2222" y="2875"/>
                </a:lnTo>
                <a:lnTo>
                  <a:pt x="2221" y="2875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3" y="2865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3" y="2858"/>
                </a:lnTo>
                <a:lnTo>
                  <a:pt x="2222" y="2858"/>
                </a:lnTo>
                <a:lnTo>
                  <a:pt x="2223" y="2858"/>
                </a:lnTo>
                <a:lnTo>
                  <a:pt x="2224" y="2858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4" y="2865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8" y="2863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1" y="2861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4" y="2854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0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3" y="2838"/>
                </a:lnTo>
                <a:lnTo>
                  <a:pt x="2254" y="2838"/>
                </a:lnTo>
                <a:lnTo>
                  <a:pt x="2254" y="2837"/>
                </a:lnTo>
                <a:lnTo>
                  <a:pt x="2254" y="2836"/>
                </a:lnTo>
                <a:lnTo>
                  <a:pt x="2255" y="2836"/>
                </a:lnTo>
                <a:lnTo>
                  <a:pt x="2255" y="2835"/>
                </a:lnTo>
                <a:lnTo>
                  <a:pt x="2256" y="2835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8" y="2837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0" y="2835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3" y="2819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60" y="2809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59" y="2807"/>
                </a:lnTo>
                <a:lnTo>
                  <a:pt x="2260" y="2807"/>
                </a:lnTo>
                <a:lnTo>
                  <a:pt x="2260" y="2806"/>
                </a:lnTo>
                <a:lnTo>
                  <a:pt x="2260" y="2805"/>
                </a:lnTo>
                <a:lnTo>
                  <a:pt x="2261" y="2805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7" y="2810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2" y="2805"/>
                </a:lnTo>
                <a:lnTo>
                  <a:pt x="2271" y="2805"/>
                </a:lnTo>
                <a:lnTo>
                  <a:pt x="2271" y="2804"/>
                </a:lnTo>
                <a:lnTo>
                  <a:pt x="2271" y="2803"/>
                </a:lnTo>
                <a:lnTo>
                  <a:pt x="2272" y="2803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8" y="2795"/>
                </a:lnTo>
                <a:lnTo>
                  <a:pt x="2268" y="2794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8" y="2791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4" y="2779"/>
                </a:lnTo>
                <a:lnTo>
                  <a:pt x="2274" y="2778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4" y="2774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5" y="2769"/>
                </a:lnTo>
                <a:lnTo>
                  <a:pt x="2276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7" y="2759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6" y="2753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6" y="2751"/>
                </a:lnTo>
                <a:lnTo>
                  <a:pt x="2276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4" y="2747"/>
                </a:lnTo>
                <a:lnTo>
                  <a:pt x="2274" y="2746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5" y="2742"/>
                </a:lnTo>
                <a:lnTo>
                  <a:pt x="2275" y="2741"/>
                </a:lnTo>
                <a:lnTo>
                  <a:pt x="2276" y="2741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3" y="2733"/>
                </a:lnTo>
                <a:lnTo>
                  <a:pt x="2273" y="2732"/>
                </a:lnTo>
                <a:lnTo>
                  <a:pt x="2274" y="2732"/>
                </a:lnTo>
                <a:lnTo>
                  <a:pt x="2274" y="2731"/>
                </a:lnTo>
                <a:lnTo>
                  <a:pt x="2275" y="2731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9"/>
                </a:lnTo>
                <a:lnTo>
                  <a:pt x="2275" y="2729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4" y="2724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4" y="2717"/>
                </a:lnTo>
                <a:lnTo>
                  <a:pt x="2273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6" y="2713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1" y="2707"/>
                </a:lnTo>
                <a:lnTo>
                  <a:pt x="2271" y="2706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1" y="2703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0" y="2695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2" y="2694"/>
                </a:lnTo>
                <a:lnTo>
                  <a:pt x="2272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2" y="2689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4" y="2683"/>
                </a:lnTo>
                <a:lnTo>
                  <a:pt x="2273" y="2683"/>
                </a:lnTo>
                <a:lnTo>
                  <a:pt x="2273" y="2682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0" y="2678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3"/>
                </a:lnTo>
                <a:lnTo>
                  <a:pt x="2270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6" y="2658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9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8" y="2653"/>
                </a:lnTo>
                <a:lnTo>
                  <a:pt x="2258" y="2652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4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6" y="2649"/>
                </a:lnTo>
                <a:lnTo>
                  <a:pt x="2246" y="2650"/>
                </a:lnTo>
                <a:lnTo>
                  <a:pt x="2246" y="2651"/>
                </a:lnTo>
                <a:lnTo>
                  <a:pt x="2247" y="2651"/>
                </a:lnTo>
                <a:lnTo>
                  <a:pt x="2247" y="2652"/>
                </a:lnTo>
                <a:lnTo>
                  <a:pt x="2246" y="2652"/>
                </a:lnTo>
                <a:lnTo>
                  <a:pt x="2247" y="2652"/>
                </a:lnTo>
                <a:lnTo>
                  <a:pt x="2247" y="2653"/>
                </a:lnTo>
                <a:lnTo>
                  <a:pt x="2247" y="2654"/>
                </a:lnTo>
                <a:lnTo>
                  <a:pt x="2246" y="2654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7" y="2655"/>
                </a:lnTo>
                <a:lnTo>
                  <a:pt x="2247" y="2656"/>
                </a:lnTo>
                <a:lnTo>
                  <a:pt x="2246" y="2656"/>
                </a:lnTo>
                <a:lnTo>
                  <a:pt x="2246" y="2657"/>
                </a:lnTo>
                <a:lnTo>
                  <a:pt x="2246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6" y="2660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3" y="2662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6" y="2664"/>
                </a:lnTo>
                <a:lnTo>
                  <a:pt x="2236" y="2663"/>
                </a:lnTo>
                <a:lnTo>
                  <a:pt x="2236" y="2662"/>
                </a:lnTo>
                <a:lnTo>
                  <a:pt x="2235" y="2662"/>
                </a:lnTo>
                <a:lnTo>
                  <a:pt x="2235" y="2660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3" y="2650"/>
                </a:lnTo>
                <a:lnTo>
                  <a:pt x="2232" y="2650"/>
                </a:lnTo>
                <a:lnTo>
                  <a:pt x="2231" y="2650"/>
                </a:lnTo>
                <a:lnTo>
                  <a:pt x="2231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8" y="2642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3" y="2629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5" y="2627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5" y="2625"/>
                </a:lnTo>
                <a:lnTo>
                  <a:pt x="2226" y="2625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4" y="2622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19" y="2617"/>
                </a:lnTo>
                <a:lnTo>
                  <a:pt x="2219" y="2616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0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4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4"/>
                </a:lnTo>
                <a:lnTo>
                  <a:pt x="2213" y="2594"/>
                </a:lnTo>
                <a:lnTo>
                  <a:pt x="2212" y="2595"/>
                </a:lnTo>
                <a:lnTo>
                  <a:pt x="2212" y="2596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8" y="2594"/>
                </a:lnTo>
                <a:lnTo>
                  <a:pt x="2208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9" y="2588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3" y="2585"/>
                </a:lnTo>
                <a:lnTo>
                  <a:pt x="2203" y="2584"/>
                </a:lnTo>
                <a:lnTo>
                  <a:pt x="2204" y="2584"/>
                </a:lnTo>
                <a:lnTo>
                  <a:pt x="2204" y="2583"/>
                </a:lnTo>
                <a:lnTo>
                  <a:pt x="2203" y="2582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200" y="2578"/>
                </a:lnTo>
                <a:lnTo>
                  <a:pt x="2199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8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3" y="2581"/>
                </a:lnTo>
                <a:lnTo>
                  <a:pt x="2193" y="2582"/>
                </a:lnTo>
                <a:lnTo>
                  <a:pt x="2192" y="2581"/>
                </a:lnTo>
                <a:lnTo>
                  <a:pt x="2191" y="2581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1"/>
                </a:lnTo>
                <a:lnTo>
                  <a:pt x="2189" y="2580"/>
                </a:lnTo>
                <a:lnTo>
                  <a:pt x="2188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6" y="2576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3" y="2565"/>
                </a:lnTo>
                <a:lnTo>
                  <a:pt x="2183" y="2564"/>
                </a:lnTo>
                <a:lnTo>
                  <a:pt x="2182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0"/>
                </a:lnTo>
                <a:lnTo>
                  <a:pt x="2175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0"/>
                </a:lnTo>
                <a:lnTo>
                  <a:pt x="2174" y="2561"/>
                </a:lnTo>
                <a:lnTo>
                  <a:pt x="2173" y="2561"/>
                </a:lnTo>
                <a:lnTo>
                  <a:pt x="2172" y="2561"/>
                </a:lnTo>
                <a:lnTo>
                  <a:pt x="2171" y="2561"/>
                </a:lnTo>
                <a:lnTo>
                  <a:pt x="2171" y="2560"/>
                </a:lnTo>
                <a:lnTo>
                  <a:pt x="2171" y="2559"/>
                </a:lnTo>
                <a:lnTo>
                  <a:pt x="2170" y="2559"/>
                </a:lnTo>
                <a:lnTo>
                  <a:pt x="2170" y="2558"/>
                </a:lnTo>
                <a:lnTo>
                  <a:pt x="2169" y="2558"/>
                </a:lnTo>
                <a:lnTo>
                  <a:pt x="2169" y="2559"/>
                </a:lnTo>
                <a:lnTo>
                  <a:pt x="2168" y="2559"/>
                </a:lnTo>
                <a:lnTo>
                  <a:pt x="2167" y="2560"/>
                </a:lnTo>
                <a:lnTo>
                  <a:pt x="2166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3" y="2563"/>
                </a:lnTo>
                <a:lnTo>
                  <a:pt x="2163" y="2566"/>
                </a:lnTo>
                <a:lnTo>
                  <a:pt x="2163" y="2568"/>
                </a:lnTo>
                <a:lnTo>
                  <a:pt x="2164" y="2568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2" y="2571"/>
                </a:lnTo>
                <a:lnTo>
                  <a:pt x="2162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5"/>
                </a:lnTo>
                <a:lnTo>
                  <a:pt x="2161" y="2575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3" y="2583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6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6"/>
                </a:lnTo>
                <a:lnTo>
                  <a:pt x="2153" y="2587"/>
                </a:lnTo>
                <a:lnTo>
                  <a:pt x="2154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5" y="2589"/>
                </a:lnTo>
                <a:lnTo>
                  <a:pt x="2154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7" y="2600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7" y="2604"/>
                </a:lnTo>
                <a:lnTo>
                  <a:pt x="2146" y="2605"/>
                </a:lnTo>
                <a:lnTo>
                  <a:pt x="2145" y="2606"/>
                </a:lnTo>
                <a:lnTo>
                  <a:pt x="2145" y="2608"/>
                </a:lnTo>
                <a:lnTo>
                  <a:pt x="2145" y="2609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2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1" y="2618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6" y="2627"/>
                </a:lnTo>
                <a:lnTo>
                  <a:pt x="2146" y="2626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4"/>
                </a:lnTo>
                <a:lnTo>
                  <a:pt x="2142" y="2625"/>
                </a:lnTo>
                <a:lnTo>
                  <a:pt x="2141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39" y="2626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5" y="2631"/>
                </a:lnTo>
                <a:lnTo>
                  <a:pt x="2135" y="2632"/>
                </a:lnTo>
                <a:lnTo>
                  <a:pt x="2134" y="2632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1"/>
                </a:lnTo>
                <a:lnTo>
                  <a:pt x="2126" y="2642"/>
                </a:lnTo>
                <a:lnTo>
                  <a:pt x="2126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099" y="2624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6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19"/>
                </a:lnTo>
                <a:lnTo>
                  <a:pt x="2091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5" y="2615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8" y="2608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7"/>
                </a:lnTo>
                <a:lnTo>
                  <a:pt x="2071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3"/>
                </a:lnTo>
                <a:lnTo>
                  <a:pt x="2069" y="2601"/>
                </a:lnTo>
                <a:lnTo>
                  <a:pt x="2068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2" y="2603"/>
                </a:lnTo>
                <a:lnTo>
                  <a:pt x="2060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2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3" y="2600"/>
                </a:lnTo>
                <a:lnTo>
                  <a:pt x="2053" y="2598"/>
                </a:lnTo>
                <a:lnTo>
                  <a:pt x="2053" y="2596"/>
                </a:lnTo>
                <a:lnTo>
                  <a:pt x="2053" y="2593"/>
                </a:lnTo>
                <a:lnTo>
                  <a:pt x="2052" y="2592"/>
                </a:lnTo>
                <a:lnTo>
                  <a:pt x="2052" y="2591"/>
                </a:lnTo>
                <a:lnTo>
                  <a:pt x="2049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1" y="2593"/>
                </a:lnTo>
                <a:lnTo>
                  <a:pt x="2038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5"/>
                </a:lnTo>
                <a:lnTo>
                  <a:pt x="2031" y="2595"/>
                </a:lnTo>
                <a:lnTo>
                  <a:pt x="2029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2" y="2591"/>
                </a:lnTo>
                <a:lnTo>
                  <a:pt x="2021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5"/>
                </a:lnTo>
                <a:lnTo>
                  <a:pt x="2014" y="2585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3" y="2587"/>
                </a:lnTo>
                <a:lnTo>
                  <a:pt x="2002" y="2587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1"/>
                </a:lnTo>
                <a:lnTo>
                  <a:pt x="1994" y="2592"/>
                </a:lnTo>
                <a:lnTo>
                  <a:pt x="1992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0" y="2593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4"/>
                </a:lnTo>
                <a:lnTo>
                  <a:pt x="1988" y="2595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600"/>
                </a:lnTo>
                <a:lnTo>
                  <a:pt x="1973" y="2600"/>
                </a:lnTo>
                <a:lnTo>
                  <a:pt x="1972" y="2601"/>
                </a:lnTo>
                <a:lnTo>
                  <a:pt x="1971" y="2602"/>
                </a:lnTo>
                <a:lnTo>
                  <a:pt x="1971" y="2603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69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8" y="2612"/>
                </a:lnTo>
                <a:lnTo>
                  <a:pt x="1967" y="2612"/>
                </a:lnTo>
                <a:lnTo>
                  <a:pt x="1967" y="2613"/>
                </a:lnTo>
                <a:lnTo>
                  <a:pt x="1966" y="2613"/>
                </a:lnTo>
                <a:lnTo>
                  <a:pt x="1965" y="2614"/>
                </a:lnTo>
                <a:lnTo>
                  <a:pt x="1965" y="2615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8"/>
                </a:lnTo>
                <a:lnTo>
                  <a:pt x="1962" y="2619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59" y="2622"/>
                </a:lnTo>
                <a:lnTo>
                  <a:pt x="1959" y="2623"/>
                </a:lnTo>
                <a:lnTo>
                  <a:pt x="1958" y="2624"/>
                </a:lnTo>
                <a:lnTo>
                  <a:pt x="1957" y="2624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6"/>
                </a:lnTo>
                <a:lnTo>
                  <a:pt x="1951" y="2627"/>
                </a:lnTo>
                <a:lnTo>
                  <a:pt x="1950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5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8" y="2637"/>
                </a:lnTo>
                <a:lnTo>
                  <a:pt x="1928" y="2638"/>
                </a:lnTo>
                <a:lnTo>
                  <a:pt x="1928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4" y="2637"/>
                </a:lnTo>
                <a:lnTo>
                  <a:pt x="1921" y="2637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5"/>
                </a:lnTo>
                <a:lnTo>
                  <a:pt x="1911" y="2635"/>
                </a:lnTo>
                <a:lnTo>
                  <a:pt x="1911" y="2636"/>
                </a:lnTo>
                <a:lnTo>
                  <a:pt x="1910" y="2636"/>
                </a:lnTo>
                <a:lnTo>
                  <a:pt x="1909" y="2637"/>
                </a:lnTo>
                <a:lnTo>
                  <a:pt x="1909" y="2638"/>
                </a:lnTo>
                <a:lnTo>
                  <a:pt x="1908" y="2639"/>
                </a:lnTo>
                <a:lnTo>
                  <a:pt x="1908" y="2638"/>
                </a:lnTo>
                <a:lnTo>
                  <a:pt x="1907" y="2638"/>
                </a:lnTo>
                <a:lnTo>
                  <a:pt x="1907" y="2639"/>
                </a:lnTo>
                <a:lnTo>
                  <a:pt x="1905" y="2639"/>
                </a:lnTo>
                <a:lnTo>
                  <a:pt x="1904" y="2640"/>
                </a:lnTo>
                <a:lnTo>
                  <a:pt x="1904" y="2639"/>
                </a:lnTo>
                <a:lnTo>
                  <a:pt x="1903" y="2639"/>
                </a:lnTo>
                <a:lnTo>
                  <a:pt x="1903" y="2640"/>
                </a:lnTo>
                <a:lnTo>
                  <a:pt x="1902" y="2640"/>
                </a:lnTo>
                <a:lnTo>
                  <a:pt x="1902" y="2641"/>
                </a:lnTo>
                <a:lnTo>
                  <a:pt x="1901" y="2641"/>
                </a:lnTo>
                <a:lnTo>
                  <a:pt x="1900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89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6" y="2650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2" y="2659"/>
                </a:lnTo>
                <a:lnTo>
                  <a:pt x="1871" y="2660"/>
                </a:lnTo>
                <a:lnTo>
                  <a:pt x="1870" y="2661"/>
                </a:lnTo>
                <a:lnTo>
                  <a:pt x="1869" y="2662"/>
                </a:lnTo>
                <a:lnTo>
                  <a:pt x="1868" y="2663"/>
                </a:lnTo>
                <a:lnTo>
                  <a:pt x="1867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5" y="2665"/>
                </a:lnTo>
                <a:lnTo>
                  <a:pt x="1864" y="2665"/>
                </a:lnTo>
                <a:lnTo>
                  <a:pt x="1864" y="2666"/>
                </a:lnTo>
                <a:lnTo>
                  <a:pt x="1862" y="2668"/>
                </a:lnTo>
                <a:lnTo>
                  <a:pt x="1860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8" y="2672"/>
                </a:lnTo>
                <a:lnTo>
                  <a:pt x="1857" y="2672"/>
                </a:lnTo>
                <a:lnTo>
                  <a:pt x="1857" y="2673"/>
                </a:lnTo>
                <a:lnTo>
                  <a:pt x="1856" y="2673"/>
                </a:lnTo>
                <a:lnTo>
                  <a:pt x="1856" y="2674"/>
                </a:lnTo>
                <a:lnTo>
                  <a:pt x="1855" y="2674"/>
                </a:lnTo>
                <a:lnTo>
                  <a:pt x="1855" y="2675"/>
                </a:lnTo>
                <a:lnTo>
                  <a:pt x="1854" y="2675"/>
                </a:lnTo>
                <a:lnTo>
                  <a:pt x="1854" y="2676"/>
                </a:lnTo>
                <a:lnTo>
                  <a:pt x="1853" y="2676"/>
                </a:lnTo>
                <a:lnTo>
                  <a:pt x="1853" y="2677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2"/>
                </a:lnTo>
                <a:lnTo>
                  <a:pt x="1848" y="2683"/>
                </a:lnTo>
                <a:lnTo>
                  <a:pt x="1847" y="2683"/>
                </a:lnTo>
                <a:lnTo>
                  <a:pt x="1847" y="2684"/>
                </a:lnTo>
                <a:lnTo>
                  <a:pt x="1846" y="2684"/>
                </a:lnTo>
                <a:lnTo>
                  <a:pt x="1846" y="2685"/>
                </a:lnTo>
                <a:lnTo>
                  <a:pt x="1845" y="2685"/>
                </a:lnTo>
                <a:lnTo>
                  <a:pt x="1845" y="2686"/>
                </a:lnTo>
                <a:lnTo>
                  <a:pt x="1844" y="2687"/>
                </a:lnTo>
                <a:lnTo>
                  <a:pt x="1844" y="2688"/>
                </a:lnTo>
                <a:lnTo>
                  <a:pt x="1843" y="2688"/>
                </a:lnTo>
                <a:lnTo>
                  <a:pt x="1841" y="2691"/>
                </a:lnTo>
                <a:lnTo>
                  <a:pt x="1840" y="2691"/>
                </a:lnTo>
                <a:lnTo>
                  <a:pt x="1840" y="2692"/>
                </a:lnTo>
                <a:lnTo>
                  <a:pt x="1839" y="2692"/>
                </a:lnTo>
                <a:lnTo>
                  <a:pt x="1839" y="2693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5"/>
                </a:lnTo>
                <a:lnTo>
                  <a:pt x="1837" y="2696"/>
                </a:lnTo>
                <a:lnTo>
                  <a:pt x="1836" y="2696"/>
                </a:lnTo>
                <a:lnTo>
                  <a:pt x="1836" y="2697"/>
                </a:lnTo>
                <a:lnTo>
                  <a:pt x="1835" y="2698"/>
                </a:lnTo>
                <a:lnTo>
                  <a:pt x="1834" y="2699"/>
                </a:lnTo>
                <a:lnTo>
                  <a:pt x="1834" y="2700"/>
                </a:lnTo>
                <a:lnTo>
                  <a:pt x="1833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1"/>
                </a:lnTo>
                <a:lnTo>
                  <a:pt x="1832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1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19" y="2719"/>
                </a:lnTo>
                <a:lnTo>
                  <a:pt x="1818" y="2719"/>
                </a:lnTo>
                <a:lnTo>
                  <a:pt x="1818" y="2720"/>
                </a:lnTo>
                <a:lnTo>
                  <a:pt x="1817" y="2720"/>
                </a:lnTo>
                <a:lnTo>
                  <a:pt x="1816" y="2720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2"/>
                </a:lnTo>
                <a:lnTo>
                  <a:pt x="1813" y="2722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8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2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5" y="2724"/>
                </a:lnTo>
                <a:lnTo>
                  <a:pt x="1714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79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7" y="2732"/>
                </a:lnTo>
                <a:lnTo>
                  <a:pt x="1675" y="2732"/>
                </a:lnTo>
                <a:lnTo>
                  <a:pt x="1674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6" y="2729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69" y="2706"/>
                </a:lnTo>
                <a:lnTo>
                  <a:pt x="1669" y="2705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70" y="2701"/>
                </a:lnTo>
                <a:lnTo>
                  <a:pt x="1669" y="2701"/>
                </a:lnTo>
                <a:lnTo>
                  <a:pt x="1669" y="2700"/>
                </a:lnTo>
                <a:lnTo>
                  <a:pt x="1670" y="2700"/>
                </a:lnTo>
                <a:lnTo>
                  <a:pt x="1670" y="2699"/>
                </a:lnTo>
                <a:lnTo>
                  <a:pt x="1671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2" y="2696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2"/>
                </a:lnTo>
                <a:lnTo>
                  <a:pt x="1670" y="2692"/>
                </a:lnTo>
                <a:lnTo>
                  <a:pt x="1670" y="2691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8" y="2688"/>
                </a:lnTo>
                <a:lnTo>
                  <a:pt x="1677" y="2688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5" y="2684"/>
                </a:lnTo>
                <a:lnTo>
                  <a:pt x="1675" y="2683"/>
                </a:lnTo>
                <a:lnTo>
                  <a:pt x="1675" y="2682"/>
                </a:lnTo>
                <a:lnTo>
                  <a:pt x="1674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8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69"/>
                </a:lnTo>
                <a:lnTo>
                  <a:pt x="1668" y="2668"/>
                </a:lnTo>
                <a:lnTo>
                  <a:pt x="1667" y="2668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0"/>
                </a:lnTo>
                <a:lnTo>
                  <a:pt x="1665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6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3"/>
                </a:lnTo>
                <a:lnTo>
                  <a:pt x="1648" y="2672"/>
                </a:lnTo>
                <a:lnTo>
                  <a:pt x="1647" y="2672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8"/>
                </a:lnTo>
                <a:lnTo>
                  <a:pt x="1636" y="2667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4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8" y="2658"/>
                </a:lnTo>
                <a:lnTo>
                  <a:pt x="1628" y="2657"/>
                </a:lnTo>
                <a:lnTo>
                  <a:pt x="1629" y="2657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4"/>
                </a:lnTo>
                <a:lnTo>
                  <a:pt x="1628" y="2652"/>
                </a:lnTo>
                <a:lnTo>
                  <a:pt x="1628" y="2651"/>
                </a:lnTo>
                <a:lnTo>
                  <a:pt x="1629" y="2650"/>
                </a:lnTo>
                <a:lnTo>
                  <a:pt x="1629" y="2649"/>
                </a:lnTo>
                <a:lnTo>
                  <a:pt x="1630" y="2649"/>
                </a:lnTo>
                <a:lnTo>
                  <a:pt x="1630" y="2648"/>
                </a:lnTo>
                <a:lnTo>
                  <a:pt x="1631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3" y="2644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8" y="2629"/>
                </a:lnTo>
                <a:lnTo>
                  <a:pt x="1629" y="2629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8" y="2625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6" y="2625"/>
                </a:lnTo>
                <a:lnTo>
                  <a:pt x="1626" y="2624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2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0" y="2621"/>
                </a:lnTo>
                <a:lnTo>
                  <a:pt x="1620" y="2620"/>
                </a:lnTo>
                <a:lnTo>
                  <a:pt x="1621" y="2620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8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4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2" y="2613"/>
                </a:lnTo>
                <a:lnTo>
                  <a:pt x="1602" y="2614"/>
                </a:lnTo>
                <a:lnTo>
                  <a:pt x="1601" y="2614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1" y="2618"/>
                </a:lnTo>
                <a:lnTo>
                  <a:pt x="1591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1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2"/>
                </a:lnTo>
                <a:lnTo>
                  <a:pt x="1589" y="2623"/>
                </a:lnTo>
                <a:lnTo>
                  <a:pt x="1588" y="2623"/>
                </a:lnTo>
                <a:lnTo>
                  <a:pt x="1588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3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79" y="2630"/>
                </a:lnTo>
                <a:lnTo>
                  <a:pt x="1578" y="2631"/>
                </a:lnTo>
                <a:lnTo>
                  <a:pt x="1577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3" y="2628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8" y="2616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58" y="2613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8" y="2607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9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3" y="2601"/>
                </a:lnTo>
                <a:lnTo>
                  <a:pt x="1513" y="2600"/>
                </a:lnTo>
                <a:lnTo>
                  <a:pt x="1513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7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6" y="2600"/>
                </a:lnTo>
                <a:lnTo>
                  <a:pt x="1496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5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0" y="2599"/>
                </a:lnTo>
                <a:lnTo>
                  <a:pt x="1450" y="2600"/>
                </a:lnTo>
                <a:lnTo>
                  <a:pt x="1449" y="2601"/>
                </a:lnTo>
                <a:lnTo>
                  <a:pt x="1449" y="2602"/>
                </a:lnTo>
                <a:lnTo>
                  <a:pt x="1448" y="2602"/>
                </a:lnTo>
                <a:lnTo>
                  <a:pt x="1448" y="2603"/>
                </a:lnTo>
                <a:lnTo>
                  <a:pt x="1447" y="2603"/>
                </a:lnTo>
                <a:lnTo>
                  <a:pt x="1446" y="2603"/>
                </a:lnTo>
                <a:lnTo>
                  <a:pt x="1446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6"/>
                </a:lnTo>
                <a:lnTo>
                  <a:pt x="1443" y="2606"/>
                </a:lnTo>
                <a:lnTo>
                  <a:pt x="1442" y="2606"/>
                </a:lnTo>
                <a:lnTo>
                  <a:pt x="1442" y="2607"/>
                </a:lnTo>
                <a:lnTo>
                  <a:pt x="1441" y="2607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0" y="2610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8" y="2612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7" y="2614"/>
                </a:lnTo>
                <a:lnTo>
                  <a:pt x="1437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0" y="2627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6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2" y="2632"/>
                </a:lnTo>
                <a:lnTo>
                  <a:pt x="1421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7" y="2637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6" y="2644"/>
                </a:lnTo>
                <a:lnTo>
                  <a:pt x="1415" y="2644"/>
                </a:lnTo>
                <a:lnTo>
                  <a:pt x="1414" y="2644"/>
                </a:lnTo>
                <a:lnTo>
                  <a:pt x="1414" y="2645"/>
                </a:lnTo>
                <a:lnTo>
                  <a:pt x="1414" y="2646"/>
                </a:lnTo>
                <a:lnTo>
                  <a:pt x="1413" y="2646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09" y="2651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09" y="2661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6" y="2662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5" y="2666"/>
                </a:lnTo>
                <a:lnTo>
                  <a:pt x="1406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70"/>
                </a:lnTo>
                <a:lnTo>
                  <a:pt x="1408" y="2670"/>
                </a:lnTo>
                <a:lnTo>
                  <a:pt x="1407" y="2670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79"/>
                </a:lnTo>
                <a:lnTo>
                  <a:pt x="1408" y="2680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5" y="2686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89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8" y="2690"/>
                </a:lnTo>
                <a:lnTo>
                  <a:pt x="1388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89" y="2687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80"/>
                </a:lnTo>
                <a:lnTo>
                  <a:pt x="1384" y="2680"/>
                </a:lnTo>
                <a:lnTo>
                  <a:pt x="1384" y="2679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7" y="2671"/>
                </a:lnTo>
                <a:lnTo>
                  <a:pt x="1377" y="2670"/>
                </a:lnTo>
                <a:lnTo>
                  <a:pt x="1376" y="2670"/>
                </a:lnTo>
                <a:lnTo>
                  <a:pt x="1376" y="2669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7" y="2665"/>
                </a:lnTo>
                <a:lnTo>
                  <a:pt x="1378" y="2665"/>
                </a:lnTo>
                <a:lnTo>
                  <a:pt x="1377" y="2665"/>
                </a:lnTo>
                <a:lnTo>
                  <a:pt x="1377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5" y="2660"/>
                </a:lnTo>
                <a:lnTo>
                  <a:pt x="1375" y="2659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7" y="2658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79" y="2652"/>
                </a:lnTo>
                <a:lnTo>
                  <a:pt x="1380" y="2652"/>
                </a:lnTo>
                <a:lnTo>
                  <a:pt x="1380" y="2651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2" y="2648"/>
                </a:lnTo>
                <a:lnTo>
                  <a:pt x="1382" y="2647"/>
                </a:lnTo>
                <a:lnTo>
                  <a:pt x="1383" y="2647"/>
                </a:lnTo>
                <a:lnTo>
                  <a:pt x="1383" y="2646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4" y="2638"/>
                </a:lnTo>
                <a:lnTo>
                  <a:pt x="1383" y="2638"/>
                </a:lnTo>
                <a:lnTo>
                  <a:pt x="1383" y="2637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2" y="2615"/>
                </a:lnTo>
                <a:lnTo>
                  <a:pt x="1381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1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5"/>
                </a:lnTo>
                <a:lnTo>
                  <a:pt x="1364" y="2605"/>
                </a:lnTo>
                <a:lnTo>
                  <a:pt x="1364" y="2604"/>
                </a:lnTo>
                <a:lnTo>
                  <a:pt x="1364" y="2603"/>
                </a:lnTo>
                <a:lnTo>
                  <a:pt x="1363" y="2604"/>
                </a:lnTo>
                <a:lnTo>
                  <a:pt x="1362" y="2604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6"/>
                </a:lnTo>
                <a:lnTo>
                  <a:pt x="1357" y="2606"/>
                </a:lnTo>
                <a:lnTo>
                  <a:pt x="1357" y="2607"/>
                </a:lnTo>
                <a:lnTo>
                  <a:pt x="1356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6" y="2608"/>
                </a:lnTo>
                <a:lnTo>
                  <a:pt x="1356" y="2609"/>
                </a:lnTo>
                <a:lnTo>
                  <a:pt x="1357" y="2609"/>
                </a:lnTo>
                <a:lnTo>
                  <a:pt x="1356" y="2609"/>
                </a:lnTo>
                <a:lnTo>
                  <a:pt x="1356" y="2610"/>
                </a:lnTo>
                <a:lnTo>
                  <a:pt x="1356" y="2611"/>
                </a:lnTo>
                <a:lnTo>
                  <a:pt x="1355" y="2612"/>
                </a:lnTo>
                <a:lnTo>
                  <a:pt x="1354" y="2612"/>
                </a:lnTo>
                <a:lnTo>
                  <a:pt x="1354" y="2611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6" y="2617"/>
                </a:lnTo>
                <a:lnTo>
                  <a:pt x="1336" y="2618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8" y="2620"/>
                </a:lnTo>
                <a:lnTo>
                  <a:pt x="1328" y="2619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5" y="2619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1" y="2620"/>
                </a:lnTo>
                <a:lnTo>
                  <a:pt x="1320" y="2620"/>
                </a:lnTo>
                <a:lnTo>
                  <a:pt x="1320" y="2619"/>
                </a:lnTo>
                <a:lnTo>
                  <a:pt x="1319" y="2619"/>
                </a:lnTo>
                <a:lnTo>
                  <a:pt x="1319" y="2620"/>
                </a:lnTo>
                <a:lnTo>
                  <a:pt x="1318" y="2620"/>
                </a:lnTo>
                <a:lnTo>
                  <a:pt x="1318" y="2621"/>
                </a:lnTo>
                <a:lnTo>
                  <a:pt x="1319" y="2621"/>
                </a:lnTo>
                <a:lnTo>
                  <a:pt x="1319" y="2622"/>
                </a:lnTo>
                <a:lnTo>
                  <a:pt x="1318" y="2622"/>
                </a:lnTo>
                <a:lnTo>
                  <a:pt x="1318" y="2623"/>
                </a:lnTo>
                <a:lnTo>
                  <a:pt x="1317" y="2623"/>
                </a:lnTo>
                <a:lnTo>
                  <a:pt x="1317" y="2624"/>
                </a:lnTo>
                <a:lnTo>
                  <a:pt x="1317" y="2625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8"/>
                </a:lnTo>
                <a:lnTo>
                  <a:pt x="1317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5"/>
                </a:lnTo>
                <a:lnTo>
                  <a:pt x="1309" y="2625"/>
                </a:lnTo>
                <a:lnTo>
                  <a:pt x="1308" y="2625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3" y="2622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90" y="2623"/>
                </a:lnTo>
                <a:lnTo>
                  <a:pt x="1289" y="2623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4" y="2631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6" y="2635"/>
                </a:lnTo>
                <a:lnTo>
                  <a:pt x="1276" y="2634"/>
                </a:lnTo>
                <a:lnTo>
                  <a:pt x="1276" y="2633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3" y="2632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69" y="2633"/>
                </a:lnTo>
                <a:lnTo>
                  <a:pt x="1270" y="2633"/>
                </a:lnTo>
                <a:lnTo>
                  <a:pt x="1270" y="2632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29"/>
                </a:lnTo>
                <a:lnTo>
                  <a:pt x="1267" y="2629"/>
                </a:lnTo>
                <a:lnTo>
                  <a:pt x="1266" y="2629"/>
                </a:lnTo>
                <a:lnTo>
                  <a:pt x="1266" y="2630"/>
                </a:lnTo>
                <a:lnTo>
                  <a:pt x="1265" y="2630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4" y="2631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3" y="2625"/>
                </a:lnTo>
                <a:lnTo>
                  <a:pt x="1223" y="2624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0" y="2622"/>
                </a:lnTo>
                <a:lnTo>
                  <a:pt x="1220" y="2621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0" y="2619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4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3" y="2607"/>
                </a:lnTo>
                <a:lnTo>
                  <a:pt x="1193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0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6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6" y="2609"/>
                </a:lnTo>
                <a:lnTo>
                  <a:pt x="1176" y="2610"/>
                </a:lnTo>
                <a:lnTo>
                  <a:pt x="1175" y="2610"/>
                </a:lnTo>
                <a:lnTo>
                  <a:pt x="1174" y="2610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3" y="2613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2" y="2618"/>
                </a:lnTo>
                <a:lnTo>
                  <a:pt x="1172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8" y="2621"/>
                </a:lnTo>
                <a:lnTo>
                  <a:pt x="1168" y="2622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7" y="2623"/>
                </a:lnTo>
                <a:lnTo>
                  <a:pt x="1167" y="2624"/>
                </a:lnTo>
                <a:lnTo>
                  <a:pt x="1166" y="2624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3" y="2620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6" y="2617"/>
                </a:lnTo>
                <a:lnTo>
                  <a:pt x="1146" y="2616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6" y="2610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7"/>
                </a:lnTo>
                <a:lnTo>
                  <a:pt x="1143" y="2598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8" y="2603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4" y="2609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3" y="2613"/>
                </a:lnTo>
                <a:lnTo>
                  <a:pt x="1133" y="2614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2" y="2624"/>
                </a:lnTo>
                <a:lnTo>
                  <a:pt x="1132" y="2625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5" y="2603"/>
                </a:lnTo>
                <a:lnTo>
                  <a:pt x="1114" y="2603"/>
                </a:lnTo>
                <a:lnTo>
                  <a:pt x="1114" y="2602"/>
                </a:lnTo>
                <a:lnTo>
                  <a:pt x="1114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79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5" y="2582"/>
                </a:lnTo>
                <a:lnTo>
                  <a:pt x="1095" y="2583"/>
                </a:lnTo>
                <a:lnTo>
                  <a:pt x="1095" y="2584"/>
                </a:lnTo>
                <a:lnTo>
                  <a:pt x="1096" y="2584"/>
                </a:lnTo>
                <a:lnTo>
                  <a:pt x="1095" y="2584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4" y="2581"/>
                </a:lnTo>
                <a:lnTo>
                  <a:pt x="1074" y="2582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70" y="2587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7" y="2586"/>
                </a:lnTo>
                <a:lnTo>
                  <a:pt x="1067" y="2585"/>
                </a:lnTo>
                <a:lnTo>
                  <a:pt x="1067" y="2584"/>
                </a:lnTo>
                <a:lnTo>
                  <a:pt x="1066" y="2584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3" y="2585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1" y="2581"/>
                </a:lnTo>
                <a:lnTo>
                  <a:pt x="1050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7" y="2575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6" y="2572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5" y="2568"/>
                </a:lnTo>
                <a:lnTo>
                  <a:pt x="1046" y="2568"/>
                </a:lnTo>
                <a:lnTo>
                  <a:pt x="1046" y="2566"/>
                </a:lnTo>
                <a:lnTo>
                  <a:pt x="1046" y="2565"/>
                </a:lnTo>
                <a:lnTo>
                  <a:pt x="1047" y="2565"/>
                </a:lnTo>
                <a:lnTo>
                  <a:pt x="1047" y="2564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49" y="2564"/>
                </a:lnTo>
                <a:lnTo>
                  <a:pt x="1050" y="2564"/>
                </a:lnTo>
                <a:lnTo>
                  <a:pt x="1050" y="2563"/>
                </a:lnTo>
                <a:lnTo>
                  <a:pt x="1050" y="2562"/>
                </a:lnTo>
                <a:lnTo>
                  <a:pt x="1051" y="2562"/>
                </a:lnTo>
                <a:lnTo>
                  <a:pt x="1051" y="2561"/>
                </a:lnTo>
                <a:lnTo>
                  <a:pt x="1051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3" y="2556"/>
                </a:lnTo>
                <a:lnTo>
                  <a:pt x="1053" y="2555"/>
                </a:lnTo>
                <a:lnTo>
                  <a:pt x="1052" y="2555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7" y="2544"/>
                </a:lnTo>
                <a:lnTo>
                  <a:pt x="1046" y="2544"/>
                </a:lnTo>
                <a:lnTo>
                  <a:pt x="1045" y="2544"/>
                </a:lnTo>
                <a:lnTo>
                  <a:pt x="1045" y="2545"/>
                </a:lnTo>
                <a:lnTo>
                  <a:pt x="1044" y="2545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4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6" y="2550"/>
                </a:lnTo>
                <a:lnTo>
                  <a:pt x="1036" y="2551"/>
                </a:lnTo>
                <a:lnTo>
                  <a:pt x="1035" y="2551"/>
                </a:lnTo>
                <a:lnTo>
                  <a:pt x="1035" y="2552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2" y="2554"/>
                </a:lnTo>
                <a:lnTo>
                  <a:pt x="1032" y="2555"/>
                </a:lnTo>
                <a:lnTo>
                  <a:pt x="1031" y="2555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3"/>
                </a:lnTo>
                <a:lnTo>
                  <a:pt x="1028" y="2554"/>
                </a:lnTo>
                <a:lnTo>
                  <a:pt x="1027" y="2554"/>
                </a:lnTo>
                <a:lnTo>
                  <a:pt x="1026" y="2554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3" y="2555"/>
                </a:lnTo>
                <a:lnTo>
                  <a:pt x="1023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19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7" y="2553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4" y="2552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1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7" y="2539"/>
                </a:lnTo>
                <a:lnTo>
                  <a:pt x="997" y="2538"/>
                </a:lnTo>
                <a:lnTo>
                  <a:pt x="996" y="2538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8" y="2537"/>
                </a:lnTo>
                <a:lnTo>
                  <a:pt x="987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5" y="2536"/>
                </a:lnTo>
                <a:lnTo>
                  <a:pt x="985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5" y="2531"/>
                </a:lnTo>
                <a:lnTo>
                  <a:pt x="985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7" y="2526"/>
                </a:lnTo>
                <a:lnTo>
                  <a:pt x="977" y="2525"/>
                </a:lnTo>
                <a:lnTo>
                  <a:pt x="976" y="2525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6" y="2518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7" y="2513"/>
                </a:lnTo>
                <a:lnTo>
                  <a:pt x="968" y="2513"/>
                </a:lnTo>
                <a:lnTo>
                  <a:pt x="968" y="2512"/>
                </a:lnTo>
                <a:lnTo>
                  <a:pt x="967" y="2512"/>
                </a:lnTo>
                <a:lnTo>
                  <a:pt x="968" y="2512"/>
                </a:lnTo>
                <a:lnTo>
                  <a:pt x="968" y="2511"/>
                </a:lnTo>
                <a:lnTo>
                  <a:pt x="968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3" y="2502"/>
                </a:lnTo>
                <a:lnTo>
                  <a:pt x="964" y="2502"/>
                </a:lnTo>
                <a:lnTo>
                  <a:pt x="964" y="2501"/>
                </a:lnTo>
                <a:lnTo>
                  <a:pt x="964" y="2500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1" y="2492"/>
                </a:lnTo>
                <a:lnTo>
                  <a:pt x="961" y="2491"/>
                </a:lnTo>
                <a:lnTo>
                  <a:pt x="962" y="2491"/>
                </a:lnTo>
                <a:lnTo>
                  <a:pt x="963" y="2491"/>
                </a:lnTo>
                <a:lnTo>
                  <a:pt x="963" y="2490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4" y="2487"/>
                </a:lnTo>
                <a:lnTo>
                  <a:pt x="963" y="2487"/>
                </a:lnTo>
                <a:lnTo>
                  <a:pt x="962" y="2487"/>
                </a:lnTo>
                <a:lnTo>
                  <a:pt x="962" y="2488"/>
                </a:lnTo>
                <a:lnTo>
                  <a:pt x="961" y="2487"/>
                </a:lnTo>
                <a:lnTo>
                  <a:pt x="960" y="2487"/>
                </a:lnTo>
                <a:lnTo>
                  <a:pt x="959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7" y="2487"/>
                </a:lnTo>
                <a:lnTo>
                  <a:pt x="956" y="2487"/>
                </a:lnTo>
                <a:lnTo>
                  <a:pt x="956" y="2486"/>
                </a:lnTo>
                <a:lnTo>
                  <a:pt x="956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5" y="2483"/>
                </a:lnTo>
                <a:lnTo>
                  <a:pt x="955" y="2482"/>
                </a:lnTo>
                <a:lnTo>
                  <a:pt x="954" y="2482"/>
                </a:lnTo>
                <a:lnTo>
                  <a:pt x="953" y="2482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49" y="2481"/>
                </a:lnTo>
                <a:lnTo>
                  <a:pt x="949" y="2482"/>
                </a:lnTo>
                <a:lnTo>
                  <a:pt x="948" y="2482"/>
                </a:lnTo>
                <a:lnTo>
                  <a:pt x="948" y="2483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5" y="2481"/>
                </a:lnTo>
                <a:lnTo>
                  <a:pt x="946" y="2481"/>
                </a:lnTo>
                <a:lnTo>
                  <a:pt x="946" y="2480"/>
                </a:lnTo>
                <a:lnTo>
                  <a:pt x="945" y="2480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2" y="2478"/>
                </a:lnTo>
                <a:lnTo>
                  <a:pt x="942" y="2479"/>
                </a:lnTo>
                <a:lnTo>
                  <a:pt x="941" y="2479"/>
                </a:lnTo>
                <a:lnTo>
                  <a:pt x="941" y="2480"/>
                </a:lnTo>
                <a:lnTo>
                  <a:pt x="940" y="2480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5" y="2479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2" y="2481"/>
                </a:lnTo>
                <a:lnTo>
                  <a:pt x="932" y="2482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29" y="2481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7" y="2484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7" y="2486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8" y="2489"/>
                </a:lnTo>
                <a:lnTo>
                  <a:pt x="918" y="2490"/>
                </a:lnTo>
                <a:lnTo>
                  <a:pt x="917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5" y="2492"/>
                </a:lnTo>
                <a:lnTo>
                  <a:pt x="915" y="2493"/>
                </a:lnTo>
                <a:lnTo>
                  <a:pt x="916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4"/>
                </a:lnTo>
                <a:lnTo>
                  <a:pt x="911" y="2493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3" y="2487"/>
                </a:lnTo>
                <a:lnTo>
                  <a:pt x="902" y="2487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7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6" y="2482"/>
                </a:lnTo>
                <a:lnTo>
                  <a:pt x="896" y="2481"/>
                </a:lnTo>
                <a:lnTo>
                  <a:pt x="895" y="2481"/>
                </a:lnTo>
                <a:lnTo>
                  <a:pt x="895" y="2480"/>
                </a:lnTo>
                <a:lnTo>
                  <a:pt x="896" y="2480"/>
                </a:lnTo>
                <a:lnTo>
                  <a:pt x="895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3" y="2476"/>
                </a:lnTo>
                <a:lnTo>
                  <a:pt x="893" y="2475"/>
                </a:lnTo>
                <a:lnTo>
                  <a:pt x="893" y="2474"/>
                </a:lnTo>
                <a:lnTo>
                  <a:pt x="893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4" y="2471"/>
                </a:lnTo>
                <a:lnTo>
                  <a:pt x="894" y="2470"/>
                </a:lnTo>
                <a:lnTo>
                  <a:pt x="893" y="2470"/>
                </a:lnTo>
                <a:lnTo>
                  <a:pt x="893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7" y="2462"/>
                </a:lnTo>
                <a:lnTo>
                  <a:pt x="887" y="2461"/>
                </a:lnTo>
                <a:lnTo>
                  <a:pt x="886" y="2461"/>
                </a:lnTo>
                <a:lnTo>
                  <a:pt x="885" y="2460"/>
                </a:lnTo>
                <a:lnTo>
                  <a:pt x="885" y="2461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7" y="2448"/>
                </a:lnTo>
                <a:lnTo>
                  <a:pt x="866" y="2448"/>
                </a:lnTo>
                <a:lnTo>
                  <a:pt x="866" y="2449"/>
                </a:lnTo>
                <a:lnTo>
                  <a:pt x="865" y="2449"/>
                </a:lnTo>
                <a:lnTo>
                  <a:pt x="864" y="2449"/>
                </a:lnTo>
                <a:lnTo>
                  <a:pt x="864" y="2450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6"/>
                </a:lnTo>
                <a:lnTo>
                  <a:pt x="859" y="2446"/>
                </a:lnTo>
                <a:lnTo>
                  <a:pt x="859" y="2445"/>
                </a:lnTo>
                <a:lnTo>
                  <a:pt x="858" y="2445"/>
                </a:lnTo>
                <a:lnTo>
                  <a:pt x="857" y="2445"/>
                </a:lnTo>
                <a:lnTo>
                  <a:pt x="857" y="2444"/>
                </a:lnTo>
                <a:lnTo>
                  <a:pt x="857" y="2443"/>
                </a:lnTo>
                <a:lnTo>
                  <a:pt x="856" y="2443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0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39" y="2441"/>
                </a:lnTo>
                <a:lnTo>
                  <a:pt x="839" y="2440"/>
                </a:lnTo>
                <a:lnTo>
                  <a:pt x="839" y="2439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5" y="2437"/>
                </a:lnTo>
                <a:lnTo>
                  <a:pt x="834" y="2437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8" y="2432"/>
                </a:lnTo>
                <a:lnTo>
                  <a:pt x="829" y="2432"/>
                </a:lnTo>
                <a:lnTo>
                  <a:pt x="828" y="2432"/>
                </a:lnTo>
                <a:lnTo>
                  <a:pt x="828" y="2431"/>
                </a:lnTo>
                <a:lnTo>
                  <a:pt x="829" y="2431"/>
                </a:lnTo>
                <a:lnTo>
                  <a:pt x="830" y="2431"/>
                </a:lnTo>
                <a:lnTo>
                  <a:pt x="830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1" y="2426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5"/>
                </a:lnTo>
                <a:lnTo>
                  <a:pt x="829" y="2424"/>
                </a:lnTo>
                <a:lnTo>
                  <a:pt x="828" y="2424"/>
                </a:lnTo>
                <a:lnTo>
                  <a:pt x="828" y="2425"/>
                </a:lnTo>
                <a:lnTo>
                  <a:pt x="827" y="2425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2" y="2414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7" y="2412"/>
                </a:lnTo>
                <a:lnTo>
                  <a:pt x="806" y="2412"/>
                </a:lnTo>
                <a:lnTo>
                  <a:pt x="806" y="2411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4" y="2405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1" y="2404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2"/>
                </a:lnTo>
                <a:lnTo>
                  <a:pt x="787" y="2402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2" y="2398"/>
                </a:lnTo>
                <a:lnTo>
                  <a:pt x="781" y="2398"/>
                </a:lnTo>
                <a:lnTo>
                  <a:pt x="781" y="2397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3" y="2396"/>
                </a:lnTo>
                <a:lnTo>
                  <a:pt x="783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2" y="2392"/>
                </a:lnTo>
                <a:lnTo>
                  <a:pt x="783" y="2392"/>
                </a:lnTo>
                <a:lnTo>
                  <a:pt x="782" y="2392"/>
                </a:lnTo>
                <a:lnTo>
                  <a:pt x="782" y="2391"/>
                </a:lnTo>
                <a:lnTo>
                  <a:pt x="783" y="2391"/>
                </a:lnTo>
                <a:lnTo>
                  <a:pt x="782" y="2391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5" y="2384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6" y="2380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7" y="2377"/>
                </a:lnTo>
                <a:lnTo>
                  <a:pt x="776" y="2377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1" y="2374"/>
                </a:lnTo>
                <a:lnTo>
                  <a:pt x="772" y="2374"/>
                </a:lnTo>
                <a:lnTo>
                  <a:pt x="771" y="2374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7" y="2374"/>
                </a:lnTo>
                <a:lnTo>
                  <a:pt x="757" y="2373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4" y="2371"/>
                </a:lnTo>
                <a:lnTo>
                  <a:pt x="753" y="2371"/>
                </a:lnTo>
                <a:lnTo>
                  <a:pt x="752" y="2371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49" y="2371"/>
                </a:lnTo>
                <a:lnTo>
                  <a:pt x="749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1" y="2369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3" y="2364"/>
                </a:lnTo>
                <a:lnTo>
                  <a:pt x="732" y="2364"/>
                </a:lnTo>
                <a:lnTo>
                  <a:pt x="731" y="2364"/>
                </a:lnTo>
                <a:lnTo>
                  <a:pt x="731" y="2365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0" y="2368"/>
                </a:lnTo>
                <a:lnTo>
                  <a:pt x="730" y="2367"/>
                </a:lnTo>
                <a:lnTo>
                  <a:pt x="729" y="2367"/>
                </a:lnTo>
                <a:lnTo>
                  <a:pt x="728" y="2367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7"/>
                </a:lnTo>
                <a:lnTo>
                  <a:pt x="726" y="2368"/>
                </a:lnTo>
                <a:lnTo>
                  <a:pt x="725" y="2368"/>
                </a:lnTo>
                <a:lnTo>
                  <a:pt x="725" y="2371"/>
                </a:lnTo>
                <a:lnTo>
                  <a:pt x="726" y="2371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7"/>
                </a:lnTo>
                <a:lnTo>
                  <a:pt x="712" y="2367"/>
                </a:lnTo>
                <a:lnTo>
                  <a:pt x="712" y="2368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1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1" y="2376"/>
                </a:lnTo>
                <a:lnTo>
                  <a:pt x="711" y="2377"/>
                </a:lnTo>
                <a:lnTo>
                  <a:pt x="712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2" y="2379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0" y="2389"/>
                </a:lnTo>
                <a:lnTo>
                  <a:pt x="709" y="2389"/>
                </a:lnTo>
                <a:lnTo>
                  <a:pt x="709" y="2390"/>
                </a:lnTo>
                <a:lnTo>
                  <a:pt x="709" y="2391"/>
                </a:lnTo>
                <a:lnTo>
                  <a:pt x="708" y="2391"/>
                </a:lnTo>
                <a:lnTo>
                  <a:pt x="707" y="2391"/>
                </a:lnTo>
                <a:lnTo>
                  <a:pt x="707" y="2392"/>
                </a:lnTo>
                <a:lnTo>
                  <a:pt x="706" y="2392"/>
                </a:lnTo>
                <a:lnTo>
                  <a:pt x="706" y="2393"/>
                </a:lnTo>
                <a:lnTo>
                  <a:pt x="706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3" y="2393"/>
                </a:lnTo>
                <a:lnTo>
                  <a:pt x="704" y="2393"/>
                </a:lnTo>
                <a:lnTo>
                  <a:pt x="703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2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0" y="2404"/>
                </a:lnTo>
                <a:lnTo>
                  <a:pt x="700" y="2405"/>
                </a:lnTo>
                <a:lnTo>
                  <a:pt x="699" y="2405"/>
                </a:lnTo>
                <a:lnTo>
                  <a:pt x="699" y="2406"/>
                </a:lnTo>
                <a:lnTo>
                  <a:pt x="698" y="2406"/>
                </a:lnTo>
                <a:lnTo>
                  <a:pt x="697" y="2406"/>
                </a:lnTo>
                <a:lnTo>
                  <a:pt x="697" y="2407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5" y="2409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3" y="2407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2" y="2408"/>
                </a:lnTo>
                <a:lnTo>
                  <a:pt x="691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4" y="2404"/>
                </a:lnTo>
                <a:lnTo>
                  <a:pt x="684" y="2403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7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6" y="2383"/>
                </a:lnTo>
                <a:lnTo>
                  <a:pt x="675" y="2383"/>
                </a:lnTo>
                <a:lnTo>
                  <a:pt x="675" y="2382"/>
                </a:lnTo>
                <a:lnTo>
                  <a:pt x="674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0" y="2382"/>
                </a:lnTo>
                <a:lnTo>
                  <a:pt x="670" y="2383"/>
                </a:lnTo>
                <a:lnTo>
                  <a:pt x="669" y="2383"/>
                </a:lnTo>
                <a:lnTo>
                  <a:pt x="669" y="2382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1" y="2377"/>
                </a:lnTo>
                <a:lnTo>
                  <a:pt x="661" y="2378"/>
                </a:lnTo>
                <a:lnTo>
                  <a:pt x="660" y="2378"/>
                </a:lnTo>
                <a:lnTo>
                  <a:pt x="660" y="2377"/>
                </a:lnTo>
                <a:lnTo>
                  <a:pt x="660" y="2378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1" y="2368"/>
                </a:lnTo>
                <a:lnTo>
                  <a:pt x="650" y="2368"/>
                </a:lnTo>
                <a:lnTo>
                  <a:pt x="650" y="2367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0" y="2362"/>
                </a:lnTo>
                <a:lnTo>
                  <a:pt x="640" y="2361"/>
                </a:lnTo>
                <a:lnTo>
                  <a:pt x="639" y="2361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6" y="2362"/>
                </a:lnTo>
                <a:lnTo>
                  <a:pt x="636" y="2363"/>
                </a:lnTo>
                <a:lnTo>
                  <a:pt x="635" y="2363"/>
                </a:lnTo>
                <a:lnTo>
                  <a:pt x="635" y="2364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2" y="2361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2" y="2356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5" y="2354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1" y="2351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4" y="2349"/>
                </a:lnTo>
                <a:lnTo>
                  <a:pt x="603" y="2349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1"/>
                </a:lnTo>
                <a:lnTo>
                  <a:pt x="598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5" y="2352"/>
                </a:lnTo>
                <a:lnTo>
                  <a:pt x="595" y="2351"/>
                </a:lnTo>
                <a:lnTo>
                  <a:pt x="594" y="2351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1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90" y="2348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6" y="2340"/>
                </a:lnTo>
                <a:lnTo>
                  <a:pt x="585" y="2340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1" y="2322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69" y="2322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6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5" y="2309"/>
                </a:lnTo>
                <a:lnTo>
                  <a:pt x="555" y="2310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1" y="2312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1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3" y="2301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0" y="2300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3" y="2306"/>
                </a:lnTo>
                <a:lnTo>
                  <a:pt x="523" y="2307"/>
                </a:lnTo>
                <a:lnTo>
                  <a:pt x="524" y="2307"/>
                </a:lnTo>
                <a:lnTo>
                  <a:pt x="525" y="2307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4" y="2311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7" y="2312"/>
                </a:lnTo>
                <a:lnTo>
                  <a:pt x="517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6" y="2307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4" y="2300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3" y="2294"/>
                </a:lnTo>
                <a:lnTo>
                  <a:pt x="494" y="2294"/>
                </a:lnTo>
                <a:lnTo>
                  <a:pt x="493" y="2294"/>
                </a:lnTo>
                <a:lnTo>
                  <a:pt x="494" y="2294"/>
                </a:lnTo>
                <a:lnTo>
                  <a:pt x="494" y="2293"/>
                </a:lnTo>
                <a:lnTo>
                  <a:pt x="494" y="2292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8" y="2283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5"/>
                </a:lnTo>
                <a:lnTo>
                  <a:pt x="482" y="2275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3" y="2269"/>
                </a:lnTo>
                <a:lnTo>
                  <a:pt x="473" y="2268"/>
                </a:lnTo>
                <a:lnTo>
                  <a:pt x="473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5" y="2264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0" y="2256"/>
                </a:lnTo>
                <a:lnTo>
                  <a:pt x="470" y="2255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8" y="2248"/>
                </a:lnTo>
                <a:lnTo>
                  <a:pt x="479" y="2248"/>
                </a:lnTo>
                <a:lnTo>
                  <a:pt x="479" y="2247"/>
                </a:lnTo>
                <a:lnTo>
                  <a:pt x="480" y="2247"/>
                </a:lnTo>
                <a:lnTo>
                  <a:pt x="480" y="2246"/>
                </a:lnTo>
                <a:lnTo>
                  <a:pt x="481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38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4" y="2221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8" y="2217"/>
                </a:lnTo>
                <a:lnTo>
                  <a:pt x="469" y="2217"/>
                </a:lnTo>
                <a:lnTo>
                  <a:pt x="469" y="2218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2" y="2217"/>
                </a:lnTo>
                <a:lnTo>
                  <a:pt x="472" y="2216"/>
                </a:lnTo>
                <a:lnTo>
                  <a:pt x="473" y="2216"/>
                </a:lnTo>
                <a:lnTo>
                  <a:pt x="472" y="2216"/>
                </a:lnTo>
                <a:lnTo>
                  <a:pt x="472" y="2215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0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8" y="2198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4" y="2183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0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8" y="2171"/>
                </a:lnTo>
                <a:lnTo>
                  <a:pt x="448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6" y="2166"/>
                </a:lnTo>
                <a:lnTo>
                  <a:pt x="446" y="2165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2" y="2148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3" y="2142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7" y="2140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2" y="2139"/>
                </a:lnTo>
                <a:lnTo>
                  <a:pt x="463" y="2139"/>
                </a:lnTo>
                <a:lnTo>
                  <a:pt x="463" y="2138"/>
                </a:lnTo>
                <a:lnTo>
                  <a:pt x="464" y="2138"/>
                </a:lnTo>
                <a:lnTo>
                  <a:pt x="465" y="2138"/>
                </a:lnTo>
                <a:lnTo>
                  <a:pt x="465" y="2137"/>
                </a:lnTo>
                <a:lnTo>
                  <a:pt x="466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3" y="2147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0"/>
                </a:lnTo>
                <a:lnTo>
                  <a:pt x="493" y="2169"/>
                </a:lnTo>
                <a:lnTo>
                  <a:pt x="494" y="2169"/>
                </a:lnTo>
                <a:lnTo>
                  <a:pt x="494" y="2168"/>
                </a:lnTo>
                <a:lnTo>
                  <a:pt x="494" y="2167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0" y="2165"/>
                </a:lnTo>
                <a:lnTo>
                  <a:pt x="501" y="2165"/>
                </a:lnTo>
                <a:lnTo>
                  <a:pt x="501" y="2166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4" y="2165"/>
                </a:lnTo>
                <a:lnTo>
                  <a:pt x="504" y="2164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6" y="2158"/>
                </a:lnTo>
                <a:lnTo>
                  <a:pt x="507" y="2158"/>
                </a:lnTo>
                <a:lnTo>
                  <a:pt x="507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09" y="2155"/>
                </a:lnTo>
                <a:lnTo>
                  <a:pt x="509" y="2154"/>
                </a:lnTo>
                <a:lnTo>
                  <a:pt x="510" y="2154"/>
                </a:lnTo>
                <a:lnTo>
                  <a:pt x="510" y="2155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2" y="2152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2"/>
                </a:lnTo>
                <a:lnTo>
                  <a:pt x="515" y="2151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8" y="2150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0" y="2148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0" y="2146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4"/>
                </a:lnTo>
                <a:lnTo>
                  <a:pt x="515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1"/>
                </a:lnTo>
                <a:lnTo>
                  <a:pt x="517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8" y="2090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09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1" y="2079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5" y="2069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1" y="2045"/>
                </a:lnTo>
                <a:lnTo>
                  <a:pt x="472" y="2044"/>
                </a:lnTo>
                <a:lnTo>
                  <a:pt x="472" y="2043"/>
                </a:lnTo>
                <a:lnTo>
                  <a:pt x="472" y="2041"/>
                </a:lnTo>
                <a:lnTo>
                  <a:pt x="473" y="2041"/>
                </a:lnTo>
                <a:lnTo>
                  <a:pt x="473" y="2040"/>
                </a:lnTo>
                <a:lnTo>
                  <a:pt x="473" y="2039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6" y="2035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2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6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3" y="2023"/>
                </a:lnTo>
                <a:lnTo>
                  <a:pt x="473" y="2022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4" y="2009"/>
                </a:lnTo>
                <a:lnTo>
                  <a:pt x="473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1" y="2007"/>
                </a:lnTo>
                <a:lnTo>
                  <a:pt x="472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2" y="2006"/>
                </a:lnTo>
                <a:lnTo>
                  <a:pt x="471" y="2005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5" y="1991"/>
                </a:lnTo>
                <a:lnTo>
                  <a:pt x="466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5" y="1988"/>
                </a:lnTo>
                <a:lnTo>
                  <a:pt x="476" y="1988"/>
                </a:lnTo>
                <a:lnTo>
                  <a:pt x="476" y="1987"/>
                </a:lnTo>
                <a:lnTo>
                  <a:pt x="477" y="1987"/>
                </a:lnTo>
                <a:lnTo>
                  <a:pt x="477" y="1986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8"/>
                </a:lnTo>
                <a:lnTo>
                  <a:pt x="480" y="1987"/>
                </a:lnTo>
                <a:lnTo>
                  <a:pt x="481" y="1987"/>
                </a:lnTo>
                <a:lnTo>
                  <a:pt x="480" y="1987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5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0" y="1977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2" y="1973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69"/>
                </a:lnTo>
                <a:lnTo>
                  <a:pt x="493" y="1968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5" y="1965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5" y="1955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3" y="1951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8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5" y="1947"/>
                </a:lnTo>
                <a:lnTo>
                  <a:pt x="456" y="1947"/>
                </a:lnTo>
                <a:lnTo>
                  <a:pt x="456" y="1946"/>
                </a:lnTo>
                <a:lnTo>
                  <a:pt x="455" y="1946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3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8" y="1942"/>
                </a:lnTo>
                <a:lnTo>
                  <a:pt x="447" y="1942"/>
                </a:lnTo>
                <a:lnTo>
                  <a:pt x="446" y="1942"/>
                </a:lnTo>
                <a:lnTo>
                  <a:pt x="446" y="1943"/>
                </a:lnTo>
                <a:lnTo>
                  <a:pt x="446" y="1944"/>
                </a:lnTo>
                <a:lnTo>
                  <a:pt x="445" y="1944"/>
                </a:lnTo>
                <a:lnTo>
                  <a:pt x="445" y="1945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39" y="1938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6" y="1928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4" y="1922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5" y="1910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6" y="1893"/>
                </a:lnTo>
                <a:lnTo>
                  <a:pt x="417" y="1893"/>
                </a:lnTo>
                <a:lnTo>
                  <a:pt x="418" y="1893"/>
                </a:lnTo>
                <a:lnTo>
                  <a:pt x="417" y="1893"/>
                </a:lnTo>
                <a:lnTo>
                  <a:pt x="417" y="1892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2" y="1888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5"/>
                </a:lnTo>
                <a:lnTo>
                  <a:pt x="406" y="1861"/>
                </a:lnTo>
                <a:lnTo>
                  <a:pt x="407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09" y="1859"/>
                </a:lnTo>
                <a:lnTo>
                  <a:pt x="409" y="1858"/>
                </a:lnTo>
                <a:lnTo>
                  <a:pt x="410" y="1858"/>
                </a:lnTo>
                <a:lnTo>
                  <a:pt x="410" y="1857"/>
                </a:lnTo>
                <a:lnTo>
                  <a:pt x="411" y="1857"/>
                </a:lnTo>
                <a:lnTo>
                  <a:pt x="412" y="1856"/>
                </a:lnTo>
                <a:lnTo>
                  <a:pt x="412" y="1855"/>
                </a:lnTo>
                <a:lnTo>
                  <a:pt x="413" y="1855"/>
                </a:lnTo>
                <a:lnTo>
                  <a:pt x="414" y="1855"/>
                </a:lnTo>
                <a:lnTo>
                  <a:pt x="414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5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3" y="1848"/>
                </a:lnTo>
                <a:lnTo>
                  <a:pt x="412" y="1848"/>
                </a:lnTo>
                <a:lnTo>
                  <a:pt x="411" y="1848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7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7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7"/>
                </a:lnTo>
                <a:lnTo>
                  <a:pt x="383" y="1848"/>
                </a:lnTo>
                <a:lnTo>
                  <a:pt x="382" y="1848"/>
                </a:lnTo>
                <a:lnTo>
                  <a:pt x="382" y="1849"/>
                </a:lnTo>
                <a:lnTo>
                  <a:pt x="381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1"/>
                </a:lnTo>
                <a:lnTo>
                  <a:pt x="378" y="1852"/>
                </a:lnTo>
                <a:lnTo>
                  <a:pt x="377" y="1852"/>
                </a:lnTo>
                <a:lnTo>
                  <a:pt x="376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4" y="1849"/>
                </a:lnTo>
                <a:lnTo>
                  <a:pt x="373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5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7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1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4" y="1837"/>
                </a:lnTo>
                <a:lnTo>
                  <a:pt x="313" y="1837"/>
                </a:lnTo>
                <a:lnTo>
                  <a:pt x="312" y="1837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0"/>
                </a:lnTo>
                <a:lnTo>
                  <a:pt x="297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3" y="1828"/>
                </a:lnTo>
                <a:lnTo>
                  <a:pt x="292" y="1828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7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6" y="1815"/>
                </a:lnTo>
                <a:lnTo>
                  <a:pt x="276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8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4" y="1804"/>
                </a:lnTo>
                <a:lnTo>
                  <a:pt x="274" y="1805"/>
                </a:lnTo>
                <a:lnTo>
                  <a:pt x="274" y="1806"/>
                </a:lnTo>
                <a:lnTo>
                  <a:pt x="273" y="1807"/>
                </a:lnTo>
                <a:lnTo>
                  <a:pt x="272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6" y="1808"/>
                </a:lnTo>
                <a:lnTo>
                  <a:pt x="265" y="1809"/>
                </a:lnTo>
                <a:lnTo>
                  <a:pt x="265" y="1810"/>
                </a:lnTo>
                <a:lnTo>
                  <a:pt x="264" y="1810"/>
                </a:lnTo>
                <a:lnTo>
                  <a:pt x="264" y="1811"/>
                </a:lnTo>
                <a:lnTo>
                  <a:pt x="263" y="1811"/>
                </a:lnTo>
                <a:lnTo>
                  <a:pt x="262" y="1811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7" y="1810"/>
                </a:lnTo>
                <a:lnTo>
                  <a:pt x="257" y="1811"/>
                </a:lnTo>
                <a:lnTo>
                  <a:pt x="257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7" y="1814"/>
                </a:lnTo>
                <a:lnTo>
                  <a:pt x="256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2" y="1812"/>
                </a:lnTo>
                <a:lnTo>
                  <a:pt x="250" y="1812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8" y="1813"/>
                </a:lnTo>
                <a:lnTo>
                  <a:pt x="238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39" y="1808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7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4" y="1797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2" y="1780"/>
                </a:lnTo>
                <a:lnTo>
                  <a:pt x="223" y="1779"/>
                </a:lnTo>
                <a:lnTo>
                  <a:pt x="224" y="1779"/>
                </a:lnTo>
                <a:lnTo>
                  <a:pt x="226" y="1779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8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1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7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59"/>
                </a:lnTo>
                <a:lnTo>
                  <a:pt x="225" y="1758"/>
                </a:lnTo>
                <a:lnTo>
                  <a:pt x="226" y="1757"/>
                </a:lnTo>
                <a:lnTo>
                  <a:pt x="226" y="1756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19" y="1735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2" y="1727"/>
                </a:lnTo>
                <a:lnTo>
                  <a:pt x="211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19"/>
                </a:lnTo>
                <a:lnTo>
                  <a:pt x="199" y="1719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2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0" y="1721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1"/>
                </a:lnTo>
                <a:lnTo>
                  <a:pt x="177" y="1722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3"/>
                </a:lnTo>
                <a:lnTo>
                  <a:pt x="170" y="1702"/>
                </a:lnTo>
                <a:lnTo>
                  <a:pt x="170" y="1701"/>
                </a:lnTo>
                <a:lnTo>
                  <a:pt x="171" y="1701"/>
                </a:lnTo>
                <a:lnTo>
                  <a:pt x="171" y="1700"/>
                </a:lnTo>
                <a:lnTo>
                  <a:pt x="172" y="1700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69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7"/>
                </a:lnTo>
                <a:lnTo>
                  <a:pt x="163" y="1696"/>
                </a:lnTo>
                <a:lnTo>
                  <a:pt x="162" y="1696"/>
                </a:lnTo>
                <a:lnTo>
                  <a:pt x="162" y="1697"/>
                </a:lnTo>
                <a:lnTo>
                  <a:pt x="161" y="1696"/>
                </a:lnTo>
                <a:lnTo>
                  <a:pt x="159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5" y="1696"/>
                </a:lnTo>
                <a:lnTo>
                  <a:pt x="154" y="1696"/>
                </a:lnTo>
                <a:lnTo>
                  <a:pt x="152" y="1696"/>
                </a:lnTo>
                <a:lnTo>
                  <a:pt x="151" y="1695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2"/>
                </a:lnTo>
                <a:lnTo>
                  <a:pt x="146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5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4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5"/>
                </a:lnTo>
                <a:lnTo>
                  <a:pt x="129" y="1696"/>
                </a:lnTo>
                <a:lnTo>
                  <a:pt x="128" y="1696"/>
                </a:lnTo>
                <a:lnTo>
                  <a:pt x="128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3"/>
                </a:lnTo>
                <a:lnTo>
                  <a:pt x="122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21" y="1688"/>
                </a:lnTo>
                <a:lnTo>
                  <a:pt x="119" y="1688"/>
                </a:lnTo>
                <a:lnTo>
                  <a:pt x="117" y="1688"/>
                </a:lnTo>
                <a:lnTo>
                  <a:pt x="116" y="1689"/>
                </a:lnTo>
                <a:lnTo>
                  <a:pt x="116" y="1690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6"/>
                </a:lnTo>
                <a:lnTo>
                  <a:pt x="102" y="1687"/>
                </a:lnTo>
                <a:lnTo>
                  <a:pt x="101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89"/>
                </a:lnTo>
                <a:lnTo>
                  <a:pt x="98" y="1690"/>
                </a:lnTo>
                <a:lnTo>
                  <a:pt x="97" y="1690"/>
                </a:lnTo>
                <a:lnTo>
                  <a:pt x="96" y="1690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1" y="1686"/>
                </a:lnTo>
                <a:lnTo>
                  <a:pt x="90" y="1687"/>
                </a:lnTo>
                <a:lnTo>
                  <a:pt x="90" y="1686"/>
                </a:lnTo>
                <a:lnTo>
                  <a:pt x="89" y="1685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8"/>
                </a:lnTo>
                <a:lnTo>
                  <a:pt x="88" y="1678"/>
                </a:lnTo>
                <a:lnTo>
                  <a:pt x="88" y="1677"/>
                </a:lnTo>
                <a:lnTo>
                  <a:pt x="89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8" y="1672"/>
                </a:lnTo>
                <a:lnTo>
                  <a:pt x="89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69"/>
                </a:lnTo>
                <a:lnTo>
                  <a:pt x="92" y="1668"/>
                </a:lnTo>
                <a:lnTo>
                  <a:pt x="94" y="1668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8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6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6" y="1667"/>
                </a:lnTo>
                <a:lnTo>
                  <a:pt x="107" y="1666"/>
                </a:lnTo>
                <a:lnTo>
                  <a:pt x="108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0" y="1664"/>
                </a:lnTo>
                <a:lnTo>
                  <a:pt x="111" y="1664"/>
                </a:lnTo>
                <a:lnTo>
                  <a:pt x="112" y="1664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7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7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8" y="1665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2"/>
                </a:lnTo>
                <a:lnTo>
                  <a:pt x="140" y="1662"/>
                </a:lnTo>
                <a:lnTo>
                  <a:pt x="141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6" y="1660"/>
                </a:lnTo>
                <a:lnTo>
                  <a:pt x="146" y="1659"/>
                </a:lnTo>
                <a:lnTo>
                  <a:pt x="147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6" y="1647"/>
                </a:lnTo>
                <a:lnTo>
                  <a:pt x="146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1"/>
                </a:lnTo>
                <a:lnTo>
                  <a:pt x="140" y="1642"/>
                </a:lnTo>
                <a:lnTo>
                  <a:pt x="138" y="1642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8" y="1634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5" y="1626"/>
                </a:lnTo>
                <a:lnTo>
                  <a:pt x="126" y="1625"/>
                </a:lnTo>
                <a:lnTo>
                  <a:pt x="126" y="1624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0" y="1619"/>
                </a:lnTo>
                <a:lnTo>
                  <a:pt x="131" y="1618"/>
                </a:lnTo>
                <a:lnTo>
                  <a:pt x="132" y="1618"/>
                </a:lnTo>
                <a:lnTo>
                  <a:pt x="132" y="1617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8" y="1605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6"/>
                </a:lnTo>
                <a:lnTo>
                  <a:pt x="127" y="1595"/>
                </a:lnTo>
                <a:lnTo>
                  <a:pt x="127" y="1594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8"/>
                </a:lnTo>
                <a:lnTo>
                  <a:pt x="125" y="1589"/>
                </a:lnTo>
                <a:lnTo>
                  <a:pt x="124" y="1588"/>
                </a:lnTo>
                <a:lnTo>
                  <a:pt x="123" y="1587"/>
                </a:lnTo>
                <a:lnTo>
                  <a:pt x="122" y="1585"/>
                </a:lnTo>
                <a:lnTo>
                  <a:pt x="121" y="1584"/>
                </a:lnTo>
                <a:lnTo>
                  <a:pt x="120" y="1583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1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6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7" y="1561"/>
                </a:lnTo>
                <a:lnTo>
                  <a:pt x="116" y="1559"/>
                </a:lnTo>
                <a:lnTo>
                  <a:pt x="116" y="1558"/>
                </a:lnTo>
                <a:lnTo>
                  <a:pt x="116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0" y="1553"/>
                </a:lnTo>
                <a:lnTo>
                  <a:pt x="121" y="1553"/>
                </a:lnTo>
                <a:lnTo>
                  <a:pt x="122" y="1551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6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4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1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4"/>
                </a:lnTo>
                <a:lnTo>
                  <a:pt x="62" y="1523"/>
                </a:lnTo>
                <a:lnTo>
                  <a:pt x="60" y="1523"/>
                </a:lnTo>
                <a:lnTo>
                  <a:pt x="59" y="1523"/>
                </a:lnTo>
                <a:lnTo>
                  <a:pt x="59" y="1522"/>
                </a:lnTo>
                <a:lnTo>
                  <a:pt x="58" y="1522"/>
                </a:lnTo>
                <a:lnTo>
                  <a:pt x="57" y="1522"/>
                </a:lnTo>
                <a:lnTo>
                  <a:pt x="57" y="1523"/>
                </a:lnTo>
                <a:lnTo>
                  <a:pt x="56" y="1524"/>
                </a:lnTo>
                <a:lnTo>
                  <a:pt x="55" y="1525"/>
                </a:lnTo>
                <a:lnTo>
                  <a:pt x="55" y="1526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0"/>
                </a:lnTo>
                <a:lnTo>
                  <a:pt x="51" y="1531"/>
                </a:lnTo>
                <a:lnTo>
                  <a:pt x="50" y="1531"/>
                </a:lnTo>
                <a:lnTo>
                  <a:pt x="50" y="1532"/>
                </a:lnTo>
                <a:lnTo>
                  <a:pt x="51" y="1532"/>
                </a:lnTo>
                <a:lnTo>
                  <a:pt x="51" y="1533"/>
                </a:lnTo>
                <a:lnTo>
                  <a:pt x="52" y="1535"/>
                </a:lnTo>
                <a:lnTo>
                  <a:pt x="52" y="1536"/>
                </a:lnTo>
                <a:lnTo>
                  <a:pt x="51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6"/>
                </a:lnTo>
                <a:lnTo>
                  <a:pt x="46" y="1537"/>
                </a:lnTo>
                <a:lnTo>
                  <a:pt x="45" y="1537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0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6" y="1523"/>
                </a:lnTo>
                <a:lnTo>
                  <a:pt x="25" y="1523"/>
                </a:lnTo>
                <a:lnTo>
                  <a:pt x="24" y="1522"/>
                </a:lnTo>
                <a:lnTo>
                  <a:pt x="24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2" y="1518"/>
                </a:lnTo>
                <a:lnTo>
                  <a:pt x="22" y="1516"/>
                </a:lnTo>
                <a:lnTo>
                  <a:pt x="23" y="1515"/>
                </a:lnTo>
                <a:lnTo>
                  <a:pt x="23" y="1514"/>
                </a:lnTo>
                <a:lnTo>
                  <a:pt x="23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0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8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6"/>
                </a:lnTo>
                <a:lnTo>
                  <a:pt x="27" y="1496"/>
                </a:lnTo>
                <a:lnTo>
                  <a:pt x="28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1"/>
                </a:lnTo>
                <a:lnTo>
                  <a:pt x="19" y="1480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3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5"/>
                </a:lnTo>
                <a:lnTo>
                  <a:pt x="10" y="1464"/>
                </a:lnTo>
                <a:lnTo>
                  <a:pt x="9" y="1464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5" y="1461"/>
                </a:lnTo>
                <a:lnTo>
                  <a:pt x="4" y="1462"/>
                </a:lnTo>
                <a:lnTo>
                  <a:pt x="4" y="1461"/>
                </a:lnTo>
                <a:lnTo>
                  <a:pt x="4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5"/>
                </a:lnTo>
                <a:lnTo>
                  <a:pt x="4" y="1454"/>
                </a:lnTo>
                <a:lnTo>
                  <a:pt x="4" y="1453"/>
                </a:lnTo>
                <a:lnTo>
                  <a:pt x="2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3" y="1449"/>
                </a:lnTo>
                <a:lnTo>
                  <a:pt x="5" y="1449"/>
                </a:lnTo>
                <a:lnTo>
                  <a:pt x="7" y="1449"/>
                </a:lnTo>
                <a:lnTo>
                  <a:pt x="7" y="1448"/>
                </a:lnTo>
                <a:lnTo>
                  <a:pt x="8" y="1446"/>
                </a:lnTo>
                <a:lnTo>
                  <a:pt x="8" y="1445"/>
                </a:lnTo>
                <a:lnTo>
                  <a:pt x="9" y="1443"/>
                </a:lnTo>
                <a:lnTo>
                  <a:pt x="9" y="1442"/>
                </a:lnTo>
                <a:lnTo>
                  <a:pt x="10" y="1442"/>
                </a:lnTo>
                <a:lnTo>
                  <a:pt x="11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19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1" y="1441"/>
                </a:lnTo>
                <a:lnTo>
                  <a:pt x="31" y="1440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3" y="1438"/>
                </a:lnTo>
                <a:lnTo>
                  <a:pt x="34" y="1438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5" y="1434"/>
                </a:lnTo>
                <a:lnTo>
                  <a:pt x="34" y="1434"/>
                </a:lnTo>
                <a:lnTo>
                  <a:pt x="35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1"/>
                </a:lnTo>
                <a:lnTo>
                  <a:pt x="37" y="1430"/>
                </a:lnTo>
                <a:lnTo>
                  <a:pt x="37" y="1429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0" y="1428"/>
                </a:lnTo>
                <a:lnTo>
                  <a:pt x="41" y="1428"/>
                </a:lnTo>
                <a:lnTo>
                  <a:pt x="41" y="1427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1" y="1405"/>
                </a:lnTo>
                <a:lnTo>
                  <a:pt x="32" y="1403"/>
                </a:lnTo>
                <a:lnTo>
                  <a:pt x="33" y="1402"/>
                </a:lnTo>
                <a:lnTo>
                  <a:pt x="35" y="1402"/>
                </a:lnTo>
                <a:lnTo>
                  <a:pt x="35" y="1401"/>
                </a:lnTo>
                <a:lnTo>
                  <a:pt x="36" y="1401"/>
                </a:lnTo>
                <a:lnTo>
                  <a:pt x="36" y="1400"/>
                </a:lnTo>
                <a:lnTo>
                  <a:pt x="37" y="1400"/>
                </a:lnTo>
                <a:lnTo>
                  <a:pt x="37" y="1399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8" y="1392"/>
                </a:lnTo>
                <a:lnTo>
                  <a:pt x="39" y="1391"/>
                </a:lnTo>
                <a:lnTo>
                  <a:pt x="40" y="1391"/>
                </a:lnTo>
                <a:lnTo>
                  <a:pt x="40" y="1390"/>
                </a:lnTo>
                <a:lnTo>
                  <a:pt x="41" y="1390"/>
                </a:lnTo>
                <a:lnTo>
                  <a:pt x="42" y="1388"/>
                </a:lnTo>
                <a:lnTo>
                  <a:pt x="42" y="1387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1" y="1384"/>
                </a:lnTo>
                <a:lnTo>
                  <a:pt x="44" y="1383"/>
                </a:lnTo>
                <a:lnTo>
                  <a:pt x="45" y="1382"/>
                </a:lnTo>
                <a:lnTo>
                  <a:pt x="45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8" y="1377"/>
                </a:lnTo>
                <a:lnTo>
                  <a:pt x="49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7"/>
                </a:lnTo>
                <a:lnTo>
                  <a:pt x="56" y="1376"/>
                </a:lnTo>
                <a:lnTo>
                  <a:pt x="58" y="1376"/>
                </a:lnTo>
                <a:lnTo>
                  <a:pt x="59" y="1375"/>
                </a:lnTo>
                <a:lnTo>
                  <a:pt x="61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1" y="1376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8"/>
                </a:lnTo>
                <a:lnTo>
                  <a:pt x="78" y="1377"/>
                </a:lnTo>
                <a:lnTo>
                  <a:pt x="80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0" y="1366"/>
                </a:lnTo>
                <a:lnTo>
                  <a:pt x="93" y="1365"/>
                </a:lnTo>
                <a:lnTo>
                  <a:pt x="94" y="1364"/>
                </a:lnTo>
                <a:lnTo>
                  <a:pt x="95" y="1363"/>
                </a:lnTo>
                <a:lnTo>
                  <a:pt x="96" y="1361"/>
                </a:lnTo>
                <a:lnTo>
                  <a:pt x="97" y="1359"/>
                </a:lnTo>
                <a:lnTo>
                  <a:pt x="99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8"/>
                </a:lnTo>
                <a:lnTo>
                  <a:pt x="107" y="1357"/>
                </a:lnTo>
                <a:lnTo>
                  <a:pt x="107" y="1355"/>
                </a:lnTo>
                <a:lnTo>
                  <a:pt x="108" y="1354"/>
                </a:lnTo>
                <a:lnTo>
                  <a:pt x="108" y="1352"/>
                </a:lnTo>
                <a:lnTo>
                  <a:pt x="108" y="1351"/>
                </a:lnTo>
                <a:lnTo>
                  <a:pt x="109" y="1351"/>
                </a:lnTo>
                <a:lnTo>
                  <a:pt x="112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19" y="1351"/>
                </a:lnTo>
                <a:lnTo>
                  <a:pt x="121" y="1352"/>
                </a:lnTo>
                <a:lnTo>
                  <a:pt x="122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6" y="1350"/>
                </a:lnTo>
                <a:lnTo>
                  <a:pt x="125" y="1350"/>
                </a:lnTo>
                <a:lnTo>
                  <a:pt x="124" y="1349"/>
                </a:lnTo>
                <a:lnTo>
                  <a:pt x="123" y="1348"/>
                </a:lnTo>
                <a:lnTo>
                  <a:pt x="122" y="1347"/>
                </a:lnTo>
                <a:lnTo>
                  <a:pt x="122" y="1346"/>
                </a:lnTo>
                <a:lnTo>
                  <a:pt x="121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7" y="1340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5"/>
                </a:lnTo>
                <a:lnTo>
                  <a:pt x="119" y="1334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30" y="1338"/>
                </a:lnTo>
                <a:lnTo>
                  <a:pt x="131" y="1339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39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1" y="1341"/>
                </a:lnTo>
                <a:lnTo>
                  <a:pt x="144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1" y="1340"/>
                </a:lnTo>
                <a:lnTo>
                  <a:pt x="153" y="1341"/>
                </a:lnTo>
                <a:lnTo>
                  <a:pt x="155" y="1341"/>
                </a:lnTo>
                <a:lnTo>
                  <a:pt x="156" y="1341"/>
                </a:lnTo>
                <a:lnTo>
                  <a:pt x="157" y="1339"/>
                </a:lnTo>
                <a:lnTo>
                  <a:pt x="158" y="1339"/>
                </a:lnTo>
                <a:lnTo>
                  <a:pt x="158" y="1338"/>
                </a:lnTo>
                <a:lnTo>
                  <a:pt x="159" y="1338"/>
                </a:lnTo>
                <a:lnTo>
                  <a:pt x="159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2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8" y="1331"/>
                </a:lnTo>
                <a:lnTo>
                  <a:pt x="169" y="1331"/>
                </a:lnTo>
                <a:lnTo>
                  <a:pt x="170" y="1331"/>
                </a:lnTo>
                <a:lnTo>
                  <a:pt x="171" y="1330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4" y="1328"/>
                </a:lnTo>
                <a:lnTo>
                  <a:pt x="175" y="1327"/>
                </a:lnTo>
                <a:lnTo>
                  <a:pt x="176" y="1327"/>
                </a:lnTo>
                <a:lnTo>
                  <a:pt x="177" y="1326"/>
                </a:lnTo>
                <a:lnTo>
                  <a:pt x="177" y="1325"/>
                </a:lnTo>
                <a:lnTo>
                  <a:pt x="178" y="1325"/>
                </a:lnTo>
                <a:lnTo>
                  <a:pt x="179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7" y="1319"/>
                </a:lnTo>
                <a:lnTo>
                  <a:pt x="188" y="1319"/>
                </a:lnTo>
                <a:lnTo>
                  <a:pt x="189" y="1320"/>
                </a:lnTo>
                <a:lnTo>
                  <a:pt x="190" y="1321"/>
                </a:lnTo>
                <a:lnTo>
                  <a:pt x="190" y="1322"/>
                </a:lnTo>
                <a:lnTo>
                  <a:pt x="191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4"/>
                </a:lnTo>
                <a:lnTo>
                  <a:pt x="191" y="1326"/>
                </a:lnTo>
                <a:lnTo>
                  <a:pt x="191" y="1327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0" y="1338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39"/>
                </a:lnTo>
                <a:lnTo>
                  <a:pt x="199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3"/>
                </a:lnTo>
                <a:lnTo>
                  <a:pt x="197" y="1344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5" y="1349"/>
                </a:lnTo>
                <a:lnTo>
                  <a:pt x="195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0" y="1357"/>
                </a:lnTo>
                <a:lnTo>
                  <a:pt x="201" y="1356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8" y="1354"/>
                </a:lnTo>
                <a:lnTo>
                  <a:pt x="209" y="1354"/>
                </a:lnTo>
                <a:lnTo>
                  <a:pt x="209" y="1353"/>
                </a:lnTo>
                <a:lnTo>
                  <a:pt x="210" y="1353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7"/>
                </a:lnTo>
                <a:lnTo>
                  <a:pt x="218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8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1" y="1346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49" y="1342"/>
                </a:lnTo>
                <a:lnTo>
                  <a:pt x="250" y="1342"/>
                </a:lnTo>
                <a:lnTo>
                  <a:pt x="251" y="1343"/>
                </a:lnTo>
                <a:lnTo>
                  <a:pt x="250" y="1344"/>
                </a:lnTo>
                <a:lnTo>
                  <a:pt x="250" y="1345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1"/>
                </a:lnTo>
                <a:lnTo>
                  <a:pt x="256" y="1350"/>
                </a:lnTo>
                <a:lnTo>
                  <a:pt x="257" y="1350"/>
                </a:lnTo>
                <a:lnTo>
                  <a:pt x="257" y="1349"/>
                </a:lnTo>
                <a:lnTo>
                  <a:pt x="257" y="1348"/>
                </a:lnTo>
                <a:lnTo>
                  <a:pt x="258" y="1348"/>
                </a:lnTo>
                <a:lnTo>
                  <a:pt x="258" y="1347"/>
                </a:lnTo>
                <a:lnTo>
                  <a:pt x="259" y="1347"/>
                </a:lnTo>
                <a:lnTo>
                  <a:pt x="259" y="1348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6" y="1345"/>
                </a:lnTo>
                <a:lnTo>
                  <a:pt x="267" y="1344"/>
                </a:lnTo>
                <a:lnTo>
                  <a:pt x="267" y="1343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1" y="1341"/>
                </a:lnTo>
                <a:lnTo>
                  <a:pt x="272" y="1340"/>
                </a:lnTo>
                <a:lnTo>
                  <a:pt x="273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3" y="1335"/>
                </a:lnTo>
                <a:lnTo>
                  <a:pt x="274" y="1334"/>
                </a:lnTo>
                <a:lnTo>
                  <a:pt x="274" y="1333"/>
                </a:lnTo>
                <a:lnTo>
                  <a:pt x="275" y="1331"/>
                </a:lnTo>
                <a:lnTo>
                  <a:pt x="276" y="1329"/>
                </a:lnTo>
                <a:lnTo>
                  <a:pt x="277" y="1329"/>
                </a:lnTo>
                <a:lnTo>
                  <a:pt x="278" y="1328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4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3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6"/>
                </a:lnTo>
                <a:lnTo>
                  <a:pt x="289" y="1305"/>
                </a:lnTo>
                <a:lnTo>
                  <a:pt x="289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1" y="1294"/>
                </a:lnTo>
                <a:lnTo>
                  <a:pt x="292" y="1293"/>
                </a:lnTo>
                <a:lnTo>
                  <a:pt x="292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3" y="1289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7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2" y="1284"/>
                </a:lnTo>
                <a:lnTo>
                  <a:pt x="303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7" y="1282"/>
                </a:lnTo>
                <a:lnTo>
                  <a:pt x="308" y="1282"/>
                </a:lnTo>
                <a:lnTo>
                  <a:pt x="309" y="1282"/>
                </a:lnTo>
                <a:lnTo>
                  <a:pt x="311" y="1281"/>
                </a:lnTo>
                <a:lnTo>
                  <a:pt x="311" y="1280"/>
                </a:lnTo>
                <a:lnTo>
                  <a:pt x="312" y="1279"/>
                </a:lnTo>
                <a:lnTo>
                  <a:pt x="313" y="1278"/>
                </a:lnTo>
                <a:lnTo>
                  <a:pt x="314" y="1277"/>
                </a:lnTo>
                <a:lnTo>
                  <a:pt x="315" y="1277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4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7" y="1282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1" y="1283"/>
                </a:lnTo>
                <a:lnTo>
                  <a:pt x="332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7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1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7" y="1282"/>
                </a:lnTo>
                <a:lnTo>
                  <a:pt x="358" y="1283"/>
                </a:lnTo>
                <a:lnTo>
                  <a:pt x="357" y="1284"/>
                </a:lnTo>
                <a:lnTo>
                  <a:pt x="357" y="1285"/>
                </a:lnTo>
                <a:lnTo>
                  <a:pt x="358" y="1285"/>
                </a:lnTo>
                <a:lnTo>
                  <a:pt x="359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2" y="1284"/>
                </a:lnTo>
                <a:lnTo>
                  <a:pt x="363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4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7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1" y="1281"/>
                </a:lnTo>
                <a:lnTo>
                  <a:pt x="382" y="1281"/>
                </a:lnTo>
                <a:lnTo>
                  <a:pt x="383" y="1282"/>
                </a:lnTo>
                <a:lnTo>
                  <a:pt x="384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7" y="1273"/>
                </a:lnTo>
                <a:lnTo>
                  <a:pt x="388" y="1273"/>
                </a:lnTo>
                <a:lnTo>
                  <a:pt x="388" y="1272"/>
                </a:lnTo>
                <a:lnTo>
                  <a:pt x="388" y="1271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401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09" y="1264"/>
                </a:lnTo>
                <a:lnTo>
                  <a:pt x="411" y="1263"/>
                </a:lnTo>
                <a:lnTo>
                  <a:pt x="412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4"/>
                </a:lnTo>
                <a:lnTo>
                  <a:pt x="418" y="1253"/>
                </a:lnTo>
                <a:lnTo>
                  <a:pt x="418" y="1252"/>
                </a:lnTo>
                <a:lnTo>
                  <a:pt x="419" y="1251"/>
                </a:lnTo>
                <a:lnTo>
                  <a:pt x="420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19" y="1246"/>
                </a:lnTo>
                <a:lnTo>
                  <a:pt x="420" y="1246"/>
                </a:lnTo>
                <a:lnTo>
                  <a:pt x="421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29" y="1244"/>
                </a:lnTo>
                <a:lnTo>
                  <a:pt x="430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0" y="1243"/>
                </a:lnTo>
                <a:lnTo>
                  <a:pt x="441" y="1243"/>
                </a:lnTo>
                <a:lnTo>
                  <a:pt x="442" y="1243"/>
                </a:lnTo>
                <a:lnTo>
                  <a:pt x="442" y="1242"/>
                </a:lnTo>
                <a:lnTo>
                  <a:pt x="443" y="1242"/>
                </a:lnTo>
                <a:lnTo>
                  <a:pt x="444" y="1242"/>
                </a:lnTo>
                <a:lnTo>
                  <a:pt x="445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2" y="1240"/>
                </a:lnTo>
                <a:lnTo>
                  <a:pt x="453" y="1239"/>
                </a:lnTo>
                <a:lnTo>
                  <a:pt x="453" y="1238"/>
                </a:lnTo>
                <a:lnTo>
                  <a:pt x="454" y="1237"/>
                </a:lnTo>
                <a:lnTo>
                  <a:pt x="455" y="1236"/>
                </a:lnTo>
                <a:lnTo>
                  <a:pt x="456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3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1"/>
                </a:lnTo>
                <a:lnTo>
                  <a:pt x="468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1" y="1228"/>
                </a:lnTo>
                <a:lnTo>
                  <a:pt x="472" y="1227"/>
                </a:lnTo>
                <a:lnTo>
                  <a:pt x="474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8" y="1216"/>
                </a:lnTo>
                <a:lnTo>
                  <a:pt x="498" y="1215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4"/>
                </a:lnTo>
                <a:lnTo>
                  <a:pt x="504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6" y="1211"/>
                </a:lnTo>
                <a:lnTo>
                  <a:pt x="508" y="1210"/>
                </a:lnTo>
                <a:lnTo>
                  <a:pt x="511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4" y="1210"/>
                </a:lnTo>
                <a:lnTo>
                  <a:pt x="516" y="1209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6"/>
                </a:lnTo>
                <a:lnTo>
                  <a:pt x="520" y="1206"/>
                </a:lnTo>
                <a:lnTo>
                  <a:pt x="520" y="1205"/>
                </a:lnTo>
                <a:lnTo>
                  <a:pt x="520" y="1204"/>
                </a:lnTo>
                <a:lnTo>
                  <a:pt x="521" y="1204"/>
                </a:lnTo>
                <a:lnTo>
                  <a:pt x="522" y="1203"/>
                </a:lnTo>
                <a:lnTo>
                  <a:pt x="523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8" y="1203"/>
                </a:lnTo>
                <a:lnTo>
                  <a:pt x="528" y="1202"/>
                </a:lnTo>
                <a:lnTo>
                  <a:pt x="529" y="1201"/>
                </a:lnTo>
                <a:lnTo>
                  <a:pt x="530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5" y="1199"/>
                </a:lnTo>
                <a:lnTo>
                  <a:pt x="546" y="1199"/>
                </a:lnTo>
                <a:lnTo>
                  <a:pt x="548" y="1198"/>
                </a:lnTo>
                <a:lnTo>
                  <a:pt x="549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1" y="1195"/>
                </a:lnTo>
                <a:lnTo>
                  <a:pt x="552" y="1194"/>
                </a:lnTo>
                <a:lnTo>
                  <a:pt x="553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8" y="1193"/>
                </a:lnTo>
                <a:lnTo>
                  <a:pt x="559" y="1193"/>
                </a:lnTo>
                <a:lnTo>
                  <a:pt x="560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5" y="1192"/>
                </a:lnTo>
                <a:lnTo>
                  <a:pt x="566" y="1192"/>
                </a:lnTo>
                <a:lnTo>
                  <a:pt x="566" y="1191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8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2" y="1178"/>
                </a:lnTo>
                <a:lnTo>
                  <a:pt x="585" y="1178"/>
                </a:lnTo>
                <a:lnTo>
                  <a:pt x="586" y="1178"/>
                </a:lnTo>
                <a:lnTo>
                  <a:pt x="588" y="1178"/>
                </a:lnTo>
                <a:lnTo>
                  <a:pt x="592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7" y="1179"/>
                </a:lnTo>
                <a:lnTo>
                  <a:pt x="599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0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599" y="1169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0" y="1163"/>
                </a:lnTo>
                <a:lnTo>
                  <a:pt x="601" y="1161"/>
                </a:lnTo>
                <a:lnTo>
                  <a:pt x="603" y="1161"/>
                </a:lnTo>
                <a:lnTo>
                  <a:pt x="604" y="1161"/>
                </a:lnTo>
                <a:lnTo>
                  <a:pt x="606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0" y="1159"/>
                </a:lnTo>
                <a:lnTo>
                  <a:pt x="611" y="1159"/>
                </a:lnTo>
                <a:lnTo>
                  <a:pt x="611" y="1158"/>
                </a:lnTo>
                <a:lnTo>
                  <a:pt x="612" y="1156"/>
                </a:lnTo>
                <a:lnTo>
                  <a:pt x="611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0" y="1151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2"/>
                </a:lnTo>
                <a:lnTo>
                  <a:pt x="606" y="1141"/>
                </a:lnTo>
                <a:lnTo>
                  <a:pt x="604" y="1139"/>
                </a:lnTo>
                <a:lnTo>
                  <a:pt x="604" y="1138"/>
                </a:lnTo>
                <a:lnTo>
                  <a:pt x="604" y="1136"/>
                </a:lnTo>
                <a:lnTo>
                  <a:pt x="604" y="1134"/>
                </a:lnTo>
                <a:lnTo>
                  <a:pt x="605" y="1133"/>
                </a:lnTo>
                <a:lnTo>
                  <a:pt x="607" y="1132"/>
                </a:lnTo>
                <a:lnTo>
                  <a:pt x="610" y="1131"/>
                </a:lnTo>
                <a:lnTo>
                  <a:pt x="610" y="1130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0" y="1117"/>
                </a:lnTo>
                <a:lnTo>
                  <a:pt x="601" y="1117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6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7" y="1098"/>
                </a:lnTo>
                <a:lnTo>
                  <a:pt x="617" y="1097"/>
                </a:lnTo>
                <a:lnTo>
                  <a:pt x="618" y="1097"/>
                </a:lnTo>
                <a:lnTo>
                  <a:pt x="618" y="1098"/>
                </a:lnTo>
                <a:lnTo>
                  <a:pt x="619" y="1098"/>
                </a:lnTo>
                <a:lnTo>
                  <a:pt x="619" y="1097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3" y="1095"/>
                </a:lnTo>
                <a:lnTo>
                  <a:pt x="625" y="1095"/>
                </a:lnTo>
                <a:lnTo>
                  <a:pt x="625" y="1094"/>
                </a:lnTo>
                <a:lnTo>
                  <a:pt x="626" y="1094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3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5" y="1091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8" y="1085"/>
                </a:lnTo>
                <a:lnTo>
                  <a:pt x="626" y="1084"/>
                </a:lnTo>
                <a:lnTo>
                  <a:pt x="625" y="1083"/>
                </a:lnTo>
                <a:lnTo>
                  <a:pt x="624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19" y="1078"/>
                </a:lnTo>
                <a:lnTo>
                  <a:pt x="619" y="1077"/>
                </a:lnTo>
                <a:lnTo>
                  <a:pt x="620" y="1076"/>
                </a:lnTo>
                <a:lnTo>
                  <a:pt x="621" y="1075"/>
                </a:lnTo>
                <a:lnTo>
                  <a:pt x="623" y="1074"/>
                </a:lnTo>
                <a:lnTo>
                  <a:pt x="624" y="1074"/>
                </a:lnTo>
                <a:lnTo>
                  <a:pt x="625" y="1073"/>
                </a:lnTo>
                <a:lnTo>
                  <a:pt x="627" y="1073"/>
                </a:lnTo>
                <a:lnTo>
                  <a:pt x="629" y="1073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0"/>
                </a:lnTo>
                <a:lnTo>
                  <a:pt x="635" y="1070"/>
                </a:lnTo>
                <a:lnTo>
                  <a:pt x="637" y="1068"/>
                </a:lnTo>
                <a:lnTo>
                  <a:pt x="638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1" y="1066"/>
                </a:lnTo>
                <a:lnTo>
                  <a:pt x="642" y="1065"/>
                </a:lnTo>
                <a:lnTo>
                  <a:pt x="644" y="1065"/>
                </a:lnTo>
                <a:lnTo>
                  <a:pt x="645" y="1065"/>
                </a:lnTo>
                <a:lnTo>
                  <a:pt x="646" y="1065"/>
                </a:lnTo>
                <a:lnTo>
                  <a:pt x="648" y="1065"/>
                </a:lnTo>
                <a:lnTo>
                  <a:pt x="649" y="1066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6" y="1060"/>
                </a:lnTo>
                <a:lnTo>
                  <a:pt x="656" y="1059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3"/>
                </a:lnTo>
                <a:lnTo>
                  <a:pt x="654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7" y="1047"/>
                </a:lnTo>
                <a:lnTo>
                  <a:pt x="647" y="1046"/>
                </a:lnTo>
                <a:lnTo>
                  <a:pt x="648" y="1045"/>
                </a:lnTo>
                <a:lnTo>
                  <a:pt x="649" y="1044"/>
                </a:lnTo>
                <a:lnTo>
                  <a:pt x="649" y="1043"/>
                </a:lnTo>
                <a:lnTo>
                  <a:pt x="650" y="1042"/>
                </a:lnTo>
                <a:lnTo>
                  <a:pt x="651" y="1041"/>
                </a:lnTo>
                <a:lnTo>
                  <a:pt x="651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5"/>
                </a:lnTo>
                <a:lnTo>
                  <a:pt x="654" y="1034"/>
                </a:lnTo>
                <a:lnTo>
                  <a:pt x="653" y="1030"/>
                </a:lnTo>
                <a:lnTo>
                  <a:pt x="647" y="1021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1" y="988"/>
                </a:lnTo>
                <a:lnTo>
                  <a:pt x="630" y="986"/>
                </a:lnTo>
                <a:lnTo>
                  <a:pt x="629" y="985"/>
                </a:lnTo>
                <a:lnTo>
                  <a:pt x="628" y="984"/>
                </a:lnTo>
                <a:lnTo>
                  <a:pt x="629" y="983"/>
                </a:lnTo>
                <a:lnTo>
                  <a:pt x="629" y="982"/>
                </a:lnTo>
                <a:lnTo>
                  <a:pt x="628" y="981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6" y="978"/>
                </a:lnTo>
                <a:lnTo>
                  <a:pt x="626" y="976"/>
                </a:lnTo>
                <a:lnTo>
                  <a:pt x="627" y="975"/>
                </a:lnTo>
                <a:lnTo>
                  <a:pt x="627" y="974"/>
                </a:lnTo>
                <a:lnTo>
                  <a:pt x="626" y="974"/>
                </a:lnTo>
                <a:lnTo>
                  <a:pt x="626" y="973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1" y="958"/>
                </a:lnTo>
                <a:lnTo>
                  <a:pt x="622" y="956"/>
                </a:lnTo>
                <a:lnTo>
                  <a:pt x="622" y="954"/>
                </a:lnTo>
                <a:lnTo>
                  <a:pt x="622" y="953"/>
                </a:lnTo>
                <a:lnTo>
                  <a:pt x="622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6"/>
                </a:lnTo>
                <a:lnTo>
                  <a:pt x="620" y="942"/>
                </a:lnTo>
                <a:lnTo>
                  <a:pt x="620" y="939"/>
                </a:lnTo>
                <a:lnTo>
                  <a:pt x="620" y="937"/>
                </a:lnTo>
                <a:lnTo>
                  <a:pt x="619" y="935"/>
                </a:lnTo>
                <a:lnTo>
                  <a:pt x="618" y="932"/>
                </a:lnTo>
                <a:lnTo>
                  <a:pt x="617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5"/>
                </a:lnTo>
                <a:lnTo>
                  <a:pt x="619" y="923"/>
                </a:lnTo>
                <a:lnTo>
                  <a:pt x="620" y="922"/>
                </a:lnTo>
                <a:lnTo>
                  <a:pt x="620" y="920"/>
                </a:lnTo>
                <a:lnTo>
                  <a:pt x="621" y="919"/>
                </a:lnTo>
                <a:lnTo>
                  <a:pt x="621" y="917"/>
                </a:lnTo>
                <a:lnTo>
                  <a:pt x="622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6" y="907"/>
                </a:lnTo>
                <a:lnTo>
                  <a:pt x="615" y="906"/>
                </a:lnTo>
                <a:lnTo>
                  <a:pt x="614" y="905"/>
                </a:lnTo>
                <a:lnTo>
                  <a:pt x="613" y="905"/>
                </a:lnTo>
                <a:lnTo>
                  <a:pt x="610" y="904"/>
                </a:lnTo>
                <a:lnTo>
                  <a:pt x="608" y="904"/>
                </a:lnTo>
                <a:lnTo>
                  <a:pt x="607" y="904"/>
                </a:lnTo>
                <a:lnTo>
                  <a:pt x="606" y="903"/>
                </a:lnTo>
                <a:lnTo>
                  <a:pt x="605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599" y="892"/>
                </a:lnTo>
                <a:lnTo>
                  <a:pt x="599" y="893"/>
                </a:lnTo>
                <a:lnTo>
                  <a:pt x="598" y="893"/>
                </a:lnTo>
                <a:lnTo>
                  <a:pt x="596" y="894"/>
                </a:lnTo>
                <a:lnTo>
                  <a:pt x="595" y="894"/>
                </a:lnTo>
                <a:lnTo>
                  <a:pt x="594" y="894"/>
                </a:lnTo>
                <a:lnTo>
                  <a:pt x="591" y="894"/>
                </a:lnTo>
                <a:lnTo>
                  <a:pt x="589" y="895"/>
                </a:lnTo>
                <a:lnTo>
                  <a:pt x="588" y="895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5" y="893"/>
                </a:lnTo>
                <a:lnTo>
                  <a:pt x="584" y="892"/>
                </a:lnTo>
                <a:lnTo>
                  <a:pt x="583" y="892"/>
                </a:lnTo>
                <a:lnTo>
                  <a:pt x="581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8"/>
                </a:lnTo>
                <a:lnTo>
                  <a:pt x="582" y="887"/>
                </a:lnTo>
                <a:lnTo>
                  <a:pt x="581" y="887"/>
                </a:lnTo>
                <a:lnTo>
                  <a:pt x="579" y="886"/>
                </a:lnTo>
                <a:lnTo>
                  <a:pt x="578" y="886"/>
                </a:lnTo>
                <a:lnTo>
                  <a:pt x="576" y="886"/>
                </a:lnTo>
                <a:lnTo>
                  <a:pt x="575" y="885"/>
                </a:lnTo>
                <a:lnTo>
                  <a:pt x="576" y="884"/>
                </a:lnTo>
                <a:lnTo>
                  <a:pt x="577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79"/>
                </a:lnTo>
                <a:lnTo>
                  <a:pt x="584" y="879"/>
                </a:lnTo>
                <a:lnTo>
                  <a:pt x="585" y="878"/>
                </a:lnTo>
                <a:lnTo>
                  <a:pt x="586" y="877"/>
                </a:lnTo>
                <a:lnTo>
                  <a:pt x="587" y="876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2"/>
                </a:lnTo>
                <a:lnTo>
                  <a:pt x="592" y="872"/>
                </a:lnTo>
                <a:lnTo>
                  <a:pt x="593" y="871"/>
                </a:lnTo>
                <a:lnTo>
                  <a:pt x="594" y="870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7" y="871"/>
                </a:lnTo>
                <a:lnTo>
                  <a:pt x="598" y="871"/>
                </a:lnTo>
                <a:lnTo>
                  <a:pt x="598" y="870"/>
                </a:lnTo>
                <a:lnTo>
                  <a:pt x="598" y="869"/>
                </a:lnTo>
                <a:lnTo>
                  <a:pt x="599" y="869"/>
                </a:lnTo>
                <a:lnTo>
                  <a:pt x="600" y="869"/>
                </a:lnTo>
                <a:lnTo>
                  <a:pt x="600" y="870"/>
                </a:lnTo>
                <a:lnTo>
                  <a:pt x="603" y="872"/>
                </a:lnTo>
                <a:lnTo>
                  <a:pt x="604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2" y="868"/>
                </a:lnTo>
                <a:lnTo>
                  <a:pt x="614" y="868"/>
                </a:lnTo>
                <a:lnTo>
                  <a:pt x="615" y="868"/>
                </a:lnTo>
                <a:lnTo>
                  <a:pt x="615" y="869"/>
                </a:lnTo>
                <a:lnTo>
                  <a:pt x="616" y="870"/>
                </a:lnTo>
                <a:lnTo>
                  <a:pt x="617" y="871"/>
                </a:lnTo>
                <a:lnTo>
                  <a:pt x="619" y="871"/>
                </a:lnTo>
                <a:lnTo>
                  <a:pt x="621" y="871"/>
                </a:lnTo>
                <a:lnTo>
                  <a:pt x="622" y="870"/>
                </a:lnTo>
                <a:lnTo>
                  <a:pt x="625" y="868"/>
                </a:lnTo>
                <a:lnTo>
                  <a:pt x="625" y="867"/>
                </a:lnTo>
                <a:lnTo>
                  <a:pt x="625" y="865"/>
                </a:lnTo>
                <a:lnTo>
                  <a:pt x="626" y="865"/>
                </a:lnTo>
                <a:lnTo>
                  <a:pt x="627" y="864"/>
                </a:lnTo>
                <a:lnTo>
                  <a:pt x="629" y="862"/>
                </a:lnTo>
                <a:lnTo>
                  <a:pt x="630" y="862"/>
                </a:lnTo>
                <a:lnTo>
                  <a:pt x="630" y="863"/>
                </a:lnTo>
                <a:lnTo>
                  <a:pt x="631" y="863"/>
                </a:lnTo>
                <a:lnTo>
                  <a:pt x="631" y="864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7" y="864"/>
                </a:lnTo>
                <a:lnTo>
                  <a:pt x="638" y="865"/>
                </a:lnTo>
                <a:lnTo>
                  <a:pt x="639" y="865"/>
                </a:lnTo>
                <a:lnTo>
                  <a:pt x="639" y="864"/>
                </a:lnTo>
                <a:lnTo>
                  <a:pt x="640" y="864"/>
                </a:lnTo>
                <a:lnTo>
                  <a:pt x="642" y="863"/>
                </a:lnTo>
                <a:lnTo>
                  <a:pt x="644" y="863"/>
                </a:lnTo>
                <a:lnTo>
                  <a:pt x="647" y="862"/>
                </a:lnTo>
                <a:lnTo>
                  <a:pt x="648" y="861"/>
                </a:lnTo>
                <a:lnTo>
                  <a:pt x="650" y="860"/>
                </a:lnTo>
                <a:lnTo>
                  <a:pt x="651" y="859"/>
                </a:lnTo>
                <a:lnTo>
                  <a:pt x="650" y="858"/>
                </a:lnTo>
                <a:lnTo>
                  <a:pt x="650" y="857"/>
                </a:lnTo>
                <a:lnTo>
                  <a:pt x="651" y="857"/>
                </a:lnTo>
                <a:lnTo>
                  <a:pt x="652" y="858"/>
                </a:lnTo>
                <a:lnTo>
                  <a:pt x="653" y="858"/>
                </a:lnTo>
                <a:lnTo>
                  <a:pt x="653" y="859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8" y="861"/>
                </a:lnTo>
                <a:lnTo>
                  <a:pt x="668" y="860"/>
                </a:lnTo>
                <a:lnTo>
                  <a:pt x="669" y="859"/>
                </a:lnTo>
                <a:lnTo>
                  <a:pt x="670" y="859"/>
                </a:lnTo>
                <a:lnTo>
                  <a:pt x="672" y="858"/>
                </a:lnTo>
                <a:lnTo>
                  <a:pt x="673" y="858"/>
                </a:lnTo>
                <a:lnTo>
                  <a:pt x="674" y="859"/>
                </a:lnTo>
                <a:lnTo>
                  <a:pt x="675" y="859"/>
                </a:lnTo>
                <a:lnTo>
                  <a:pt x="678" y="858"/>
                </a:lnTo>
                <a:lnTo>
                  <a:pt x="680" y="858"/>
                </a:lnTo>
                <a:lnTo>
                  <a:pt x="680" y="857"/>
                </a:lnTo>
                <a:lnTo>
                  <a:pt x="681" y="857"/>
                </a:lnTo>
                <a:lnTo>
                  <a:pt x="683" y="857"/>
                </a:lnTo>
                <a:lnTo>
                  <a:pt x="683" y="856"/>
                </a:lnTo>
                <a:lnTo>
                  <a:pt x="683" y="855"/>
                </a:lnTo>
                <a:lnTo>
                  <a:pt x="685" y="855"/>
                </a:lnTo>
                <a:lnTo>
                  <a:pt x="685" y="854"/>
                </a:lnTo>
                <a:lnTo>
                  <a:pt x="685" y="853"/>
                </a:lnTo>
                <a:lnTo>
                  <a:pt x="687" y="853"/>
                </a:lnTo>
                <a:lnTo>
                  <a:pt x="688" y="853"/>
                </a:lnTo>
                <a:lnTo>
                  <a:pt x="689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4" y="851"/>
                </a:lnTo>
                <a:lnTo>
                  <a:pt x="695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1"/>
                </a:lnTo>
                <a:lnTo>
                  <a:pt x="699" y="851"/>
                </a:lnTo>
                <a:lnTo>
                  <a:pt x="700" y="851"/>
                </a:lnTo>
                <a:lnTo>
                  <a:pt x="701" y="851"/>
                </a:lnTo>
                <a:lnTo>
                  <a:pt x="703" y="849"/>
                </a:lnTo>
                <a:lnTo>
                  <a:pt x="705" y="849"/>
                </a:lnTo>
                <a:lnTo>
                  <a:pt x="706" y="848"/>
                </a:lnTo>
                <a:lnTo>
                  <a:pt x="708" y="848"/>
                </a:lnTo>
                <a:lnTo>
                  <a:pt x="709" y="849"/>
                </a:lnTo>
                <a:lnTo>
                  <a:pt x="710" y="849"/>
                </a:lnTo>
                <a:lnTo>
                  <a:pt x="710" y="848"/>
                </a:lnTo>
                <a:lnTo>
                  <a:pt x="711" y="847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8"/>
                </a:lnTo>
                <a:lnTo>
                  <a:pt x="717" y="848"/>
                </a:lnTo>
                <a:lnTo>
                  <a:pt x="719" y="848"/>
                </a:lnTo>
                <a:lnTo>
                  <a:pt x="720" y="847"/>
                </a:lnTo>
                <a:lnTo>
                  <a:pt x="721" y="847"/>
                </a:lnTo>
                <a:lnTo>
                  <a:pt x="722" y="847"/>
                </a:lnTo>
                <a:lnTo>
                  <a:pt x="723" y="846"/>
                </a:lnTo>
                <a:lnTo>
                  <a:pt x="724" y="844"/>
                </a:lnTo>
                <a:lnTo>
                  <a:pt x="727" y="844"/>
                </a:lnTo>
                <a:lnTo>
                  <a:pt x="727" y="843"/>
                </a:lnTo>
                <a:lnTo>
                  <a:pt x="727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8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6" y="836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1"/>
                </a:lnTo>
                <a:lnTo>
                  <a:pt x="750" y="842"/>
                </a:lnTo>
                <a:lnTo>
                  <a:pt x="751" y="842"/>
                </a:lnTo>
                <a:lnTo>
                  <a:pt x="752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8" y="851"/>
                </a:lnTo>
                <a:lnTo>
                  <a:pt x="759" y="852"/>
                </a:lnTo>
                <a:lnTo>
                  <a:pt x="759" y="851"/>
                </a:lnTo>
                <a:lnTo>
                  <a:pt x="760" y="851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5" y="851"/>
                </a:lnTo>
                <a:lnTo>
                  <a:pt x="766" y="851"/>
                </a:lnTo>
                <a:lnTo>
                  <a:pt x="767" y="850"/>
                </a:lnTo>
                <a:lnTo>
                  <a:pt x="768" y="850"/>
                </a:lnTo>
                <a:lnTo>
                  <a:pt x="769" y="850"/>
                </a:lnTo>
                <a:lnTo>
                  <a:pt x="770" y="849"/>
                </a:lnTo>
                <a:lnTo>
                  <a:pt x="771" y="849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3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3"/>
                </a:lnTo>
                <a:lnTo>
                  <a:pt x="778" y="853"/>
                </a:lnTo>
                <a:lnTo>
                  <a:pt x="779" y="852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1"/>
                </a:lnTo>
                <a:lnTo>
                  <a:pt x="786" y="851"/>
                </a:lnTo>
                <a:lnTo>
                  <a:pt x="788" y="851"/>
                </a:lnTo>
                <a:lnTo>
                  <a:pt x="789" y="851"/>
                </a:lnTo>
                <a:lnTo>
                  <a:pt x="790" y="851"/>
                </a:lnTo>
                <a:lnTo>
                  <a:pt x="790" y="850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09" y="857"/>
                </a:lnTo>
                <a:lnTo>
                  <a:pt x="815" y="855"/>
                </a:lnTo>
                <a:lnTo>
                  <a:pt x="818" y="852"/>
                </a:lnTo>
                <a:lnTo>
                  <a:pt x="820" y="840"/>
                </a:lnTo>
                <a:lnTo>
                  <a:pt x="816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89" y="812"/>
                </a:lnTo>
                <a:lnTo>
                  <a:pt x="791" y="810"/>
                </a:lnTo>
                <a:lnTo>
                  <a:pt x="791" y="808"/>
                </a:lnTo>
                <a:lnTo>
                  <a:pt x="791" y="804"/>
                </a:lnTo>
                <a:lnTo>
                  <a:pt x="792" y="802"/>
                </a:lnTo>
                <a:lnTo>
                  <a:pt x="792" y="801"/>
                </a:lnTo>
                <a:lnTo>
                  <a:pt x="794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4"/>
                </a:lnTo>
                <a:lnTo>
                  <a:pt x="796" y="783"/>
                </a:lnTo>
                <a:lnTo>
                  <a:pt x="796" y="780"/>
                </a:lnTo>
                <a:lnTo>
                  <a:pt x="797" y="779"/>
                </a:lnTo>
                <a:lnTo>
                  <a:pt x="800" y="777"/>
                </a:lnTo>
                <a:lnTo>
                  <a:pt x="801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2" y="757"/>
                </a:lnTo>
                <a:lnTo>
                  <a:pt x="820" y="743"/>
                </a:lnTo>
                <a:lnTo>
                  <a:pt x="831" y="723"/>
                </a:lnTo>
                <a:lnTo>
                  <a:pt x="835" y="712"/>
                </a:lnTo>
                <a:lnTo>
                  <a:pt x="836" y="704"/>
                </a:lnTo>
                <a:lnTo>
                  <a:pt x="840" y="694"/>
                </a:lnTo>
                <a:lnTo>
                  <a:pt x="845" y="692"/>
                </a:lnTo>
                <a:lnTo>
                  <a:pt x="844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0" y="670"/>
                </a:lnTo>
                <a:lnTo>
                  <a:pt x="850" y="669"/>
                </a:lnTo>
                <a:lnTo>
                  <a:pt x="852" y="668"/>
                </a:lnTo>
                <a:lnTo>
                  <a:pt x="853" y="666"/>
                </a:lnTo>
                <a:lnTo>
                  <a:pt x="855" y="664"/>
                </a:lnTo>
                <a:lnTo>
                  <a:pt x="855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7" y="656"/>
                </a:lnTo>
                <a:lnTo>
                  <a:pt x="858" y="655"/>
                </a:lnTo>
                <a:lnTo>
                  <a:pt x="858" y="654"/>
                </a:lnTo>
                <a:lnTo>
                  <a:pt x="858" y="653"/>
                </a:lnTo>
                <a:lnTo>
                  <a:pt x="858" y="652"/>
                </a:lnTo>
                <a:lnTo>
                  <a:pt x="858" y="650"/>
                </a:lnTo>
                <a:lnTo>
                  <a:pt x="858" y="649"/>
                </a:lnTo>
                <a:lnTo>
                  <a:pt x="858" y="648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7"/>
                </a:lnTo>
                <a:lnTo>
                  <a:pt x="864" y="648"/>
                </a:lnTo>
                <a:lnTo>
                  <a:pt x="865" y="648"/>
                </a:lnTo>
                <a:lnTo>
                  <a:pt x="867" y="647"/>
                </a:lnTo>
                <a:lnTo>
                  <a:pt x="868" y="647"/>
                </a:lnTo>
                <a:lnTo>
                  <a:pt x="869" y="646"/>
                </a:lnTo>
                <a:lnTo>
                  <a:pt x="870" y="647"/>
                </a:lnTo>
                <a:lnTo>
                  <a:pt x="871" y="648"/>
                </a:lnTo>
                <a:lnTo>
                  <a:pt x="872" y="648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6" y="651"/>
                </a:lnTo>
                <a:lnTo>
                  <a:pt x="877" y="652"/>
                </a:lnTo>
                <a:lnTo>
                  <a:pt x="878" y="653"/>
                </a:lnTo>
                <a:lnTo>
                  <a:pt x="879" y="653"/>
                </a:lnTo>
                <a:lnTo>
                  <a:pt x="881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6"/>
                </a:lnTo>
                <a:lnTo>
                  <a:pt x="892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58"/>
                </a:lnTo>
                <a:lnTo>
                  <a:pt x="895" y="658"/>
                </a:lnTo>
                <a:lnTo>
                  <a:pt x="897" y="657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7" y="662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6"/>
                </a:lnTo>
                <a:lnTo>
                  <a:pt x="914" y="666"/>
                </a:lnTo>
                <a:lnTo>
                  <a:pt x="916" y="666"/>
                </a:lnTo>
                <a:lnTo>
                  <a:pt x="917" y="667"/>
                </a:lnTo>
                <a:lnTo>
                  <a:pt x="918" y="667"/>
                </a:lnTo>
                <a:lnTo>
                  <a:pt x="919" y="668"/>
                </a:lnTo>
                <a:lnTo>
                  <a:pt x="918" y="669"/>
                </a:lnTo>
                <a:lnTo>
                  <a:pt x="919" y="669"/>
                </a:lnTo>
                <a:lnTo>
                  <a:pt x="920" y="669"/>
                </a:lnTo>
                <a:lnTo>
                  <a:pt x="920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7" y="669"/>
                </a:lnTo>
                <a:lnTo>
                  <a:pt x="929" y="670"/>
                </a:lnTo>
                <a:lnTo>
                  <a:pt x="930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3"/>
                </a:lnTo>
                <a:lnTo>
                  <a:pt x="937" y="672"/>
                </a:lnTo>
                <a:lnTo>
                  <a:pt x="938" y="672"/>
                </a:lnTo>
                <a:lnTo>
                  <a:pt x="938" y="673"/>
                </a:lnTo>
                <a:lnTo>
                  <a:pt x="939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3" y="673"/>
                </a:lnTo>
                <a:lnTo>
                  <a:pt x="944" y="673"/>
                </a:lnTo>
                <a:lnTo>
                  <a:pt x="944" y="672"/>
                </a:lnTo>
                <a:lnTo>
                  <a:pt x="945" y="672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1" y="674"/>
                </a:lnTo>
                <a:lnTo>
                  <a:pt x="954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3" y="670"/>
                </a:lnTo>
                <a:lnTo>
                  <a:pt x="964" y="670"/>
                </a:lnTo>
                <a:lnTo>
                  <a:pt x="966" y="671"/>
                </a:lnTo>
                <a:lnTo>
                  <a:pt x="967" y="671"/>
                </a:lnTo>
                <a:lnTo>
                  <a:pt x="968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6" y="670"/>
                </a:lnTo>
                <a:lnTo>
                  <a:pt x="977" y="671"/>
                </a:lnTo>
                <a:lnTo>
                  <a:pt x="978" y="671"/>
                </a:lnTo>
                <a:lnTo>
                  <a:pt x="980" y="671"/>
                </a:lnTo>
                <a:lnTo>
                  <a:pt x="981" y="671"/>
                </a:lnTo>
                <a:lnTo>
                  <a:pt x="983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1"/>
                </a:lnTo>
                <a:lnTo>
                  <a:pt x="988" y="672"/>
                </a:lnTo>
                <a:lnTo>
                  <a:pt x="989" y="672"/>
                </a:lnTo>
                <a:lnTo>
                  <a:pt x="991" y="673"/>
                </a:lnTo>
                <a:lnTo>
                  <a:pt x="992" y="674"/>
                </a:lnTo>
                <a:lnTo>
                  <a:pt x="994" y="673"/>
                </a:lnTo>
                <a:lnTo>
                  <a:pt x="995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3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2" y="675"/>
                </a:lnTo>
                <a:lnTo>
                  <a:pt x="1023" y="677"/>
                </a:lnTo>
                <a:lnTo>
                  <a:pt x="1024" y="678"/>
                </a:lnTo>
                <a:lnTo>
                  <a:pt x="1027" y="681"/>
                </a:lnTo>
                <a:lnTo>
                  <a:pt x="1028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4" y="679"/>
                </a:lnTo>
                <a:lnTo>
                  <a:pt x="1035" y="679"/>
                </a:lnTo>
                <a:lnTo>
                  <a:pt x="1036" y="678"/>
                </a:lnTo>
                <a:lnTo>
                  <a:pt x="1037" y="678"/>
                </a:lnTo>
                <a:lnTo>
                  <a:pt x="1039" y="678"/>
                </a:lnTo>
                <a:lnTo>
                  <a:pt x="1040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6"/>
                </a:lnTo>
                <a:lnTo>
                  <a:pt x="1044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50" y="672"/>
                </a:lnTo>
                <a:lnTo>
                  <a:pt x="1051" y="671"/>
                </a:lnTo>
                <a:lnTo>
                  <a:pt x="1052" y="670"/>
                </a:lnTo>
                <a:lnTo>
                  <a:pt x="1053" y="668"/>
                </a:lnTo>
                <a:lnTo>
                  <a:pt x="1054" y="666"/>
                </a:lnTo>
                <a:lnTo>
                  <a:pt x="1055" y="665"/>
                </a:lnTo>
                <a:lnTo>
                  <a:pt x="1057" y="665"/>
                </a:lnTo>
                <a:lnTo>
                  <a:pt x="1059" y="665"/>
                </a:lnTo>
                <a:lnTo>
                  <a:pt x="1060" y="665"/>
                </a:lnTo>
                <a:lnTo>
                  <a:pt x="1060" y="664"/>
                </a:lnTo>
                <a:lnTo>
                  <a:pt x="1061" y="664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5"/>
                </a:lnTo>
                <a:lnTo>
                  <a:pt x="1069" y="665"/>
                </a:lnTo>
                <a:lnTo>
                  <a:pt x="1070" y="666"/>
                </a:lnTo>
                <a:lnTo>
                  <a:pt x="1071" y="665"/>
                </a:lnTo>
                <a:lnTo>
                  <a:pt x="1072" y="665"/>
                </a:lnTo>
                <a:lnTo>
                  <a:pt x="1074" y="665"/>
                </a:lnTo>
                <a:lnTo>
                  <a:pt x="1076" y="664"/>
                </a:lnTo>
                <a:lnTo>
                  <a:pt x="1077" y="664"/>
                </a:lnTo>
                <a:lnTo>
                  <a:pt x="1078" y="665"/>
                </a:lnTo>
                <a:lnTo>
                  <a:pt x="1079" y="665"/>
                </a:lnTo>
                <a:lnTo>
                  <a:pt x="1081" y="665"/>
                </a:lnTo>
                <a:lnTo>
                  <a:pt x="1083" y="665"/>
                </a:lnTo>
                <a:lnTo>
                  <a:pt x="1084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7" y="657"/>
                </a:lnTo>
                <a:lnTo>
                  <a:pt x="1088" y="657"/>
                </a:lnTo>
                <a:lnTo>
                  <a:pt x="1089" y="656"/>
                </a:lnTo>
                <a:lnTo>
                  <a:pt x="1091" y="653"/>
                </a:lnTo>
                <a:lnTo>
                  <a:pt x="1094" y="650"/>
                </a:lnTo>
                <a:lnTo>
                  <a:pt x="1095" y="649"/>
                </a:lnTo>
                <a:lnTo>
                  <a:pt x="1096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8" y="643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6" y="638"/>
                </a:lnTo>
                <a:lnTo>
                  <a:pt x="1097" y="636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0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6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3" y="622"/>
                </a:lnTo>
                <a:lnTo>
                  <a:pt x="1093" y="621"/>
                </a:lnTo>
                <a:lnTo>
                  <a:pt x="1093" y="620"/>
                </a:lnTo>
                <a:lnTo>
                  <a:pt x="1092" y="620"/>
                </a:lnTo>
                <a:lnTo>
                  <a:pt x="1091" y="619"/>
                </a:lnTo>
                <a:lnTo>
                  <a:pt x="1091" y="617"/>
                </a:lnTo>
                <a:lnTo>
                  <a:pt x="1092" y="615"/>
                </a:lnTo>
                <a:lnTo>
                  <a:pt x="1091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0" y="606"/>
                </a:lnTo>
                <a:lnTo>
                  <a:pt x="1088" y="586"/>
                </a:lnTo>
                <a:lnTo>
                  <a:pt x="1086" y="574"/>
                </a:lnTo>
                <a:lnTo>
                  <a:pt x="1086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3" y="566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5" y="560"/>
                </a:lnTo>
                <a:lnTo>
                  <a:pt x="1085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6" y="555"/>
                </a:lnTo>
                <a:lnTo>
                  <a:pt x="1087" y="555"/>
                </a:lnTo>
                <a:lnTo>
                  <a:pt x="1087" y="554"/>
                </a:lnTo>
                <a:lnTo>
                  <a:pt x="1087" y="553"/>
                </a:lnTo>
                <a:lnTo>
                  <a:pt x="1087" y="552"/>
                </a:lnTo>
                <a:lnTo>
                  <a:pt x="1088" y="552"/>
                </a:lnTo>
                <a:lnTo>
                  <a:pt x="1088" y="551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1" y="548"/>
                </a:lnTo>
                <a:lnTo>
                  <a:pt x="1091" y="547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3" y="545"/>
                </a:lnTo>
                <a:lnTo>
                  <a:pt x="1094" y="545"/>
                </a:lnTo>
                <a:lnTo>
                  <a:pt x="1094" y="544"/>
                </a:lnTo>
                <a:lnTo>
                  <a:pt x="1095" y="543"/>
                </a:lnTo>
                <a:lnTo>
                  <a:pt x="1096" y="543"/>
                </a:lnTo>
                <a:lnTo>
                  <a:pt x="1096" y="542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099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0"/>
                </a:lnTo>
                <a:lnTo>
                  <a:pt x="1104" y="528"/>
                </a:lnTo>
                <a:lnTo>
                  <a:pt x="1105" y="527"/>
                </a:lnTo>
                <a:lnTo>
                  <a:pt x="1106" y="526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5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3" y="524"/>
                </a:lnTo>
                <a:lnTo>
                  <a:pt x="1114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7" y="524"/>
                </a:lnTo>
                <a:lnTo>
                  <a:pt x="1118" y="524"/>
                </a:lnTo>
                <a:lnTo>
                  <a:pt x="1132" y="523"/>
                </a:lnTo>
                <a:lnTo>
                  <a:pt x="1146" y="524"/>
                </a:lnTo>
                <a:lnTo>
                  <a:pt x="1147" y="524"/>
                </a:lnTo>
                <a:lnTo>
                  <a:pt x="1148" y="524"/>
                </a:lnTo>
                <a:lnTo>
                  <a:pt x="1148" y="523"/>
                </a:lnTo>
                <a:lnTo>
                  <a:pt x="1149" y="523"/>
                </a:lnTo>
                <a:lnTo>
                  <a:pt x="1149" y="522"/>
                </a:lnTo>
                <a:lnTo>
                  <a:pt x="1150" y="522"/>
                </a:lnTo>
                <a:lnTo>
                  <a:pt x="1151" y="522"/>
                </a:lnTo>
                <a:lnTo>
                  <a:pt x="1151" y="521"/>
                </a:lnTo>
                <a:lnTo>
                  <a:pt x="1152" y="521"/>
                </a:lnTo>
                <a:lnTo>
                  <a:pt x="1152" y="520"/>
                </a:lnTo>
                <a:lnTo>
                  <a:pt x="1153" y="520"/>
                </a:lnTo>
                <a:lnTo>
                  <a:pt x="1154" y="519"/>
                </a:lnTo>
                <a:lnTo>
                  <a:pt x="1154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59" y="517"/>
                </a:lnTo>
                <a:lnTo>
                  <a:pt x="1160" y="517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0" y="509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3" y="506"/>
                </a:lnTo>
                <a:lnTo>
                  <a:pt x="1183" y="505"/>
                </a:lnTo>
                <a:lnTo>
                  <a:pt x="1184" y="504"/>
                </a:lnTo>
                <a:lnTo>
                  <a:pt x="1185" y="504"/>
                </a:lnTo>
                <a:lnTo>
                  <a:pt x="1187" y="504"/>
                </a:lnTo>
                <a:lnTo>
                  <a:pt x="1188" y="503"/>
                </a:lnTo>
                <a:lnTo>
                  <a:pt x="1189" y="502"/>
                </a:lnTo>
                <a:lnTo>
                  <a:pt x="1189" y="501"/>
                </a:lnTo>
                <a:lnTo>
                  <a:pt x="1190" y="500"/>
                </a:lnTo>
                <a:lnTo>
                  <a:pt x="1190" y="499"/>
                </a:lnTo>
                <a:lnTo>
                  <a:pt x="1192" y="499"/>
                </a:lnTo>
                <a:lnTo>
                  <a:pt x="1194" y="497"/>
                </a:lnTo>
                <a:lnTo>
                  <a:pt x="1195" y="495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6" y="491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0"/>
                </a:lnTo>
                <a:lnTo>
                  <a:pt x="1198" y="480"/>
                </a:lnTo>
                <a:lnTo>
                  <a:pt x="1198" y="479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6"/>
                </a:lnTo>
                <a:lnTo>
                  <a:pt x="1193" y="465"/>
                </a:lnTo>
                <a:lnTo>
                  <a:pt x="1194" y="465"/>
                </a:lnTo>
                <a:lnTo>
                  <a:pt x="1195" y="464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8" y="462"/>
                </a:lnTo>
                <a:lnTo>
                  <a:pt x="1199" y="462"/>
                </a:lnTo>
                <a:lnTo>
                  <a:pt x="1200" y="462"/>
                </a:lnTo>
                <a:lnTo>
                  <a:pt x="1200" y="461"/>
                </a:lnTo>
                <a:lnTo>
                  <a:pt x="1201" y="461"/>
                </a:lnTo>
                <a:lnTo>
                  <a:pt x="1202" y="460"/>
                </a:lnTo>
                <a:lnTo>
                  <a:pt x="1203" y="459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5" y="453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2"/>
                </a:lnTo>
                <a:lnTo>
                  <a:pt x="1209" y="452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3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0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3" y="452"/>
                </a:lnTo>
                <a:lnTo>
                  <a:pt x="1224" y="452"/>
                </a:lnTo>
                <a:lnTo>
                  <a:pt x="1225" y="451"/>
                </a:lnTo>
                <a:lnTo>
                  <a:pt x="1226" y="451"/>
                </a:lnTo>
                <a:lnTo>
                  <a:pt x="1226" y="450"/>
                </a:lnTo>
                <a:lnTo>
                  <a:pt x="1229" y="450"/>
                </a:lnTo>
                <a:lnTo>
                  <a:pt x="1230" y="451"/>
                </a:lnTo>
                <a:lnTo>
                  <a:pt x="1231" y="451"/>
                </a:lnTo>
                <a:lnTo>
                  <a:pt x="1234" y="452"/>
                </a:lnTo>
                <a:lnTo>
                  <a:pt x="1235" y="452"/>
                </a:lnTo>
                <a:lnTo>
                  <a:pt x="1237" y="455"/>
                </a:lnTo>
                <a:lnTo>
                  <a:pt x="1241" y="454"/>
                </a:lnTo>
                <a:lnTo>
                  <a:pt x="1242" y="454"/>
                </a:lnTo>
                <a:lnTo>
                  <a:pt x="1244" y="455"/>
                </a:lnTo>
                <a:lnTo>
                  <a:pt x="1246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1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5" y="458"/>
                </a:lnTo>
                <a:lnTo>
                  <a:pt x="1256" y="458"/>
                </a:lnTo>
                <a:lnTo>
                  <a:pt x="1258" y="457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6"/>
                </a:lnTo>
                <a:lnTo>
                  <a:pt x="1262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0" y="453"/>
                </a:lnTo>
                <a:lnTo>
                  <a:pt x="1260" y="452"/>
                </a:lnTo>
                <a:lnTo>
                  <a:pt x="1261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69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2" y="451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2" y="457"/>
                </a:lnTo>
                <a:lnTo>
                  <a:pt x="1292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2" y="460"/>
                </a:lnTo>
                <a:lnTo>
                  <a:pt x="1291" y="460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5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89" y="472"/>
                </a:lnTo>
                <a:lnTo>
                  <a:pt x="1289" y="473"/>
                </a:lnTo>
                <a:lnTo>
                  <a:pt x="1288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3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80"/>
                </a:lnTo>
                <a:lnTo>
                  <a:pt x="1286" y="480"/>
                </a:lnTo>
                <a:lnTo>
                  <a:pt x="1286" y="479"/>
                </a:lnTo>
                <a:lnTo>
                  <a:pt x="1287" y="479"/>
                </a:lnTo>
                <a:lnTo>
                  <a:pt x="1287" y="480"/>
                </a:lnTo>
                <a:lnTo>
                  <a:pt x="1287" y="481"/>
                </a:lnTo>
                <a:lnTo>
                  <a:pt x="1288" y="482"/>
                </a:lnTo>
                <a:lnTo>
                  <a:pt x="1289" y="482"/>
                </a:lnTo>
                <a:lnTo>
                  <a:pt x="1290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8" y="484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6" y="488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6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1" y="494"/>
                </a:lnTo>
                <a:lnTo>
                  <a:pt x="1311" y="495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5" y="496"/>
                </a:lnTo>
                <a:lnTo>
                  <a:pt x="1315" y="497"/>
                </a:lnTo>
                <a:lnTo>
                  <a:pt x="1313" y="498"/>
                </a:lnTo>
                <a:lnTo>
                  <a:pt x="1312" y="499"/>
                </a:lnTo>
                <a:lnTo>
                  <a:pt x="1311" y="500"/>
                </a:lnTo>
                <a:lnTo>
                  <a:pt x="1309" y="501"/>
                </a:lnTo>
                <a:lnTo>
                  <a:pt x="1308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08" y="505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3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8" y="511"/>
                </a:lnTo>
                <a:lnTo>
                  <a:pt x="1308" y="512"/>
                </a:lnTo>
                <a:lnTo>
                  <a:pt x="1309" y="512"/>
                </a:lnTo>
                <a:lnTo>
                  <a:pt x="1310" y="512"/>
                </a:lnTo>
                <a:lnTo>
                  <a:pt x="1312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4"/>
                </a:lnTo>
                <a:lnTo>
                  <a:pt x="1320" y="515"/>
                </a:lnTo>
                <a:lnTo>
                  <a:pt x="1322" y="517"/>
                </a:lnTo>
                <a:lnTo>
                  <a:pt x="1323" y="517"/>
                </a:lnTo>
                <a:lnTo>
                  <a:pt x="1324" y="518"/>
                </a:lnTo>
                <a:lnTo>
                  <a:pt x="1325" y="517"/>
                </a:lnTo>
                <a:lnTo>
                  <a:pt x="1326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0" y="518"/>
                </a:lnTo>
                <a:lnTo>
                  <a:pt x="1333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8" y="521"/>
                </a:lnTo>
                <a:lnTo>
                  <a:pt x="1339" y="521"/>
                </a:lnTo>
                <a:lnTo>
                  <a:pt x="1338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4"/>
                </a:lnTo>
                <a:lnTo>
                  <a:pt x="1341" y="525"/>
                </a:lnTo>
                <a:lnTo>
                  <a:pt x="1344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8"/>
                </a:lnTo>
                <a:lnTo>
                  <a:pt x="1349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30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1"/>
                </a:lnTo>
                <a:lnTo>
                  <a:pt x="1356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60" y="533"/>
                </a:lnTo>
                <a:lnTo>
                  <a:pt x="1361" y="534"/>
                </a:lnTo>
                <a:lnTo>
                  <a:pt x="1360" y="536"/>
                </a:lnTo>
                <a:lnTo>
                  <a:pt x="1359" y="538"/>
                </a:lnTo>
                <a:lnTo>
                  <a:pt x="1358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0" y="546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7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50"/>
                </a:lnTo>
                <a:lnTo>
                  <a:pt x="1366" y="551"/>
                </a:lnTo>
                <a:lnTo>
                  <a:pt x="1367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1" y="552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7" y="555"/>
                </a:lnTo>
                <a:lnTo>
                  <a:pt x="1379" y="555"/>
                </a:lnTo>
                <a:lnTo>
                  <a:pt x="1379" y="556"/>
                </a:lnTo>
                <a:lnTo>
                  <a:pt x="1380" y="557"/>
                </a:lnTo>
                <a:lnTo>
                  <a:pt x="1381" y="558"/>
                </a:lnTo>
                <a:lnTo>
                  <a:pt x="1382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1" y="557"/>
                </a:lnTo>
                <a:lnTo>
                  <a:pt x="1391" y="558"/>
                </a:lnTo>
                <a:lnTo>
                  <a:pt x="1392" y="559"/>
                </a:lnTo>
                <a:lnTo>
                  <a:pt x="1395" y="561"/>
                </a:lnTo>
                <a:lnTo>
                  <a:pt x="1398" y="562"/>
                </a:lnTo>
                <a:lnTo>
                  <a:pt x="1399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0" y="568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69"/>
                </a:lnTo>
                <a:lnTo>
                  <a:pt x="1410" y="569"/>
                </a:lnTo>
                <a:lnTo>
                  <a:pt x="1411" y="569"/>
                </a:lnTo>
                <a:lnTo>
                  <a:pt x="1413" y="570"/>
                </a:lnTo>
                <a:lnTo>
                  <a:pt x="1414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0"/>
                </a:lnTo>
                <a:lnTo>
                  <a:pt x="1419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2" y="568"/>
                </a:lnTo>
                <a:lnTo>
                  <a:pt x="1423" y="567"/>
                </a:lnTo>
                <a:lnTo>
                  <a:pt x="1426" y="566"/>
                </a:lnTo>
                <a:lnTo>
                  <a:pt x="1428" y="566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0" y="568"/>
                </a:lnTo>
                <a:lnTo>
                  <a:pt x="1449" y="570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4" y="576"/>
                </a:lnTo>
                <a:lnTo>
                  <a:pt x="1454" y="577"/>
                </a:lnTo>
                <a:lnTo>
                  <a:pt x="1455" y="577"/>
                </a:lnTo>
                <a:lnTo>
                  <a:pt x="1455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7" y="586"/>
                </a:lnTo>
                <a:lnTo>
                  <a:pt x="1468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8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2" y="585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3" y="580"/>
                </a:lnTo>
                <a:lnTo>
                  <a:pt x="1484" y="580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0"/>
                </a:lnTo>
                <a:lnTo>
                  <a:pt x="1493" y="581"/>
                </a:lnTo>
                <a:lnTo>
                  <a:pt x="1494" y="582"/>
                </a:lnTo>
                <a:lnTo>
                  <a:pt x="1494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8"/>
                </a:lnTo>
                <a:lnTo>
                  <a:pt x="1493" y="590"/>
                </a:lnTo>
                <a:lnTo>
                  <a:pt x="1493" y="591"/>
                </a:lnTo>
                <a:lnTo>
                  <a:pt x="1494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8" y="596"/>
                </a:lnTo>
                <a:lnTo>
                  <a:pt x="1500" y="597"/>
                </a:lnTo>
                <a:lnTo>
                  <a:pt x="1502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0"/>
                </a:lnTo>
                <a:lnTo>
                  <a:pt x="1515" y="601"/>
                </a:lnTo>
                <a:lnTo>
                  <a:pt x="1518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0" y="604"/>
                </a:lnTo>
                <a:lnTo>
                  <a:pt x="1522" y="605"/>
                </a:lnTo>
                <a:lnTo>
                  <a:pt x="1519" y="605"/>
                </a:lnTo>
                <a:lnTo>
                  <a:pt x="1518" y="605"/>
                </a:lnTo>
                <a:lnTo>
                  <a:pt x="1518" y="606"/>
                </a:lnTo>
                <a:lnTo>
                  <a:pt x="1518" y="607"/>
                </a:lnTo>
                <a:lnTo>
                  <a:pt x="1521" y="609"/>
                </a:lnTo>
                <a:lnTo>
                  <a:pt x="1521" y="612"/>
                </a:lnTo>
                <a:lnTo>
                  <a:pt x="1522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4"/>
                </a:lnTo>
                <a:lnTo>
                  <a:pt x="1529" y="625"/>
                </a:lnTo>
                <a:lnTo>
                  <a:pt x="1528" y="625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9"/>
                </a:lnTo>
                <a:lnTo>
                  <a:pt x="1529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2" y="630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4" y="643"/>
                </a:lnTo>
                <a:lnTo>
                  <a:pt x="1535" y="646"/>
                </a:lnTo>
                <a:lnTo>
                  <a:pt x="1537" y="647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1"/>
                </a:lnTo>
                <a:lnTo>
                  <a:pt x="1540" y="652"/>
                </a:lnTo>
                <a:lnTo>
                  <a:pt x="1540" y="654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5"/>
                </a:lnTo>
                <a:lnTo>
                  <a:pt x="1543" y="657"/>
                </a:lnTo>
                <a:lnTo>
                  <a:pt x="1544" y="657"/>
                </a:lnTo>
                <a:lnTo>
                  <a:pt x="1545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1"/>
                </a:lnTo>
                <a:lnTo>
                  <a:pt x="1548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4" y="669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6" y="672"/>
                </a:lnTo>
                <a:lnTo>
                  <a:pt x="1557" y="672"/>
                </a:lnTo>
                <a:lnTo>
                  <a:pt x="1558" y="671"/>
                </a:lnTo>
                <a:lnTo>
                  <a:pt x="1559" y="671"/>
                </a:lnTo>
                <a:lnTo>
                  <a:pt x="1561" y="671"/>
                </a:lnTo>
                <a:lnTo>
                  <a:pt x="1563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8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69" y="679"/>
                </a:lnTo>
                <a:lnTo>
                  <a:pt x="1569" y="680"/>
                </a:lnTo>
                <a:lnTo>
                  <a:pt x="1570" y="681"/>
                </a:lnTo>
                <a:lnTo>
                  <a:pt x="1570" y="682"/>
                </a:lnTo>
                <a:lnTo>
                  <a:pt x="1571" y="682"/>
                </a:lnTo>
                <a:lnTo>
                  <a:pt x="1572" y="683"/>
                </a:lnTo>
                <a:lnTo>
                  <a:pt x="1573" y="683"/>
                </a:lnTo>
                <a:lnTo>
                  <a:pt x="1572" y="686"/>
                </a:lnTo>
                <a:lnTo>
                  <a:pt x="1572" y="687"/>
                </a:lnTo>
                <a:lnTo>
                  <a:pt x="1571" y="688"/>
                </a:lnTo>
                <a:lnTo>
                  <a:pt x="1571" y="689"/>
                </a:lnTo>
                <a:lnTo>
                  <a:pt x="1574" y="691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3"/>
                </a:lnTo>
                <a:lnTo>
                  <a:pt x="1578" y="714"/>
                </a:lnTo>
                <a:lnTo>
                  <a:pt x="1579" y="714"/>
                </a:lnTo>
                <a:lnTo>
                  <a:pt x="1583" y="714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2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79" y="724"/>
                </a:lnTo>
                <a:lnTo>
                  <a:pt x="1579" y="725"/>
                </a:lnTo>
                <a:lnTo>
                  <a:pt x="1578" y="726"/>
                </a:lnTo>
                <a:lnTo>
                  <a:pt x="1578" y="728"/>
                </a:lnTo>
                <a:lnTo>
                  <a:pt x="1577" y="729"/>
                </a:lnTo>
                <a:lnTo>
                  <a:pt x="1576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0" y="739"/>
                </a:lnTo>
                <a:lnTo>
                  <a:pt x="1569" y="740"/>
                </a:lnTo>
                <a:lnTo>
                  <a:pt x="1568" y="741"/>
                </a:lnTo>
                <a:lnTo>
                  <a:pt x="1567" y="741"/>
                </a:lnTo>
                <a:lnTo>
                  <a:pt x="1567" y="742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2" y="749"/>
                </a:lnTo>
                <a:lnTo>
                  <a:pt x="1572" y="751"/>
                </a:lnTo>
                <a:lnTo>
                  <a:pt x="1575" y="757"/>
                </a:lnTo>
                <a:lnTo>
                  <a:pt x="1578" y="760"/>
                </a:lnTo>
                <a:lnTo>
                  <a:pt x="1578" y="765"/>
                </a:lnTo>
                <a:lnTo>
                  <a:pt x="1577" y="766"/>
                </a:lnTo>
                <a:lnTo>
                  <a:pt x="1578" y="766"/>
                </a:lnTo>
                <a:lnTo>
                  <a:pt x="1578" y="767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8" y="780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8" y="827"/>
                </a:lnTo>
                <a:lnTo>
                  <a:pt x="1549" y="828"/>
                </a:lnTo>
                <a:lnTo>
                  <a:pt x="1551" y="829"/>
                </a:lnTo>
                <a:lnTo>
                  <a:pt x="1553" y="830"/>
                </a:lnTo>
                <a:lnTo>
                  <a:pt x="1555" y="831"/>
                </a:lnTo>
                <a:lnTo>
                  <a:pt x="1556" y="832"/>
                </a:lnTo>
                <a:lnTo>
                  <a:pt x="1556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59" y="842"/>
                </a:lnTo>
                <a:lnTo>
                  <a:pt x="1559" y="844"/>
                </a:lnTo>
                <a:lnTo>
                  <a:pt x="1559" y="846"/>
                </a:lnTo>
                <a:lnTo>
                  <a:pt x="1562" y="845"/>
                </a:lnTo>
                <a:lnTo>
                  <a:pt x="1565" y="847"/>
                </a:lnTo>
                <a:lnTo>
                  <a:pt x="1567" y="850"/>
                </a:lnTo>
                <a:lnTo>
                  <a:pt x="1565" y="855"/>
                </a:lnTo>
                <a:lnTo>
                  <a:pt x="1566" y="855"/>
                </a:lnTo>
                <a:lnTo>
                  <a:pt x="1566" y="856"/>
                </a:lnTo>
                <a:lnTo>
                  <a:pt x="1573" y="855"/>
                </a:lnTo>
                <a:lnTo>
                  <a:pt x="1576" y="853"/>
                </a:lnTo>
                <a:lnTo>
                  <a:pt x="1578" y="853"/>
                </a:lnTo>
                <a:lnTo>
                  <a:pt x="1581" y="854"/>
                </a:lnTo>
                <a:lnTo>
                  <a:pt x="1584" y="853"/>
                </a:lnTo>
                <a:lnTo>
                  <a:pt x="1585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89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4" y="862"/>
                </a:lnTo>
                <a:lnTo>
                  <a:pt x="1606" y="862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4"/>
                </a:lnTo>
                <a:lnTo>
                  <a:pt x="1611" y="863"/>
                </a:lnTo>
                <a:lnTo>
                  <a:pt x="1615" y="860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2"/>
                </a:lnTo>
                <a:lnTo>
                  <a:pt x="1620" y="863"/>
                </a:lnTo>
                <a:lnTo>
                  <a:pt x="1621" y="865"/>
                </a:lnTo>
                <a:lnTo>
                  <a:pt x="1622" y="865"/>
                </a:lnTo>
                <a:lnTo>
                  <a:pt x="1625" y="866"/>
                </a:lnTo>
                <a:lnTo>
                  <a:pt x="1627" y="868"/>
                </a:lnTo>
                <a:lnTo>
                  <a:pt x="1628" y="867"/>
                </a:lnTo>
                <a:lnTo>
                  <a:pt x="1629" y="867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69"/>
                </a:lnTo>
                <a:lnTo>
                  <a:pt x="1640" y="869"/>
                </a:lnTo>
                <a:lnTo>
                  <a:pt x="1641" y="868"/>
                </a:lnTo>
                <a:lnTo>
                  <a:pt x="1649" y="867"/>
                </a:lnTo>
                <a:lnTo>
                  <a:pt x="1657" y="867"/>
                </a:lnTo>
                <a:lnTo>
                  <a:pt x="1661" y="867"/>
                </a:lnTo>
                <a:lnTo>
                  <a:pt x="1663" y="867"/>
                </a:lnTo>
                <a:lnTo>
                  <a:pt x="1667" y="867"/>
                </a:lnTo>
                <a:lnTo>
                  <a:pt x="1671" y="867"/>
                </a:lnTo>
                <a:lnTo>
                  <a:pt x="1675" y="867"/>
                </a:lnTo>
                <a:lnTo>
                  <a:pt x="1680" y="870"/>
                </a:lnTo>
                <a:lnTo>
                  <a:pt x="1688" y="874"/>
                </a:lnTo>
                <a:lnTo>
                  <a:pt x="1689" y="873"/>
                </a:lnTo>
                <a:lnTo>
                  <a:pt x="1690" y="873"/>
                </a:lnTo>
                <a:lnTo>
                  <a:pt x="1691" y="873"/>
                </a:lnTo>
                <a:lnTo>
                  <a:pt x="1695" y="873"/>
                </a:lnTo>
                <a:lnTo>
                  <a:pt x="1698" y="874"/>
                </a:lnTo>
                <a:lnTo>
                  <a:pt x="1704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8" y="874"/>
                </a:lnTo>
                <a:lnTo>
                  <a:pt x="1720" y="874"/>
                </a:lnTo>
                <a:lnTo>
                  <a:pt x="1722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1" y="872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1"/>
                </a:lnTo>
                <a:lnTo>
                  <a:pt x="1748" y="872"/>
                </a:lnTo>
                <a:lnTo>
                  <a:pt x="1750" y="872"/>
                </a:lnTo>
                <a:lnTo>
                  <a:pt x="1750" y="873"/>
                </a:lnTo>
                <a:lnTo>
                  <a:pt x="1751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0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4" y="875"/>
                </a:lnTo>
                <a:lnTo>
                  <a:pt x="1765" y="875"/>
                </a:lnTo>
                <a:lnTo>
                  <a:pt x="1770" y="874"/>
                </a:lnTo>
                <a:lnTo>
                  <a:pt x="1771" y="874"/>
                </a:lnTo>
                <a:lnTo>
                  <a:pt x="1772" y="874"/>
                </a:lnTo>
                <a:lnTo>
                  <a:pt x="1778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5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0"/>
                </a:lnTo>
                <a:lnTo>
                  <a:pt x="1797" y="880"/>
                </a:lnTo>
                <a:lnTo>
                  <a:pt x="1799" y="880"/>
                </a:lnTo>
                <a:lnTo>
                  <a:pt x="1800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5" y="884"/>
                </a:lnTo>
                <a:lnTo>
                  <a:pt x="1817" y="885"/>
                </a:lnTo>
                <a:lnTo>
                  <a:pt x="1819" y="886"/>
                </a:lnTo>
                <a:lnTo>
                  <a:pt x="1821" y="886"/>
                </a:lnTo>
                <a:lnTo>
                  <a:pt x="1821" y="887"/>
                </a:lnTo>
                <a:lnTo>
                  <a:pt x="1821" y="889"/>
                </a:lnTo>
                <a:lnTo>
                  <a:pt x="1822" y="889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3"/>
                </a:lnTo>
                <a:lnTo>
                  <a:pt x="1838" y="896"/>
                </a:lnTo>
                <a:lnTo>
                  <a:pt x="1842" y="898"/>
                </a:lnTo>
                <a:lnTo>
                  <a:pt x="1845" y="899"/>
                </a:lnTo>
                <a:lnTo>
                  <a:pt x="1849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6" y="909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6"/>
                </a:lnTo>
                <a:lnTo>
                  <a:pt x="1876" y="918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8" y="924"/>
                </a:lnTo>
                <a:lnTo>
                  <a:pt x="1879" y="925"/>
                </a:lnTo>
                <a:lnTo>
                  <a:pt x="1882" y="924"/>
                </a:lnTo>
                <a:lnTo>
                  <a:pt x="1883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5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09" y="938"/>
                </a:lnTo>
                <a:lnTo>
                  <a:pt x="1911" y="942"/>
                </a:lnTo>
                <a:lnTo>
                  <a:pt x="1913" y="943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4" y="946"/>
                </a:lnTo>
                <a:lnTo>
                  <a:pt x="1926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5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8" y="950"/>
                </a:lnTo>
                <a:lnTo>
                  <a:pt x="1954" y="950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5"/>
                </a:lnTo>
                <a:lnTo>
                  <a:pt x="1971" y="975"/>
                </a:lnTo>
                <a:lnTo>
                  <a:pt x="1975" y="977"/>
                </a:lnTo>
                <a:lnTo>
                  <a:pt x="1984" y="977"/>
                </a:lnTo>
                <a:lnTo>
                  <a:pt x="1984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1" y="990"/>
                </a:lnTo>
                <a:lnTo>
                  <a:pt x="1993" y="993"/>
                </a:lnTo>
                <a:lnTo>
                  <a:pt x="1995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1" y="1013"/>
                </a:lnTo>
                <a:lnTo>
                  <a:pt x="2003" y="1017"/>
                </a:lnTo>
                <a:lnTo>
                  <a:pt x="2003" y="1019"/>
                </a:lnTo>
                <a:lnTo>
                  <a:pt x="2010" y="1031"/>
                </a:lnTo>
                <a:lnTo>
                  <a:pt x="2014" y="1038"/>
                </a:lnTo>
                <a:lnTo>
                  <a:pt x="2016" y="1051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37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6" y="1108"/>
                </a:lnTo>
                <a:lnTo>
                  <a:pt x="2068" y="1108"/>
                </a:lnTo>
                <a:lnTo>
                  <a:pt x="2070" y="1107"/>
                </a:lnTo>
                <a:lnTo>
                  <a:pt x="2072" y="1107"/>
                </a:lnTo>
                <a:lnTo>
                  <a:pt x="2073" y="1107"/>
                </a:lnTo>
                <a:lnTo>
                  <a:pt x="2075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6"/>
                </a:lnTo>
                <a:lnTo>
                  <a:pt x="2082" y="1106"/>
                </a:lnTo>
                <a:lnTo>
                  <a:pt x="2085" y="1106"/>
                </a:lnTo>
                <a:lnTo>
                  <a:pt x="2095" y="1105"/>
                </a:lnTo>
                <a:lnTo>
                  <a:pt x="2100" y="1105"/>
                </a:lnTo>
                <a:lnTo>
                  <a:pt x="2106" y="1105"/>
                </a:lnTo>
                <a:lnTo>
                  <a:pt x="2115" y="1105"/>
                </a:lnTo>
                <a:lnTo>
                  <a:pt x="2117" y="1105"/>
                </a:lnTo>
                <a:lnTo>
                  <a:pt x="2119" y="1104"/>
                </a:lnTo>
                <a:lnTo>
                  <a:pt x="2120" y="1104"/>
                </a:lnTo>
                <a:lnTo>
                  <a:pt x="2121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29" y="1102"/>
                </a:lnTo>
                <a:lnTo>
                  <a:pt x="2131" y="1102"/>
                </a:lnTo>
                <a:lnTo>
                  <a:pt x="2133" y="1101"/>
                </a:lnTo>
                <a:lnTo>
                  <a:pt x="2180" y="1108"/>
                </a:lnTo>
                <a:lnTo>
                  <a:pt x="2197" y="1111"/>
                </a:lnTo>
                <a:lnTo>
                  <a:pt x="2225" y="1116"/>
                </a:lnTo>
                <a:lnTo>
                  <a:pt x="2256" y="1117"/>
                </a:lnTo>
                <a:lnTo>
                  <a:pt x="2266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3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3"/>
                </a:lnTo>
                <a:lnTo>
                  <a:pt x="2516" y="1125"/>
                </a:lnTo>
                <a:lnTo>
                  <a:pt x="2529" y="1128"/>
                </a:lnTo>
                <a:lnTo>
                  <a:pt x="2550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8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1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5" y="1200"/>
                </a:lnTo>
                <a:lnTo>
                  <a:pt x="2735" y="1203"/>
                </a:lnTo>
                <a:lnTo>
                  <a:pt x="2755" y="1202"/>
                </a:lnTo>
                <a:lnTo>
                  <a:pt x="2775" y="1199"/>
                </a:lnTo>
                <a:lnTo>
                  <a:pt x="2795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8" y="1208"/>
                </a:lnTo>
                <a:lnTo>
                  <a:pt x="2864" y="1208"/>
                </a:lnTo>
                <a:lnTo>
                  <a:pt x="2870" y="1205"/>
                </a:lnTo>
                <a:lnTo>
                  <a:pt x="2872" y="1203"/>
                </a:lnTo>
                <a:lnTo>
                  <a:pt x="2881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5" y="1177"/>
                </a:lnTo>
                <a:lnTo>
                  <a:pt x="2961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4" y="1140"/>
                </a:lnTo>
                <a:lnTo>
                  <a:pt x="3060" y="1135"/>
                </a:lnTo>
                <a:lnTo>
                  <a:pt x="3063" y="1135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0" y="1138"/>
                </a:lnTo>
                <a:lnTo>
                  <a:pt x="3116" y="1138"/>
                </a:lnTo>
                <a:lnTo>
                  <a:pt x="3130" y="1135"/>
                </a:lnTo>
                <a:lnTo>
                  <a:pt x="3135" y="1137"/>
                </a:lnTo>
                <a:lnTo>
                  <a:pt x="3151" y="1137"/>
                </a:lnTo>
                <a:lnTo>
                  <a:pt x="3156" y="1137"/>
                </a:lnTo>
                <a:lnTo>
                  <a:pt x="3171" y="1140"/>
                </a:lnTo>
                <a:lnTo>
                  <a:pt x="3180" y="1140"/>
                </a:lnTo>
                <a:lnTo>
                  <a:pt x="3183" y="1141"/>
                </a:lnTo>
                <a:lnTo>
                  <a:pt x="3184" y="1142"/>
                </a:lnTo>
                <a:lnTo>
                  <a:pt x="3194" y="1137"/>
                </a:lnTo>
                <a:lnTo>
                  <a:pt x="3198" y="1136"/>
                </a:lnTo>
                <a:lnTo>
                  <a:pt x="3199" y="1137"/>
                </a:lnTo>
                <a:lnTo>
                  <a:pt x="3200" y="1135"/>
                </a:lnTo>
                <a:lnTo>
                  <a:pt x="3220" y="1137"/>
                </a:lnTo>
                <a:lnTo>
                  <a:pt x="3224" y="1138"/>
                </a:lnTo>
                <a:lnTo>
                  <a:pt x="3226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6"/>
                </a:lnTo>
                <a:lnTo>
                  <a:pt x="3235" y="1136"/>
                </a:lnTo>
                <a:lnTo>
                  <a:pt x="3238" y="1136"/>
                </a:lnTo>
                <a:lnTo>
                  <a:pt x="3242" y="1136"/>
                </a:lnTo>
                <a:lnTo>
                  <a:pt x="3243" y="1134"/>
                </a:lnTo>
                <a:lnTo>
                  <a:pt x="3245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3" y="1124"/>
                </a:lnTo>
                <a:lnTo>
                  <a:pt x="3280" y="1117"/>
                </a:lnTo>
                <a:lnTo>
                  <a:pt x="3286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13" y="1109"/>
                </a:lnTo>
                <a:lnTo>
                  <a:pt x="3316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0" y="1097"/>
                </a:lnTo>
                <a:lnTo>
                  <a:pt x="3341" y="1089"/>
                </a:lnTo>
                <a:lnTo>
                  <a:pt x="3345" y="1087"/>
                </a:lnTo>
                <a:lnTo>
                  <a:pt x="3350" y="1078"/>
                </a:lnTo>
                <a:lnTo>
                  <a:pt x="3350" y="1076"/>
                </a:lnTo>
                <a:lnTo>
                  <a:pt x="3354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4" y="1043"/>
                </a:lnTo>
                <a:lnTo>
                  <a:pt x="3386" y="1043"/>
                </a:lnTo>
                <a:lnTo>
                  <a:pt x="3391" y="1041"/>
                </a:lnTo>
                <a:lnTo>
                  <a:pt x="3395" y="1040"/>
                </a:lnTo>
                <a:lnTo>
                  <a:pt x="3402" y="1037"/>
                </a:lnTo>
                <a:lnTo>
                  <a:pt x="3407" y="1036"/>
                </a:lnTo>
                <a:lnTo>
                  <a:pt x="3409" y="1036"/>
                </a:lnTo>
                <a:lnTo>
                  <a:pt x="3410" y="1035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0"/>
                </a:lnTo>
                <a:lnTo>
                  <a:pt x="3429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5" y="1004"/>
                </a:lnTo>
                <a:lnTo>
                  <a:pt x="3465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49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3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1" y="928"/>
                </a:lnTo>
                <a:lnTo>
                  <a:pt x="3425" y="926"/>
                </a:lnTo>
                <a:lnTo>
                  <a:pt x="3426" y="921"/>
                </a:lnTo>
                <a:lnTo>
                  <a:pt x="3429" y="920"/>
                </a:lnTo>
                <a:lnTo>
                  <a:pt x="3429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4" y="898"/>
                </a:lnTo>
                <a:lnTo>
                  <a:pt x="3439" y="892"/>
                </a:lnTo>
                <a:lnTo>
                  <a:pt x="3441" y="889"/>
                </a:lnTo>
                <a:lnTo>
                  <a:pt x="3445" y="881"/>
                </a:lnTo>
                <a:lnTo>
                  <a:pt x="3448" y="878"/>
                </a:lnTo>
                <a:lnTo>
                  <a:pt x="3458" y="871"/>
                </a:lnTo>
                <a:lnTo>
                  <a:pt x="3464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4" y="869"/>
                </a:lnTo>
                <a:lnTo>
                  <a:pt x="3507" y="868"/>
                </a:lnTo>
                <a:lnTo>
                  <a:pt x="3517" y="875"/>
                </a:lnTo>
                <a:lnTo>
                  <a:pt x="3523" y="882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3"/>
                </a:lnTo>
                <a:lnTo>
                  <a:pt x="3560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7" y="900"/>
                </a:lnTo>
                <a:lnTo>
                  <a:pt x="3615" y="902"/>
                </a:lnTo>
                <a:lnTo>
                  <a:pt x="3623" y="897"/>
                </a:lnTo>
                <a:lnTo>
                  <a:pt x="3626" y="894"/>
                </a:lnTo>
                <a:lnTo>
                  <a:pt x="3630" y="891"/>
                </a:lnTo>
                <a:lnTo>
                  <a:pt x="3636" y="890"/>
                </a:lnTo>
                <a:lnTo>
                  <a:pt x="3636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8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0" y="884"/>
                </a:lnTo>
                <a:lnTo>
                  <a:pt x="3641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5" y="884"/>
                </a:lnTo>
                <a:lnTo>
                  <a:pt x="3649" y="883"/>
                </a:lnTo>
                <a:lnTo>
                  <a:pt x="3654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3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8"/>
                </a:lnTo>
                <a:lnTo>
                  <a:pt x="3678" y="864"/>
                </a:lnTo>
                <a:lnTo>
                  <a:pt x="3679" y="863"/>
                </a:lnTo>
                <a:lnTo>
                  <a:pt x="3680" y="863"/>
                </a:lnTo>
                <a:lnTo>
                  <a:pt x="3685" y="857"/>
                </a:lnTo>
                <a:lnTo>
                  <a:pt x="3690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7" y="842"/>
                </a:lnTo>
                <a:lnTo>
                  <a:pt x="3698" y="836"/>
                </a:lnTo>
                <a:lnTo>
                  <a:pt x="3716" y="831"/>
                </a:lnTo>
                <a:lnTo>
                  <a:pt x="3732" y="836"/>
                </a:lnTo>
                <a:lnTo>
                  <a:pt x="3736" y="837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6" y="836"/>
                </a:lnTo>
                <a:lnTo>
                  <a:pt x="3748" y="836"/>
                </a:lnTo>
                <a:lnTo>
                  <a:pt x="3754" y="835"/>
                </a:lnTo>
                <a:lnTo>
                  <a:pt x="3771" y="835"/>
                </a:lnTo>
                <a:lnTo>
                  <a:pt x="3773" y="835"/>
                </a:lnTo>
                <a:lnTo>
                  <a:pt x="3789" y="831"/>
                </a:lnTo>
                <a:lnTo>
                  <a:pt x="3801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3" y="810"/>
                </a:lnTo>
                <a:lnTo>
                  <a:pt x="3829" y="809"/>
                </a:lnTo>
                <a:lnTo>
                  <a:pt x="3831" y="808"/>
                </a:lnTo>
                <a:lnTo>
                  <a:pt x="3832" y="806"/>
                </a:lnTo>
                <a:lnTo>
                  <a:pt x="3833" y="805"/>
                </a:lnTo>
                <a:lnTo>
                  <a:pt x="3837" y="805"/>
                </a:lnTo>
                <a:lnTo>
                  <a:pt x="3840" y="806"/>
                </a:lnTo>
                <a:lnTo>
                  <a:pt x="3841" y="805"/>
                </a:lnTo>
                <a:lnTo>
                  <a:pt x="3845" y="805"/>
                </a:lnTo>
                <a:lnTo>
                  <a:pt x="3847" y="803"/>
                </a:lnTo>
                <a:lnTo>
                  <a:pt x="3848" y="802"/>
                </a:lnTo>
                <a:lnTo>
                  <a:pt x="3849" y="799"/>
                </a:lnTo>
                <a:lnTo>
                  <a:pt x="3850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0" y="786"/>
                </a:lnTo>
                <a:lnTo>
                  <a:pt x="3853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8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3" y="742"/>
                </a:lnTo>
                <a:lnTo>
                  <a:pt x="3890" y="740"/>
                </a:lnTo>
                <a:lnTo>
                  <a:pt x="3896" y="740"/>
                </a:lnTo>
                <a:lnTo>
                  <a:pt x="3898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1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3" y="734"/>
                </a:lnTo>
                <a:lnTo>
                  <a:pt x="3904" y="734"/>
                </a:lnTo>
                <a:lnTo>
                  <a:pt x="3910" y="735"/>
                </a:lnTo>
                <a:lnTo>
                  <a:pt x="3919" y="736"/>
                </a:lnTo>
                <a:lnTo>
                  <a:pt x="3921" y="736"/>
                </a:lnTo>
                <a:lnTo>
                  <a:pt x="3927" y="737"/>
                </a:lnTo>
                <a:lnTo>
                  <a:pt x="3941" y="736"/>
                </a:lnTo>
                <a:lnTo>
                  <a:pt x="3952" y="736"/>
                </a:lnTo>
                <a:lnTo>
                  <a:pt x="3953" y="733"/>
                </a:lnTo>
                <a:lnTo>
                  <a:pt x="3952" y="730"/>
                </a:lnTo>
                <a:lnTo>
                  <a:pt x="3954" y="725"/>
                </a:lnTo>
                <a:lnTo>
                  <a:pt x="3959" y="719"/>
                </a:lnTo>
                <a:lnTo>
                  <a:pt x="3956" y="714"/>
                </a:lnTo>
                <a:lnTo>
                  <a:pt x="3959" y="713"/>
                </a:lnTo>
                <a:lnTo>
                  <a:pt x="3963" y="712"/>
                </a:lnTo>
                <a:lnTo>
                  <a:pt x="3965" y="712"/>
                </a:lnTo>
                <a:lnTo>
                  <a:pt x="3968" y="712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7" y="717"/>
                </a:lnTo>
                <a:lnTo>
                  <a:pt x="3979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6" y="720"/>
                </a:lnTo>
                <a:lnTo>
                  <a:pt x="3988" y="719"/>
                </a:lnTo>
                <a:lnTo>
                  <a:pt x="3988" y="718"/>
                </a:lnTo>
                <a:lnTo>
                  <a:pt x="3989" y="718"/>
                </a:lnTo>
                <a:lnTo>
                  <a:pt x="3992" y="719"/>
                </a:lnTo>
                <a:lnTo>
                  <a:pt x="3993" y="719"/>
                </a:lnTo>
                <a:lnTo>
                  <a:pt x="3995" y="718"/>
                </a:lnTo>
                <a:lnTo>
                  <a:pt x="3996" y="718"/>
                </a:lnTo>
                <a:lnTo>
                  <a:pt x="3997" y="717"/>
                </a:lnTo>
                <a:lnTo>
                  <a:pt x="3996" y="715"/>
                </a:lnTo>
                <a:lnTo>
                  <a:pt x="3997" y="714"/>
                </a:lnTo>
                <a:lnTo>
                  <a:pt x="3999" y="714"/>
                </a:lnTo>
                <a:lnTo>
                  <a:pt x="4000" y="712"/>
                </a:lnTo>
                <a:lnTo>
                  <a:pt x="4001" y="711"/>
                </a:lnTo>
                <a:lnTo>
                  <a:pt x="4002" y="710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09"/>
                </a:lnTo>
                <a:lnTo>
                  <a:pt x="4013" y="709"/>
                </a:lnTo>
                <a:lnTo>
                  <a:pt x="4014" y="708"/>
                </a:lnTo>
                <a:lnTo>
                  <a:pt x="4020" y="704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7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2" y="702"/>
                </a:lnTo>
                <a:lnTo>
                  <a:pt x="4066" y="700"/>
                </a:lnTo>
                <a:lnTo>
                  <a:pt x="4068" y="699"/>
                </a:lnTo>
                <a:lnTo>
                  <a:pt x="4068" y="700"/>
                </a:lnTo>
                <a:lnTo>
                  <a:pt x="4070" y="702"/>
                </a:lnTo>
                <a:lnTo>
                  <a:pt x="4074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5" y="694"/>
                </a:lnTo>
                <a:lnTo>
                  <a:pt x="4088" y="695"/>
                </a:lnTo>
                <a:lnTo>
                  <a:pt x="4090" y="694"/>
                </a:lnTo>
                <a:lnTo>
                  <a:pt x="4091" y="694"/>
                </a:lnTo>
                <a:lnTo>
                  <a:pt x="4092" y="695"/>
                </a:lnTo>
                <a:lnTo>
                  <a:pt x="4092" y="697"/>
                </a:lnTo>
                <a:lnTo>
                  <a:pt x="4091" y="698"/>
                </a:lnTo>
                <a:lnTo>
                  <a:pt x="4092" y="699"/>
                </a:lnTo>
                <a:lnTo>
                  <a:pt x="4094" y="700"/>
                </a:lnTo>
                <a:lnTo>
                  <a:pt x="4096" y="698"/>
                </a:lnTo>
                <a:lnTo>
                  <a:pt x="4100" y="697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7"/>
                </a:lnTo>
                <a:lnTo>
                  <a:pt x="4110" y="708"/>
                </a:lnTo>
                <a:lnTo>
                  <a:pt x="4110" y="707"/>
                </a:lnTo>
                <a:lnTo>
                  <a:pt x="4113" y="706"/>
                </a:lnTo>
                <a:lnTo>
                  <a:pt x="4117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3" y="708"/>
                </a:lnTo>
                <a:lnTo>
                  <a:pt x="4125" y="709"/>
                </a:lnTo>
                <a:lnTo>
                  <a:pt x="4127" y="711"/>
                </a:lnTo>
                <a:lnTo>
                  <a:pt x="4128" y="711"/>
                </a:lnTo>
                <a:lnTo>
                  <a:pt x="4130" y="710"/>
                </a:lnTo>
                <a:lnTo>
                  <a:pt x="4131" y="710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4" y="709"/>
                </a:lnTo>
                <a:lnTo>
                  <a:pt x="4146" y="708"/>
                </a:lnTo>
                <a:lnTo>
                  <a:pt x="4149" y="708"/>
                </a:lnTo>
                <a:lnTo>
                  <a:pt x="4151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10"/>
                </a:lnTo>
                <a:lnTo>
                  <a:pt x="4160" y="711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6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1" y="705"/>
                </a:lnTo>
                <a:lnTo>
                  <a:pt x="4181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2" y="698"/>
                </a:lnTo>
                <a:lnTo>
                  <a:pt x="4181" y="696"/>
                </a:lnTo>
                <a:lnTo>
                  <a:pt x="4181" y="695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89"/>
                </a:lnTo>
                <a:lnTo>
                  <a:pt x="4183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6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6" y="675"/>
                </a:lnTo>
                <a:lnTo>
                  <a:pt x="4175" y="675"/>
                </a:lnTo>
                <a:lnTo>
                  <a:pt x="4172" y="671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0" y="666"/>
                </a:lnTo>
                <a:lnTo>
                  <a:pt x="4172" y="665"/>
                </a:lnTo>
                <a:lnTo>
                  <a:pt x="4168" y="658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3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9"/>
                </a:lnTo>
                <a:lnTo>
                  <a:pt x="4158" y="647"/>
                </a:lnTo>
                <a:lnTo>
                  <a:pt x="4157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49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0"/>
                </a:lnTo>
                <a:lnTo>
                  <a:pt x="4147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4" y="637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2" y="630"/>
                </a:lnTo>
                <a:lnTo>
                  <a:pt x="4132" y="629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29" y="621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3"/>
                </a:lnTo>
                <a:lnTo>
                  <a:pt x="4111" y="608"/>
                </a:lnTo>
                <a:lnTo>
                  <a:pt x="4111" y="607"/>
                </a:lnTo>
                <a:lnTo>
                  <a:pt x="4111" y="603"/>
                </a:lnTo>
                <a:lnTo>
                  <a:pt x="4105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8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7"/>
                </a:lnTo>
                <a:lnTo>
                  <a:pt x="4047" y="568"/>
                </a:lnTo>
                <a:lnTo>
                  <a:pt x="4045" y="568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1" y="567"/>
                </a:lnTo>
                <a:lnTo>
                  <a:pt x="4041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30" y="565"/>
                </a:lnTo>
                <a:lnTo>
                  <a:pt x="4031" y="565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3" y="564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8" y="566"/>
                </a:lnTo>
                <a:lnTo>
                  <a:pt x="4018" y="565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3" y="566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5" y="567"/>
                </a:lnTo>
                <a:lnTo>
                  <a:pt x="4006" y="567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7"/>
                </a:lnTo>
                <a:lnTo>
                  <a:pt x="4000" y="566"/>
                </a:lnTo>
                <a:lnTo>
                  <a:pt x="3999" y="566"/>
                </a:lnTo>
                <a:lnTo>
                  <a:pt x="3992" y="567"/>
                </a:lnTo>
                <a:lnTo>
                  <a:pt x="3991" y="568"/>
                </a:lnTo>
                <a:lnTo>
                  <a:pt x="3990" y="568"/>
                </a:lnTo>
                <a:lnTo>
                  <a:pt x="3966" y="591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3"/>
                </a:lnTo>
                <a:lnTo>
                  <a:pt x="3963" y="593"/>
                </a:lnTo>
                <a:lnTo>
                  <a:pt x="3963" y="594"/>
                </a:lnTo>
                <a:lnTo>
                  <a:pt x="3953" y="605"/>
                </a:lnTo>
                <a:lnTo>
                  <a:pt x="3927" y="587"/>
                </a:lnTo>
                <a:lnTo>
                  <a:pt x="3919" y="584"/>
                </a:lnTo>
                <a:lnTo>
                  <a:pt x="3908" y="580"/>
                </a:lnTo>
                <a:lnTo>
                  <a:pt x="3900" y="579"/>
                </a:lnTo>
                <a:lnTo>
                  <a:pt x="3889" y="580"/>
                </a:lnTo>
                <a:lnTo>
                  <a:pt x="3869" y="585"/>
                </a:lnTo>
                <a:lnTo>
                  <a:pt x="3853" y="581"/>
                </a:lnTo>
                <a:lnTo>
                  <a:pt x="3839" y="587"/>
                </a:lnTo>
                <a:lnTo>
                  <a:pt x="3826" y="601"/>
                </a:lnTo>
                <a:lnTo>
                  <a:pt x="3823" y="601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3"/>
                </a:lnTo>
                <a:lnTo>
                  <a:pt x="3812" y="542"/>
                </a:lnTo>
                <a:lnTo>
                  <a:pt x="3810" y="515"/>
                </a:lnTo>
                <a:lnTo>
                  <a:pt x="3835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8" y="387"/>
                </a:lnTo>
                <a:lnTo>
                  <a:pt x="3924" y="395"/>
                </a:lnTo>
                <a:lnTo>
                  <a:pt x="3931" y="397"/>
                </a:lnTo>
                <a:lnTo>
                  <a:pt x="3944" y="402"/>
                </a:lnTo>
                <a:lnTo>
                  <a:pt x="3962" y="402"/>
                </a:lnTo>
                <a:lnTo>
                  <a:pt x="3976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3" y="411"/>
                </a:lnTo>
                <a:lnTo>
                  <a:pt x="3994" y="411"/>
                </a:lnTo>
                <a:lnTo>
                  <a:pt x="3995" y="410"/>
                </a:lnTo>
                <a:lnTo>
                  <a:pt x="3996" y="409"/>
                </a:lnTo>
                <a:lnTo>
                  <a:pt x="3995" y="409"/>
                </a:lnTo>
                <a:lnTo>
                  <a:pt x="3995" y="408"/>
                </a:lnTo>
                <a:lnTo>
                  <a:pt x="3996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5"/>
                </a:lnTo>
                <a:lnTo>
                  <a:pt x="3999" y="405"/>
                </a:lnTo>
                <a:lnTo>
                  <a:pt x="3999" y="406"/>
                </a:lnTo>
                <a:lnTo>
                  <a:pt x="3999" y="405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3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7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3"/>
                </a:lnTo>
                <a:lnTo>
                  <a:pt x="4016" y="403"/>
                </a:lnTo>
                <a:lnTo>
                  <a:pt x="4017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19" y="399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8" y="393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1"/>
                </a:lnTo>
                <a:lnTo>
                  <a:pt x="4030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5" y="389"/>
                </a:lnTo>
                <a:lnTo>
                  <a:pt x="4036" y="389"/>
                </a:lnTo>
                <a:lnTo>
                  <a:pt x="4036" y="388"/>
                </a:lnTo>
                <a:lnTo>
                  <a:pt x="4037" y="388"/>
                </a:lnTo>
                <a:lnTo>
                  <a:pt x="4037" y="387"/>
                </a:lnTo>
                <a:lnTo>
                  <a:pt x="4038" y="388"/>
                </a:lnTo>
                <a:lnTo>
                  <a:pt x="4039" y="388"/>
                </a:lnTo>
                <a:lnTo>
                  <a:pt x="4039" y="387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3" y="386"/>
                </a:lnTo>
                <a:lnTo>
                  <a:pt x="4043" y="385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1"/>
                </a:lnTo>
                <a:lnTo>
                  <a:pt x="4045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4" y="376"/>
                </a:lnTo>
                <a:lnTo>
                  <a:pt x="4055" y="376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59" y="373"/>
                </a:lnTo>
                <a:lnTo>
                  <a:pt x="4060" y="373"/>
                </a:lnTo>
                <a:lnTo>
                  <a:pt x="4059" y="373"/>
                </a:lnTo>
                <a:lnTo>
                  <a:pt x="4059" y="372"/>
                </a:lnTo>
                <a:lnTo>
                  <a:pt x="4060" y="372"/>
                </a:lnTo>
                <a:lnTo>
                  <a:pt x="4060" y="371"/>
                </a:lnTo>
                <a:lnTo>
                  <a:pt x="4061" y="371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4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7" y="369"/>
                </a:lnTo>
                <a:lnTo>
                  <a:pt x="4069" y="369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5" y="370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68"/>
                </a:lnTo>
                <a:lnTo>
                  <a:pt x="4078" y="368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0" y="368"/>
                </a:lnTo>
                <a:lnTo>
                  <a:pt x="4081" y="368"/>
                </a:lnTo>
                <a:lnTo>
                  <a:pt x="4081" y="367"/>
                </a:lnTo>
                <a:lnTo>
                  <a:pt x="4082" y="367"/>
                </a:lnTo>
                <a:lnTo>
                  <a:pt x="4083" y="367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8"/>
                </a:lnTo>
                <a:lnTo>
                  <a:pt x="4085" y="367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8" y="366"/>
                </a:lnTo>
                <a:lnTo>
                  <a:pt x="4089" y="366"/>
                </a:lnTo>
                <a:lnTo>
                  <a:pt x="4089" y="367"/>
                </a:lnTo>
                <a:lnTo>
                  <a:pt x="4089" y="366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3" y="366"/>
                </a:lnTo>
                <a:lnTo>
                  <a:pt x="4094" y="366"/>
                </a:lnTo>
                <a:lnTo>
                  <a:pt x="4094" y="365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3" y="366"/>
                </a:lnTo>
                <a:lnTo>
                  <a:pt x="4104" y="366"/>
                </a:lnTo>
                <a:lnTo>
                  <a:pt x="4104" y="365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0" y="363"/>
                </a:lnTo>
                <a:lnTo>
                  <a:pt x="4110" y="362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4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7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2"/>
                </a:lnTo>
                <a:lnTo>
                  <a:pt x="4126" y="351"/>
                </a:lnTo>
                <a:lnTo>
                  <a:pt x="4125" y="350"/>
                </a:lnTo>
                <a:lnTo>
                  <a:pt x="4127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7" y="348"/>
                </a:lnTo>
                <a:lnTo>
                  <a:pt x="4127" y="347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29" y="346"/>
                </a:lnTo>
                <a:lnTo>
                  <a:pt x="4129" y="345"/>
                </a:lnTo>
                <a:lnTo>
                  <a:pt x="4131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8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6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28" y="335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0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1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7"/>
                </a:lnTo>
                <a:lnTo>
                  <a:pt x="4128" y="327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6" y="328"/>
                </a:lnTo>
                <a:lnTo>
                  <a:pt x="4127" y="328"/>
                </a:lnTo>
                <a:lnTo>
                  <a:pt x="4126" y="329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3" y="327"/>
                </a:lnTo>
                <a:lnTo>
                  <a:pt x="4123" y="328"/>
                </a:lnTo>
                <a:lnTo>
                  <a:pt x="4122" y="328"/>
                </a:lnTo>
                <a:lnTo>
                  <a:pt x="4122" y="329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0" y="325"/>
                </a:lnTo>
                <a:lnTo>
                  <a:pt x="4110" y="324"/>
                </a:lnTo>
                <a:lnTo>
                  <a:pt x="4111" y="324"/>
                </a:lnTo>
                <a:lnTo>
                  <a:pt x="4112" y="323"/>
                </a:lnTo>
                <a:lnTo>
                  <a:pt x="4112" y="322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8" y="321"/>
                </a:lnTo>
                <a:lnTo>
                  <a:pt x="4118" y="320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2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1" y="313"/>
                </a:lnTo>
                <a:lnTo>
                  <a:pt x="4120" y="313"/>
                </a:lnTo>
                <a:lnTo>
                  <a:pt x="4120" y="312"/>
                </a:lnTo>
                <a:lnTo>
                  <a:pt x="4122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4" y="307"/>
                </a:lnTo>
                <a:lnTo>
                  <a:pt x="4123" y="307"/>
                </a:lnTo>
                <a:lnTo>
                  <a:pt x="4123" y="306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4" y="303"/>
                </a:lnTo>
                <a:lnTo>
                  <a:pt x="4125" y="302"/>
                </a:lnTo>
                <a:lnTo>
                  <a:pt x="4125" y="301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0"/>
                </a:lnTo>
                <a:lnTo>
                  <a:pt x="4129" y="300"/>
                </a:lnTo>
                <a:lnTo>
                  <a:pt x="4129" y="299"/>
                </a:lnTo>
                <a:lnTo>
                  <a:pt x="4129" y="298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2" y="299"/>
                </a:lnTo>
                <a:lnTo>
                  <a:pt x="4132" y="298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4" y="295"/>
                </a:lnTo>
                <a:lnTo>
                  <a:pt x="4133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0" y="292"/>
                </a:lnTo>
                <a:lnTo>
                  <a:pt x="4139" y="292"/>
                </a:lnTo>
                <a:lnTo>
                  <a:pt x="4140" y="292"/>
                </a:lnTo>
                <a:lnTo>
                  <a:pt x="4140" y="291"/>
                </a:lnTo>
                <a:lnTo>
                  <a:pt x="4141" y="291"/>
                </a:lnTo>
                <a:lnTo>
                  <a:pt x="4141" y="290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8"/>
                </a:lnTo>
                <a:lnTo>
                  <a:pt x="4144" y="288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4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3" y="274"/>
                </a:lnTo>
                <a:lnTo>
                  <a:pt x="4144" y="274"/>
                </a:lnTo>
                <a:lnTo>
                  <a:pt x="4145" y="273"/>
                </a:lnTo>
                <a:lnTo>
                  <a:pt x="4145" y="272"/>
                </a:lnTo>
                <a:lnTo>
                  <a:pt x="4146" y="272"/>
                </a:lnTo>
                <a:lnTo>
                  <a:pt x="4146" y="271"/>
                </a:lnTo>
                <a:lnTo>
                  <a:pt x="4147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69"/>
                </a:lnTo>
                <a:lnTo>
                  <a:pt x="4150" y="268"/>
                </a:lnTo>
                <a:lnTo>
                  <a:pt x="4151" y="268"/>
                </a:lnTo>
                <a:lnTo>
                  <a:pt x="4151" y="267"/>
                </a:lnTo>
                <a:lnTo>
                  <a:pt x="4151" y="266"/>
                </a:lnTo>
                <a:lnTo>
                  <a:pt x="4152" y="266"/>
                </a:lnTo>
                <a:lnTo>
                  <a:pt x="4152" y="265"/>
                </a:lnTo>
                <a:lnTo>
                  <a:pt x="4152" y="264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5" y="262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8"/>
                </a:lnTo>
                <a:lnTo>
                  <a:pt x="4161" y="258"/>
                </a:lnTo>
                <a:lnTo>
                  <a:pt x="4162" y="258"/>
                </a:lnTo>
                <a:lnTo>
                  <a:pt x="4162" y="257"/>
                </a:lnTo>
                <a:lnTo>
                  <a:pt x="4163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6" y="252"/>
                </a:lnTo>
                <a:lnTo>
                  <a:pt x="4167" y="252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7" y="250"/>
                </a:lnTo>
                <a:lnTo>
                  <a:pt x="4167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7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8" y="240"/>
                </a:lnTo>
                <a:lnTo>
                  <a:pt x="4167" y="240"/>
                </a:lnTo>
                <a:lnTo>
                  <a:pt x="4168" y="239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5"/>
                </a:lnTo>
                <a:lnTo>
                  <a:pt x="4174" y="235"/>
                </a:lnTo>
                <a:lnTo>
                  <a:pt x="4173" y="234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8" y="231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8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0" y="226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5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89" y="209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3" y="205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2" y="202"/>
                </a:lnTo>
                <a:lnTo>
                  <a:pt x="4193" y="201"/>
                </a:lnTo>
                <a:lnTo>
                  <a:pt x="4193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4" y="198"/>
                </a:lnTo>
                <a:lnTo>
                  <a:pt x="4194" y="197"/>
                </a:lnTo>
                <a:lnTo>
                  <a:pt x="4195" y="197"/>
                </a:lnTo>
                <a:lnTo>
                  <a:pt x="4195" y="196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3" y="192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09" y="188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3" y="185"/>
                </a:lnTo>
                <a:lnTo>
                  <a:pt x="4214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2" y="180"/>
                </a:lnTo>
                <a:lnTo>
                  <a:pt x="4223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5" y="178"/>
                </a:lnTo>
                <a:lnTo>
                  <a:pt x="4225" y="177"/>
                </a:lnTo>
                <a:lnTo>
                  <a:pt x="4225" y="176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3"/>
                </a:lnTo>
                <a:lnTo>
                  <a:pt x="4232" y="172"/>
                </a:lnTo>
                <a:lnTo>
                  <a:pt x="4232" y="171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38" y="169"/>
                </a:lnTo>
                <a:lnTo>
                  <a:pt x="4239" y="169"/>
                </a:lnTo>
                <a:lnTo>
                  <a:pt x="4239" y="168"/>
                </a:lnTo>
                <a:lnTo>
                  <a:pt x="4240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2" y="168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5" y="167"/>
                </a:lnTo>
                <a:lnTo>
                  <a:pt x="4247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1" y="162"/>
                </a:lnTo>
                <a:lnTo>
                  <a:pt x="4252" y="162"/>
                </a:lnTo>
                <a:lnTo>
                  <a:pt x="4252" y="161"/>
                </a:lnTo>
                <a:lnTo>
                  <a:pt x="4253" y="161"/>
                </a:lnTo>
                <a:lnTo>
                  <a:pt x="4253" y="160"/>
                </a:lnTo>
                <a:lnTo>
                  <a:pt x="4253" y="159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7"/>
                </a:lnTo>
                <a:lnTo>
                  <a:pt x="4252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2" y="153"/>
                </a:lnTo>
                <a:lnTo>
                  <a:pt x="4253" y="153"/>
                </a:lnTo>
                <a:lnTo>
                  <a:pt x="4253" y="152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0"/>
                </a:lnTo>
                <a:lnTo>
                  <a:pt x="4256" y="149"/>
                </a:lnTo>
                <a:lnTo>
                  <a:pt x="4257" y="149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8" y="144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6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5" y="124"/>
                </a:lnTo>
                <a:lnTo>
                  <a:pt x="4245" y="123"/>
                </a:lnTo>
                <a:lnTo>
                  <a:pt x="4245" y="122"/>
                </a:lnTo>
                <a:lnTo>
                  <a:pt x="4247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7" y="120"/>
                </a:lnTo>
                <a:lnTo>
                  <a:pt x="4248" y="120"/>
                </a:lnTo>
                <a:lnTo>
                  <a:pt x="4248" y="119"/>
                </a:lnTo>
                <a:lnTo>
                  <a:pt x="4249" y="119"/>
                </a:lnTo>
                <a:lnTo>
                  <a:pt x="4249" y="118"/>
                </a:lnTo>
                <a:lnTo>
                  <a:pt x="4249" y="117"/>
                </a:lnTo>
                <a:lnTo>
                  <a:pt x="4250" y="117"/>
                </a:lnTo>
                <a:lnTo>
                  <a:pt x="4250" y="116"/>
                </a:lnTo>
                <a:lnTo>
                  <a:pt x="4251" y="116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8"/>
                </a:lnTo>
                <a:lnTo>
                  <a:pt x="4251" y="108"/>
                </a:lnTo>
                <a:lnTo>
                  <a:pt x="4251" y="107"/>
                </a:lnTo>
                <a:lnTo>
                  <a:pt x="4251" y="106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4" y="105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0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2" y="99"/>
                </a:lnTo>
                <a:lnTo>
                  <a:pt x="4240" y="99"/>
                </a:lnTo>
                <a:lnTo>
                  <a:pt x="4239" y="98"/>
                </a:lnTo>
                <a:lnTo>
                  <a:pt x="4238" y="98"/>
                </a:lnTo>
                <a:lnTo>
                  <a:pt x="4238" y="97"/>
                </a:lnTo>
                <a:lnTo>
                  <a:pt x="4236" y="97"/>
                </a:lnTo>
                <a:lnTo>
                  <a:pt x="4235" y="96"/>
                </a:lnTo>
                <a:lnTo>
                  <a:pt x="4233" y="95"/>
                </a:lnTo>
                <a:lnTo>
                  <a:pt x="4232" y="94"/>
                </a:lnTo>
                <a:lnTo>
                  <a:pt x="4231" y="94"/>
                </a:lnTo>
                <a:lnTo>
                  <a:pt x="4231" y="93"/>
                </a:lnTo>
                <a:lnTo>
                  <a:pt x="4230" y="93"/>
                </a:lnTo>
                <a:lnTo>
                  <a:pt x="4230" y="94"/>
                </a:lnTo>
                <a:lnTo>
                  <a:pt x="4229" y="94"/>
                </a:lnTo>
                <a:lnTo>
                  <a:pt x="4228" y="94"/>
                </a:lnTo>
                <a:lnTo>
                  <a:pt x="4228" y="95"/>
                </a:lnTo>
                <a:lnTo>
                  <a:pt x="4227" y="95"/>
                </a:lnTo>
                <a:lnTo>
                  <a:pt x="4226" y="96"/>
                </a:lnTo>
                <a:lnTo>
                  <a:pt x="4225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3" y="97"/>
                </a:lnTo>
                <a:lnTo>
                  <a:pt x="4212" y="97"/>
                </a:lnTo>
                <a:lnTo>
                  <a:pt x="4211" y="98"/>
                </a:lnTo>
                <a:lnTo>
                  <a:pt x="4210" y="98"/>
                </a:lnTo>
                <a:lnTo>
                  <a:pt x="4209" y="99"/>
                </a:lnTo>
                <a:lnTo>
                  <a:pt x="4208" y="99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2" y="95"/>
                </a:lnTo>
                <a:lnTo>
                  <a:pt x="4192" y="94"/>
                </a:lnTo>
                <a:lnTo>
                  <a:pt x="4192" y="93"/>
                </a:lnTo>
                <a:lnTo>
                  <a:pt x="4193" y="92"/>
                </a:lnTo>
                <a:lnTo>
                  <a:pt x="4193" y="91"/>
                </a:lnTo>
                <a:lnTo>
                  <a:pt x="4193" y="90"/>
                </a:lnTo>
                <a:lnTo>
                  <a:pt x="4194" y="89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2" y="82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6" y="79"/>
                </a:lnTo>
                <a:lnTo>
                  <a:pt x="4197" y="79"/>
                </a:lnTo>
                <a:lnTo>
                  <a:pt x="4198" y="79"/>
                </a:lnTo>
                <a:lnTo>
                  <a:pt x="4198" y="78"/>
                </a:lnTo>
                <a:lnTo>
                  <a:pt x="4199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6" y="76"/>
                </a:lnTo>
                <a:lnTo>
                  <a:pt x="4207" y="76"/>
                </a:lnTo>
                <a:lnTo>
                  <a:pt x="4207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1" y="72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4" y="71"/>
                </a:lnTo>
                <a:lnTo>
                  <a:pt x="4215" y="71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19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0" y="66"/>
                </a:lnTo>
                <a:lnTo>
                  <a:pt x="4220" y="65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2" y="63"/>
                </a:lnTo>
                <a:lnTo>
                  <a:pt x="4223" y="63"/>
                </a:lnTo>
                <a:lnTo>
                  <a:pt x="4224" y="63"/>
                </a:lnTo>
                <a:lnTo>
                  <a:pt x="4224" y="62"/>
                </a:lnTo>
                <a:lnTo>
                  <a:pt x="4225" y="62"/>
                </a:lnTo>
                <a:lnTo>
                  <a:pt x="4226" y="62"/>
                </a:lnTo>
                <a:lnTo>
                  <a:pt x="4226" y="61"/>
                </a:lnTo>
                <a:lnTo>
                  <a:pt x="4227" y="61"/>
                </a:lnTo>
                <a:lnTo>
                  <a:pt x="4227" y="60"/>
                </a:lnTo>
                <a:lnTo>
                  <a:pt x="4227" y="59"/>
                </a:lnTo>
                <a:lnTo>
                  <a:pt x="4228" y="59"/>
                </a:lnTo>
                <a:lnTo>
                  <a:pt x="4228" y="58"/>
                </a:lnTo>
                <a:lnTo>
                  <a:pt x="4229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7" y="51"/>
                </a:lnTo>
                <a:lnTo>
                  <a:pt x="4238" y="51"/>
                </a:lnTo>
                <a:lnTo>
                  <a:pt x="4238" y="50"/>
                </a:lnTo>
                <a:lnTo>
                  <a:pt x="4239" y="49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1"/>
                </a:lnTo>
                <a:lnTo>
                  <a:pt x="4252" y="40"/>
                </a:lnTo>
                <a:lnTo>
                  <a:pt x="4251" y="40"/>
                </a:lnTo>
                <a:lnTo>
                  <a:pt x="4251" y="39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7"/>
                </a:lnTo>
                <a:lnTo>
                  <a:pt x="4255" y="36"/>
                </a:lnTo>
                <a:lnTo>
                  <a:pt x="4256" y="36"/>
                </a:lnTo>
                <a:lnTo>
                  <a:pt x="4257" y="36"/>
                </a:lnTo>
                <a:lnTo>
                  <a:pt x="4257" y="35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0" y="34"/>
                </a:lnTo>
                <a:lnTo>
                  <a:pt x="4261" y="34"/>
                </a:lnTo>
                <a:lnTo>
                  <a:pt x="4262" y="33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3" y="30"/>
                </a:lnTo>
                <a:lnTo>
                  <a:pt x="4264" y="29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69" y="28"/>
                </a:lnTo>
                <a:lnTo>
                  <a:pt x="4269" y="27"/>
                </a:lnTo>
                <a:lnTo>
                  <a:pt x="4270" y="27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4" y="27"/>
                </a:lnTo>
                <a:lnTo>
                  <a:pt x="4275" y="27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80" y="27"/>
                </a:lnTo>
                <a:lnTo>
                  <a:pt x="4281" y="27"/>
                </a:lnTo>
                <a:lnTo>
                  <a:pt x="4282" y="27"/>
                </a:lnTo>
                <a:lnTo>
                  <a:pt x="4282" y="28"/>
                </a:lnTo>
                <a:lnTo>
                  <a:pt x="4283" y="28"/>
                </a:lnTo>
                <a:lnTo>
                  <a:pt x="4284" y="28"/>
                </a:lnTo>
                <a:lnTo>
                  <a:pt x="4284" y="27"/>
                </a:lnTo>
                <a:lnTo>
                  <a:pt x="4285" y="27"/>
                </a:lnTo>
                <a:lnTo>
                  <a:pt x="4285" y="26"/>
                </a:lnTo>
                <a:lnTo>
                  <a:pt x="4286" y="26"/>
                </a:lnTo>
                <a:lnTo>
                  <a:pt x="4287" y="26"/>
                </a:lnTo>
                <a:lnTo>
                  <a:pt x="4288" y="26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0" y="29"/>
                </a:lnTo>
                <a:lnTo>
                  <a:pt x="4292" y="29"/>
                </a:lnTo>
                <a:lnTo>
                  <a:pt x="4292" y="28"/>
                </a:lnTo>
                <a:lnTo>
                  <a:pt x="4293" y="28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9" y="28"/>
                </a:lnTo>
                <a:lnTo>
                  <a:pt x="4299" y="29"/>
                </a:lnTo>
                <a:lnTo>
                  <a:pt x="4300" y="29"/>
                </a:lnTo>
                <a:lnTo>
                  <a:pt x="4300" y="28"/>
                </a:lnTo>
                <a:lnTo>
                  <a:pt x="4301" y="28"/>
                </a:lnTo>
                <a:lnTo>
                  <a:pt x="4302" y="27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5"/>
                </a:lnTo>
                <a:lnTo>
                  <a:pt x="4308" y="24"/>
                </a:lnTo>
                <a:lnTo>
                  <a:pt x="4309" y="24"/>
                </a:lnTo>
                <a:lnTo>
                  <a:pt x="4310" y="24"/>
                </a:lnTo>
                <a:lnTo>
                  <a:pt x="4312" y="24"/>
                </a:lnTo>
                <a:lnTo>
                  <a:pt x="4313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5"/>
                </a:lnTo>
                <a:lnTo>
                  <a:pt x="4317" y="25"/>
                </a:lnTo>
                <a:lnTo>
                  <a:pt x="4317" y="24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3"/>
                </a:lnTo>
                <a:lnTo>
                  <a:pt x="4323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2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1"/>
                </a:lnTo>
                <a:lnTo>
                  <a:pt x="4333" y="21"/>
                </a:lnTo>
                <a:lnTo>
                  <a:pt x="4334" y="21"/>
                </a:lnTo>
                <a:lnTo>
                  <a:pt x="4334" y="20"/>
                </a:lnTo>
                <a:lnTo>
                  <a:pt x="4335" y="20"/>
                </a:lnTo>
                <a:lnTo>
                  <a:pt x="4336" y="20"/>
                </a:lnTo>
                <a:lnTo>
                  <a:pt x="4336" y="19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8"/>
                </a:lnTo>
                <a:lnTo>
                  <a:pt x="4341" y="17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7" y="17"/>
                </a:lnTo>
                <a:lnTo>
                  <a:pt x="4348" y="17"/>
                </a:lnTo>
                <a:lnTo>
                  <a:pt x="4349" y="17"/>
                </a:lnTo>
                <a:lnTo>
                  <a:pt x="4349" y="16"/>
                </a:lnTo>
                <a:lnTo>
                  <a:pt x="4350" y="16"/>
                </a:lnTo>
                <a:lnTo>
                  <a:pt x="4351" y="16"/>
                </a:lnTo>
                <a:lnTo>
                  <a:pt x="4352" y="15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5" y="14"/>
                </a:lnTo>
                <a:lnTo>
                  <a:pt x="4356" y="14"/>
                </a:lnTo>
                <a:lnTo>
                  <a:pt x="4357" y="14"/>
                </a:lnTo>
                <a:lnTo>
                  <a:pt x="4358" y="14"/>
                </a:lnTo>
                <a:lnTo>
                  <a:pt x="4358" y="13"/>
                </a:lnTo>
                <a:lnTo>
                  <a:pt x="4359" y="13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4" y="13"/>
                </a:lnTo>
                <a:lnTo>
                  <a:pt x="4366" y="13"/>
                </a:lnTo>
                <a:lnTo>
                  <a:pt x="4369" y="13"/>
                </a:lnTo>
                <a:lnTo>
                  <a:pt x="4371" y="13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8" y="14"/>
                </a:lnTo>
                <a:lnTo>
                  <a:pt x="4379" y="14"/>
                </a:lnTo>
                <a:lnTo>
                  <a:pt x="4380" y="13"/>
                </a:lnTo>
                <a:lnTo>
                  <a:pt x="4381" y="12"/>
                </a:lnTo>
                <a:lnTo>
                  <a:pt x="4382" y="11"/>
                </a:lnTo>
                <a:lnTo>
                  <a:pt x="4383" y="10"/>
                </a:lnTo>
                <a:lnTo>
                  <a:pt x="4384" y="10"/>
                </a:lnTo>
                <a:lnTo>
                  <a:pt x="4384" y="9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8" y="10"/>
                </a:lnTo>
                <a:lnTo>
                  <a:pt x="4389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9"/>
                </a:lnTo>
                <a:lnTo>
                  <a:pt x="4395" y="9"/>
                </a:lnTo>
                <a:lnTo>
                  <a:pt x="4395" y="8"/>
                </a:lnTo>
                <a:lnTo>
                  <a:pt x="4396" y="8"/>
                </a:lnTo>
                <a:lnTo>
                  <a:pt x="4397" y="7"/>
                </a:lnTo>
                <a:lnTo>
                  <a:pt x="4398" y="7"/>
                </a:lnTo>
                <a:lnTo>
                  <a:pt x="4398" y="6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2" y="7"/>
                </a:lnTo>
                <a:lnTo>
                  <a:pt x="4403" y="8"/>
                </a:lnTo>
                <a:lnTo>
                  <a:pt x="4403" y="9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1"/>
                </a:lnTo>
                <a:lnTo>
                  <a:pt x="4413" y="11"/>
                </a:lnTo>
                <a:lnTo>
                  <a:pt x="4414" y="10"/>
                </a:lnTo>
                <a:lnTo>
                  <a:pt x="4415" y="10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0"/>
                </a:lnTo>
                <a:lnTo>
                  <a:pt x="4421" y="10"/>
                </a:lnTo>
                <a:lnTo>
                  <a:pt x="4422" y="10"/>
                </a:lnTo>
                <a:lnTo>
                  <a:pt x="4426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1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1"/>
                </a:lnTo>
                <a:lnTo>
                  <a:pt x="4445" y="11"/>
                </a:lnTo>
                <a:lnTo>
                  <a:pt x="4445" y="10"/>
                </a:lnTo>
                <a:lnTo>
                  <a:pt x="4447" y="10"/>
                </a:lnTo>
                <a:lnTo>
                  <a:pt x="4448" y="10"/>
                </a:lnTo>
                <a:lnTo>
                  <a:pt x="4450" y="10"/>
                </a:lnTo>
                <a:lnTo>
                  <a:pt x="4451" y="10"/>
                </a:lnTo>
                <a:lnTo>
                  <a:pt x="4452" y="9"/>
                </a:lnTo>
                <a:lnTo>
                  <a:pt x="4453" y="9"/>
                </a:lnTo>
                <a:lnTo>
                  <a:pt x="4455" y="8"/>
                </a:lnTo>
                <a:lnTo>
                  <a:pt x="4458" y="7"/>
                </a:lnTo>
                <a:lnTo>
                  <a:pt x="4459" y="7"/>
                </a:lnTo>
                <a:lnTo>
                  <a:pt x="4460" y="7"/>
                </a:lnTo>
                <a:lnTo>
                  <a:pt x="4460" y="6"/>
                </a:lnTo>
                <a:lnTo>
                  <a:pt x="4461" y="6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4" y="5"/>
                </a:lnTo>
                <a:lnTo>
                  <a:pt x="4465" y="5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5" y="5"/>
                </a:lnTo>
                <a:lnTo>
                  <a:pt x="4476" y="5"/>
                </a:lnTo>
                <a:lnTo>
                  <a:pt x="4477" y="4"/>
                </a:lnTo>
                <a:lnTo>
                  <a:pt x="4477" y="3"/>
                </a:lnTo>
                <a:lnTo>
                  <a:pt x="4478" y="3"/>
                </a:lnTo>
                <a:lnTo>
                  <a:pt x="4478" y="2"/>
                </a:lnTo>
                <a:lnTo>
                  <a:pt x="4479" y="2"/>
                </a:lnTo>
                <a:lnTo>
                  <a:pt x="4480" y="1"/>
                </a:lnTo>
                <a:lnTo>
                  <a:pt x="4481" y="1"/>
                </a:lnTo>
                <a:lnTo>
                  <a:pt x="4482" y="0"/>
                </a:lnTo>
                <a:lnTo>
                  <a:pt x="4483" y="0"/>
                </a:lnTo>
                <a:lnTo>
                  <a:pt x="4484" y="0"/>
                </a:lnTo>
                <a:lnTo>
                  <a:pt x="4485" y="0"/>
                </a:lnTo>
                <a:lnTo>
                  <a:pt x="4486" y="0"/>
                </a:lnTo>
                <a:lnTo>
                  <a:pt x="4487" y="0"/>
                </a:lnTo>
                <a:lnTo>
                  <a:pt x="4488" y="0"/>
                </a:lnTo>
                <a:lnTo>
                  <a:pt x="4490" y="1"/>
                </a:lnTo>
                <a:lnTo>
                  <a:pt x="4492" y="2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9" y="2"/>
                </a:lnTo>
                <a:lnTo>
                  <a:pt x="4501" y="2"/>
                </a:lnTo>
                <a:lnTo>
                  <a:pt x="4501" y="3"/>
                </a:lnTo>
                <a:lnTo>
                  <a:pt x="4501" y="4"/>
                </a:lnTo>
                <a:lnTo>
                  <a:pt x="4502" y="4"/>
                </a:lnTo>
                <a:lnTo>
                  <a:pt x="4502" y="5"/>
                </a:lnTo>
                <a:lnTo>
                  <a:pt x="4502" y="6"/>
                </a:lnTo>
                <a:lnTo>
                  <a:pt x="4503" y="6"/>
                </a:lnTo>
                <a:lnTo>
                  <a:pt x="4505" y="6"/>
                </a:lnTo>
                <a:lnTo>
                  <a:pt x="4505" y="5"/>
                </a:lnTo>
                <a:lnTo>
                  <a:pt x="4504" y="4"/>
                </a:lnTo>
                <a:lnTo>
                  <a:pt x="4503" y="4"/>
                </a:lnTo>
                <a:lnTo>
                  <a:pt x="4503" y="3"/>
                </a:lnTo>
                <a:lnTo>
                  <a:pt x="4503" y="2"/>
                </a:lnTo>
                <a:lnTo>
                  <a:pt x="4504" y="2"/>
                </a:lnTo>
                <a:lnTo>
                  <a:pt x="4504" y="1"/>
                </a:lnTo>
                <a:lnTo>
                  <a:pt x="4505" y="1"/>
                </a:lnTo>
                <a:lnTo>
                  <a:pt x="4505" y="0"/>
                </a:lnTo>
                <a:lnTo>
                  <a:pt x="4506" y="0"/>
                </a:lnTo>
                <a:lnTo>
                  <a:pt x="4507" y="0"/>
                </a:lnTo>
                <a:lnTo>
                  <a:pt x="4508" y="0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0" y="3"/>
                </a:lnTo>
                <a:lnTo>
                  <a:pt x="4509" y="4"/>
                </a:lnTo>
                <a:lnTo>
                  <a:pt x="4508" y="4"/>
                </a:lnTo>
                <a:lnTo>
                  <a:pt x="4508" y="5"/>
                </a:lnTo>
                <a:lnTo>
                  <a:pt x="4507" y="5"/>
                </a:lnTo>
                <a:lnTo>
                  <a:pt x="4507" y="6"/>
                </a:lnTo>
                <a:lnTo>
                  <a:pt x="4508" y="6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1" y="5"/>
                </a:lnTo>
                <a:lnTo>
                  <a:pt x="4511" y="4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2" y="1"/>
                </a:lnTo>
                <a:lnTo>
                  <a:pt x="4513" y="1"/>
                </a:lnTo>
                <a:lnTo>
                  <a:pt x="4514" y="1"/>
                </a:lnTo>
                <a:lnTo>
                  <a:pt x="451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70880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469944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688280" y="17532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68108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>
            <a:off x="467388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 flipV="1">
            <a:off x="470448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 flipV="1">
            <a:off x="466128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451800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451620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51836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51908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51800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51620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51908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516560" y="212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51584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51728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6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6"/>
                </a:lnTo>
                <a:lnTo>
                  <a:pt x="14" y="15"/>
                </a:lnTo>
                <a:lnTo>
                  <a:pt x="16" y="13"/>
                </a:lnTo>
                <a:lnTo>
                  <a:pt x="17" y="12"/>
                </a:lnTo>
                <a:lnTo>
                  <a:pt x="17" y="10"/>
                </a:lnTo>
                <a:lnTo>
                  <a:pt x="17" y="9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6" y="7"/>
                </a:lnTo>
                <a:lnTo>
                  <a:pt x="16" y="9"/>
                </a:lnTo>
                <a:lnTo>
                  <a:pt x="14" y="10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1" y="15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605840" y="2188800"/>
            <a:ext cx="18360" cy="37800"/>
          </a:xfrm>
          <a:custGeom>
            <a:avLst/>
            <a:gdLst/>
            <a:ahLst/>
            <a:rect l="0" t="0" r="r" b="b"/>
            <a:pathLst>
              <a:path fill="none" w="51" h="105">
                <a:moveTo>
                  <a:pt x="0" y="105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8"/>
                </a:lnTo>
                <a:lnTo>
                  <a:pt x="18" y="65"/>
                </a:lnTo>
                <a:lnTo>
                  <a:pt x="22" y="60"/>
                </a:lnTo>
                <a:lnTo>
                  <a:pt x="24" y="56"/>
                </a:lnTo>
                <a:lnTo>
                  <a:pt x="26" y="52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9"/>
                </a:lnTo>
                <a:lnTo>
                  <a:pt x="44" y="14"/>
                </a:lnTo>
                <a:lnTo>
                  <a:pt x="46" y="9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45248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450320" y="229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45284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450680" y="2292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448160" y="229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448160" y="22935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43952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439520" y="229608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43448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434480" y="229824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45716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2"/>
                </a:lnTo>
                <a:lnTo>
                  <a:pt x="4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45644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429800" y="229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43016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455720" y="23018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455000" y="2302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42692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427280" y="230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42512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45392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42548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453200" y="23036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45212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451400" y="230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42476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42548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449960" y="231048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449960" y="231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42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425120" y="2311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447080" y="231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44708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419360" y="2313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44096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44096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418280" y="2313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5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437000" y="2316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436640" y="231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420800" y="231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420440" y="23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42332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42296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433760" y="232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42728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43376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427280" y="23212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54896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27608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5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6"/>
                </a:lnTo>
                <a:lnTo>
                  <a:pt x="32" y="50"/>
                </a:lnTo>
                <a:lnTo>
                  <a:pt x="34" y="54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552920" y="2331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55184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54896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8" y="8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551120" y="2333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548600" y="232848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59216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7"/>
                </a:lnTo>
                <a:lnTo>
                  <a:pt x="1" y="71"/>
                </a:lnTo>
                <a:lnTo>
                  <a:pt x="1" y="65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6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440600" y="2467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43988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443952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438800" y="246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43880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43772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430092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3"/>
                </a:lnTo>
                <a:lnTo>
                  <a:pt x="22" y="38"/>
                </a:lnTo>
                <a:lnTo>
                  <a:pt x="22" y="43"/>
                </a:lnTo>
                <a:lnTo>
                  <a:pt x="21" y="51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6"/>
                </a:lnTo>
                <a:lnTo>
                  <a:pt x="13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7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453920" y="2478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52160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520880" y="248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46148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44024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43700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46112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46184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>
            <a:off x="443664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 flipH="1">
            <a:off x="443556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435560" y="248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>
            <a:off x="443556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4352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437360" y="248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43844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43772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43736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434480" y="2482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431960" y="24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575600" y="2448360"/>
            <a:ext cx="14760" cy="39960"/>
          </a:xfrm>
          <a:custGeom>
            <a:avLst/>
            <a:gdLst/>
            <a:ahLst/>
            <a:rect l="0" t="0" r="r" b="b"/>
            <a:pathLst>
              <a:path fill="none" w="41" h="111">
                <a:moveTo>
                  <a:pt x="0" y="111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6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5" y="54"/>
                </a:lnTo>
                <a:lnTo>
                  <a:pt x="27" y="48"/>
                </a:lnTo>
                <a:lnTo>
                  <a:pt x="29" y="45"/>
                </a:lnTo>
                <a:lnTo>
                  <a:pt x="30" y="40"/>
                </a:lnTo>
                <a:lnTo>
                  <a:pt x="32" y="35"/>
                </a:lnTo>
                <a:lnTo>
                  <a:pt x="33" y="30"/>
                </a:lnTo>
                <a:lnTo>
                  <a:pt x="35" y="25"/>
                </a:lnTo>
                <a:lnTo>
                  <a:pt x="36" y="23"/>
                </a:lnTo>
                <a:lnTo>
                  <a:pt x="36" y="19"/>
                </a:lnTo>
                <a:lnTo>
                  <a:pt x="38" y="14"/>
                </a:lnTo>
                <a:lnTo>
                  <a:pt x="39" y="9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>
            <a:off x="443232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 flipH="1">
            <a:off x="443196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>
            <a:off x="443160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 flipV="1">
            <a:off x="443232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45824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443196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443088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5" y="2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1" y="7"/>
                </a:lnTo>
                <a:lnTo>
                  <a:pt x="3" y="7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458600" y="248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>
            <a:off x="445824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 flipH="1">
            <a:off x="4456800" y="2489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 flipV="1">
            <a:off x="4457160" y="2489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451836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4488120" y="2489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448740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487040" y="2490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518720" y="249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44672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55112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44672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55040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446720" y="2493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446360" y="24933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 flipH="1">
            <a:off x="444528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4866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44528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48632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438800" y="249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443120" y="249552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442760" y="249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441680" y="2496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44168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532040" y="2493000"/>
            <a:ext cx="8280" cy="4320"/>
          </a:xfrm>
          <a:custGeom>
            <a:avLst/>
            <a:gdLst/>
            <a:ahLst/>
            <a:rect l="0" t="0" r="r" b="b"/>
            <a:pathLst>
              <a:path fill="none" w="23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8"/>
                </a:lnTo>
                <a:lnTo>
                  <a:pt x="2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49856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53060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1"/>
                </a:lnTo>
                <a:lnTo>
                  <a:pt x="21" y="11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49964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3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48596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448380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448344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4484160" y="2503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4485600" y="25038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444672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4441320" y="2506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444132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444384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443988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4443480" y="250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>
            <a:off x="443952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 flipV="1">
            <a:off x="4451400" y="2507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>
            <a:off x="445104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 flipV="1">
            <a:off x="445140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>
            <a:off x="4508280" y="25066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 flipV="1">
            <a:off x="4451400" y="250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4451040" y="250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445104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450828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8" y="7"/>
                </a:lnTo>
                <a:lnTo>
                  <a:pt x="6" y="7"/>
                </a:lnTo>
                <a:lnTo>
                  <a:pt x="3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441540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>
            <a:off x="447264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 flipV="1"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4470120" y="251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443988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4440240" y="251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447048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>
            <a:off x="4439520" y="251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 flipH="1">
            <a:off x="4470840" y="25146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4470840" y="251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447048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443628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4470120" y="251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4496760" y="251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453744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4536000" y="25160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442908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4429440" y="2520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4423320" y="2517480"/>
            <a:ext cx="1440" cy="5040"/>
          </a:xfrm>
          <a:custGeom>
            <a:avLst/>
            <a:gdLst/>
            <a:ahLst/>
            <a:rect l="0" t="0" r="r" b="b"/>
            <a:pathLst>
              <a:path fill="none" w="4" h="14">
                <a:moveTo>
                  <a:pt x="0" y="12"/>
                </a:moveTo>
                <a:lnTo>
                  <a:pt x="1" y="10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9"/>
                </a:lnTo>
                <a:lnTo>
                  <a:pt x="4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444852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4447800" y="252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4448160" y="252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444924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444708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4446000" y="2522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>
            <a:off x="444888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 flipH="1">
            <a:off x="4477320" y="2524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447804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4444560" y="25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447732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4478040" y="2525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447912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4443840" y="252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447660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>
            <a:off x="444636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 flipV="1">
            <a:off x="447732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438800" y="252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4442400" y="2525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44708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445640" y="25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43880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478760" y="2525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440240" y="2525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>
            <a:off x="4479120" y="252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 flipH="1">
            <a:off x="447840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 flipH="1">
            <a:off x="447768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4445280" y="252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443844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47696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47660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43736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478040" y="2526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47732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43700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44420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436640" y="2527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443480" y="252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4427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5082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50684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440600" y="252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51044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51044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43952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51116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436280" y="2530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51260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488120" y="252864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2" y="10"/>
                </a:moveTo>
                <a:lnTo>
                  <a:pt x="2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51260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448884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437000" y="2531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48848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396320" y="25329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39488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39596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39632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39380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39416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>
            <a:off x="439344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 flipH="1">
            <a:off x="439344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498560" y="253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 flipH="1"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392360" y="25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>
            <a:off x="4391640" y="253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39092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52268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474800" y="2543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474440" y="2543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491000" y="254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49136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>
            <a:off x="449064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 flipV="1">
            <a:off x="4491000" y="2545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>
            <a:off x="449136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 flipH="1">
            <a:off x="449100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49064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450828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4507920" y="2551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51620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51548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419000" y="255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41648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6" y="0"/>
                </a:moveTo>
                <a:lnTo>
                  <a:pt x="5" y="1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375080" y="255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>
            <a:off x="439056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 flipV="1">
            <a:off x="4502160" y="2561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39128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>
            <a:off x="450216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 flipV="1">
            <a:off x="450180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37112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439020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50180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37148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371120" y="2562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44852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369320" y="2562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4"/>
                </a:move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4276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425120" y="256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38120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42692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370040" y="2563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42764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444780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1" y="8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42764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38372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38156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38192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38084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8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42800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428360" y="256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42836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5" y="11"/>
                </a:lnTo>
                <a:lnTo>
                  <a:pt x="6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5" y="3"/>
                </a:lnTo>
                <a:lnTo>
                  <a:pt x="4" y="2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>
            <a:off x="443484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3"/>
                </a:lnTo>
                <a:lnTo>
                  <a:pt x="1" y="3"/>
                </a:lnTo>
                <a:lnTo>
                  <a:pt x="2" y="6"/>
                </a:lnTo>
                <a:lnTo>
                  <a:pt x="2" y="8"/>
                </a:lnTo>
                <a:lnTo>
                  <a:pt x="4" y="9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 flipH="1">
            <a:off x="436068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351680" y="2570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436068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361040" y="2571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>
            <a:off x="436032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 flipH="1">
            <a:off x="446688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46760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446580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4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30272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407840" y="258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30272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407480" y="258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451040" y="258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45068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406760" y="258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40676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31352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44708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445640" y="258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44744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405680" y="2589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405320" y="2590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444560" y="258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44564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404600" y="258336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9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2"/>
                </a:lnTo>
                <a:lnTo>
                  <a:pt x="6" y="11"/>
                </a:lnTo>
                <a:lnTo>
                  <a:pt x="6" y="12"/>
                </a:lnTo>
                <a:lnTo>
                  <a:pt x="6" y="13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9" y="10"/>
                </a:lnTo>
                <a:lnTo>
                  <a:pt x="11" y="8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1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7" y="8"/>
                </a:lnTo>
                <a:lnTo>
                  <a:pt x="4" y="11"/>
                </a:lnTo>
                <a:lnTo>
                  <a:pt x="3" y="13"/>
                </a:lnTo>
                <a:lnTo>
                  <a:pt x="1" y="16"/>
                </a:lnTo>
                <a:lnTo>
                  <a:pt x="1" y="17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444560" y="259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40424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45356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404600" y="2590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431960" y="259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31280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1" y="5"/>
                </a:lnTo>
                <a:lnTo>
                  <a:pt x="9" y="6"/>
                </a:lnTo>
                <a:lnTo>
                  <a:pt x="7" y="8"/>
                </a:lnTo>
                <a:lnTo>
                  <a:pt x="3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403160" y="2592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403160" y="259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424760" y="25941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42584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31784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318560" y="259200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10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425120" y="25948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8" y="4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295880" y="259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352040" y="25966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35204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296600" y="25966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0"/>
                </a:moveTo>
                <a:lnTo>
                  <a:pt x="9" y="2"/>
                </a:lnTo>
                <a:lnTo>
                  <a:pt x="9" y="4"/>
                </a:lnTo>
                <a:lnTo>
                  <a:pt x="7" y="6"/>
                </a:lnTo>
                <a:lnTo>
                  <a:pt x="4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39272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39236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312800" y="2601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31280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353120" y="26046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353480" y="2605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42044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42080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42044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42044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42548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28760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292640" y="26110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34808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349160" y="260964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28832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29264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3"/>
                </a:lnTo>
                <a:lnTo>
                  <a:pt x="7" y="2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28472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>
            <a:off x="428580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 flipV="1">
            <a:off x="442332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42296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4421520" y="2616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421160" y="2617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47840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8"/>
                </a:lnTo>
                <a:lnTo>
                  <a:pt x="16" y="64"/>
                </a:lnTo>
                <a:lnTo>
                  <a:pt x="19" y="60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415040" y="263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41468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40388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403520" y="2656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24044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3" y="85"/>
                </a:lnTo>
                <a:lnTo>
                  <a:pt x="4" y="89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37976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38084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379400" y="2674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4379760" y="267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4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437832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4376520" y="2679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4374360" y="2682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438084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4377960" y="2686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3"/>
                </a:moveTo>
                <a:lnTo>
                  <a:pt x="1" y="2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9" y="5"/>
                </a:lnTo>
                <a:lnTo>
                  <a:pt x="1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437796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4"/>
                </a:lnTo>
                <a:lnTo>
                  <a:pt x="7" y="6"/>
                </a:lnTo>
                <a:lnTo>
                  <a:pt x="5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438408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4372200" y="274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437220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4365000" y="274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/>
          <p:nvPr/>
        </p:nvSpPr>
        <p:spPr>
          <a:xfrm>
            <a:off x="435672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3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4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 txBox="1"/>
          <p:nvPr/>
        </p:nvSpPr>
        <p:spPr>
          <a:xfrm>
            <a:off x="855360" y="468720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34%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4474440" y="352044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2" y="37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60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0"/>
                </a:lnTo>
                <a:lnTo>
                  <a:pt x="165" y="41"/>
                </a:lnTo>
                <a:lnTo>
                  <a:pt x="166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4" y="41"/>
                </a:lnTo>
                <a:lnTo>
                  <a:pt x="175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80" y="38"/>
                </a:lnTo>
                <a:lnTo>
                  <a:pt x="181" y="40"/>
                </a:lnTo>
                <a:lnTo>
                  <a:pt x="183" y="41"/>
                </a:lnTo>
                <a:lnTo>
                  <a:pt x="185" y="41"/>
                </a:lnTo>
                <a:lnTo>
                  <a:pt x="186" y="40"/>
                </a:lnTo>
                <a:lnTo>
                  <a:pt x="187" y="41"/>
                </a:lnTo>
                <a:lnTo>
                  <a:pt x="188" y="41"/>
                </a:lnTo>
                <a:lnTo>
                  <a:pt x="189" y="42"/>
                </a:lnTo>
                <a:lnTo>
                  <a:pt x="189" y="43"/>
                </a:lnTo>
                <a:lnTo>
                  <a:pt x="188" y="43"/>
                </a:lnTo>
                <a:lnTo>
                  <a:pt x="188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5" y="43"/>
                </a:lnTo>
                <a:lnTo>
                  <a:pt x="184" y="43"/>
                </a:lnTo>
                <a:lnTo>
                  <a:pt x="183" y="43"/>
                </a:lnTo>
                <a:lnTo>
                  <a:pt x="183" y="44"/>
                </a:lnTo>
                <a:lnTo>
                  <a:pt x="184" y="45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80" y="48"/>
                </a:lnTo>
                <a:lnTo>
                  <a:pt x="181" y="50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1"/>
                </a:lnTo>
                <a:lnTo>
                  <a:pt x="178" y="52"/>
                </a:lnTo>
                <a:lnTo>
                  <a:pt x="177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5" y="66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6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1" y="95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7"/>
                </a:lnTo>
                <a:lnTo>
                  <a:pt x="125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8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5"/>
                </a:lnTo>
                <a:lnTo>
                  <a:pt x="83" y="165"/>
                </a:lnTo>
                <a:lnTo>
                  <a:pt x="82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2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1"/>
                </a:lnTo>
                <a:lnTo>
                  <a:pt x="13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29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0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1" y="87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4" y="84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4"/>
                </a:lnTo>
                <a:lnTo>
                  <a:pt x="32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2"/>
                </a:lnTo>
                <a:lnTo>
                  <a:pt x="36" y="50"/>
                </a:lnTo>
                <a:lnTo>
                  <a:pt x="37" y="49"/>
                </a:lnTo>
                <a:lnTo>
                  <a:pt x="38" y="49"/>
                </a:lnTo>
                <a:lnTo>
                  <a:pt x="39" y="49"/>
                </a:lnTo>
                <a:lnTo>
                  <a:pt x="41" y="49"/>
                </a:lnTo>
                <a:lnTo>
                  <a:pt x="42" y="49"/>
                </a:lnTo>
                <a:lnTo>
                  <a:pt x="42" y="48"/>
                </a:lnTo>
                <a:lnTo>
                  <a:pt x="43" y="47"/>
                </a:lnTo>
                <a:lnTo>
                  <a:pt x="45" y="47"/>
                </a:lnTo>
                <a:lnTo>
                  <a:pt x="46" y="47"/>
                </a:lnTo>
                <a:lnTo>
                  <a:pt x="48" y="47"/>
                </a:lnTo>
                <a:lnTo>
                  <a:pt x="48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49"/>
                </a:lnTo>
                <a:lnTo>
                  <a:pt x="56" y="48"/>
                </a:lnTo>
                <a:lnTo>
                  <a:pt x="57" y="47"/>
                </a:lnTo>
                <a:lnTo>
                  <a:pt x="58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2" y="44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4" y="42"/>
                </a:lnTo>
                <a:lnTo>
                  <a:pt x="65" y="42"/>
                </a:lnTo>
                <a:lnTo>
                  <a:pt x="67" y="42"/>
                </a:lnTo>
                <a:lnTo>
                  <a:pt x="67" y="40"/>
                </a:lnTo>
                <a:lnTo>
                  <a:pt x="67" y="38"/>
                </a:lnTo>
                <a:lnTo>
                  <a:pt x="68" y="36"/>
                </a:lnTo>
                <a:lnTo>
                  <a:pt x="69" y="35"/>
                </a:lnTo>
                <a:lnTo>
                  <a:pt x="69" y="34"/>
                </a:lnTo>
                <a:lnTo>
                  <a:pt x="70" y="34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6" y="8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451620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0"/>
                </a:lnTo>
                <a:lnTo>
                  <a:pt x="68" y="1"/>
                </a:lnTo>
                <a:lnTo>
                  <a:pt x="69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3" y="68"/>
                </a:lnTo>
                <a:lnTo>
                  <a:pt x="103" y="67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1"/>
                </a:lnTo>
                <a:lnTo>
                  <a:pt x="105" y="81"/>
                </a:lnTo>
                <a:lnTo>
                  <a:pt x="105" y="85"/>
                </a:lnTo>
                <a:lnTo>
                  <a:pt x="105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4" y="89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100" y="93"/>
                </a:lnTo>
                <a:lnTo>
                  <a:pt x="101" y="93"/>
                </a:lnTo>
                <a:lnTo>
                  <a:pt x="101" y="92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3" y="92"/>
                </a:lnTo>
                <a:lnTo>
                  <a:pt x="104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2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6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9"/>
                </a:lnTo>
                <a:lnTo>
                  <a:pt x="117" y="99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8" y="100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2" y="103"/>
                </a:lnTo>
                <a:lnTo>
                  <a:pt x="123" y="103"/>
                </a:lnTo>
                <a:lnTo>
                  <a:pt x="123" y="105"/>
                </a:lnTo>
                <a:lnTo>
                  <a:pt x="120" y="105"/>
                </a:lnTo>
                <a:lnTo>
                  <a:pt x="120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08"/>
                </a:lnTo>
                <a:lnTo>
                  <a:pt x="113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6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4" y="111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1" y="112"/>
                </a:lnTo>
                <a:lnTo>
                  <a:pt x="101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8" y="115"/>
                </a:lnTo>
                <a:lnTo>
                  <a:pt x="100" y="116"/>
                </a:lnTo>
                <a:lnTo>
                  <a:pt x="103" y="118"/>
                </a:lnTo>
                <a:lnTo>
                  <a:pt x="103" y="119"/>
                </a:lnTo>
                <a:lnTo>
                  <a:pt x="101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1"/>
                </a:lnTo>
                <a:lnTo>
                  <a:pt x="95" y="121"/>
                </a:lnTo>
                <a:lnTo>
                  <a:pt x="97" y="122"/>
                </a:lnTo>
                <a:lnTo>
                  <a:pt x="98" y="122"/>
                </a:lnTo>
                <a:lnTo>
                  <a:pt x="100" y="123"/>
                </a:lnTo>
                <a:lnTo>
                  <a:pt x="101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9" y="131"/>
                </a:lnTo>
                <a:lnTo>
                  <a:pt x="99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6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1" y="133"/>
                </a:lnTo>
                <a:lnTo>
                  <a:pt x="103" y="134"/>
                </a:lnTo>
                <a:lnTo>
                  <a:pt x="104" y="134"/>
                </a:lnTo>
                <a:lnTo>
                  <a:pt x="103" y="134"/>
                </a:lnTo>
                <a:lnTo>
                  <a:pt x="107" y="135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2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4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5"/>
                </a:lnTo>
                <a:lnTo>
                  <a:pt x="96" y="136"/>
                </a:lnTo>
                <a:lnTo>
                  <a:pt x="98" y="137"/>
                </a:lnTo>
                <a:lnTo>
                  <a:pt x="98" y="135"/>
                </a:lnTo>
                <a:lnTo>
                  <a:pt x="101" y="136"/>
                </a:lnTo>
                <a:lnTo>
                  <a:pt x="101" y="138"/>
                </a:lnTo>
                <a:lnTo>
                  <a:pt x="102" y="138"/>
                </a:lnTo>
                <a:lnTo>
                  <a:pt x="102" y="136"/>
                </a:lnTo>
                <a:lnTo>
                  <a:pt x="105" y="137"/>
                </a:lnTo>
                <a:lnTo>
                  <a:pt x="103" y="140"/>
                </a:lnTo>
                <a:lnTo>
                  <a:pt x="102" y="141"/>
                </a:lnTo>
                <a:lnTo>
                  <a:pt x="103" y="142"/>
                </a:lnTo>
                <a:lnTo>
                  <a:pt x="104" y="142"/>
                </a:lnTo>
                <a:lnTo>
                  <a:pt x="103" y="143"/>
                </a:lnTo>
                <a:lnTo>
                  <a:pt x="100" y="142"/>
                </a:lnTo>
                <a:lnTo>
                  <a:pt x="99" y="141"/>
                </a:lnTo>
                <a:lnTo>
                  <a:pt x="97" y="141"/>
                </a:lnTo>
                <a:lnTo>
                  <a:pt x="94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89" y="139"/>
                </a:lnTo>
                <a:lnTo>
                  <a:pt x="89" y="140"/>
                </a:lnTo>
                <a:lnTo>
                  <a:pt x="90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5" y="144"/>
                </a:lnTo>
                <a:lnTo>
                  <a:pt x="93" y="143"/>
                </a:lnTo>
                <a:lnTo>
                  <a:pt x="90" y="142"/>
                </a:lnTo>
                <a:lnTo>
                  <a:pt x="89" y="143"/>
                </a:lnTo>
                <a:lnTo>
                  <a:pt x="94" y="145"/>
                </a:lnTo>
                <a:lnTo>
                  <a:pt x="93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4" y="145"/>
                </a:lnTo>
                <a:lnTo>
                  <a:pt x="82" y="145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0" y="154"/>
                </a:lnTo>
                <a:lnTo>
                  <a:pt x="81" y="154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6"/>
                </a:lnTo>
                <a:lnTo>
                  <a:pt x="47" y="166"/>
                </a:lnTo>
                <a:lnTo>
                  <a:pt x="46" y="166"/>
                </a:lnTo>
                <a:lnTo>
                  <a:pt x="46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3" y="150"/>
                </a:lnTo>
                <a:lnTo>
                  <a:pt x="2" y="150"/>
                </a:lnTo>
                <a:lnTo>
                  <a:pt x="2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1" y="144"/>
                </a:lnTo>
                <a:lnTo>
                  <a:pt x="1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3"/>
                </a:lnTo>
                <a:lnTo>
                  <a:pt x="12" y="123"/>
                </a:lnTo>
                <a:lnTo>
                  <a:pt x="12" y="124"/>
                </a:lnTo>
                <a:lnTo>
                  <a:pt x="13" y="124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8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8" y="115"/>
                </a:lnTo>
                <a:lnTo>
                  <a:pt x="18" y="114"/>
                </a:lnTo>
                <a:lnTo>
                  <a:pt x="17" y="113"/>
                </a:lnTo>
                <a:lnTo>
                  <a:pt x="16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8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4" y="94"/>
                </a:lnTo>
                <a:lnTo>
                  <a:pt x="14" y="93"/>
                </a:lnTo>
                <a:lnTo>
                  <a:pt x="15" y="93"/>
                </a:lnTo>
                <a:lnTo>
                  <a:pt x="14" y="92"/>
                </a:lnTo>
                <a:lnTo>
                  <a:pt x="13" y="92"/>
                </a:lnTo>
                <a:lnTo>
                  <a:pt x="13" y="93"/>
                </a:lnTo>
                <a:lnTo>
                  <a:pt x="12" y="94"/>
                </a:lnTo>
                <a:lnTo>
                  <a:pt x="11" y="94"/>
                </a:lnTo>
                <a:lnTo>
                  <a:pt x="10" y="94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89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19" y="56"/>
                </a:lnTo>
                <a:lnTo>
                  <a:pt x="20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3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0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441072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4" y="44"/>
                </a:lnTo>
                <a:lnTo>
                  <a:pt x="415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8" y="68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4" y="83"/>
                </a:lnTo>
                <a:lnTo>
                  <a:pt x="424" y="84"/>
                </a:lnTo>
                <a:lnTo>
                  <a:pt x="423" y="84"/>
                </a:lnTo>
                <a:lnTo>
                  <a:pt x="423" y="85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3" y="90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9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7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8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3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79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8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6"/>
                </a:lnTo>
                <a:lnTo>
                  <a:pt x="555" y="237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6" y="245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6" y="258"/>
                </a:lnTo>
                <a:lnTo>
                  <a:pt x="567" y="258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3" y="263"/>
                </a:lnTo>
                <a:lnTo>
                  <a:pt x="574" y="263"/>
                </a:lnTo>
                <a:lnTo>
                  <a:pt x="574" y="264"/>
                </a:lnTo>
                <a:lnTo>
                  <a:pt x="576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4" y="270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3"/>
                </a:lnTo>
                <a:lnTo>
                  <a:pt x="568" y="273"/>
                </a:lnTo>
                <a:lnTo>
                  <a:pt x="567" y="274"/>
                </a:lnTo>
                <a:lnTo>
                  <a:pt x="566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0"/>
                </a:lnTo>
                <a:lnTo>
                  <a:pt x="548" y="281"/>
                </a:lnTo>
                <a:lnTo>
                  <a:pt x="548" y="282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7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6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3"/>
                </a:lnTo>
                <a:lnTo>
                  <a:pt x="529" y="304"/>
                </a:lnTo>
                <a:lnTo>
                  <a:pt x="529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7" y="327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7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2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5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0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3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49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3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1" y="341"/>
                </a:lnTo>
                <a:lnTo>
                  <a:pt x="410" y="341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4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3"/>
                </a:lnTo>
                <a:lnTo>
                  <a:pt x="397" y="334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4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6" y="310"/>
                </a:lnTo>
                <a:lnTo>
                  <a:pt x="396" y="311"/>
                </a:lnTo>
                <a:lnTo>
                  <a:pt x="395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2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9" y="197"/>
                </a:lnTo>
                <a:lnTo>
                  <a:pt x="318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3" y="164"/>
                </a:lnTo>
                <a:lnTo>
                  <a:pt x="292" y="164"/>
                </a:lnTo>
                <a:lnTo>
                  <a:pt x="292" y="163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0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6"/>
                </a:lnTo>
                <a:lnTo>
                  <a:pt x="273" y="177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60" y="176"/>
                </a:lnTo>
                <a:lnTo>
                  <a:pt x="261" y="177"/>
                </a:lnTo>
                <a:lnTo>
                  <a:pt x="261" y="178"/>
                </a:lnTo>
                <a:lnTo>
                  <a:pt x="262" y="178"/>
                </a:lnTo>
                <a:lnTo>
                  <a:pt x="263" y="178"/>
                </a:lnTo>
                <a:lnTo>
                  <a:pt x="263" y="179"/>
                </a:lnTo>
                <a:lnTo>
                  <a:pt x="264" y="180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9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1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09"/>
                </a:lnTo>
                <a:lnTo>
                  <a:pt x="228" y="209"/>
                </a:lnTo>
                <a:lnTo>
                  <a:pt x="228" y="208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1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10" y="224"/>
                </a:lnTo>
                <a:lnTo>
                  <a:pt x="210" y="223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7" y="253"/>
                </a:lnTo>
                <a:lnTo>
                  <a:pt x="216" y="254"/>
                </a:lnTo>
                <a:lnTo>
                  <a:pt x="215" y="254"/>
                </a:lnTo>
                <a:lnTo>
                  <a:pt x="215" y="253"/>
                </a:lnTo>
                <a:lnTo>
                  <a:pt x="214" y="253"/>
                </a:lnTo>
                <a:lnTo>
                  <a:pt x="212" y="253"/>
                </a:lnTo>
                <a:lnTo>
                  <a:pt x="212" y="252"/>
                </a:lnTo>
                <a:lnTo>
                  <a:pt x="211" y="252"/>
                </a:lnTo>
                <a:lnTo>
                  <a:pt x="211" y="251"/>
                </a:lnTo>
                <a:lnTo>
                  <a:pt x="211" y="250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3"/>
                </a:lnTo>
                <a:lnTo>
                  <a:pt x="208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9" y="255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6"/>
                </a:lnTo>
                <a:lnTo>
                  <a:pt x="194" y="256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7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7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89"/>
                </a:lnTo>
                <a:lnTo>
                  <a:pt x="183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5" y="300"/>
                </a:lnTo>
                <a:lnTo>
                  <a:pt x="184" y="301"/>
                </a:lnTo>
                <a:lnTo>
                  <a:pt x="183" y="302"/>
                </a:lnTo>
                <a:lnTo>
                  <a:pt x="184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6" y="305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1" y="309"/>
                </a:lnTo>
                <a:lnTo>
                  <a:pt x="191" y="310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0" y="309"/>
                </a:lnTo>
                <a:lnTo>
                  <a:pt x="201" y="309"/>
                </a:lnTo>
                <a:lnTo>
                  <a:pt x="202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3"/>
                </a:lnTo>
                <a:lnTo>
                  <a:pt x="204" y="314"/>
                </a:lnTo>
                <a:lnTo>
                  <a:pt x="205" y="314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8" y="318"/>
                </a:lnTo>
                <a:lnTo>
                  <a:pt x="209" y="318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8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2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3"/>
                </a:lnTo>
                <a:lnTo>
                  <a:pt x="259" y="324"/>
                </a:lnTo>
                <a:lnTo>
                  <a:pt x="260" y="324"/>
                </a:lnTo>
                <a:lnTo>
                  <a:pt x="261" y="324"/>
                </a:lnTo>
                <a:lnTo>
                  <a:pt x="262" y="325"/>
                </a:lnTo>
                <a:lnTo>
                  <a:pt x="263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8" y="319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7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1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2" y="322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8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6" y="366"/>
                </a:lnTo>
                <a:lnTo>
                  <a:pt x="306" y="365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8" y="367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1"/>
                </a:lnTo>
                <a:lnTo>
                  <a:pt x="295" y="381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8" y="401"/>
                </a:lnTo>
                <a:lnTo>
                  <a:pt x="309" y="402"/>
                </a:lnTo>
                <a:lnTo>
                  <a:pt x="308" y="402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4" y="402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39"/>
                </a:lnTo>
                <a:lnTo>
                  <a:pt x="389" y="439"/>
                </a:lnTo>
                <a:lnTo>
                  <a:pt x="390" y="438"/>
                </a:lnTo>
                <a:lnTo>
                  <a:pt x="391" y="437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6"/>
                </a:lnTo>
                <a:lnTo>
                  <a:pt x="397" y="437"/>
                </a:lnTo>
                <a:lnTo>
                  <a:pt x="395" y="439"/>
                </a:lnTo>
                <a:lnTo>
                  <a:pt x="395" y="440"/>
                </a:lnTo>
                <a:lnTo>
                  <a:pt x="396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7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0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1" y="599"/>
                </a:lnTo>
                <a:lnTo>
                  <a:pt x="190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4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4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7" y="643"/>
                </a:lnTo>
                <a:lnTo>
                  <a:pt x="47" y="642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6" y="643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5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5" y="554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8" y="532"/>
                </a:lnTo>
                <a:lnTo>
                  <a:pt x="49" y="533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7"/>
                </a:lnTo>
                <a:lnTo>
                  <a:pt x="36" y="465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7" y="449"/>
                </a:lnTo>
                <a:lnTo>
                  <a:pt x="15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6" y="436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3" y="412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0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5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2" y="357"/>
                </a:lnTo>
                <a:lnTo>
                  <a:pt x="53" y="357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1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1" y="363"/>
                </a:lnTo>
                <a:lnTo>
                  <a:pt x="72" y="363"/>
                </a:lnTo>
                <a:lnTo>
                  <a:pt x="72" y="364"/>
                </a:lnTo>
                <a:lnTo>
                  <a:pt x="73" y="364"/>
                </a:lnTo>
                <a:lnTo>
                  <a:pt x="73" y="363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1" y="360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89" y="337"/>
                </a:lnTo>
                <a:lnTo>
                  <a:pt x="90" y="337"/>
                </a:lnTo>
                <a:lnTo>
                  <a:pt x="90" y="338"/>
                </a:lnTo>
                <a:lnTo>
                  <a:pt x="90" y="337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3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7" y="281"/>
                </a:lnTo>
                <a:lnTo>
                  <a:pt x="66" y="281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5" y="278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9" y="269"/>
                </a:lnTo>
                <a:lnTo>
                  <a:pt x="49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6" y="259"/>
                </a:lnTo>
                <a:lnTo>
                  <a:pt x="46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3" y="262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6" y="261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49"/>
                </a:lnTo>
                <a:lnTo>
                  <a:pt x="60" y="250"/>
                </a:lnTo>
                <a:lnTo>
                  <a:pt x="59" y="250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0" y="246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2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6" y="244"/>
                </a:lnTo>
                <a:lnTo>
                  <a:pt x="86" y="243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4" y="218"/>
                </a:lnTo>
                <a:lnTo>
                  <a:pt x="74" y="216"/>
                </a:lnTo>
                <a:lnTo>
                  <a:pt x="74" y="215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3" y="212"/>
                </a:lnTo>
                <a:lnTo>
                  <a:pt x="73" y="210"/>
                </a:lnTo>
                <a:lnTo>
                  <a:pt x="73" y="209"/>
                </a:lnTo>
                <a:lnTo>
                  <a:pt x="74" y="209"/>
                </a:lnTo>
                <a:lnTo>
                  <a:pt x="74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0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1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8"/>
                </a:lnTo>
                <a:lnTo>
                  <a:pt x="35" y="159"/>
                </a:lnTo>
                <a:lnTo>
                  <a:pt x="34" y="159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39"/>
                </a:lnTo>
                <a:lnTo>
                  <a:pt x="46" y="140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5" y="140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40" y="134"/>
                </a:lnTo>
                <a:lnTo>
                  <a:pt x="39" y="134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1" y="112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4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9" y="106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9" y="102"/>
                </a:lnTo>
                <a:lnTo>
                  <a:pt x="71" y="102"/>
                </a:lnTo>
                <a:lnTo>
                  <a:pt x="71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09" y="52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8"/>
                </a:lnTo>
                <a:lnTo>
                  <a:pt x="127" y="58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3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3" y="68"/>
                </a:lnTo>
                <a:lnTo>
                  <a:pt x="134" y="69"/>
                </a:lnTo>
                <a:lnTo>
                  <a:pt x="134" y="70"/>
                </a:lnTo>
                <a:lnTo>
                  <a:pt x="133" y="70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7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3" y="103"/>
                </a:lnTo>
                <a:lnTo>
                  <a:pt x="134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2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8" y="102"/>
                </a:lnTo>
                <a:lnTo>
                  <a:pt x="149" y="102"/>
                </a:lnTo>
                <a:lnTo>
                  <a:pt x="150" y="103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9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3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3" y="105"/>
                </a:lnTo>
                <a:lnTo>
                  <a:pt x="173" y="104"/>
                </a:lnTo>
                <a:lnTo>
                  <a:pt x="174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8"/>
                </a:lnTo>
                <a:lnTo>
                  <a:pt x="186" y="88"/>
                </a:lnTo>
                <a:lnTo>
                  <a:pt x="186" y="87"/>
                </a:lnTo>
                <a:lnTo>
                  <a:pt x="187" y="87"/>
                </a:lnTo>
                <a:lnTo>
                  <a:pt x="188" y="87"/>
                </a:lnTo>
                <a:lnTo>
                  <a:pt x="189" y="86"/>
                </a:lnTo>
                <a:lnTo>
                  <a:pt x="190" y="85"/>
                </a:lnTo>
                <a:lnTo>
                  <a:pt x="191" y="85"/>
                </a:lnTo>
                <a:lnTo>
                  <a:pt x="191" y="84"/>
                </a:lnTo>
                <a:lnTo>
                  <a:pt x="191" y="85"/>
                </a:lnTo>
                <a:lnTo>
                  <a:pt x="192" y="84"/>
                </a:lnTo>
                <a:lnTo>
                  <a:pt x="193" y="83"/>
                </a:lnTo>
                <a:lnTo>
                  <a:pt x="195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3" y="78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1" y="73"/>
                </a:lnTo>
                <a:lnTo>
                  <a:pt x="211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70"/>
                </a:lnTo>
                <a:lnTo>
                  <a:pt x="218" y="70"/>
                </a:lnTo>
                <a:lnTo>
                  <a:pt x="219" y="70"/>
                </a:lnTo>
                <a:lnTo>
                  <a:pt x="220" y="70"/>
                </a:lnTo>
                <a:lnTo>
                  <a:pt x="220" y="69"/>
                </a:lnTo>
                <a:lnTo>
                  <a:pt x="221" y="69"/>
                </a:lnTo>
                <a:lnTo>
                  <a:pt x="222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2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8" y="78"/>
                </a:lnTo>
                <a:lnTo>
                  <a:pt x="229" y="79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0" y="78"/>
                </a:lnTo>
                <a:lnTo>
                  <a:pt x="241" y="77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69"/>
                </a:lnTo>
                <a:lnTo>
                  <a:pt x="252" y="69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4"/>
                </a:lnTo>
                <a:lnTo>
                  <a:pt x="267" y="64"/>
                </a:lnTo>
                <a:lnTo>
                  <a:pt x="268" y="64"/>
                </a:lnTo>
                <a:lnTo>
                  <a:pt x="268" y="65"/>
                </a:lnTo>
                <a:lnTo>
                  <a:pt x="267" y="66"/>
                </a:lnTo>
                <a:lnTo>
                  <a:pt x="267" y="67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7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8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299" y="65"/>
                </a:lnTo>
                <a:lnTo>
                  <a:pt x="301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6"/>
                </a:lnTo>
                <a:lnTo>
                  <a:pt x="303" y="45"/>
                </a:lnTo>
                <a:lnTo>
                  <a:pt x="301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2" y="36"/>
                </a:lnTo>
                <a:lnTo>
                  <a:pt x="312" y="34"/>
                </a:lnTo>
                <a:lnTo>
                  <a:pt x="311" y="32"/>
                </a:lnTo>
                <a:lnTo>
                  <a:pt x="311" y="31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0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451764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8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6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8" y="44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0" y="47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8" y="40"/>
                </a:lnTo>
                <a:lnTo>
                  <a:pt x="17" y="40"/>
                </a:lnTo>
                <a:lnTo>
                  <a:pt x="16" y="40"/>
                </a:lnTo>
                <a:lnTo>
                  <a:pt x="15" y="40"/>
                </a:lnTo>
                <a:lnTo>
                  <a:pt x="14" y="40"/>
                </a:lnTo>
                <a:lnTo>
                  <a:pt x="14" y="41"/>
                </a:lnTo>
                <a:lnTo>
                  <a:pt x="14" y="42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4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3"/>
                </a:lnTo>
                <a:lnTo>
                  <a:pt x="15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2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2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4305960" y="353196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2"/>
                </a:move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7" y="33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2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9" y="53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2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90" y="126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6" y="134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70"/>
                </a:lnTo>
                <a:lnTo>
                  <a:pt x="346" y="170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70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4" y="173"/>
                </a:lnTo>
                <a:lnTo>
                  <a:pt x="333" y="173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0" y="180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9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3"/>
                </a:lnTo>
                <a:lnTo>
                  <a:pt x="313" y="214"/>
                </a:lnTo>
                <a:lnTo>
                  <a:pt x="313" y="215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7" y="362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3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1"/>
                </a:lnTo>
                <a:lnTo>
                  <a:pt x="143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9" y="626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1" y="631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20" y="630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1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4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2"/>
                </a:lnTo>
                <a:lnTo>
                  <a:pt x="80" y="142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2" y="136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1" y="115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9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4"/>
                </a:lnTo>
                <a:lnTo>
                  <a:pt x="187" y="52"/>
                </a:lnTo>
                <a:lnTo>
                  <a:pt x="187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3" y="0"/>
                </a:lnTo>
                <a:lnTo>
                  <a:pt x="353" y="1"/>
                </a:lnTo>
                <a:lnTo>
                  <a:pt x="354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4305960" y="353196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2"/>
                </a:move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7" y="33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2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9" y="53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2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90" y="126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6" y="134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70"/>
                </a:lnTo>
                <a:lnTo>
                  <a:pt x="346" y="170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70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4" y="173"/>
                </a:lnTo>
                <a:lnTo>
                  <a:pt x="333" y="173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0" y="180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9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3"/>
                </a:lnTo>
                <a:lnTo>
                  <a:pt x="313" y="214"/>
                </a:lnTo>
                <a:lnTo>
                  <a:pt x="313" y="215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7" y="362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3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1"/>
                </a:lnTo>
                <a:lnTo>
                  <a:pt x="143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9" y="626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1" y="631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20" y="630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1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4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2"/>
                </a:lnTo>
                <a:lnTo>
                  <a:pt x="80" y="142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2" y="136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1" y="115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9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4"/>
                </a:lnTo>
                <a:lnTo>
                  <a:pt x="187" y="52"/>
                </a:lnTo>
                <a:lnTo>
                  <a:pt x="187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3" y="0"/>
                </a:lnTo>
                <a:lnTo>
                  <a:pt x="353" y="1"/>
                </a:lnTo>
                <a:lnTo>
                  <a:pt x="354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3882600" y="306864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0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7"/>
                </a:lnTo>
                <a:lnTo>
                  <a:pt x="2206" y="8"/>
                </a:lnTo>
                <a:lnTo>
                  <a:pt x="2207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9" y="60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8" y="77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7"/>
                </a:lnTo>
                <a:lnTo>
                  <a:pt x="2176" y="78"/>
                </a:lnTo>
                <a:lnTo>
                  <a:pt x="2177" y="78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5" y="85"/>
                </a:lnTo>
                <a:lnTo>
                  <a:pt x="2186" y="85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4" y="89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8" y="92"/>
                </a:lnTo>
                <a:lnTo>
                  <a:pt x="2209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4" y="104"/>
                </a:lnTo>
                <a:lnTo>
                  <a:pt x="2215" y="104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3" y="93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1" y="83"/>
                </a:lnTo>
                <a:lnTo>
                  <a:pt x="2252" y="83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0" y="102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1"/>
                </a:lnTo>
                <a:lnTo>
                  <a:pt x="2302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8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5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29" y="206"/>
                </a:lnTo>
                <a:lnTo>
                  <a:pt x="2330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5" y="210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1" y="207"/>
                </a:lnTo>
                <a:lnTo>
                  <a:pt x="2413" y="206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8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1" y="205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5" y="208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1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8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5" y="200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4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79"/>
                </a:lnTo>
                <a:lnTo>
                  <a:pt x="2513" y="177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2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3"/>
                </a:lnTo>
                <a:lnTo>
                  <a:pt x="2559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3"/>
                </a:lnTo>
                <a:lnTo>
                  <a:pt x="2576" y="214"/>
                </a:lnTo>
                <a:lnTo>
                  <a:pt x="2575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5"/>
                </a:lnTo>
                <a:lnTo>
                  <a:pt x="2582" y="215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7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89" y="224"/>
                </a:lnTo>
                <a:lnTo>
                  <a:pt x="2590" y="224"/>
                </a:lnTo>
                <a:lnTo>
                  <a:pt x="2591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4" y="226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8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1" y="245"/>
                </a:lnTo>
                <a:lnTo>
                  <a:pt x="2600" y="246"/>
                </a:lnTo>
                <a:lnTo>
                  <a:pt x="2599" y="246"/>
                </a:lnTo>
                <a:lnTo>
                  <a:pt x="2599" y="247"/>
                </a:lnTo>
                <a:lnTo>
                  <a:pt x="2600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4" y="262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7" y="264"/>
                </a:lnTo>
                <a:lnTo>
                  <a:pt x="2578" y="264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8"/>
                </a:lnTo>
                <a:lnTo>
                  <a:pt x="2576" y="288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4" y="288"/>
                </a:lnTo>
                <a:lnTo>
                  <a:pt x="2575" y="288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2" y="288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299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6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3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19" y="375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3" y="426"/>
                </a:lnTo>
                <a:lnTo>
                  <a:pt x="2522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7" y="426"/>
                </a:lnTo>
                <a:lnTo>
                  <a:pt x="2506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4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0" y="431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4"/>
                </a:lnTo>
                <a:lnTo>
                  <a:pt x="2492" y="435"/>
                </a:lnTo>
                <a:lnTo>
                  <a:pt x="2492" y="437"/>
                </a:lnTo>
                <a:lnTo>
                  <a:pt x="2491" y="438"/>
                </a:lnTo>
                <a:lnTo>
                  <a:pt x="2491" y="439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5" y="451"/>
                </a:lnTo>
                <a:lnTo>
                  <a:pt x="2486" y="451"/>
                </a:lnTo>
                <a:lnTo>
                  <a:pt x="2485" y="451"/>
                </a:lnTo>
                <a:lnTo>
                  <a:pt x="2485" y="452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1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8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3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3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69" y="486"/>
                </a:lnTo>
                <a:lnTo>
                  <a:pt x="2468" y="486"/>
                </a:lnTo>
                <a:lnTo>
                  <a:pt x="2468" y="487"/>
                </a:lnTo>
                <a:lnTo>
                  <a:pt x="2467" y="487"/>
                </a:lnTo>
                <a:lnTo>
                  <a:pt x="2466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8"/>
                </a:lnTo>
                <a:lnTo>
                  <a:pt x="2467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3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4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4" y="505"/>
                </a:lnTo>
                <a:lnTo>
                  <a:pt x="2464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6" y="512"/>
                </a:lnTo>
                <a:lnTo>
                  <a:pt x="2467" y="513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6" y="527"/>
                </a:lnTo>
                <a:lnTo>
                  <a:pt x="2465" y="527"/>
                </a:lnTo>
                <a:lnTo>
                  <a:pt x="2464" y="527"/>
                </a:lnTo>
                <a:lnTo>
                  <a:pt x="2464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3" y="533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0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5" y="537"/>
                </a:lnTo>
                <a:lnTo>
                  <a:pt x="2456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6" y="534"/>
                </a:lnTo>
                <a:lnTo>
                  <a:pt x="2457" y="534"/>
                </a:lnTo>
                <a:lnTo>
                  <a:pt x="2458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59" y="531"/>
                </a:lnTo>
                <a:lnTo>
                  <a:pt x="2459" y="530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9"/>
                </a:lnTo>
                <a:lnTo>
                  <a:pt x="2458" y="529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5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4" y="525"/>
                </a:lnTo>
                <a:lnTo>
                  <a:pt x="2454" y="524"/>
                </a:lnTo>
                <a:lnTo>
                  <a:pt x="2455" y="524"/>
                </a:lnTo>
                <a:lnTo>
                  <a:pt x="2456" y="524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3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49" y="516"/>
                </a:lnTo>
                <a:lnTo>
                  <a:pt x="2449" y="515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6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5" y="505"/>
                </a:lnTo>
                <a:lnTo>
                  <a:pt x="2445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5" y="496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2" y="504"/>
                </a:lnTo>
                <a:lnTo>
                  <a:pt x="2422" y="505"/>
                </a:lnTo>
                <a:lnTo>
                  <a:pt x="2420" y="506"/>
                </a:lnTo>
                <a:lnTo>
                  <a:pt x="2418" y="507"/>
                </a:lnTo>
                <a:lnTo>
                  <a:pt x="2415" y="510"/>
                </a:lnTo>
                <a:lnTo>
                  <a:pt x="2414" y="511"/>
                </a:lnTo>
                <a:lnTo>
                  <a:pt x="2411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7" y="517"/>
                </a:lnTo>
                <a:lnTo>
                  <a:pt x="2406" y="518"/>
                </a:lnTo>
                <a:lnTo>
                  <a:pt x="2405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8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4" y="527"/>
                </a:lnTo>
                <a:lnTo>
                  <a:pt x="2393" y="529"/>
                </a:lnTo>
                <a:lnTo>
                  <a:pt x="2391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5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2"/>
                </a:lnTo>
                <a:lnTo>
                  <a:pt x="2378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3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9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4" y="548"/>
                </a:lnTo>
                <a:lnTo>
                  <a:pt x="2361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8" y="550"/>
                </a:lnTo>
                <a:lnTo>
                  <a:pt x="2357" y="550"/>
                </a:lnTo>
                <a:lnTo>
                  <a:pt x="2356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5"/>
                </a:lnTo>
                <a:lnTo>
                  <a:pt x="2351" y="557"/>
                </a:lnTo>
                <a:lnTo>
                  <a:pt x="2351" y="559"/>
                </a:lnTo>
                <a:lnTo>
                  <a:pt x="2349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6"/>
                </a:lnTo>
                <a:lnTo>
                  <a:pt x="2343" y="569"/>
                </a:lnTo>
                <a:lnTo>
                  <a:pt x="2341" y="569"/>
                </a:lnTo>
                <a:lnTo>
                  <a:pt x="2340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4" y="571"/>
                </a:lnTo>
                <a:lnTo>
                  <a:pt x="2332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0" y="578"/>
                </a:lnTo>
                <a:lnTo>
                  <a:pt x="2317" y="579"/>
                </a:lnTo>
                <a:lnTo>
                  <a:pt x="2315" y="579"/>
                </a:lnTo>
                <a:lnTo>
                  <a:pt x="2314" y="580"/>
                </a:lnTo>
                <a:lnTo>
                  <a:pt x="2313" y="581"/>
                </a:lnTo>
                <a:lnTo>
                  <a:pt x="2312" y="581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299" y="589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7"/>
                </a:lnTo>
                <a:lnTo>
                  <a:pt x="2286" y="598"/>
                </a:lnTo>
                <a:lnTo>
                  <a:pt x="2286" y="599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8"/>
                </a:lnTo>
                <a:lnTo>
                  <a:pt x="2282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5" y="613"/>
                </a:lnTo>
                <a:lnTo>
                  <a:pt x="2275" y="614"/>
                </a:lnTo>
                <a:lnTo>
                  <a:pt x="2275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6" y="616"/>
                </a:lnTo>
                <a:lnTo>
                  <a:pt x="2276" y="617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0" y="622"/>
                </a:lnTo>
                <a:lnTo>
                  <a:pt x="2282" y="622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2" y="635"/>
                </a:lnTo>
                <a:lnTo>
                  <a:pt x="2293" y="635"/>
                </a:lnTo>
                <a:lnTo>
                  <a:pt x="2293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4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4" y="641"/>
                </a:lnTo>
                <a:lnTo>
                  <a:pt x="2314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1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9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1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6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2"/>
                </a:lnTo>
                <a:lnTo>
                  <a:pt x="2318" y="663"/>
                </a:lnTo>
                <a:lnTo>
                  <a:pt x="2319" y="663"/>
                </a:lnTo>
                <a:lnTo>
                  <a:pt x="2318" y="664"/>
                </a:lnTo>
                <a:lnTo>
                  <a:pt x="2319" y="664"/>
                </a:lnTo>
                <a:lnTo>
                  <a:pt x="2319" y="665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9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2" y="671"/>
                </a:lnTo>
                <a:lnTo>
                  <a:pt x="2323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1" y="676"/>
                </a:lnTo>
                <a:lnTo>
                  <a:pt x="2332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9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7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4"/>
                </a:lnTo>
                <a:lnTo>
                  <a:pt x="2350" y="663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7" y="666"/>
                </a:lnTo>
                <a:lnTo>
                  <a:pt x="2358" y="666"/>
                </a:lnTo>
                <a:lnTo>
                  <a:pt x="2358" y="667"/>
                </a:lnTo>
                <a:lnTo>
                  <a:pt x="2358" y="666"/>
                </a:lnTo>
                <a:lnTo>
                  <a:pt x="2359" y="666"/>
                </a:lnTo>
                <a:lnTo>
                  <a:pt x="2360" y="666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2" y="653"/>
                </a:lnTo>
                <a:lnTo>
                  <a:pt x="2361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7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4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8" y="654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1" y="653"/>
                </a:lnTo>
                <a:lnTo>
                  <a:pt x="2372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2" y="660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5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0"/>
                </a:lnTo>
                <a:lnTo>
                  <a:pt x="2380" y="660"/>
                </a:lnTo>
                <a:lnTo>
                  <a:pt x="2382" y="660"/>
                </a:lnTo>
                <a:lnTo>
                  <a:pt x="2382" y="661"/>
                </a:lnTo>
                <a:lnTo>
                  <a:pt x="2382" y="662"/>
                </a:lnTo>
                <a:lnTo>
                  <a:pt x="2381" y="662"/>
                </a:lnTo>
                <a:lnTo>
                  <a:pt x="2381" y="663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1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4" y="676"/>
                </a:lnTo>
                <a:lnTo>
                  <a:pt x="2384" y="677"/>
                </a:lnTo>
                <a:lnTo>
                  <a:pt x="2383" y="677"/>
                </a:lnTo>
                <a:lnTo>
                  <a:pt x="2382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0" y="681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4" y="683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2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1" y="689"/>
                </a:lnTo>
                <a:lnTo>
                  <a:pt x="2349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1"/>
                </a:lnTo>
                <a:lnTo>
                  <a:pt x="2348" y="690"/>
                </a:lnTo>
                <a:lnTo>
                  <a:pt x="2347" y="691"/>
                </a:lnTo>
                <a:lnTo>
                  <a:pt x="2346" y="691"/>
                </a:lnTo>
                <a:lnTo>
                  <a:pt x="2346" y="690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1"/>
                </a:lnTo>
                <a:lnTo>
                  <a:pt x="2335" y="689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2"/>
                </a:lnTo>
                <a:lnTo>
                  <a:pt x="2330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8" y="696"/>
                </a:lnTo>
                <a:lnTo>
                  <a:pt x="2328" y="697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28" y="707"/>
                </a:lnTo>
                <a:lnTo>
                  <a:pt x="2336" y="716"/>
                </a:lnTo>
                <a:lnTo>
                  <a:pt x="2339" y="720"/>
                </a:lnTo>
                <a:lnTo>
                  <a:pt x="2340" y="721"/>
                </a:lnTo>
                <a:lnTo>
                  <a:pt x="2344" y="726"/>
                </a:lnTo>
                <a:lnTo>
                  <a:pt x="2342" y="726"/>
                </a:lnTo>
                <a:lnTo>
                  <a:pt x="2340" y="728"/>
                </a:lnTo>
                <a:lnTo>
                  <a:pt x="2339" y="730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8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6"/>
                </a:lnTo>
                <a:lnTo>
                  <a:pt x="2307" y="766"/>
                </a:lnTo>
                <a:lnTo>
                  <a:pt x="2306" y="767"/>
                </a:lnTo>
                <a:lnTo>
                  <a:pt x="2305" y="768"/>
                </a:lnTo>
                <a:lnTo>
                  <a:pt x="2306" y="770"/>
                </a:lnTo>
                <a:lnTo>
                  <a:pt x="2307" y="771"/>
                </a:lnTo>
                <a:lnTo>
                  <a:pt x="2307" y="772"/>
                </a:lnTo>
                <a:lnTo>
                  <a:pt x="2308" y="772"/>
                </a:lnTo>
                <a:lnTo>
                  <a:pt x="2308" y="773"/>
                </a:lnTo>
                <a:lnTo>
                  <a:pt x="2308" y="774"/>
                </a:lnTo>
                <a:lnTo>
                  <a:pt x="2309" y="774"/>
                </a:lnTo>
                <a:lnTo>
                  <a:pt x="2309" y="775"/>
                </a:lnTo>
                <a:lnTo>
                  <a:pt x="2307" y="776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5" y="779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4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7" y="780"/>
                </a:lnTo>
                <a:lnTo>
                  <a:pt x="2297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5" y="775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8" y="769"/>
                </a:lnTo>
                <a:lnTo>
                  <a:pt x="2287" y="769"/>
                </a:lnTo>
                <a:lnTo>
                  <a:pt x="2287" y="770"/>
                </a:lnTo>
                <a:lnTo>
                  <a:pt x="2286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2" y="768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69" y="766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5" y="770"/>
                </a:lnTo>
                <a:lnTo>
                  <a:pt x="2264" y="770"/>
                </a:lnTo>
                <a:lnTo>
                  <a:pt x="2263" y="771"/>
                </a:lnTo>
                <a:lnTo>
                  <a:pt x="2262" y="771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59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4" y="766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4" y="759"/>
                </a:lnTo>
                <a:lnTo>
                  <a:pt x="2244" y="758"/>
                </a:lnTo>
                <a:lnTo>
                  <a:pt x="2243" y="758"/>
                </a:lnTo>
                <a:lnTo>
                  <a:pt x="2242" y="758"/>
                </a:lnTo>
                <a:lnTo>
                  <a:pt x="2242" y="757"/>
                </a:lnTo>
                <a:lnTo>
                  <a:pt x="2241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5"/>
                </a:lnTo>
                <a:lnTo>
                  <a:pt x="2238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5" y="750"/>
                </a:lnTo>
                <a:lnTo>
                  <a:pt x="2224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1" y="748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3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1" y="763"/>
                </a:lnTo>
                <a:lnTo>
                  <a:pt x="2220" y="763"/>
                </a:lnTo>
                <a:lnTo>
                  <a:pt x="2221" y="764"/>
                </a:lnTo>
                <a:lnTo>
                  <a:pt x="2220" y="764"/>
                </a:lnTo>
                <a:lnTo>
                  <a:pt x="2219" y="764"/>
                </a:lnTo>
                <a:lnTo>
                  <a:pt x="2219" y="765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7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3"/>
                </a:lnTo>
                <a:lnTo>
                  <a:pt x="2212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8" y="778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2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3"/>
                </a:lnTo>
                <a:lnTo>
                  <a:pt x="2216" y="782"/>
                </a:lnTo>
                <a:lnTo>
                  <a:pt x="2218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2" y="781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7" y="788"/>
                </a:lnTo>
                <a:lnTo>
                  <a:pt x="2237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7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3"/>
                </a:lnTo>
                <a:lnTo>
                  <a:pt x="2240" y="803"/>
                </a:lnTo>
                <a:lnTo>
                  <a:pt x="2241" y="804"/>
                </a:lnTo>
                <a:lnTo>
                  <a:pt x="2243" y="805"/>
                </a:lnTo>
                <a:lnTo>
                  <a:pt x="2245" y="806"/>
                </a:lnTo>
                <a:lnTo>
                  <a:pt x="2247" y="806"/>
                </a:lnTo>
                <a:lnTo>
                  <a:pt x="2248" y="807"/>
                </a:lnTo>
                <a:lnTo>
                  <a:pt x="2250" y="807"/>
                </a:lnTo>
                <a:lnTo>
                  <a:pt x="2252" y="808"/>
                </a:lnTo>
                <a:lnTo>
                  <a:pt x="2253" y="809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8"/>
                </a:lnTo>
                <a:lnTo>
                  <a:pt x="2250" y="820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1" y="823"/>
                </a:lnTo>
                <a:lnTo>
                  <a:pt x="2257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59" y="828"/>
                </a:lnTo>
                <a:lnTo>
                  <a:pt x="2258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0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7" y="839"/>
                </a:lnTo>
                <a:lnTo>
                  <a:pt x="2248" y="843"/>
                </a:lnTo>
                <a:lnTo>
                  <a:pt x="2248" y="846"/>
                </a:lnTo>
                <a:lnTo>
                  <a:pt x="2247" y="848"/>
                </a:lnTo>
                <a:lnTo>
                  <a:pt x="2246" y="851"/>
                </a:lnTo>
                <a:lnTo>
                  <a:pt x="2244" y="853"/>
                </a:lnTo>
                <a:lnTo>
                  <a:pt x="2245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2"/>
                </a:lnTo>
                <a:lnTo>
                  <a:pt x="2241" y="864"/>
                </a:lnTo>
                <a:lnTo>
                  <a:pt x="2242" y="864"/>
                </a:lnTo>
                <a:lnTo>
                  <a:pt x="2242" y="865"/>
                </a:lnTo>
                <a:lnTo>
                  <a:pt x="2243" y="865"/>
                </a:lnTo>
                <a:lnTo>
                  <a:pt x="2243" y="866"/>
                </a:lnTo>
                <a:lnTo>
                  <a:pt x="2243" y="865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4" y="868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6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7"/>
                </a:lnTo>
                <a:lnTo>
                  <a:pt x="2250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77"/>
                </a:lnTo>
                <a:lnTo>
                  <a:pt x="2246" y="880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49" y="894"/>
                </a:lnTo>
                <a:lnTo>
                  <a:pt x="2250" y="896"/>
                </a:lnTo>
                <a:lnTo>
                  <a:pt x="2249" y="897"/>
                </a:lnTo>
                <a:lnTo>
                  <a:pt x="2252" y="898"/>
                </a:lnTo>
                <a:lnTo>
                  <a:pt x="2255" y="898"/>
                </a:lnTo>
                <a:lnTo>
                  <a:pt x="2255" y="899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59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3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2" y="928"/>
                </a:lnTo>
                <a:lnTo>
                  <a:pt x="2261" y="928"/>
                </a:lnTo>
                <a:lnTo>
                  <a:pt x="2262" y="930"/>
                </a:lnTo>
                <a:lnTo>
                  <a:pt x="2264" y="931"/>
                </a:lnTo>
                <a:lnTo>
                  <a:pt x="2266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1"/>
                </a:lnTo>
                <a:lnTo>
                  <a:pt x="2283" y="930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1" y="928"/>
                </a:lnTo>
                <a:lnTo>
                  <a:pt x="2295" y="927"/>
                </a:lnTo>
                <a:lnTo>
                  <a:pt x="2298" y="926"/>
                </a:lnTo>
                <a:lnTo>
                  <a:pt x="2300" y="925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3" y="921"/>
                </a:lnTo>
                <a:lnTo>
                  <a:pt x="2304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7" y="917"/>
                </a:lnTo>
                <a:lnTo>
                  <a:pt x="2314" y="915"/>
                </a:lnTo>
                <a:lnTo>
                  <a:pt x="2315" y="915"/>
                </a:lnTo>
                <a:lnTo>
                  <a:pt x="2316" y="914"/>
                </a:lnTo>
                <a:lnTo>
                  <a:pt x="2318" y="913"/>
                </a:lnTo>
                <a:lnTo>
                  <a:pt x="2319" y="912"/>
                </a:lnTo>
                <a:lnTo>
                  <a:pt x="2320" y="912"/>
                </a:lnTo>
                <a:lnTo>
                  <a:pt x="2321" y="911"/>
                </a:lnTo>
                <a:lnTo>
                  <a:pt x="2322" y="910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6" y="908"/>
                </a:lnTo>
                <a:lnTo>
                  <a:pt x="2328" y="907"/>
                </a:lnTo>
                <a:lnTo>
                  <a:pt x="2330" y="905"/>
                </a:lnTo>
                <a:lnTo>
                  <a:pt x="2331" y="905"/>
                </a:lnTo>
                <a:lnTo>
                  <a:pt x="2332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39" y="909"/>
                </a:lnTo>
                <a:lnTo>
                  <a:pt x="2340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8"/>
                </a:lnTo>
                <a:lnTo>
                  <a:pt x="2339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2" y="930"/>
                </a:lnTo>
                <a:lnTo>
                  <a:pt x="2353" y="934"/>
                </a:lnTo>
                <a:lnTo>
                  <a:pt x="2354" y="934"/>
                </a:lnTo>
                <a:lnTo>
                  <a:pt x="2354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6" y="937"/>
                </a:lnTo>
                <a:lnTo>
                  <a:pt x="2357" y="937"/>
                </a:lnTo>
                <a:lnTo>
                  <a:pt x="2362" y="939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7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7" y="950"/>
                </a:lnTo>
                <a:lnTo>
                  <a:pt x="2356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4" y="962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7" y="968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69" y="972"/>
                </a:lnTo>
                <a:lnTo>
                  <a:pt x="2369" y="974"/>
                </a:lnTo>
                <a:lnTo>
                  <a:pt x="2370" y="974"/>
                </a:lnTo>
                <a:lnTo>
                  <a:pt x="2370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2" y="978"/>
                </a:lnTo>
                <a:lnTo>
                  <a:pt x="2372" y="979"/>
                </a:lnTo>
                <a:lnTo>
                  <a:pt x="2371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4" y="985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4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5" y="991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5" y="994"/>
                </a:lnTo>
                <a:lnTo>
                  <a:pt x="2374" y="994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70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5" y="997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7" y="1008"/>
                </a:lnTo>
                <a:lnTo>
                  <a:pt x="2358" y="1009"/>
                </a:lnTo>
                <a:lnTo>
                  <a:pt x="2360" y="1009"/>
                </a:lnTo>
                <a:lnTo>
                  <a:pt x="2361" y="1009"/>
                </a:lnTo>
                <a:lnTo>
                  <a:pt x="2362" y="1010"/>
                </a:lnTo>
                <a:lnTo>
                  <a:pt x="2362" y="1011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5" y="1014"/>
                </a:lnTo>
                <a:lnTo>
                  <a:pt x="2365" y="1016"/>
                </a:lnTo>
                <a:lnTo>
                  <a:pt x="2367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71" y="1012"/>
                </a:lnTo>
                <a:lnTo>
                  <a:pt x="2371" y="1013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4" y="1017"/>
                </a:lnTo>
                <a:lnTo>
                  <a:pt x="2375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2" y="1020"/>
                </a:lnTo>
                <a:lnTo>
                  <a:pt x="2382" y="1021"/>
                </a:lnTo>
                <a:lnTo>
                  <a:pt x="2383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0" y="1028"/>
                </a:lnTo>
                <a:lnTo>
                  <a:pt x="2390" y="1029"/>
                </a:lnTo>
                <a:lnTo>
                  <a:pt x="2391" y="1029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7" y="1031"/>
                </a:lnTo>
                <a:lnTo>
                  <a:pt x="2387" y="1032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6"/>
                </a:lnTo>
                <a:lnTo>
                  <a:pt x="2384" y="1047"/>
                </a:lnTo>
                <a:lnTo>
                  <a:pt x="2384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3"/>
                </a:lnTo>
                <a:lnTo>
                  <a:pt x="2382" y="1053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7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4" y="1055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3" y="1058"/>
                </a:lnTo>
                <a:lnTo>
                  <a:pt x="2352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4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7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6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5"/>
                </a:lnTo>
                <a:lnTo>
                  <a:pt x="2310" y="1084"/>
                </a:lnTo>
                <a:lnTo>
                  <a:pt x="2309" y="1085"/>
                </a:lnTo>
                <a:lnTo>
                  <a:pt x="2309" y="1084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5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299" y="1080"/>
                </a:lnTo>
                <a:lnTo>
                  <a:pt x="2297" y="1080"/>
                </a:lnTo>
                <a:lnTo>
                  <a:pt x="2296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69" y="1075"/>
                </a:lnTo>
                <a:lnTo>
                  <a:pt x="2269" y="1076"/>
                </a:lnTo>
                <a:lnTo>
                  <a:pt x="2269" y="1077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3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5" y="1087"/>
                </a:lnTo>
                <a:lnTo>
                  <a:pt x="2274" y="1087"/>
                </a:lnTo>
                <a:lnTo>
                  <a:pt x="2273" y="1087"/>
                </a:lnTo>
                <a:lnTo>
                  <a:pt x="2273" y="1088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3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8"/>
                </a:lnTo>
                <a:lnTo>
                  <a:pt x="2246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7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6" y="1106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08"/>
                </a:lnTo>
                <a:lnTo>
                  <a:pt x="2219" y="1109"/>
                </a:lnTo>
                <a:lnTo>
                  <a:pt x="2218" y="1109"/>
                </a:lnTo>
                <a:lnTo>
                  <a:pt x="2218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3"/>
                </a:lnTo>
                <a:lnTo>
                  <a:pt x="2213" y="1114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1"/>
                </a:lnTo>
                <a:lnTo>
                  <a:pt x="2204" y="1112"/>
                </a:lnTo>
                <a:lnTo>
                  <a:pt x="2204" y="1111"/>
                </a:lnTo>
                <a:lnTo>
                  <a:pt x="2203" y="1111"/>
                </a:lnTo>
                <a:lnTo>
                  <a:pt x="2202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90" y="1111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3"/>
                </a:lnTo>
                <a:lnTo>
                  <a:pt x="2179" y="1113"/>
                </a:lnTo>
                <a:lnTo>
                  <a:pt x="2179" y="1114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6" y="1116"/>
                </a:lnTo>
                <a:lnTo>
                  <a:pt x="2176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1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2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1" y="1135"/>
                </a:lnTo>
                <a:lnTo>
                  <a:pt x="2150" y="1135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7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8" y="1134"/>
                </a:lnTo>
                <a:lnTo>
                  <a:pt x="2138" y="1135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5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5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2" y="1136"/>
                </a:lnTo>
                <a:lnTo>
                  <a:pt x="2132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9" y="1137"/>
                </a:lnTo>
                <a:lnTo>
                  <a:pt x="2129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2" y="1140"/>
                </a:lnTo>
                <a:lnTo>
                  <a:pt x="2122" y="1139"/>
                </a:lnTo>
                <a:lnTo>
                  <a:pt x="2121" y="1139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5" y="1144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2" y="1143"/>
                </a:lnTo>
                <a:lnTo>
                  <a:pt x="2111" y="1143"/>
                </a:lnTo>
                <a:lnTo>
                  <a:pt x="2110" y="1143"/>
                </a:lnTo>
                <a:lnTo>
                  <a:pt x="2110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6"/>
                </a:lnTo>
                <a:lnTo>
                  <a:pt x="2104" y="1147"/>
                </a:lnTo>
                <a:lnTo>
                  <a:pt x="2103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2" y="1152"/>
                </a:lnTo>
                <a:lnTo>
                  <a:pt x="2102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3"/>
                </a:lnTo>
                <a:lnTo>
                  <a:pt x="2088" y="1163"/>
                </a:lnTo>
                <a:lnTo>
                  <a:pt x="2087" y="1164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6" y="1166"/>
                </a:lnTo>
                <a:lnTo>
                  <a:pt x="2086" y="1167"/>
                </a:lnTo>
                <a:lnTo>
                  <a:pt x="2085" y="1168"/>
                </a:lnTo>
                <a:lnTo>
                  <a:pt x="2084" y="1168"/>
                </a:lnTo>
                <a:lnTo>
                  <a:pt x="2085" y="1168"/>
                </a:lnTo>
                <a:lnTo>
                  <a:pt x="2085" y="1167"/>
                </a:lnTo>
                <a:lnTo>
                  <a:pt x="2084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3" y="1169"/>
                </a:lnTo>
                <a:lnTo>
                  <a:pt x="2083" y="1168"/>
                </a:lnTo>
                <a:lnTo>
                  <a:pt x="2082" y="1168"/>
                </a:lnTo>
                <a:lnTo>
                  <a:pt x="2081" y="1169"/>
                </a:lnTo>
                <a:lnTo>
                  <a:pt x="2082" y="1169"/>
                </a:lnTo>
                <a:lnTo>
                  <a:pt x="2082" y="1170"/>
                </a:lnTo>
                <a:lnTo>
                  <a:pt x="2081" y="1170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4" y="1172"/>
                </a:lnTo>
                <a:lnTo>
                  <a:pt x="2083" y="1173"/>
                </a:lnTo>
                <a:lnTo>
                  <a:pt x="2083" y="1172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9" y="1186"/>
                </a:lnTo>
                <a:lnTo>
                  <a:pt x="2068" y="1186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90"/>
                </a:lnTo>
                <a:lnTo>
                  <a:pt x="2067" y="1191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0" y="1185"/>
                </a:lnTo>
                <a:lnTo>
                  <a:pt x="2061" y="1184"/>
                </a:lnTo>
                <a:lnTo>
                  <a:pt x="2062" y="1184"/>
                </a:lnTo>
                <a:lnTo>
                  <a:pt x="2062" y="1183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2" y="1178"/>
                </a:lnTo>
                <a:lnTo>
                  <a:pt x="2061" y="1178"/>
                </a:lnTo>
                <a:lnTo>
                  <a:pt x="2061" y="1179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3"/>
                </a:lnTo>
                <a:lnTo>
                  <a:pt x="2056" y="1172"/>
                </a:lnTo>
                <a:lnTo>
                  <a:pt x="2057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4" y="1166"/>
                </a:lnTo>
                <a:lnTo>
                  <a:pt x="2054" y="1164"/>
                </a:lnTo>
                <a:lnTo>
                  <a:pt x="2054" y="1163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5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9"/>
                </a:lnTo>
                <a:lnTo>
                  <a:pt x="2040" y="1138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7"/>
                </a:lnTo>
                <a:lnTo>
                  <a:pt x="2031" y="1137"/>
                </a:lnTo>
                <a:lnTo>
                  <a:pt x="2029" y="1136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2"/>
                </a:lnTo>
                <a:lnTo>
                  <a:pt x="2020" y="1132"/>
                </a:lnTo>
                <a:lnTo>
                  <a:pt x="2020" y="1131"/>
                </a:lnTo>
                <a:lnTo>
                  <a:pt x="2019" y="1132"/>
                </a:lnTo>
                <a:lnTo>
                  <a:pt x="2018" y="1131"/>
                </a:lnTo>
                <a:lnTo>
                  <a:pt x="2019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9" y="1126"/>
                </a:lnTo>
                <a:lnTo>
                  <a:pt x="2019" y="1124"/>
                </a:lnTo>
                <a:lnTo>
                  <a:pt x="2019" y="1123"/>
                </a:lnTo>
                <a:lnTo>
                  <a:pt x="2018" y="1123"/>
                </a:lnTo>
                <a:lnTo>
                  <a:pt x="2017" y="1123"/>
                </a:lnTo>
                <a:lnTo>
                  <a:pt x="2016" y="1123"/>
                </a:lnTo>
                <a:lnTo>
                  <a:pt x="2015" y="1122"/>
                </a:lnTo>
                <a:lnTo>
                  <a:pt x="2014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5" y="1128"/>
                </a:lnTo>
                <a:lnTo>
                  <a:pt x="2005" y="1129"/>
                </a:lnTo>
                <a:lnTo>
                  <a:pt x="2004" y="1129"/>
                </a:lnTo>
                <a:lnTo>
                  <a:pt x="2003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5" y="1133"/>
                </a:lnTo>
                <a:lnTo>
                  <a:pt x="1993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9" y="1141"/>
                </a:lnTo>
                <a:lnTo>
                  <a:pt x="1991" y="1141"/>
                </a:lnTo>
                <a:lnTo>
                  <a:pt x="1992" y="1141"/>
                </a:lnTo>
                <a:lnTo>
                  <a:pt x="1992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5" y="1145"/>
                </a:lnTo>
                <a:lnTo>
                  <a:pt x="1995" y="1146"/>
                </a:lnTo>
                <a:lnTo>
                  <a:pt x="1994" y="1146"/>
                </a:lnTo>
                <a:lnTo>
                  <a:pt x="1995" y="1147"/>
                </a:lnTo>
                <a:lnTo>
                  <a:pt x="1995" y="1148"/>
                </a:lnTo>
                <a:lnTo>
                  <a:pt x="1996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1" y="1149"/>
                </a:lnTo>
                <a:lnTo>
                  <a:pt x="2001" y="1150"/>
                </a:lnTo>
                <a:lnTo>
                  <a:pt x="2002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2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1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7" y="1166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7" y="1176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6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6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7" y="1198"/>
                </a:lnTo>
                <a:lnTo>
                  <a:pt x="1998" y="1199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2"/>
                </a:lnTo>
                <a:lnTo>
                  <a:pt x="2005" y="1202"/>
                </a:lnTo>
                <a:lnTo>
                  <a:pt x="2005" y="1203"/>
                </a:lnTo>
                <a:lnTo>
                  <a:pt x="2004" y="1203"/>
                </a:lnTo>
                <a:lnTo>
                  <a:pt x="2004" y="1204"/>
                </a:lnTo>
                <a:lnTo>
                  <a:pt x="2005" y="1204"/>
                </a:lnTo>
                <a:lnTo>
                  <a:pt x="2005" y="1205"/>
                </a:lnTo>
                <a:lnTo>
                  <a:pt x="2004" y="1205"/>
                </a:lnTo>
                <a:lnTo>
                  <a:pt x="2003" y="1205"/>
                </a:lnTo>
                <a:lnTo>
                  <a:pt x="2002" y="1205"/>
                </a:lnTo>
                <a:lnTo>
                  <a:pt x="2000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4" y="1210"/>
                </a:lnTo>
                <a:lnTo>
                  <a:pt x="2004" y="1211"/>
                </a:lnTo>
                <a:lnTo>
                  <a:pt x="2003" y="1211"/>
                </a:lnTo>
                <a:lnTo>
                  <a:pt x="2003" y="1212"/>
                </a:lnTo>
                <a:lnTo>
                  <a:pt x="2003" y="1213"/>
                </a:lnTo>
                <a:lnTo>
                  <a:pt x="2004" y="1213"/>
                </a:lnTo>
                <a:lnTo>
                  <a:pt x="2003" y="1214"/>
                </a:lnTo>
                <a:lnTo>
                  <a:pt x="2002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6"/>
                </a:lnTo>
                <a:lnTo>
                  <a:pt x="1997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6" y="1228"/>
                </a:lnTo>
                <a:lnTo>
                  <a:pt x="1996" y="1227"/>
                </a:lnTo>
                <a:lnTo>
                  <a:pt x="1995" y="1227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1" y="1229"/>
                </a:lnTo>
                <a:lnTo>
                  <a:pt x="1990" y="1229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4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1"/>
                </a:lnTo>
                <a:lnTo>
                  <a:pt x="1968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0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8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1" y="1225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6"/>
                </a:lnTo>
                <a:lnTo>
                  <a:pt x="1947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2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7" y="1226"/>
                </a:lnTo>
                <a:lnTo>
                  <a:pt x="1937" y="1227"/>
                </a:lnTo>
                <a:lnTo>
                  <a:pt x="1936" y="1227"/>
                </a:lnTo>
                <a:lnTo>
                  <a:pt x="1933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8" y="1226"/>
                </a:lnTo>
                <a:lnTo>
                  <a:pt x="1927" y="1226"/>
                </a:lnTo>
                <a:lnTo>
                  <a:pt x="1927" y="1227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4" y="1227"/>
                </a:lnTo>
                <a:lnTo>
                  <a:pt x="1921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5" y="1229"/>
                </a:lnTo>
                <a:lnTo>
                  <a:pt x="1915" y="1230"/>
                </a:lnTo>
                <a:lnTo>
                  <a:pt x="1914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9" y="1221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2" y="1214"/>
                </a:lnTo>
                <a:lnTo>
                  <a:pt x="1902" y="1213"/>
                </a:lnTo>
                <a:lnTo>
                  <a:pt x="1904" y="1213"/>
                </a:lnTo>
                <a:lnTo>
                  <a:pt x="1905" y="1213"/>
                </a:lnTo>
                <a:lnTo>
                  <a:pt x="1904" y="1212"/>
                </a:lnTo>
                <a:lnTo>
                  <a:pt x="1905" y="1211"/>
                </a:lnTo>
                <a:lnTo>
                  <a:pt x="1906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6" y="1205"/>
                </a:lnTo>
                <a:lnTo>
                  <a:pt x="1905" y="1205"/>
                </a:lnTo>
                <a:lnTo>
                  <a:pt x="1904" y="1204"/>
                </a:lnTo>
                <a:lnTo>
                  <a:pt x="1904" y="1205"/>
                </a:lnTo>
                <a:lnTo>
                  <a:pt x="1903" y="1205"/>
                </a:lnTo>
                <a:lnTo>
                  <a:pt x="1903" y="1204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900" y="1204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7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7" y="1198"/>
                </a:lnTo>
                <a:lnTo>
                  <a:pt x="1897" y="1197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3" y="1193"/>
                </a:lnTo>
                <a:lnTo>
                  <a:pt x="1892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4"/>
                </a:lnTo>
                <a:lnTo>
                  <a:pt x="1890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1"/>
                </a:lnTo>
                <a:lnTo>
                  <a:pt x="1891" y="1180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7" y="1177"/>
                </a:lnTo>
                <a:lnTo>
                  <a:pt x="1908" y="1176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6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5" y="1165"/>
                </a:lnTo>
                <a:lnTo>
                  <a:pt x="1905" y="1164"/>
                </a:lnTo>
                <a:lnTo>
                  <a:pt x="1904" y="1164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59"/>
                </a:lnTo>
                <a:lnTo>
                  <a:pt x="1901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1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5"/>
                </a:lnTo>
                <a:lnTo>
                  <a:pt x="1904" y="1154"/>
                </a:lnTo>
                <a:lnTo>
                  <a:pt x="1903" y="1154"/>
                </a:lnTo>
                <a:lnTo>
                  <a:pt x="1902" y="1154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7"/>
                </a:lnTo>
                <a:lnTo>
                  <a:pt x="1892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8" y="1157"/>
                </a:lnTo>
                <a:lnTo>
                  <a:pt x="1888" y="1156"/>
                </a:lnTo>
                <a:lnTo>
                  <a:pt x="1887" y="1156"/>
                </a:lnTo>
                <a:lnTo>
                  <a:pt x="1888" y="1156"/>
                </a:lnTo>
                <a:lnTo>
                  <a:pt x="1889" y="1156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90" y="1153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3"/>
                </a:lnTo>
                <a:lnTo>
                  <a:pt x="1887" y="1143"/>
                </a:lnTo>
                <a:lnTo>
                  <a:pt x="1886" y="1142"/>
                </a:lnTo>
                <a:lnTo>
                  <a:pt x="1884" y="1141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6" y="1136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1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80" y="1128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5"/>
                </a:lnTo>
                <a:lnTo>
                  <a:pt x="1878" y="1124"/>
                </a:lnTo>
                <a:lnTo>
                  <a:pt x="1879" y="1123"/>
                </a:lnTo>
                <a:lnTo>
                  <a:pt x="1879" y="1122"/>
                </a:lnTo>
                <a:lnTo>
                  <a:pt x="1880" y="1122"/>
                </a:lnTo>
                <a:lnTo>
                  <a:pt x="1880" y="1121"/>
                </a:lnTo>
                <a:lnTo>
                  <a:pt x="1879" y="1120"/>
                </a:lnTo>
                <a:lnTo>
                  <a:pt x="1879" y="1119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8"/>
                </a:lnTo>
                <a:lnTo>
                  <a:pt x="1876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2" y="1114"/>
                </a:lnTo>
                <a:lnTo>
                  <a:pt x="1872" y="1113"/>
                </a:lnTo>
                <a:lnTo>
                  <a:pt x="1871" y="1112"/>
                </a:lnTo>
                <a:lnTo>
                  <a:pt x="1870" y="1112"/>
                </a:lnTo>
                <a:lnTo>
                  <a:pt x="1870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60" y="1097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9" y="1100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0"/>
                </a:lnTo>
                <a:lnTo>
                  <a:pt x="1845" y="1100"/>
                </a:lnTo>
                <a:lnTo>
                  <a:pt x="1844" y="1100"/>
                </a:lnTo>
                <a:lnTo>
                  <a:pt x="1842" y="1100"/>
                </a:lnTo>
                <a:lnTo>
                  <a:pt x="1842" y="1099"/>
                </a:lnTo>
                <a:lnTo>
                  <a:pt x="1841" y="1099"/>
                </a:lnTo>
                <a:lnTo>
                  <a:pt x="1840" y="1099"/>
                </a:lnTo>
                <a:lnTo>
                  <a:pt x="1840" y="1098"/>
                </a:lnTo>
                <a:lnTo>
                  <a:pt x="1838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5" y="1100"/>
                </a:lnTo>
                <a:lnTo>
                  <a:pt x="1834" y="1100"/>
                </a:lnTo>
                <a:lnTo>
                  <a:pt x="1834" y="1099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3"/>
                </a:lnTo>
                <a:lnTo>
                  <a:pt x="1819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4" y="1112"/>
                </a:lnTo>
                <a:lnTo>
                  <a:pt x="1813" y="1111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2"/>
                </a:lnTo>
                <a:lnTo>
                  <a:pt x="1809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3" y="1113"/>
                </a:lnTo>
                <a:lnTo>
                  <a:pt x="1801" y="1113"/>
                </a:lnTo>
                <a:lnTo>
                  <a:pt x="1801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3"/>
                </a:lnTo>
                <a:lnTo>
                  <a:pt x="1789" y="1113"/>
                </a:lnTo>
                <a:lnTo>
                  <a:pt x="1788" y="1114"/>
                </a:lnTo>
                <a:lnTo>
                  <a:pt x="1788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8"/>
                </a:lnTo>
                <a:lnTo>
                  <a:pt x="1781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1"/>
                </a:lnTo>
                <a:lnTo>
                  <a:pt x="1778" y="1121"/>
                </a:lnTo>
                <a:lnTo>
                  <a:pt x="1778" y="1122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4"/>
                </a:lnTo>
                <a:lnTo>
                  <a:pt x="1777" y="1126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1"/>
                </a:lnTo>
                <a:lnTo>
                  <a:pt x="1779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80" y="1136"/>
                </a:lnTo>
                <a:lnTo>
                  <a:pt x="1780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0"/>
                </a:lnTo>
                <a:lnTo>
                  <a:pt x="1768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7" y="1154"/>
                </a:lnTo>
                <a:lnTo>
                  <a:pt x="1777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6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8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7" y="1161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6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1" y="1163"/>
                </a:lnTo>
                <a:lnTo>
                  <a:pt x="1740" y="1164"/>
                </a:lnTo>
                <a:lnTo>
                  <a:pt x="1739" y="1165"/>
                </a:lnTo>
                <a:lnTo>
                  <a:pt x="1738" y="1165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2" y="1165"/>
                </a:lnTo>
                <a:lnTo>
                  <a:pt x="1733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5" y="1162"/>
                </a:lnTo>
                <a:lnTo>
                  <a:pt x="1735" y="1161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9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5" y="1163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6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3"/>
                </a:lnTo>
                <a:lnTo>
                  <a:pt x="1712" y="1174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7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2"/>
                </a:lnTo>
                <a:lnTo>
                  <a:pt x="1706" y="1182"/>
                </a:lnTo>
                <a:lnTo>
                  <a:pt x="1706" y="1183"/>
                </a:lnTo>
                <a:lnTo>
                  <a:pt x="1704" y="1183"/>
                </a:lnTo>
                <a:lnTo>
                  <a:pt x="1702" y="1182"/>
                </a:lnTo>
                <a:lnTo>
                  <a:pt x="1700" y="1182"/>
                </a:lnTo>
                <a:lnTo>
                  <a:pt x="1700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6"/>
                </a:lnTo>
                <a:lnTo>
                  <a:pt x="1695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89" y="1165"/>
                </a:lnTo>
                <a:lnTo>
                  <a:pt x="1689" y="1166"/>
                </a:lnTo>
                <a:lnTo>
                  <a:pt x="1688" y="1166"/>
                </a:lnTo>
                <a:lnTo>
                  <a:pt x="1687" y="1166"/>
                </a:lnTo>
                <a:lnTo>
                  <a:pt x="1687" y="1167"/>
                </a:lnTo>
                <a:lnTo>
                  <a:pt x="1686" y="1167"/>
                </a:lnTo>
                <a:lnTo>
                  <a:pt x="1685" y="1167"/>
                </a:lnTo>
                <a:lnTo>
                  <a:pt x="1683" y="1167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80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4"/>
                </a:lnTo>
                <a:lnTo>
                  <a:pt x="1670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3" y="1179"/>
                </a:lnTo>
                <a:lnTo>
                  <a:pt x="1662" y="1179"/>
                </a:lnTo>
                <a:lnTo>
                  <a:pt x="1662" y="1180"/>
                </a:lnTo>
                <a:lnTo>
                  <a:pt x="1660" y="1180"/>
                </a:lnTo>
                <a:lnTo>
                  <a:pt x="1659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5" y="1184"/>
                </a:lnTo>
                <a:lnTo>
                  <a:pt x="1654" y="1184"/>
                </a:lnTo>
                <a:lnTo>
                  <a:pt x="1653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3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41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0" y="1200"/>
                </a:lnTo>
                <a:lnTo>
                  <a:pt x="1631" y="1200"/>
                </a:lnTo>
                <a:lnTo>
                  <a:pt x="1631" y="1201"/>
                </a:lnTo>
                <a:lnTo>
                  <a:pt x="1631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6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7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0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7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4" y="1201"/>
                </a:lnTo>
                <a:lnTo>
                  <a:pt x="1595" y="1201"/>
                </a:lnTo>
                <a:lnTo>
                  <a:pt x="1595" y="1200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9"/>
                </a:lnTo>
                <a:lnTo>
                  <a:pt x="1598" y="1187"/>
                </a:lnTo>
                <a:lnTo>
                  <a:pt x="1598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9"/>
                </a:lnTo>
                <a:lnTo>
                  <a:pt x="1596" y="1180"/>
                </a:lnTo>
                <a:lnTo>
                  <a:pt x="1597" y="1180"/>
                </a:lnTo>
                <a:lnTo>
                  <a:pt x="1599" y="1179"/>
                </a:lnTo>
                <a:lnTo>
                  <a:pt x="1600" y="1178"/>
                </a:lnTo>
                <a:lnTo>
                  <a:pt x="1600" y="1177"/>
                </a:lnTo>
                <a:lnTo>
                  <a:pt x="1601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9" y="1173"/>
                </a:lnTo>
                <a:lnTo>
                  <a:pt x="1599" y="1172"/>
                </a:lnTo>
                <a:lnTo>
                  <a:pt x="1600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1" y="1167"/>
                </a:lnTo>
                <a:lnTo>
                  <a:pt x="1601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0"/>
                </a:lnTo>
                <a:lnTo>
                  <a:pt x="1598" y="1160"/>
                </a:lnTo>
                <a:lnTo>
                  <a:pt x="1598" y="1159"/>
                </a:lnTo>
                <a:lnTo>
                  <a:pt x="1597" y="1159"/>
                </a:lnTo>
                <a:lnTo>
                  <a:pt x="1596" y="1158"/>
                </a:lnTo>
                <a:lnTo>
                  <a:pt x="1595" y="1158"/>
                </a:lnTo>
                <a:lnTo>
                  <a:pt x="1596" y="1158"/>
                </a:lnTo>
                <a:lnTo>
                  <a:pt x="1597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3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88" y="1145"/>
                </a:lnTo>
                <a:lnTo>
                  <a:pt x="1588" y="1146"/>
                </a:lnTo>
                <a:lnTo>
                  <a:pt x="1588" y="1147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8" y="1149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1"/>
                </a:lnTo>
                <a:lnTo>
                  <a:pt x="1563" y="1162"/>
                </a:lnTo>
                <a:lnTo>
                  <a:pt x="1563" y="1163"/>
                </a:lnTo>
                <a:lnTo>
                  <a:pt x="1562" y="1163"/>
                </a:lnTo>
                <a:lnTo>
                  <a:pt x="1561" y="1163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8" y="1165"/>
                </a:lnTo>
                <a:lnTo>
                  <a:pt x="1556" y="1166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1"/>
                </a:lnTo>
                <a:lnTo>
                  <a:pt x="1544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1"/>
                </a:lnTo>
                <a:lnTo>
                  <a:pt x="1535" y="1182"/>
                </a:lnTo>
                <a:lnTo>
                  <a:pt x="1534" y="1183"/>
                </a:lnTo>
                <a:lnTo>
                  <a:pt x="1535" y="1183"/>
                </a:lnTo>
                <a:lnTo>
                  <a:pt x="1535" y="1184"/>
                </a:lnTo>
                <a:lnTo>
                  <a:pt x="1535" y="1185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7" y="1203"/>
                </a:lnTo>
                <a:lnTo>
                  <a:pt x="1536" y="1204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5" y="1209"/>
                </a:lnTo>
                <a:lnTo>
                  <a:pt x="1532" y="1209"/>
                </a:lnTo>
                <a:lnTo>
                  <a:pt x="1531" y="1209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08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7" y="1210"/>
                </a:lnTo>
                <a:lnTo>
                  <a:pt x="1516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10" y="1229"/>
                </a:lnTo>
                <a:lnTo>
                  <a:pt x="1509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3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3"/>
                </a:lnTo>
                <a:lnTo>
                  <a:pt x="1513" y="1233"/>
                </a:lnTo>
                <a:lnTo>
                  <a:pt x="1513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4" y="1245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2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5"/>
                </a:lnTo>
                <a:lnTo>
                  <a:pt x="1503" y="1255"/>
                </a:lnTo>
                <a:lnTo>
                  <a:pt x="1504" y="1254"/>
                </a:lnTo>
                <a:lnTo>
                  <a:pt x="1505" y="1255"/>
                </a:lnTo>
                <a:lnTo>
                  <a:pt x="1505" y="1256"/>
                </a:lnTo>
                <a:lnTo>
                  <a:pt x="1506" y="1257"/>
                </a:lnTo>
                <a:lnTo>
                  <a:pt x="1507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3"/>
                </a:lnTo>
                <a:lnTo>
                  <a:pt x="1515" y="1264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8"/>
                </a:lnTo>
                <a:lnTo>
                  <a:pt x="1517" y="1269"/>
                </a:lnTo>
                <a:lnTo>
                  <a:pt x="1518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2" y="1270"/>
                </a:lnTo>
                <a:lnTo>
                  <a:pt x="1521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2" y="1277"/>
                </a:lnTo>
                <a:lnTo>
                  <a:pt x="1523" y="1277"/>
                </a:lnTo>
                <a:lnTo>
                  <a:pt x="1523" y="1278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9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2" y="1299"/>
                </a:lnTo>
                <a:lnTo>
                  <a:pt x="1523" y="1299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2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7"/>
                </a:lnTo>
                <a:lnTo>
                  <a:pt x="1524" y="1307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20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10" y="1315"/>
                </a:lnTo>
                <a:lnTo>
                  <a:pt x="1510" y="1314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7" y="1317"/>
                </a:lnTo>
                <a:lnTo>
                  <a:pt x="1506" y="1318"/>
                </a:lnTo>
                <a:lnTo>
                  <a:pt x="1505" y="1319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6"/>
                </a:lnTo>
                <a:lnTo>
                  <a:pt x="1502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3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8"/>
                </a:lnTo>
                <a:lnTo>
                  <a:pt x="1479" y="1329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5" y="1331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0" y="1333"/>
                </a:lnTo>
                <a:lnTo>
                  <a:pt x="1459" y="1333"/>
                </a:lnTo>
                <a:lnTo>
                  <a:pt x="1459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2"/>
                </a:lnTo>
                <a:lnTo>
                  <a:pt x="1449" y="1322"/>
                </a:lnTo>
                <a:lnTo>
                  <a:pt x="1449" y="1323"/>
                </a:lnTo>
                <a:lnTo>
                  <a:pt x="1448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9" y="1326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5" y="1327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9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9" y="1345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4" y="1341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7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4" y="1335"/>
                </a:lnTo>
                <a:lnTo>
                  <a:pt x="1373" y="1336"/>
                </a:lnTo>
                <a:lnTo>
                  <a:pt x="1372" y="1336"/>
                </a:lnTo>
                <a:lnTo>
                  <a:pt x="1369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2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0" y="1346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5" y="1370"/>
                </a:lnTo>
                <a:lnTo>
                  <a:pt x="1344" y="1371"/>
                </a:lnTo>
                <a:lnTo>
                  <a:pt x="1344" y="1372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1" y="1376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7" y="1383"/>
                </a:lnTo>
                <a:lnTo>
                  <a:pt x="1335" y="1384"/>
                </a:lnTo>
                <a:lnTo>
                  <a:pt x="1334" y="1386"/>
                </a:lnTo>
                <a:lnTo>
                  <a:pt x="1334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4" y="1394"/>
                </a:lnTo>
                <a:lnTo>
                  <a:pt x="1333" y="1396"/>
                </a:lnTo>
                <a:lnTo>
                  <a:pt x="1332" y="1397"/>
                </a:lnTo>
                <a:lnTo>
                  <a:pt x="1330" y="1399"/>
                </a:lnTo>
                <a:lnTo>
                  <a:pt x="1330" y="1400"/>
                </a:lnTo>
                <a:lnTo>
                  <a:pt x="1331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6" y="1405"/>
                </a:lnTo>
                <a:lnTo>
                  <a:pt x="1325" y="1405"/>
                </a:lnTo>
                <a:lnTo>
                  <a:pt x="1324" y="1404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2"/>
                </a:lnTo>
                <a:lnTo>
                  <a:pt x="1300" y="1401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4" y="1399"/>
                </a:lnTo>
                <a:lnTo>
                  <a:pt x="1291" y="1399"/>
                </a:lnTo>
                <a:lnTo>
                  <a:pt x="1290" y="1400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7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5" y="1405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8"/>
                </a:lnTo>
                <a:lnTo>
                  <a:pt x="1285" y="1410"/>
                </a:lnTo>
                <a:lnTo>
                  <a:pt x="1285" y="1411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9" y="1422"/>
                </a:lnTo>
                <a:lnTo>
                  <a:pt x="1279" y="1423"/>
                </a:lnTo>
                <a:lnTo>
                  <a:pt x="1278" y="1423"/>
                </a:lnTo>
                <a:lnTo>
                  <a:pt x="1277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6" y="1423"/>
                </a:lnTo>
                <a:lnTo>
                  <a:pt x="1265" y="1423"/>
                </a:lnTo>
                <a:lnTo>
                  <a:pt x="1265" y="1424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6"/>
                </a:lnTo>
                <a:lnTo>
                  <a:pt x="1255" y="1425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3"/>
                </a:lnTo>
                <a:lnTo>
                  <a:pt x="1252" y="1421"/>
                </a:lnTo>
                <a:lnTo>
                  <a:pt x="1253" y="1421"/>
                </a:lnTo>
                <a:lnTo>
                  <a:pt x="1254" y="1420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6"/>
                </a:lnTo>
                <a:lnTo>
                  <a:pt x="1257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7"/>
                </a:lnTo>
                <a:lnTo>
                  <a:pt x="1258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1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3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1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8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5"/>
                </a:lnTo>
                <a:lnTo>
                  <a:pt x="1207" y="1434"/>
                </a:lnTo>
                <a:lnTo>
                  <a:pt x="1208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8"/>
                </a:lnTo>
                <a:lnTo>
                  <a:pt x="1197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30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2"/>
                </a:lnTo>
                <a:lnTo>
                  <a:pt x="1193" y="1434"/>
                </a:lnTo>
                <a:lnTo>
                  <a:pt x="1192" y="1435"/>
                </a:lnTo>
                <a:lnTo>
                  <a:pt x="1191" y="1435"/>
                </a:lnTo>
                <a:lnTo>
                  <a:pt x="1191" y="1434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7" y="1432"/>
                </a:lnTo>
                <a:lnTo>
                  <a:pt x="1186" y="1432"/>
                </a:lnTo>
                <a:lnTo>
                  <a:pt x="1185" y="1431"/>
                </a:lnTo>
                <a:lnTo>
                  <a:pt x="1185" y="1430"/>
                </a:lnTo>
                <a:lnTo>
                  <a:pt x="1184" y="1430"/>
                </a:lnTo>
                <a:lnTo>
                  <a:pt x="1183" y="1429"/>
                </a:lnTo>
                <a:lnTo>
                  <a:pt x="1183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6"/>
                </a:lnTo>
                <a:lnTo>
                  <a:pt x="1181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4"/>
                </a:lnTo>
                <a:lnTo>
                  <a:pt x="1178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4" y="1422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1"/>
                </a:lnTo>
                <a:lnTo>
                  <a:pt x="1168" y="1423"/>
                </a:lnTo>
                <a:lnTo>
                  <a:pt x="1168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3"/>
                </a:lnTo>
                <a:lnTo>
                  <a:pt x="1174" y="1434"/>
                </a:lnTo>
                <a:lnTo>
                  <a:pt x="1175" y="1436"/>
                </a:lnTo>
                <a:lnTo>
                  <a:pt x="1175" y="1437"/>
                </a:lnTo>
                <a:lnTo>
                  <a:pt x="1175" y="1438"/>
                </a:lnTo>
                <a:lnTo>
                  <a:pt x="1176" y="1438"/>
                </a:lnTo>
                <a:lnTo>
                  <a:pt x="1175" y="1438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4" y="1444"/>
                </a:lnTo>
                <a:lnTo>
                  <a:pt x="1162" y="1444"/>
                </a:lnTo>
                <a:lnTo>
                  <a:pt x="1161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6" y="1445"/>
                </a:lnTo>
                <a:lnTo>
                  <a:pt x="1153" y="1445"/>
                </a:lnTo>
                <a:lnTo>
                  <a:pt x="1152" y="1444"/>
                </a:lnTo>
                <a:lnTo>
                  <a:pt x="1151" y="1444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8" y="1439"/>
                </a:lnTo>
                <a:lnTo>
                  <a:pt x="1147" y="1439"/>
                </a:lnTo>
                <a:lnTo>
                  <a:pt x="1146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3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7"/>
                </a:lnTo>
                <a:lnTo>
                  <a:pt x="1153" y="1447"/>
                </a:lnTo>
                <a:lnTo>
                  <a:pt x="1153" y="1448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2" y="1465"/>
                </a:lnTo>
                <a:lnTo>
                  <a:pt x="1129" y="1465"/>
                </a:lnTo>
                <a:lnTo>
                  <a:pt x="1129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7" y="1475"/>
                </a:lnTo>
                <a:lnTo>
                  <a:pt x="1126" y="1476"/>
                </a:lnTo>
                <a:lnTo>
                  <a:pt x="1125" y="1479"/>
                </a:lnTo>
                <a:lnTo>
                  <a:pt x="1124" y="1479"/>
                </a:lnTo>
                <a:lnTo>
                  <a:pt x="1123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4" y="1486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7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3"/>
                </a:lnTo>
                <a:lnTo>
                  <a:pt x="1103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2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6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5" y="1512"/>
                </a:lnTo>
                <a:lnTo>
                  <a:pt x="1083" y="1515"/>
                </a:lnTo>
                <a:lnTo>
                  <a:pt x="1080" y="1517"/>
                </a:lnTo>
                <a:lnTo>
                  <a:pt x="1078" y="1520"/>
                </a:lnTo>
                <a:lnTo>
                  <a:pt x="1077" y="1521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4"/>
                </a:lnTo>
                <a:lnTo>
                  <a:pt x="1071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60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7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7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7" y="1596"/>
                </a:lnTo>
                <a:lnTo>
                  <a:pt x="976" y="1596"/>
                </a:lnTo>
                <a:lnTo>
                  <a:pt x="975" y="1596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7"/>
                </a:lnTo>
                <a:lnTo>
                  <a:pt x="962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5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6"/>
                </a:lnTo>
                <a:lnTo>
                  <a:pt x="888" y="1557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2" y="1550"/>
                </a:lnTo>
                <a:lnTo>
                  <a:pt x="862" y="1549"/>
                </a:lnTo>
                <a:lnTo>
                  <a:pt x="860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38" y="1536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8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69" y="1483"/>
                </a:lnTo>
                <a:lnTo>
                  <a:pt x="881" y="1473"/>
                </a:lnTo>
                <a:lnTo>
                  <a:pt x="882" y="1464"/>
                </a:lnTo>
                <a:lnTo>
                  <a:pt x="882" y="1462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6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6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29"/>
                </a:lnTo>
                <a:lnTo>
                  <a:pt x="864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1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1" y="1429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39" y="1439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6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48"/>
                </a:lnTo>
                <a:lnTo>
                  <a:pt x="821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3"/>
                </a:lnTo>
                <a:lnTo>
                  <a:pt x="812" y="1452"/>
                </a:lnTo>
                <a:lnTo>
                  <a:pt x="811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2" y="1462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5" y="1475"/>
                </a:lnTo>
                <a:lnTo>
                  <a:pt x="794" y="1475"/>
                </a:lnTo>
                <a:lnTo>
                  <a:pt x="792" y="1477"/>
                </a:lnTo>
                <a:lnTo>
                  <a:pt x="792" y="1478"/>
                </a:lnTo>
                <a:lnTo>
                  <a:pt x="793" y="1480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3" y="1483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0"/>
                </a:lnTo>
                <a:lnTo>
                  <a:pt x="783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2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2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4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70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7" y="1583"/>
                </a:lnTo>
                <a:lnTo>
                  <a:pt x="777" y="1584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4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5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4" y="1600"/>
                </a:lnTo>
                <a:lnTo>
                  <a:pt x="729" y="1601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8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2"/>
                </a:lnTo>
                <a:lnTo>
                  <a:pt x="698" y="1613"/>
                </a:lnTo>
                <a:lnTo>
                  <a:pt x="696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7" y="1616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6"/>
                </a:lnTo>
                <a:lnTo>
                  <a:pt x="641" y="1628"/>
                </a:lnTo>
                <a:lnTo>
                  <a:pt x="636" y="1629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09"/>
                </a:lnTo>
                <a:lnTo>
                  <a:pt x="601" y="1605"/>
                </a:lnTo>
                <a:lnTo>
                  <a:pt x="598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8"/>
                </a:lnTo>
                <a:lnTo>
                  <a:pt x="607" y="1496"/>
                </a:lnTo>
                <a:lnTo>
                  <a:pt x="607" y="1495"/>
                </a:lnTo>
                <a:lnTo>
                  <a:pt x="608" y="1495"/>
                </a:lnTo>
                <a:lnTo>
                  <a:pt x="609" y="1493"/>
                </a:lnTo>
                <a:lnTo>
                  <a:pt x="615" y="1483"/>
                </a:lnTo>
                <a:lnTo>
                  <a:pt x="618" y="1478"/>
                </a:lnTo>
                <a:lnTo>
                  <a:pt x="630" y="1473"/>
                </a:lnTo>
                <a:lnTo>
                  <a:pt x="633" y="1468"/>
                </a:lnTo>
                <a:lnTo>
                  <a:pt x="632" y="1467"/>
                </a:lnTo>
                <a:lnTo>
                  <a:pt x="632" y="1466"/>
                </a:lnTo>
                <a:lnTo>
                  <a:pt x="632" y="1462"/>
                </a:lnTo>
                <a:lnTo>
                  <a:pt x="632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0" y="1433"/>
                </a:lnTo>
                <a:lnTo>
                  <a:pt x="623" y="1424"/>
                </a:lnTo>
                <a:lnTo>
                  <a:pt x="615" y="1422"/>
                </a:lnTo>
                <a:lnTo>
                  <a:pt x="610" y="1420"/>
                </a:lnTo>
                <a:lnTo>
                  <a:pt x="601" y="1420"/>
                </a:lnTo>
                <a:lnTo>
                  <a:pt x="568" y="1429"/>
                </a:lnTo>
                <a:lnTo>
                  <a:pt x="557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8" y="1440"/>
                </a:lnTo>
                <a:lnTo>
                  <a:pt x="545" y="1442"/>
                </a:lnTo>
                <a:lnTo>
                  <a:pt x="540" y="1446"/>
                </a:lnTo>
                <a:lnTo>
                  <a:pt x="537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89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6" y="1443"/>
                </a:lnTo>
                <a:lnTo>
                  <a:pt x="460" y="1447"/>
                </a:lnTo>
                <a:lnTo>
                  <a:pt x="448" y="1450"/>
                </a:lnTo>
                <a:lnTo>
                  <a:pt x="435" y="1453"/>
                </a:lnTo>
                <a:lnTo>
                  <a:pt x="421" y="1457"/>
                </a:lnTo>
                <a:lnTo>
                  <a:pt x="419" y="1457"/>
                </a:lnTo>
                <a:lnTo>
                  <a:pt x="419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1" y="1478"/>
                </a:lnTo>
                <a:lnTo>
                  <a:pt x="435" y="1482"/>
                </a:lnTo>
                <a:lnTo>
                  <a:pt x="429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1"/>
                </a:lnTo>
                <a:lnTo>
                  <a:pt x="414" y="1502"/>
                </a:lnTo>
                <a:lnTo>
                  <a:pt x="413" y="1501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2"/>
                </a:lnTo>
                <a:lnTo>
                  <a:pt x="399" y="1503"/>
                </a:lnTo>
                <a:lnTo>
                  <a:pt x="398" y="1501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2" y="1489"/>
                </a:lnTo>
                <a:lnTo>
                  <a:pt x="372" y="1488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6" y="1481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4" y="1475"/>
                </a:lnTo>
                <a:lnTo>
                  <a:pt x="362" y="1472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8"/>
                </a:lnTo>
                <a:lnTo>
                  <a:pt x="364" y="1467"/>
                </a:lnTo>
                <a:lnTo>
                  <a:pt x="365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3"/>
                </a:lnTo>
                <a:lnTo>
                  <a:pt x="341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41" y="1466"/>
                </a:lnTo>
                <a:lnTo>
                  <a:pt x="338" y="1465"/>
                </a:lnTo>
                <a:lnTo>
                  <a:pt x="336" y="1464"/>
                </a:lnTo>
                <a:lnTo>
                  <a:pt x="334" y="1467"/>
                </a:lnTo>
                <a:lnTo>
                  <a:pt x="333" y="1467"/>
                </a:lnTo>
                <a:lnTo>
                  <a:pt x="332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29" y="1464"/>
                </a:lnTo>
                <a:lnTo>
                  <a:pt x="329" y="1463"/>
                </a:lnTo>
                <a:lnTo>
                  <a:pt x="329" y="1460"/>
                </a:lnTo>
                <a:lnTo>
                  <a:pt x="329" y="1459"/>
                </a:lnTo>
                <a:lnTo>
                  <a:pt x="332" y="1456"/>
                </a:lnTo>
                <a:lnTo>
                  <a:pt x="333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29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20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299" y="1426"/>
                </a:lnTo>
                <a:lnTo>
                  <a:pt x="299" y="1418"/>
                </a:lnTo>
                <a:lnTo>
                  <a:pt x="294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5"/>
                </a:lnTo>
                <a:lnTo>
                  <a:pt x="238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7"/>
                </a:lnTo>
                <a:lnTo>
                  <a:pt x="230" y="1377"/>
                </a:lnTo>
                <a:lnTo>
                  <a:pt x="228" y="1377"/>
                </a:lnTo>
                <a:lnTo>
                  <a:pt x="227" y="1376"/>
                </a:lnTo>
                <a:lnTo>
                  <a:pt x="226" y="1376"/>
                </a:lnTo>
                <a:lnTo>
                  <a:pt x="223" y="1376"/>
                </a:lnTo>
                <a:lnTo>
                  <a:pt x="205" y="1377"/>
                </a:lnTo>
                <a:lnTo>
                  <a:pt x="204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4" y="1370"/>
                </a:lnTo>
                <a:lnTo>
                  <a:pt x="225" y="1370"/>
                </a:lnTo>
                <a:lnTo>
                  <a:pt x="226" y="1369"/>
                </a:lnTo>
                <a:lnTo>
                  <a:pt x="227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2"/>
                </a:lnTo>
                <a:lnTo>
                  <a:pt x="261" y="1341"/>
                </a:lnTo>
                <a:lnTo>
                  <a:pt x="262" y="1340"/>
                </a:lnTo>
                <a:lnTo>
                  <a:pt x="265" y="1339"/>
                </a:lnTo>
                <a:lnTo>
                  <a:pt x="266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8" y="1281"/>
                </a:lnTo>
                <a:lnTo>
                  <a:pt x="267" y="1279"/>
                </a:lnTo>
                <a:lnTo>
                  <a:pt x="264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3" y="1272"/>
                </a:lnTo>
                <a:lnTo>
                  <a:pt x="239" y="1270"/>
                </a:lnTo>
                <a:lnTo>
                  <a:pt x="232" y="1270"/>
                </a:lnTo>
                <a:lnTo>
                  <a:pt x="225" y="1269"/>
                </a:lnTo>
                <a:lnTo>
                  <a:pt x="215" y="1278"/>
                </a:lnTo>
                <a:lnTo>
                  <a:pt x="204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7" y="1277"/>
                </a:lnTo>
                <a:lnTo>
                  <a:pt x="180" y="1277"/>
                </a:lnTo>
                <a:lnTo>
                  <a:pt x="180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4"/>
                </a:lnTo>
                <a:lnTo>
                  <a:pt x="167" y="1292"/>
                </a:lnTo>
                <a:lnTo>
                  <a:pt x="167" y="1291"/>
                </a:lnTo>
                <a:lnTo>
                  <a:pt x="166" y="1290"/>
                </a:lnTo>
                <a:lnTo>
                  <a:pt x="165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3" y="1285"/>
                </a:lnTo>
                <a:lnTo>
                  <a:pt x="161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6" y="1288"/>
                </a:lnTo>
                <a:lnTo>
                  <a:pt x="155" y="1288"/>
                </a:lnTo>
                <a:lnTo>
                  <a:pt x="154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49" y="1291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2" y="1299"/>
                </a:lnTo>
                <a:lnTo>
                  <a:pt x="140" y="1298"/>
                </a:lnTo>
                <a:lnTo>
                  <a:pt x="139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5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30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6" y="1289"/>
                </a:lnTo>
                <a:lnTo>
                  <a:pt x="127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6"/>
                </a:lnTo>
                <a:lnTo>
                  <a:pt x="128" y="1297"/>
                </a:lnTo>
                <a:lnTo>
                  <a:pt x="126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1" y="1300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0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4" y="1276"/>
                </a:lnTo>
                <a:lnTo>
                  <a:pt x="104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8" y="1263"/>
                </a:lnTo>
                <a:lnTo>
                  <a:pt x="87" y="1262"/>
                </a:lnTo>
                <a:lnTo>
                  <a:pt x="86" y="1261"/>
                </a:lnTo>
                <a:lnTo>
                  <a:pt x="85" y="1261"/>
                </a:lnTo>
                <a:lnTo>
                  <a:pt x="83" y="1259"/>
                </a:lnTo>
                <a:lnTo>
                  <a:pt x="80" y="1258"/>
                </a:lnTo>
                <a:lnTo>
                  <a:pt x="78" y="1257"/>
                </a:lnTo>
                <a:lnTo>
                  <a:pt x="75" y="1254"/>
                </a:lnTo>
                <a:lnTo>
                  <a:pt x="74" y="1254"/>
                </a:lnTo>
                <a:lnTo>
                  <a:pt x="72" y="1252"/>
                </a:lnTo>
                <a:lnTo>
                  <a:pt x="66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50" y="1228"/>
                </a:lnTo>
                <a:lnTo>
                  <a:pt x="41" y="1217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50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5"/>
                </a:lnTo>
                <a:lnTo>
                  <a:pt x="60" y="1194"/>
                </a:lnTo>
                <a:lnTo>
                  <a:pt x="59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5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9"/>
                </a:lnTo>
                <a:lnTo>
                  <a:pt x="51" y="1177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7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5" y="1166"/>
                </a:lnTo>
                <a:lnTo>
                  <a:pt x="45" y="1165"/>
                </a:lnTo>
                <a:lnTo>
                  <a:pt x="44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2" y="1160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39" y="1154"/>
                </a:lnTo>
                <a:lnTo>
                  <a:pt x="39" y="1153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7"/>
                </a:lnTo>
                <a:lnTo>
                  <a:pt x="33" y="1143"/>
                </a:lnTo>
                <a:lnTo>
                  <a:pt x="33" y="1141"/>
                </a:lnTo>
                <a:lnTo>
                  <a:pt x="30" y="1137"/>
                </a:lnTo>
                <a:lnTo>
                  <a:pt x="29" y="1135"/>
                </a:lnTo>
                <a:lnTo>
                  <a:pt x="28" y="1133"/>
                </a:lnTo>
                <a:lnTo>
                  <a:pt x="27" y="1130"/>
                </a:lnTo>
                <a:lnTo>
                  <a:pt x="25" y="1128"/>
                </a:lnTo>
                <a:lnTo>
                  <a:pt x="25" y="1127"/>
                </a:lnTo>
                <a:lnTo>
                  <a:pt x="24" y="1126"/>
                </a:lnTo>
                <a:lnTo>
                  <a:pt x="24" y="1125"/>
                </a:lnTo>
                <a:lnTo>
                  <a:pt x="15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1" y="1082"/>
                </a:lnTo>
                <a:lnTo>
                  <a:pt x="0" y="1079"/>
                </a:lnTo>
                <a:lnTo>
                  <a:pt x="47" y="1086"/>
                </a:lnTo>
                <a:lnTo>
                  <a:pt x="64" y="1089"/>
                </a:lnTo>
                <a:lnTo>
                  <a:pt x="92" y="1093"/>
                </a:lnTo>
                <a:lnTo>
                  <a:pt x="123" y="1095"/>
                </a:lnTo>
                <a:lnTo>
                  <a:pt x="133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0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1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5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8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2" y="1178"/>
                </a:lnTo>
                <a:lnTo>
                  <a:pt x="602" y="1180"/>
                </a:lnTo>
                <a:lnTo>
                  <a:pt x="622" y="1180"/>
                </a:lnTo>
                <a:lnTo>
                  <a:pt x="642" y="1176"/>
                </a:lnTo>
                <a:lnTo>
                  <a:pt x="662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5" y="1186"/>
                </a:lnTo>
                <a:lnTo>
                  <a:pt x="731" y="1186"/>
                </a:lnTo>
                <a:lnTo>
                  <a:pt x="737" y="1183"/>
                </a:lnTo>
                <a:lnTo>
                  <a:pt x="739" y="1181"/>
                </a:lnTo>
                <a:lnTo>
                  <a:pt x="748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2" y="1155"/>
                </a:lnTo>
                <a:lnTo>
                  <a:pt x="828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1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8"/>
                </a:lnTo>
                <a:lnTo>
                  <a:pt x="977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3" y="1115"/>
                </a:lnTo>
                <a:lnTo>
                  <a:pt x="1019" y="1115"/>
                </a:lnTo>
                <a:lnTo>
                  <a:pt x="1024" y="1115"/>
                </a:lnTo>
                <a:lnTo>
                  <a:pt x="1039" y="1118"/>
                </a:lnTo>
                <a:lnTo>
                  <a:pt x="1048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6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10" y="1113"/>
                </a:lnTo>
                <a:lnTo>
                  <a:pt x="1111" y="1112"/>
                </a:lnTo>
                <a:lnTo>
                  <a:pt x="1113" y="1112"/>
                </a:lnTo>
                <a:lnTo>
                  <a:pt x="1115" y="1112"/>
                </a:lnTo>
                <a:lnTo>
                  <a:pt x="1128" y="1103"/>
                </a:lnTo>
                <a:lnTo>
                  <a:pt x="1131" y="1102"/>
                </a:lnTo>
                <a:lnTo>
                  <a:pt x="1148" y="1095"/>
                </a:lnTo>
                <a:lnTo>
                  <a:pt x="1154" y="1095"/>
                </a:lnTo>
                <a:lnTo>
                  <a:pt x="1166" y="1095"/>
                </a:lnTo>
                <a:lnTo>
                  <a:pt x="1169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7" y="1085"/>
                </a:lnTo>
                <a:lnTo>
                  <a:pt x="1196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3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6" y="1048"/>
                </a:lnTo>
                <a:lnTo>
                  <a:pt x="1236" y="1037"/>
                </a:lnTo>
                <a:lnTo>
                  <a:pt x="1248" y="1024"/>
                </a:lnTo>
                <a:lnTo>
                  <a:pt x="1252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3" y="1017"/>
                </a:lnTo>
                <a:lnTo>
                  <a:pt x="1270" y="1015"/>
                </a:lnTo>
                <a:lnTo>
                  <a:pt x="1275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1" y="1005"/>
                </a:lnTo>
                <a:lnTo>
                  <a:pt x="1312" y="995"/>
                </a:lnTo>
                <a:lnTo>
                  <a:pt x="1318" y="989"/>
                </a:lnTo>
                <a:lnTo>
                  <a:pt x="1327" y="989"/>
                </a:lnTo>
                <a:lnTo>
                  <a:pt x="1330" y="987"/>
                </a:lnTo>
                <a:lnTo>
                  <a:pt x="1332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3" y="974"/>
                </a:lnTo>
                <a:lnTo>
                  <a:pt x="1325" y="962"/>
                </a:lnTo>
                <a:lnTo>
                  <a:pt x="1317" y="955"/>
                </a:lnTo>
                <a:lnTo>
                  <a:pt x="1314" y="954"/>
                </a:lnTo>
                <a:lnTo>
                  <a:pt x="1311" y="953"/>
                </a:lnTo>
                <a:lnTo>
                  <a:pt x="1308" y="951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7" y="939"/>
                </a:lnTo>
                <a:lnTo>
                  <a:pt x="1296" y="937"/>
                </a:lnTo>
                <a:lnTo>
                  <a:pt x="1295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5" y="923"/>
                </a:lnTo>
                <a:lnTo>
                  <a:pt x="1284" y="919"/>
                </a:lnTo>
                <a:lnTo>
                  <a:pt x="1285" y="915"/>
                </a:lnTo>
                <a:lnTo>
                  <a:pt x="1289" y="906"/>
                </a:lnTo>
                <a:lnTo>
                  <a:pt x="1293" y="904"/>
                </a:lnTo>
                <a:lnTo>
                  <a:pt x="1294" y="899"/>
                </a:lnTo>
                <a:lnTo>
                  <a:pt x="1297" y="898"/>
                </a:lnTo>
                <a:lnTo>
                  <a:pt x="1297" y="897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9"/>
                </a:lnTo>
                <a:lnTo>
                  <a:pt x="1302" y="876"/>
                </a:lnTo>
                <a:lnTo>
                  <a:pt x="1307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6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7" y="844"/>
                </a:lnTo>
                <a:lnTo>
                  <a:pt x="1343" y="844"/>
                </a:lnTo>
                <a:lnTo>
                  <a:pt x="1347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1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8" y="874"/>
                </a:lnTo>
                <a:lnTo>
                  <a:pt x="1452" y="875"/>
                </a:lnTo>
                <a:lnTo>
                  <a:pt x="1472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1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4"/>
                </a:lnTo>
                <a:lnTo>
                  <a:pt x="1508" y="864"/>
                </a:lnTo>
                <a:lnTo>
                  <a:pt x="1508" y="862"/>
                </a:lnTo>
                <a:lnTo>
                  <a:pt x="1509" y="862"/>
                </a:lnTo>
                <a:lnTo>
                  <a:pt x="1511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7" y="858"/>
                </a:lnTo>
                <a:lnTo>
                  <a:pt x="1531" y="854"/>
                </a:lnTo>
                <a:lnTo>
                  <a:pt x="1531" y="853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48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9" y="830"/>
                </a:lnTo>
                <a:lnTo>
                  <a:pt x="1564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4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4"/>
                </a:lnTo>
                <a:lnTo>
                  <a:pt x="1611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7" y="809"/>
                </a:lnTo>
                <a:lnTo>
                  <a:pt x="1669" y="806"/>
                </a:lnTo>
                <a:lnTo>
                  <a:pt x="1673" y="804"/>
                </a:lnTo>
                <a:lnTo>
                  <a:pt x="1686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700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8" y="784"/>
                </a:lnTo>
                <a:lnTo>
                  <a:pt x="1709" y="783"/>
                </a:lnTo>
                <a:lnTo>
                  <a:pt x="1713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7"/>
                </a:lnTo>
                <a:lnTo>
                  <a:pt x="1718" y="776"/>
                </a:lnTo>
                <a:lnTo>
                  <a:pt x="1721" y="774"/>
                </a:lnTo>
                <a:lnTo>
                  <a:pt x="1723" y="774"/>
                </a:lnTo>
                <a:lnTo>
                  <a:pt x="1722" y="768"/>
                </a:lnTo>
                <a:lnTo>
                  <a:pt x="1723" y="768"/>
                </a:lnTo>
                <a:lnTo>
                  <a:pt x="1721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4" y="751"/>
                </a:lnTo>
                <a:lnTo>
                  <a:pt x="1734" y="738"/>
                </a:lnTo>
                <a:lnTo>
                  <a:pt x="1736" y="737"/>
                </a:lnTo>
                <a:lnTo>
                  <a:pt x="1745" y="728"/>
                </a:lnTo>
                <a:lnTo>
                  <a:pt x="1748" y="725"/>
                </a:lnTo>
                <a:lnTo>
                  <a:pt x="1750" y="721"/>
                </a:lnTo>
                <a:lnTo>
                  <a:pt x="1751" y="720"/>
                </a:lnTo>
                <a:lnTo>
                  <a:pt x="1758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7" y="716"/>
                </a:lnTo>
                <a:lnTo>
                  <a:pt x="1768" y="715"/>
                </a:lnTo>
                <a:lnTo>
                  <a:pt x="1769" y="715"/>
                </a:lnTo>
                <a:lnTo>
                  <a:pt x="1770" y="715"/>
                </a:lnTo>
                <a:lnTo>
                  <a:pt x="1771" y="713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20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7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5" y="692"/>
                </a:lnTo>
                <a:lnTo>
                  <a:pt x="1845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50" y="698"/>
                </a:lnTo>
                <a:lnTo>
                  <a:pt x="1852" y="698"/>
                </a:lnTo>
                <a:lnTo>
                  <a:pt x="1854" y="698"/>
                </a:lnTo>
                <a:lnTo>
                  <a:pt x="1856" y="697"/>
                </a:lnTo>
                <a:lnTo>
                  <a:pt x="1856" y="696"/>
                </a:lnTo>
                <a:lnTo>
                  <a:pt x="1857" y="696"/>
                </a:lnTo>
                <a:lnTo>
                  <a:pt x="1860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7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1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1"/>
                </a:lnTo>
                <a:lnTo>
                  <a:pt x="1897" y="680"/>
                </a:lnTo>
                <a:lnTo>
                  <a:pt x="1898" y="679"/>
                </a:lnTo>
                <a:lnTo>
                  <a:pt x="1899" y="678"/>
                </a:lnTo>
                <a:lnTo>
                  <a:pt x="1902" y="678"/>
                </a:lnTo>
                <a:lnTo>
                  <a:pt x="1905" y="675"/>
                </a:lnTo>
                <a:lnTo>
                  <a:pt x="1914" y="677"/>
                </a:lnTo>
                <a:lnTo>
                  <a:pt x="1917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6" y="677"/>
                </a:lnTo>
                <a:lnTo>
                  <a:pt x="1936" y="678"/>
                </a:lnTo>
                <a:lnTo>
                  <a:pt x="1938" y="680"/>
                </a:lnTo>
                <a:lnTo>
                  <a:pt x="1942" y="680"/>
                </a:lnTo>
                <a:lnTo>
                  <a:pt x="1948" y="681"/>
                </a:lnTo>
                <a:lnTo>
                  <a:pt x="1949" y="681"/>
                </a:lnTo>
                <a:lnTo>
                  <a:pt x="1949" y="680"/>
                </a:lnTo>
                <a:lnTo>
                  <a:pt x="1949" y="679"/>
                </a:lnTo>
                <a:lnTo>
                  <a:pt x="1948" y="678"/>
                </a:lnTo>
                <a:lnTo>
                  <a:pt x="1953" y="672"/>
                </a:lnTo>
                <a:lnTo>
                  <a:pt x="1956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60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8" y="675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5"/>
                </a:lnTo>
                <a:lnTo>
                  <a:pt x="1978" y="685"/>
                </a:lnTo>
                <a:lnTo>
                  <a:pt x="1981" y="684"/>
                </a:lnTo>
                <a:lnTo>
                  <a:pt x="1985" y="685"/>
                </a:lnTo>
                <a:lnTo>
                  <a:pt x="1989" y="685"/>
                </a:lnTo>
                <a:lnTo>
                  <a:pt x="1991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2000" y="689"/>
                </a:lnTo>
                <a:lnTo>
                  <a:pt x="2000" y="690"/>
                </a:lnTo>
                <a:lnTo>
                  <a:pt x="2002" y="689"/>
                </a:lnTo>
                <a:lnTo>
                  <a:pt x="2003" y="688"/>
                </a:lnTo>
                <a:lnTo>
                  <a:pt x="2006" y="686"/>
                </a:lnTo>
                <a:lnTo>
                  <a:pt x="2011" y="687"/>
                </a:lnTo>
                <a:lnTo>
                  <a:pt x="2012" y="686"/>
                </a:lnTo>
                <a:lnTo>
                  <a:pt x="2014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2" y="688"/>
                </a:lnTo>
                <a:lnTo>
                  <a:pt x="2025" y="687"/>
                </a:lnTo>
                <a:lnTo>
                  <a:pt x="2026" y="688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2" y="690"/>
                </a:lnTo>
                <a:lnTo>
                  <a:pt x="2033" y="689"/>
                </a:lnTo>
                <a:lnTo>
                  <a:pt x="2034" y="688"/>
                </a:lnTo>
                <a:lnTo>
                  <a:pt x="2036" y="688"/>
                </a:lnTo>
                <a:lnTo>
                  <a:pt x="2037" y="688"/>
                </a:lnTo>
                <a:lnTo>
                  <a:pt x="2040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6" y="683"/>
                </a:lnTo>
                <a:lnTo>
                  <a:pt x="2047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9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1" y="665"/>
                </a:lnTo>
                <a:lnTo>
                  <a:pt x="2051" y="664"/>
                </a:lnTo>
                <a:lnTo>
                  <a:pt x="2050" y="664"/>
                </a:lnTo>
                <a:lnTo>
                  <a:pt x="2050" y="660"/>
                </a:lnTo>
                <a:lnTo>
                  <a:pt x="2051" y="658"/>
                </a:lnTo>
                <a:lnTo>
                  <a:pt x="2044" y="657"/>
                </a:lnTo>
                <a:lnTo>
                  <a:pt x="2044" y="655"/>
                </a:lnTo>
                <a:lnTo>
                  <a:pt x="2046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7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40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8" y="627"/>
                </a:lnTo>
                <a:lnTo>
                  <a:pt x="2026" y="625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6" y="618"/>
                </a:lnTo>
                <a:lnTo>
                  <a:pt x="2015" y="618"/>
                </a:lnTo>
                <a:lnTo>
                  <a:pt x="2016" y="617"/>
                </a:lnTo>
                <a:lnTo>
                  <a:pt x="2015" y="617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6"/>
                </a:lnTo>
                <a:lnTo>
                  <a:pt x="2013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09" y="614"/>
                </a:lnTo>
                <a:lnTo>
                  <a:pt x="2009" y="613"/>
                </a:lnTo>
                <a:lnTo>
                  <a:pt x="2008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8" y="604"/>
                </a:lnTo>
                <a:lnTo>
                  <a:pt x="1998" y="605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1"/>
                </a:lnTo>
                <a:lnTo>
                  <a:pt x="2000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9" y="581"/>
                </a:lnTo>
                <a:lnTo>
                  <a:pt x="1973" y="579"/>
                </a:lnTo>
                <a:lnTo>
                  <a:pt x="1968" y="577"/>
                </a:lnTo>
                <a:lnTo>
                  <a:pt x="1962" y="575"/>
                </a:lnTo>
                <a:lnTo>
                  <a:pt x="1947" y="570"/>
                </a:lnTo>
                <a:lnTo>
                  <a:pt x="1946" y="569"/>
                </a:lnTo>
                <a:lnTo>
                  <a:pt x="1937" y="558"/>
                </a:lnTo>
                <a:lnTo>
                  <a:pt x="1929" y="548"/>
                </a:lnTo>
                <a:lnTo>
                  <a:pt x="1928" y="547"/>
                </a:lnTo>
                <a:lnTo>
                  <a:pt x="1926" y="547"/>
                </a:lnTo>
                <a:lnTo>
                  <a:pt x="1918" y="547"/>
                </a:lnTo>
                <a:lnTo>
                  <a:pt x="1918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10" y="545"/>
                </a:lnTo>
                <a:lnTo>
                  <a:pt x="1910" y="546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6"/>
                </a:lnTo>
                <a:lnTo>
                  <a:pt x="1904" y="546"/>
                </a:lnTo>
                <a:lnTo>
                  <a:pt x="1903" y="546"/>
                </a:lnTo>
                <a:lnTo>
                  <a:pt x="1903" y="545"/>
                </a:lnTo>
                <a:lnTo>
                  <a:pt x="1902" y="545"/>
                </a:lnTo>
                <a:lnTo>
                  <a:pt x="1901" y="545"/>
                </a:lnTo>
                <a:lnTo>
                  <a:pt x="1901" y="544"/>
                </a:lnTo>
                <a:lnTo>
                  <a:pt x="1900" y="544"/>
                </a:lnTo>
                <a:lnTo>
                  <a:pt x="1899" y="544"/>
                </a:lnTo>
                <a:lnTo>
                  <a:pt x="1899" y="543"/>
                </a:lnTo>
                <a:lnTo>
                  <a:pt x="1898" y="543"/>
                </a:lnTo>
                <a:lnTo>
                  <a:pt x="1899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9" y="542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6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1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6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1" y="559"/>
                </a:lnTo>
                <a:lnTo>
                  <a:pt x="1707" y="565"/>
                </a:lnTo>
                <a:lnTo>
                  <a:pt x="1694" y="578"/>
                </a:lnTo>
                <a:lnTo>
                  <a:pt x="1691" y="579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6"/>
                </a:lnTo>
                <a:lnTo>
                  <a:pt x="1657" y="541"/>
                </a:lnTo>
                <a:lnTo>
                  <a:pt x="1656" y="536"/>
                </a:lnTo>
                <a:lnTo>
                  <a:pt x="1655" y="536"/>
                </a:lnTo>
                <a:lnTo>
                  <a:pt x="1655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4" y="462"/>
                </a:lnTo>
                <a:lnTo>
                  <a:pt x="1701" y="4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79"/>
                </a:lnTo>
                <a:lnTo>
                  <a:pt x="1877" y="379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3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0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4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6"/>
                </a:lnTo>
                <a:lnTo>
                  <a:pt x="1946" y="345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7" y="312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9" y="311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0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1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2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3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7" y="221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8" y="220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8" y="215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40" y="214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8"/>
                </a:lnTo>
                <a:lnTo>
                  <a:pt x="2045" y="208"/>
                </a:lnTo>
                <a:lnTo>
                  <a:pt x="2045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50" y="200"/>
                </a:lnTo>
                <a:lnTo>
                  <a:pt x="2049" y="200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7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6" y="170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4" y="160"/>
                </a:lnTo>
                <a:lnTo>
                  <a:pt x="2085" y="160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5" y="148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5" y="111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0" y="86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4"/>
                </a:lnTo>
                <a:lnTo>
                  <a:pt x="2104" y="73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6"/>
                </a:lnTo>
                <a:lnTo>
                  <a:pt x="2068" y="76"/>
                </a:lnTo>
                <a:lnTo>
                  <a:pt x="2067" y="76"/>
                </a:lnTo>
                <a:lnTo>
                  <a:pt x="2067" y="77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4"/>
                </a:lnTo>
                <a:lnTo>
                  <a:pt x="2086" y="44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6" y="22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9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642920" y="354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58532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4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4" y="17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3" y="34"/>
                </a:lnTo>
                <a:lnTo>
                  <a:pt x="494" y="34"/>
                </a:lnTo>
                <a:lnTo>
                  <a:pt x="495" y="35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7"/>
                </a:lnTo>
                <a:lnTo>
                  <a:pt x="499" y="48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2"/>
                </a:lnTo>
                <a:lnTo>
                  <a:pt x="504" y="52"/>
                </a:lnTo>
                <a:lnTo>
                  <a:pt x="504" y="53"/>
                </a:lnTo>
                <a:lnTo>
                  <a:pt x="505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4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2"/>
                </a:lnTo>
                <a:lnTo>
                  <a:pt x="525" y="52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50" y="68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3" y="78"/>
                </a:lnTo>
                <a:lnTo>
                  <a:pt x="553" y="79"/>
                </a:lnTo>
                <a:lnTo>
                  <a:pt x="554" y="80"/>
                </a:lnTo>
                <a:lnTo>
                  <a:pt x="555" y="81"/>
                </a:lnTo>
                <a:lnTo>
                  <a:pt x="555" y="82"/>
                </a:lnTo>
                <a:lnTo>
                  <a:pt x="554" y="82"/>
                </a:lnTo>
                <a:lnTo>
                  <a:pt x="553" y="82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5" y="89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4" y="93"/>
                </a:lnTo>
                <a:lnTo>
                  <a:pt x="564" y="94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2" y="97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4" y="99"/>
                </a:lnTo>
                <a:lnTo>
                  <a:pt x="564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6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3" y="109"/>
                </a:lnTo>
                <a:lnTo>
                  <a:pt x="573" y="110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2" y="117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2"/>
                </a:lnTo>
                <a:lnTo>
                  <a:pt x="576" y="122"/>
                </a:lnTo>
                <a:lnTo>
                  <a:pt x="576" y="121"/>
                </a:lnTo>
                <a:lnTo>
                  <a:pt x="577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80" y="121"/>
                </a:lnTo>
                <a:lnTo>
                  <a:pt x="581" y="121"/>
                </a:lnTo>
                <a:lnTo>
                  <a:pt x="581" y="122"/>
                </a:lnTo>
                <a:lnTo>
                  <a:pt x="582" y="122"/>
                </a:lnTo>
                <a:lnTo>
                  <a:pt x="583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2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4" y="129"/>
                </a:lnTo>
                <a:lnTo>
                  <a:pt x="584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6" y="138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8" y="136"/>
                </a:lnTo>
                <a:lnTo>
                  <a:pt x="588" y="135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1" y="134"/>
                </a:lnTo>
                <a:lnTo>
                  <a:pt x="591" y="135"/>
                </a:lnTo>
                <a:lnTo>
                  <a:pt x="592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600" y="138"/>
                </a:lnTo>
                <a:lnTo>
                  <a:pt x="600" y="139"/>
                </a:lnTo>
                <a:lnTo>
                  <a:pt x="599" y="139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4" y="142"/>
                </a:lnTo>
                <a:lnTo>
                  <a:pt x="593" y="142"/>
                </a:lnTo>
                <a:lnTo>
                  <a:pt x="593" y="143"/>
                </a:lnTo>
                <a:lnTo>
                  <a:pt x="594" y="143"/>
                </a:lnTo>
                <a:lnTo>
                  <a:pt x="594" y="144"/>
                </a:lnTo>
                <a:lnTo>
                  <a:pt x="594" y="145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9" y="151"/>
                </a:lnTo>
                <a:lnTo>
                  <a:pt x="589" y="152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7"/>
                </a:lnTo>
                <a:lnTo>
                  <a:pt x="584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5" y="160"/>
                </a:lnTo>
                <a:lnTo>
                  <a:pt x="583" y="160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3" y="165"/>
                </a:lnTo>
                <a:lnTo>
                  <a:pt x="583" y="166"/>
                </a:lnTo>
                <a:lnTo>
                  <a:pt x="583" y="167"/>
                </a:lnTo>
                <a:lnTo>
                  <a:pt x="582" y="167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3" y="171"/>
                </a:lnTo>
                <a:lnTo>
                  <a:pt x="583" y="172"/>
                </a:lnTo>
                <a:lnTo>
                  <a:pt x="584" y="173"/>
                </a:lnTo>
                <a:lnTo>
                  <a:pt x="584" y="174"/>
                </a:lnTo>
                <a:lnTo>
                  <a:pt x="585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6" y="178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5" y="183"/>
                </a:lnTo>
                <a:lnTo>
                  <a:pt x="584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5"/>
                </a:lnTo>
                <a:lnTo>
                  <a:pt x="595" y="186"/>
                </a:lnTo>
                <a:lnTo>
                  <a:pt x="595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7"/>
                </a:lnTo>
                <a:lnTo>
                  <a:pt x="596" y="187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4"/>
                </a:lnTo>
                <a:lnTo>
                  <a:pt x="597" y="195"/>
                </a:lnTo>
                <a:lnTo>
                  <a:pt x="598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9" y="197"/>
                </a:lnTo>
                <a:lnTo>
                  <a:pt x="599" y="198"/>
                </a:lnTo>
                <a:lnTo>
                  <a:pt x="599" y="199"/>
                </a:lnTo>
                <a:lnTo>
                  <a:pt x="600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5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6" y="212"/>
                </a:lnTo>
                <a:lnTo>
                  <a:pt x="606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9" y="215"/>
                </a:lnTo>
                <a:lnTo>
                  <a:pt x="609" y="216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3" y="222"/>
                </a:lnTo>
                <a:lnTo>
                  <a:pt x="612" y="222"/>
                </a:lnTo>
                <a:lnTo>
                  <a:pt x="612" y="223"/>
                </a:lnTo>
                <a:lnTo>
                  <a:pt x="613" y="223"/>
                </a:lnTo>
                <a:lnTo>
                  <a:pt x="613" y="224"/>
                </a:lnTo>
                <a:lnTo>
                  <a:pt x="614" y="224"/>
                </a:lnTo>
                <a:lnTo>
                  <a:pt x="614" y="225"/>
                </a:lnTo>
                <a:lnTo>
                  <a:pt x="613" y="225"/>
                </a:lnTo>
                <a:lnTo>
                  <a:pt x="613" y="226"/>
                </a:lnTo>
                <a:lnTo>
                  <a:pt x="614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8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2" y="230"/>
                </a:lnTo>
                <a:lnTo>
                  <a:pt x="622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6" y="239"/>
                </a:lnTo>
                <a:lnTo>
                  <a:pt x="625" y="239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0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8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1" y="261"/>
                </a:lnTo>
                <a:lnTo>
                  <a:pt x="610" y="261"/>
                </a:lnTo>
                <a:lnTo>
                  <a:pt x="609" y="261"/>
                </a:lnTo>
                <a:lnTo>
                  <a:pt x="609" y="262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9" y="266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2"/>
                </a:lnTo>
                <a:lnTo>
                  <a:pt x="614" y="272"/>
                </a:lnTo>
                <a:lnTo>
                  <a:pt x="614" y="273"/>
                </a:lnTo>
                <a:lnTo>
                  <a:pt x="613" y="273"/>
                </a:lnTo>
                <a:lnTo>
                  <a:pt x="613" y="274"/>
                </a:lnTo>
                <a:lnTo>
                  <a:pt x="613" y="275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8" y="277"/>
                </a:lnTo>
                <a:lnTo>
                  <a:pt x="618" y="278"/>
                </a:lnTo>
                <a:lnTo>
                  <a:pt x="617" y="278"/>
                </a:lnTo>
                <a:lnTo>
                  <a:pt x="616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9"/>
                </a:lnTo>
                <a:lnTo>
                  <a:pt x="611" y="279"/>
                </a:lnTo>
                <a:lnTo>
                  <a:pt x="610" y="279"/>
                </a:lnTo>
                <a:lnTo>
                  <a:pt x="610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7"/>
                </a:lnTo>
                <a:lnTo>
                  <a:pt x="606" y="277"/>
                </a:lnTo>
                <a:lnTo>
                  <a:pt x="606" y="278"/>
                </a:lnTo>
                <a:lnTo>
                  <a:pt x="605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4" y="281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7" y="285"/>
                </a:lnTo>
                <a:lnTo>
                  <a:pt x="597" y="287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6" y="287"/>
                </a:lnTo>
                <a:lnTo>
                  <a:pt x="595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4" y="291"/>
                </a:lnTo>
                <a:lnTo>
                  <a:pt x="593" y="291"/>
                </a:lnTo>
                <a:lnTo>
                  <a:pt x="594" y="292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1" y="290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7" y="291"/>
                </a:lnTo>
                <a:lnTo>
                  <a:pt x="586" y="291"/>
                </a:lnTo>
                <a:lnTo>
                  <a:pt x="585" y="291"/>
                </a:lnTo>
                <a:lnTo>
                  <a:pt x="585" y="290"/>
                </a:lnTo>
                <a:lnTo>
                  <a:pt x="584" y="290"/>
                </a:lnTo>
                <a:lnTo>
                  <a:pt x="584" y="289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7" y="294"/>
                </a:lnTo>
                <a:lnTo>
                  <a:pt x="576" y="294"/>
                </a:lnTo>
                <a:lnTo>
                  <a:pt x="576" y="293"/>
                </a:lnTo>
                <a:lnTo>
                  <a:pt x="575" y="293"/>
                </a:lnTo>
                <a:lnTo>
                  <a:pt x="574" y="293"/>
                </a:lnTo>
                <a:lnTo>
                  <a:pt x="574" y="294"/>
                </a:lnTo>
                <a:lnTo>
                  <a:pt x="574" y="293"/>
                </a:lnTo>
                <a:lnTo>
                  <a:pt x="573" y="293"/>
                </a:lnTo>
                <a:lnTo>
                  <a:pt x="573" y="292"/>
                </a:lnTo>
                <a:lnTo>
                  <a:pt x="572" y="291"/>
                </a:lnTo>
                <a:lnTo>
                  <a:pt x="572" y="290"/>
                </a:lnTo>
                <a:lnTo>
                  <a:pt x="573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1" y="291"/>
                </a:lnTo>
                <a:lnTo>
                  <a:pt x="572" y="292"/>
                </a:lnTo>
                <a:lnTo>
                  <a:pt x="573" y="293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4" y="298"/>
                </a:lnTo>
                <a:lnTo>
                  <a:pt x="563" y="298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2" y="296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2" y="298"/>
                </a:lnTo>
                <a:lnTo>
                  <a:pt x="562" y="299"/>
                </a:lnTo>
                <a:lnTo>
                  <a:pt x="563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60" y="300"/>
                </a:lnTo>
                <a:lnTo>
                  <a:pt x="560" y="301"/>
                </a:lnTo>
                <a:lnTo>
                  <a:pt x="559" y="301"/>
                </a:lnTo>
                <a:lnTo>
                  <a:pt x="558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8" y="309"/>
                </a:lnTo>
                <a:lnTo>
                  <a:pt x="558" y="308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5" y="308"/>
                </a:lnTo>
                <a:lnTo>
                  <a:pt x="554" y="308"/>
                </a:lnTo>
                <a:lnTo>
                  <a:pt x="554" y="309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8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9" y="315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30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7" y="326"/>
                </a:lnTo>
                <a:lnTo>
                  <a:pt x="527" y="325"/>
                </a:lnTo>
                <a:lnTo>
                  <a:pt x="527" y="326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4" y="326"/>
                </a:lnTo>
                <a:lnTo>
                  <a:pt x="523" y="326"/>
                </a:lnTo>
                <a:lnTo>
                  <a:pt x="523" y="327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3" y="333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0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9" y="339"/>
                </a:lnTo>
                <a:lnTo>
                  <a:pt x="509" y="338"/>
                </a:lnTo>
                <a:lnTo>
                  <a:pt x="508" y="338"/>
                </a:lnTo>
                <a:lnTo>
                  <a:pt x="508" y="339"/>
                </a:lnTo>
                <a:lnTo>
                  <a:pt x="507" y="339"/>
                </a:lnTo>
                <a:lnTo>
                  <a:pt x="506" y="339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3" y="342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8" y="352"/>
                </a:lnTo>
                <a:lnTo>
                  <a:pt x="498" y="353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3" y="360"/>
                </a:lnTo>
                <a:lnTo>
                  <a:pt x="492" y="360"/>
                </a:lnTo>
                <a:lnTo>
                  <a:pt x="492" y="361"/>
                </a:lnTo>
                <a:lnTo>
                  <a:pt x="492" y="362"/>
                </a:lnTo>
                <a:lnTo>
                  <a:pt x="493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1" y="363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71"/>
                </a:lnTo>
                <a:lnTo>
                  <a:pt x="484" y="371"/>
                </a:lnTo>
                <a:lnTo>
                  <a:pt x="484" y="372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1" y="374"/>
                </a:lnTo>
                <a:lnTo>
                  <a:pt x="480" y="375"/>
                </a:lnTo>
                <a:lnTo>
                  <a:pt x="479" y="374"/>
                </a:lnTo>
                <a:lnTo>
                  <a:pt x="479" y="373"/>
                </a:lnTo>
                <a:lnTo>
                  <a:pt x="478" y="373"/>
                </a:lnTo>
                <a:lnTo>
                  <a:pt x="478" y="374"/>
                </a:lnTo>
                <a:lnTo>
                  <a:pt x="476" y="374"/>
                </a:lnTo>
                <a:lnTo>
                  <a:pt x="475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6" y="377"/>
                </a:lnTo>
                <a:lnTo>
                  <a:pt x="465" y="377"/>
                </a:lnTo>
                <a:lnTo>
                  <a:pt x="463" y="376"/>
                </a:lnTo>
                <a:lnTo>
                  <a:pt x="462" y="375"/>
                </a:lnTo>
                <a:lnTo>
                  <a:pt x="461" y="375"/>
                </a:lnTo>
                <a:lnTo>
                  <a:pt x="459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2" y="374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6" y="375"/>
                </a:lnTo>
                <a:lnTo>
                  <a:pt x="444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5" y="373"/>
                </a:lnTo>
                <a:lnTo>
                  <a:pt x="435" y="372"/>
                </a:lnTo>
                <a:lnTo>
                  <a:pt x="434" y="372"/>
                </a:lnTo>
                <a:lnTo>
                  <a:pt x="434" y="371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3" y="375"/>
                </a:lnTo>
                <a:lnTo>
                  <a:pt x="433" y="376"/>
                </a:lnTo>
                <a:lnTo>
                  <a:pt x="434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80"/>
                </a:lnTo>
                <a:lnTo>
                  <a:pt x="428" y="380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7" y="380"/>
                </a:lnTo>
                <a:lnTo>
                  <a:pt x="426" y="381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5" y="379"/>
                </a:lnTo>
                <a:lnTo>
                  <a:pt x="425" y="378"/>
                </a:lnTo>
                <a:lnTo>
                  <a:pt x="424" y="378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2"/>
                </a:lnTo>
                <a:lnTo>
                  <a:pt x="416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3" y="383"/>
                </a:lnTo>
                <a:lnTo>
                  <a:pt x="413" y="384"/>
                </a:lnTo>
                <a:lnTo>
                  <a:pt x="412" y="384"/>
                </a:lnTo>
                <a:lnTo>
                  <a:pt x="411" y="384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4" y="381"/>
                </a:lnTo>
                <a:lnTo>
                  <a:pt x="413" y="381"/>
                </a:lnTo>
                <a:lnTo>
                  <a:pt x="412" y="382"/>
                </a:lnTo>
                <a:lnTo>
                  <a:pt x="411" y="382"/>
                </a:lnTo>
                <a:lnTo>
                  <a:pt x="411" y="381"/>
                </a:lnTo>
                <a:lnTo>
                  <a:pt x="412" y="380"/>
                </a:lnTo>
                <a:lnTo>
                  <a:pt x="412" y="379"/>
                </a:lnTo>
                <a:lnTo>
                  <a:pt x="413" y="378"/>
                </a:lnTo>
                <a:lnTo>
                  <a:pt x="412" y="378"/>
                </a:lnTo>
                <a:lnTo>
                  <a:pt x="413" y="377"/>
                </a:lnTo>
                <a:lnTo>
                  <a:pt x="412" y="377"/>
                </a:lnTo>
                <a:lnTo>
                  <a:pt x="412" y="378"/>
                </a:lnTo>
                <a:lnTo>
                  <a:pt x="412" y="379"/>
                </a:lnTo>
                <a:lnTo>
                  <a:pt x="411" y="379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09" y="382"/>
                </a:lnTo>
                <a:lnTo>
                  <a:pt x="407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1"/>
                </a:lnTo>
                <a:lnTo>
                  <a:pt x="403" y="380"/>
                </a:lnTo>
                <a:lnTo>
                  <a:pt x="402" y="379"/>
                </a:lnTo>
                <a:lnTo>
                  <a:pt x="402" y="378"/>
                </a:lnTo>
                <a:lnTo>
                  <a:pt x="401" y="378"/>
                </a:lnTo>
                <a:lnTo>
                  <a:pt x="400" y="378"/>
                </a:lnTo>
                <a:lnTo>
                  <a:pt x="401" y="379"/>
                </a:lnTo>
                <a:lnTo>
                  <a:pt x="402" y="381"/>
                </a:lnTo>
                <a:lnTo>
                  <a:pt x="400" y="382"/>
                </a:lnTo>
                <a:lnTo>
                  <a:pt x="401" y="383"/>
                </a:lnTo>
                <a:lnTo>
                  <a:pt x="400" y="383"/>
                </a:lnTo>
                <a:lnTo>
                  <a:pt x="399" y="383"/>
                </a:lnTo>
                <a:lnTo>
                  <a:pt x="399" y="382"/>
                </a:lnTo>
                <a:lnTo>
                  <a:pt x="398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400" y="386"/>
                </a:lnTo>
                <a:lnTo>
                  <a:pt x="400" y="387"/>
                </a:lnTo>
                <a:lnTo>
                  <a:pt x="401" y="387"/>
                </a:lnTo>
                <a:lnTo>
                  <a:pt x="401" y="388"/>
                </a:lnTo>
                <a:lnTo>
                  <a:pt x="400" y="388"/>
                </a:lnTo>
                <a:lnTo>
                  <a:pt x="399" y="387"/>
                </a:lnTo>
                <a:lnTo>
                  <a:pt x="399" y="388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5" y="388"/>
                </a:lnTo>
                <a:lnTo>
                  <a:pt x="395" y="389"/>
                </a:lnTo>
                <a:lnTo>
                  <a:pt x="396" y="389"/>
                </a:lnTo>
                <a:lnTo>
                  <a:pt x="395" y="389"/>
                </a:lnTo>
                <a:lnTo>
                  <a:pt x="396" y="390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2"/>
                </a:lnTo>
                <a:lnTo>
                  <a:pt x="387" y="391"/>
                </a:lnTo>
                <a:lnTo>
                  <a:pt x="385" y="390"/>
                </a:lnTo>
                <a:lnTo>
                  <a:pt x="385" y="389"/>
                </a:lnTo>
                <a:lnTo>
                  <a:pt x="384" y="390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7" y="391"/>
                </a:lnTo>
                <a:lnTo>
                  <a:pt x="377" y="390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4" y="391"/>
                </a:lnTo>
                <a:lnTo>
                  <a:pt x="374" y="392"/>
                </a:lnTo>
                <a:lnTo>
                  <a:pt x="375" y="392"/>
                </a:lnTo>
                <a:lnTo>
                  <a:pt x="376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4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1" y="397"/>
                </a:lnTo>
                <a:lnTo>
                  <a:pt x="370" y="396"/>
                </a:lnTo>
                <a:lnTo>
                  <a:pt x="367" y="397"/>
                </a:lnTo>
                <a:lnTo>
                  <a:pt x="367" y="396"/>
                </a:lnTo>
                <a:lnTo>
                  <a:pt x="364" y="397"/>
                </a:lnTo>
                <a:lnTo>
                  <a:pt x="361" y="397"/>
                </a:lnTo>
                <a:lnTo>
                  <a:pt x="362" y="398"/>
                </a:lnTo>
                <a:lnTo>
                  <a:pt x="361" y="398"/>
                </a:lnTo>
                <a:lnTo>
                  <a:pt x="361" y="400"/>
                </a:lnTo>
                <a:lnTo>
                  <a:pt x="360" y="401"/>
                </a:lnTo>
                <a:lnTo>
                  <a:pt x="359" y="401"/>
                </a:lnTo>
                <a:lnTo>
                  <a:pt x="359" y="399"/>
                </a:lnTo>
                <a:lnTo>
                  <a:pt x="358" y="399"/>
                </a:lnTo>
                <a:lnTo>
                  <a:pt x="357" y="400"/>
                </a:lnTo>
                <a:lnTo>
                  <a:pt x="358" y="401"/>
                </a:lnTo>
                <a:lnTo>
                  <a:pt x="350" y="404"/>
                </a:lnTo>
                <a:lnTo>
                  <a:pt x="349" y="403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5"/>
                </a:lnTo>
                <a:lnTo>
                  <a:pt x="345" y="405"/>
                </a:lnTo>
                <a:lnTo>
                  <a:pt x="345" y="404"/>
                </a:lnTo>
                <a:lnTo>
                  <a:pt x="344" y="404"/>
                </a:lnTo>
                <a:lnTo>
                  <a:pt x="343" y="404"/>
                </a:lnTo>
                <a:lnTo>
                  <a:pt x="344" y="405"/>
                </a:lnTo>
                <a:lnTo>
                  <a:pt x="344" y="406"/>
                </a:lnTo>
                <a:lnTo>
                  <a:pt x="344" y="407"/>
                </a:lnTo>
                <a:lnTo>
                  <a:pt x="343" y="407"/>
                </a:lnTo>
                <a:lnTo>
                  <a:pt x="343" y="408"/>
                </a:lnTo>
                <a:lnTo>
                  <a:pt x="342" y="408"/>
                </a:lnTo>
                <a:lnTo>
                  <a:pt x="342" y="409"/>
                </a:lnTo>
                <a:lnTo>
                  <a:pt x="342" y="410"/>
                </a:lnTo>
                <a:lnTo>
                  <a:pt x="341" y="409"/>
                </a:lnTo>
                <a:lnTo>
                  <a:pt x="340" y="409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8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9"/>
                </a:lnTo>
                <a:lnTo>
                  <a:pt x="337" y="410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6" y="415"/>
                </a:lnTo>
                <a:lnTo>
                  <a:pt x="336" y="414"/>
                </a:lnTo>
                <a:lnTo>
                  <a:pt x="333" y="416"/>
                </a:lnTo>
                <a:lnTo>
                  <a:pt x="332" y="416"/>
                </a:lnTo>
                <a:lnTo>
                  <a:pt x="332" y="417"/>
                </a:lnTo>
                <a:lnTo>
                  <a:pt x="331" y="416"/>
                </a:lnTo>
                <a:lnTo>
                  <a:pt x="331" y="417"/>
                </a:lnTo>
                <a:lnTo>
                  <a:pt x="330" y="418"/>
                </a:lnTo>
                <a:lnTo>
                  <a:pt x="328" y="418"/>
                </a:lnTo>
                <a:lnTo>
                  <a:pt x="327" y="418"/>
                </a:lnTo>
                <a:lnTo>
                  <a:pt x="327" y="416"/>
                </a:lnTo>
                <a:lnTo>
                  <a:pt x="325" y="416"/>
                </a:lnTo>
                <a:lnTo>
                  <a:pt x="322" y="416"/>
                </a:lnTo>
                <a:lnTo>
                  <a:pt x="321" y="417"/>
                </a:lnTo>
                <a:lnTo>
                  <a:pt x="321" y="418"/>
                </a:lnTo>
                <a:lnTo>
                  <a:pt x="318" y="419"/>
                </a:lnTo>
                <a:lnTo>
                  <a:pt x="317" y="420"/>
                </a:lnTo>
                <a:lnTo>
                  <a:pt x="316" y="420"/>
                </a:lnTo>
                <a:lnTo>
                  <a:pt x="316" y="421"/>
                </a:lnTo>
                <a:lnTo>
                  <a:pt x="317" y="421"/>
                </a:lnTo>
                <a:lnTo>
                  <a:pt x="314" y="423"/>
                </a:lnTo>
                <a:lnTo>
                  <a:pt x="313" y="422"/>
                </a:lnTo>
                <a:lnTo>
                  <a:pt x="313" y="423"/>
                </a:lnTo>
                <a:lnTo>
                  <a:pt x="314" y="424"/>
                </a:lnTo>
                <a:lnTo>
                  <a:pt x="314" y="425"/>
                </a:lnTo>
                <a:lnTo>
                  <a:pt x="313" y="425"/>
                </a:lnTo>
                <a:lnTo>
                  <a:pt x="312" y="423"/>
                </a:lnTo>
                <a:lnTo>
                  <a:pt x="312" y="424"/>
                </a:lnTo>
                <a:lnTo>
                  <a:pt x="310" y="426"/>
                </a:lnTo>
                <a:lnTo>
                  <a:pt x="309" y="426"/>
                </a:lnTo>
                <a:lnTo>
                  <a:pt x="308" y="426"/>
                </a:lnTo>
                <a:lnTo>
                  <a:pt x="308" y="425"/>
                </a:lnTo>
                <a:lnTo>
                  <a:pt x="307" y="425"/>
                </a:lnTo>
                <a:lnTo>
                  <a:pt x="307" y="426"/>
                </a:lnTo>
                <a:lnTo>
                  <a:pt x="308" y="426"/>
                </a:lnTo>
                <a:lnTo>
                  <a:pt x="309" y="426"/>
                </a:lnTo>
                <a:lnTo>
                  <a:pt x="309" y="427"/>
                </a:lnTo>
                <a:lnTo>
                  <a:pt x="309" y="428"/>
                </a:lnTo>
                <a:lnTo>
                  <a:pt x="308" y="429"/>
                </a:lnTo>
                <a:lnTo>
                  <a:pt x="307" y="430"/>
                </a:lnTo>
                <a:lnTo>
                  <a:pt x="308" y="431"/>
                </a:lnTo>
                <a:lnTo>
                  <a:pt x="307" y="431"/>
                </a:lnTo>
                <a:lnTo>
                  <a:pt x="306" y="431"/>
                </a:lnTo>
                <a:lnTo>
                  <a:pt x="305" y="431"/>
                </a:lnTo>
                <a:lnTo>
                  <a:pt x="305" y="432"/>
                </a:lnTo>
                <a:lnTo>
                  <a:pt x="304" y="432"/>
                </a:lnTo>
                <a:lnTo>
                  <a:pt x="304" y="433"/>
                </a:lnTo>
                <a:lnTo>
                  <a:pt x="304" y="432"/>
                </a:lnTo>
                <a:lnTo>
                  <a:pt x="303" y="432"/>
                </a:lnTo>
                <a:lnTo>
                  <a:pt x="302" y="432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4"/>
                </a:lnTo>
                <a:lnTo>
                  <a:pt x="299" y="435"/>
                </a:lnTo>
                <a:lnTo>
                  <a:pt x="298" y="435"/>
                </a:lnTo>
                <a:lnTo>
                  <a:pt x="298" y="436"/>
                </a:lnTo>
                <a:lnTo>
                  <a:pt x="297" y="436"/>
                </a:lnTo>
                <a:lnTo>
                  <a:pt x="296" y="436"/>
                </a:lnTo>
                <a:lnTo>
                  <a:pt x="296" y="437"/>
                </a:lnTo>
                <a:lnTo>
                  <a:pt x="296" y="438"/>
                </a:lnTo>
                <a:lnTo>
                  <a:pt x="295" y="438"/>
                </a:lnTo>
                <a:lnTo>
                  <a:pt x="296" y="438"/>
                </a:lnTo>
                <a:lnTo>
                  <a:pt x="297" y="438"/>
                </a:lnTo>
                <a:lnTo>
                  <a:pt x="296" y="438"/>
                </a:lnTo>
                <a:lnTo>
                  <a:pt x="296" y="439"/>
                </a:lnTo>
                <a:lnTo>
                  <a:pt x="296" y="440"/>
                </a:lnTo>
                <a:lnTo>
                  <a:pt x="295" y="441"/>
                </a:lnTo>
                <a:lnTo>
                  <a:pt x="294" y="440"/>
                </a:lnTo>
                <a:lnTo>
                  <a:pt x="294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2"/>
                </a:lnTo>
                <a:lnTo>
                  <a:pt x="297" y="442"/>
                </a:lnTo>
                <a:lnTo>
                  <a:pt x="298" y="442"/>
                </a:lnTo>
                <a:lnTo>
                  <a:pt x="298" y="443"/>
                </a:lnTo>
                <a:lnTo>
                  <a:pt x="299" y="443"/>
                </a:lnTo>
                <a:lnTo>
                  <a:pt x="300" y="443"/>
                </a:lnTo>
                <a:lnTo>
                  <a:pt x="301" y="443"/>
                </a:lnTo>
                <a:lnTo>
                  <a:pt x="300" y="444"/>
                </a:lnTo>
                <a:lnTo>
                  <a:pt x="300" y="443"/>
                </a:lnTo>
                <a:lnTo>
                  <a:pt x="299" y="443"/>
                </a:lnTo>
                <a:lnTo>
                  <a:pt x="298" y="443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1" y="447"/>
                </a:lnTo>
                <a:lnTo>
                  <a:pt x="290" y="447"/>
                </a:lnTo>
                <a:lnTo>
                  <a:pt x="290" y="446"/>
                </a:lnTo>
                <a:lnTo>
                  <a:pt x="289" y="446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90" y="450"/>
                </a:lnTo>
                <a:lnTo>
                  <a:pt x="291" y="450"/>
                </a:lnTo>
                <a:lnTo>
                  <a:pt x="291" y="451"/>
                </a:lnTo>
                <a:lnTo>
                  <a:pt x="292" y="452"/>
                </a:lnTo>
                <a:lnTo>
                  <a:pt x="291" y="454"/>
                </a:lnTo>
                <a:lnTo>
                  <a:pt x="291" y="452"/>
                </a:lnTo>
                <a:lnTo>
                  <a:pt x="290" y="452"/>
                </a:lnTo>
                <a:lnTo>
                  <a:pt x="289" y="452"/>
                </a:lnTo>
                <a:lnTo>
                  <a:pt x="289" y="451"/>
                </a:lnTo>
                <a:lnTo>
                  <a:pt x="288" y="451"/>
                </a:lnTo>
                <a:lnTo>
                  <a:pt x="287" y="451"/>
                </a:lnTo>
                <a:lnTo>
                  <a:pt x="286" y="451"/>
                </a:lnTo>
                <a:lnTo>
                  <a:pt x="285" y="452"/>
                </a:lnTo>
                <a:lnTo>
                  <a:pt x="284" y="452"/>
                </a:lnTo>
                <a:lnTo>
                  <a:pt x="283" y="455"/>
                </a:lnTo>
                <a:lnTo>
                  <a:pt x="283" y="456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2" y="456"/>
                </a:lnTo>
                <a:lnTo>
                  <a:pt x="271" y="455"/>
                </a:lnTo>
                <a:lnTo>
                  <a:pt x="271" y="456"/>
                </a:lnTo>
                <a:lnTo>
                  <a:pt x="272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0"/>
                </a:lnTo>
                <a:lnTo>
                  <a:pt x="276" y="461"/>
                </a:lnTo>
                <a:lnTo>
                  <a:pt x="276" y="462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9" y="462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6" y="457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3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7" y="458"/>
                </a:lnTo>
                <a:lnTo>
                  <a:pt x="256" y="458"/>
                </a:lnTo>
                <a:lnTo>
                  <a:pt x="255" y="458"/>
                </a:lnTo>
                <a:lnTo>
                  <a:pt x="253" y="459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6" y="462"/>
                </a:lnTo>
                <a:lnTo>
                  <a:pt x="255" y="462"/>
                </a:lnTo>
                <a:lnTo>
                  <a:pt x="255" y="463"/>
                </a:lnTo>
                <a:lnTo>
                  <a:pt x="254" y="463"/>
                </a:lnTo>
                <a:lnTo>
                  <a:pt x="254" y="464"/>
                </a:lnTo>
                <a:lnTo>
                  <a:pt x="254" y="463"/>
                </a:lnTo>
                <a:lnTo>
                  <a:pt x="253" y="463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2" y="466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59" y="471"/>
                </a:lnTo>
                <a:lnTo>
                  <a:pt x="260" y="472"/>
                </a:lnTo>
                <a:lnTo>
                  <a:pt x="259" y="473"/>
                </a:lnTo>
                <a:lnTo>
                  <a:pt x="259" y="474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6" y="479"/>
                </a:lnTo>
                <a:lnTo>
                  <a:pt x="236" y="478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30" y="478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5" y="486"/>
                </a:lnTo>
                <a:lnTo>
                  <a:pt x="215" y="487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7"/>
                </a:lnTo>
                <a:lnTo>
                  <a:pt x="208" y="486"/>
                </a:lnTo>
                <a:lnTo>
                  <a:pt x="208" y="485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5" y="467"/>
                </a:lnTo>
                <a:lnTo>
                  <a:pt x="206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5"/>
                </a:lnTo>
                <a:lnTo>
                  <a:pt x="219" y="465"/>
                </a:lnTo>
                <a:lnTo>
                  <a:pt x="220" y="464"/>
                </a:lnTo>
                <a:lnTo>
                  <a:pt x="220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6" y="462"/>
                </a:lnTo>
                <a:lnTo>
                  <a:pt x="227" y="462"/>
                </a:lnTo>
                <a:lnTo>
                  <a:pt x="227" y="461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6"/>
                </a:lnTo>
                <a:lnTo>
                  <a:pt x="228" y="455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8" y="452"/>
                </a:lnTo>
                <a:lnTo>
                  <a:pt x="249" y="452"/>
                </a:lnTo>
                <a:lnTo>
                  <a:pt x="250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0"/>
                </a:lnTo>
                <a:lnTo>
                  <a:pt x="255" y="449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7" y="449"/>
                </a:lnTo>
                <a:lnTo>
                  <a:pt x="257" y="448"/>
                </a:lnTo>
                <a:lnTo>
                  <a:pt x="258" y="448"/>
                </a:lnTo>
                <a:lnTo>
                  <a:pt x="258" y="447"/>
                </a:lnTo>
                <a:lnTo>
                  <a:pt x="257" y="446"/>
                </a:lnTo>
                <a:lnTo>
                  <a:pt x="257" y="445"/>
                </a:lnTo>
                <a:lnTo>
                  <a:pt x="256" y="444"/>
                </a:lnTo>
                <a:lnTo>
                  <a:pt x="255" y="444"/>
                </a:lnTo>
                <a:lnTo>
                  <a:pt x="254" y="443"/>
                </a:lnTo>
                <a:lnTo>
                  <a:pt x="253" y="442"/>
                </a:lnTo>
                <a:lnTo>
                  <a:pt x="252" y="441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50" y="441"/>
                </a:lnTo>
                <a:lnTo>
                  <a:pt x="250" y="440"/>
                </a:lnTo>
                <a:lnTo>
                  <a:pt x="250" y="439"/>
                </a:lnTo>
                <a:lnTo>
                  <a:pt x="249" y="439"/>
                </a:lnTo>
                <a:lnTo>
                  <a:pt x="249" y="440"/>
                </a:lnTo>
                <a:lnTo>
                  <a:pt x="248" y="439"/>
                </a:lnTo>
                <a:lnTo>
                  <a:pt x="248" y="438"/>
                </a:lnTo>
                <a:lnTo>
                  <a:pt x="249" y="438"/>
                </a:lnTo>
                <a:lnTo>
                  <a:pt x="250" y="438"/>
                </a:lnTo>
                <a:lnTo>
                  <a:pt x="251" y="438"/>
                </a:lnTo>
                <a:lnTo>
                  <a:pt x="251" y="437"/>
                </a:lnTo>
                <a:lnTo>
                  <a:pt x="249" y="437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2" y="436"/>
                </a:lnTo>
                <a:lnTo>
                  <a:pt x="253" y="436"/>
                </a:lnTo>
                <a:lnTo>
                  <a:pt x="253" y="435"/>
                </a:lnTo>
                <a:lnTo>
                  <a:pt x="254" y="435"/>
                </a:lnTo>
                <a:lnTo>
                  <a:pt x="253" y="434"/>
                </a:lnTo>
                <a:lnTo>
                  <a:pt x="252" y="434"/>
                </a:lnTo>
                <a:lnTo>
                  <a:pt x="251" y="434"/>
                </a:lnTo>
                <a:lnTo>
                  <a:pt x="251" y="433"/>
                </a:lnTo>
                <a:lnTo>
                  <a:pt x="251" y="432"/>
                </a:lnTo>
                <a:lnTo>
                  <a:pt x="250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2"/>
                </a:lnTo>
                <a:lnTo>
                  <a:pt x="249" y="431"/>
                </a:lnTo>
                <a:lnTo>
                  <a:pt x="250" y="431"/>
                </a:lnTo>
                <a:lnTo>
                  <a:pt x="251" y="431"/>
                </a:lnTo>
                <a:lnTo>
                  <a:pt x="252" y="431"/>
                </a:lnTo>
                <a:lnTo>
                  <a:pt x="252" y="430"/>
                </a:lnTo>
                <a:lnTo>
                  <a:pt x="253" y="430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1"/>
                </a:lnTo>
                <a:lnTo>
                  <a:pt x="257" y="431"/>
                </a:lnTo>
                <a:lnTo>
                  <a:pt x="257" y="430"/>
                </a:lnTo>
                <a:lnTo>
                  <a:pt x="258" y="430"/>
                </a:lnTo>
                <a:lnTo>
                  <a:pt x="258" y="429"/>
                </a:lnTo>
                <a:lnTo>
                  <a:pt x="257" y="429"/>
                </a:lnTo>
                <a:lnTo>
                  <a:pt x="257" y="428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7"/>
                </a:lnTo>
                <a:lnTo>
                  <a:pt x="260" y="427"/>
                </a:lnTo>
                <a:lnTo>
                  <a:pt x="260" y="428"/>
                </a:lnTo>
                <a:lnTo>
                  <a:pt x="261" y="428"/>
                </a:lnTo>
                <a:lnTo>
                  <a:pt x="262" y="428"/>
                </a:lnTo>
                <a:lnTo>
                  <a:pt x="262" y="427"/>
                </a:lnTo>
                <a:lnTo>
                  <a:pt x="262" y="426"/>
                </a:lnTo>
                <a:lnTo>
                  <a:pt x="261" y="426"/>
                </a:lnTo>
                <a:lnTo>
                  <a:pt x="260" y="426"/>
                </a:lnTo>
                <a:lnTo>
                  <a:pt x="261" y="426"/>
                </a:lnTo>
                <a:lnTo>
                  <a:pt x="261" y="425"/>
                </a:lnTo>
                <a:lnTo>
                  <a:pt x="260" y="425"/>
                </a:lnTo>
                <a:lnTo>
                  <a:pt x="260" y="424"/>
                </a:lnTo>
                <a:lnTo>
                  <a:pt x="260" y="423"/>
                </a:lnTo>
                <a:lnTo>
                  <a:pt x="261" y="423"/>
                </a:lnTo>
                <a:lnTo>
                  <a:pt x="262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0"/>
                </a:lnTo>
                <a:lnTo>
                  <a:pt x="263" y="420"/>
                </a:lnTo>
                <a:lnTo>
                  <a:pt x="264" y="420"/>
                </a:lnTo>
                <a:lnTo>
                  <a:pt x="265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3" y="421"/>
                </a:lnTo>
                <a:lnTo>
                  <a:pt x="274" y="420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7" y="419"/>
                </a:lnTo>
                <a:lnTo>
                  <a:pt x="277" y="418"/>
                </a:lnTo>
                <a:lnTo>
                  <a:pt x="278" y="418"/>
                </a:lnTo>
                <a:lnTo>
                  <a:pt x="279" y="418"/>
                </a:lnTo>
                <a:lnTo>
                  <a:pt x="278" y="418"/>
                </a:lnTo>
                <a:lnTo>
                  <a:pt x="276" y="418"/>
                </a:lnTo>
                <a:lnTo>
                  <a:pt x="275" y="418"/>
                </a:lnTo>
                <a:lnTo>
                  <a:pt x="274" y="418"/>
                </a:lnTo>
                <a:lnTo>
                  <a:pt x="273" y="418"/>
                </a:lnTo>
                <a:lnTo>
                  <a:pt x="273" y="419"/>
                </a:lnTo>
                <a:lnTo>
                  <a:pt x="271" y="419"/>
                </a:lnTo>
                <a:lnTo>
                  <a:pt x="271" y="420"/>
                </a:lnTo>
                <a:lnTo>
                  <a:pt x="270" y="420"/>
                </a:lnTo>
                <a:lnTo>
                  <a:pt x="269" y="420"/>
                </a:lnTo>
                <a:lnTo>
                  <a:pt x="268" y="420"/>
                </a:lnTo>
                <a:lnTo>
                  <a:pt x="266" y="420"/>
                </a:lnTo>
                <a:lnTo>
                  <a:pt x="264" y="420"/>
                </a:lnTo>
                <a:lnTo>
                  <a:pt x="264" y="419"/>
                </a:lnTo>
                <a:lnTo>
                  <a:pt x="263" y="419"/>
                </a:lnTo>
                <a:lnTo>
                  <a:pt x="262" y="419"/>
                </a:lnTo>
                <a:lnTo>
                  <a:pt x="261" y="418"/>
                </a:lnTo>
                <a:lnTo>
                  <a:pt x="260" y="418"/>
                </a:lnTo>
                <a:lnTo>
                  <a:pt x="260" y="417"/>
                </a:lnTo>
                <a:lnTo>
                  <a:pt x="259" y="417"/>
                </a:lnTo>
                <a:lnTo>
                  <a:pt x="259" y="418"/>
                </a:lnTo>
                <a:lnTo>
                  <a:pt x="259" y="419"/>
                </a:lnTo>
                <a:lnTo>
                  <a:pt x="260" y="420"/>
                </a:lnTo>
                <a:lnTo>
                  <a:pt x="260" y="421"/>
                </a:lnTo>
                <a:lnTo>
                  <a:pt x="260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5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49" y="426"/>
                </a:lnTo>
                <a:lnTo>
                  <a:pt x="247" y="426"/>
                </a:lnTo>
                <a:lnTo>
                  <a:pt x="247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7"/>
                </a:lnTo>
                <a:lnTo>
                  <a:pt x="245" y="426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9"/>
                </a:lnTo>
                <a:lnTo>
                  <a:pt x="241" y="429"/>
                </a:lnTo>
                <a:lnTo>
                  <a:pt x="241" y="430"/>
                </a:lnTo>
                <a:lnTo>
                  <a:pt x="240" y="430"/>
                </a:lnTo>
                <a:lnTo>
                  <a:pt x="240" y="428"/>
                </a:lnTo>
                <a:lnTo>
                  <a:pt x="238" y="428"/>
                </a:lnTo>
                <a:lnTo>
                  <a:pt x="238" y="427"/>
                </a:lnTo>
                <a:lnTo>
                  <a:pt x="238" y="426"/>
                </a:lnTo>
                <a:lnTo>
                  <a:pt x="239" y="425"/>
                </a:lnTo>
                <a:lnTo>
                  <a:pt x="239" y="424"/>
                </a:lnTo>
                <a:lnTo>
                  <a:pt x="238" y="424"/>
                </a:lnTo>
                <a:lnTo>
                  <a:pt x="236" y="424"/>
                </a:lnTo>
                <a:lnTo>
                  <a:pt x="235" y="424"/>
                </a:lnTo>
                <a:lnTo>
                  <a:pt x="236" y="423"/>
                </a:lnTo>
                <a:lnTo>
                  <a:pt x="236" y="422"/>
                </a:lnTo>
                <a:lnTo>
                  <a:pt x="237" y="422"/>
                </a:lnTo>
                <a:lnTo>
                  <a:pt x="237" y="421"/>
                </a:lnTo>
                <a:lnTo>
                  <a:pt x="238" y="421"/>
                </a:lnTo>
                <a:lnTo>
                  <a:pt x="238" y="420"/>
                </a:lnTo>
                <a:lnTo>
                  <a:pt x="238" y="418"/>
                </a:lnTo>
                <a:lnTo>
                  <a:pt x="238" y="417"/>
                </a:lnTo>
                <a:lnTo>
                  <a:pt x="238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6"/>
                </a:lnTo>
                <a:lnTo>
                  <a:pt x="235" y="415"/>
                </a:lnTo>
                <a:lnTo>
                  <a:pt x="235" y="416"/>
                </a:lnTo>
                <a:lnTo>
                  <a:pt x="236" y="416"/>
                </a:lnTo>
                <a:lnTo>
                  <a:pt x="236" y="417"/>
                </a:lnTo>
                <a:lnTo>
                  <a:pt x="236" y="418"/>
                </a:lnTo>
                <a:lnTo>
                  <a:pt x="235" y="418"/>
                </a:lnTo>
                <a:lnTo>
                  <a:pt x="235" y="419"/>
                </a:lnTo>
                <a:lnTo>
                  <a:pt x="235" y="420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1"/>
                </a:lnTo>
                <a:lnTo>
                  <a:pt x="230" y="421"/>
                </a:lnTo>
                <a:lnTo>
                  <a:pt x="229" y="421"/>
                </a:lnTo>
                <a:lnTo>
                  <a:pt x="229" y="420"/>
                </a:lnTo>
                <a:lnTo>
                  <a:pt x="228" y="420"/>
                </a:lnTo>
                <a:lnTo>
                  <a:pt x="227" y="420"/>
                </a:lnTo>
                <a:lnTo>
                  <a:pt x="226" y="420"/>
                </a:lnTo>
                <a:lnTo>
                  <a:pt x="225" y="421"/>
                </a:lnTo>
                <a:lnTo>
                  <a:pt x="224" y="420"/>
                </a:lnTo>
                <a:lnTo>
                  <a:pt x="224" y="419"/>
                </a:lnTo>
                <a:lnTo>
                  <a:pt x="224" y="418"/>
                </a:lnTo>
                <a:lnTo>
                  <a:pt x="225" y="419"/>
                </a:lnTo>
                <a:lnTo>
                  <a:pt x="226" y="417"/>
                </a:lnTo>
                <a:lnTo>
                  <a:pt x="227" y="416"/>
                </a:lnTo>
                <a:lnTo>
                  <a:pt x="227" y="417"/>
                </a:lnTo>
                <a:lnTo>
                  <a:pt x="227" y="416"/>
                </a:lnTo>
                <a:lnTo>
                  <a:pt x="228" y="416"/>
                </a:lnTo>
                <a:lnTo>
                  <a:pt x="229" y="415"/>
                </a:lnTo>
                <a:lnTo>
                  <a:pt x="229" y="413"/>
                </a:lnTo>
                <a:lnTo>
                  <a:pt x="228" y="413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6" y="416"/>
                </a:lnTo>
                <a:lnTo>
                  <a:pt x="225" y="417"/>
                </a:lnTo>
                <a:lnTo>
                  <a:pt x="224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2" y="418"/>
                </a:lnTo>
                <a:lnTo>
                  <a:pt x="222" y="419"/>
                </a:lnTo>
                <a:lnTo>
                  <a:pt x="221" y="420"/>
                </a:lnTo>
                <a:lnTo>
                  <a:pt x="220" y="420"/>
                </a:lnTo>
                <a:lnTo>
                  <a:pt x="219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8"/>
                </a:lnTo>
                <a:lnTo>
                  <a:pt x="219" y="417"/>
                </a:lnTo>
                <a:lnTo>
                  <a:pt x="219" y="416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0" y="413"/>
                </a:lnTo>
                <a:lnTo>
                  <a:pt x="221" y="413"/>
                </a:lnTo>
                <a:lnTo>
                  <a:pt x="221" y="412"/>
                </a:lnTo>
                <a:lnTo>
                  <a:pt x="220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0"/>
                </a:lnTo>
                <a:lnTo>
                  <a:pt x="224" y="410"/>
                </a:lnTo>
                <a:lnTo>
                  <a:pt x="224" y="409"/>
                </a:lnTo>
                <a:lnTo>
                  <a:pt x="225" y="409"/>
                </a:lnTo>
                <a:lnTo>
                  <a:pt x="226" y="409"/>
                </a:lnTo>
                <a:lnTo>
                  <a:pt x="227" y="408"/>
                </a:lnTo>
                <a:lnTo>
                  <a:pt x="228" y="407"/>
                </a:lnTo>
                <a:lnTo>
                  <a:pt x="229" y="407"/>
                </a:lnTo>
                <a:lnTo>
                  <a:pt x="230" y="408"/>
                </a:lnTo>
                <a:lnTo>
                  <a:pt x="231" y="408"/>
                </a:lnTo>
                <a:lnTo>
                  <a:pt x="230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08"/>
                </a:lnTo>
                <a:lnTo>
                  <a:pt x="233" y="408"/>
                </a:lnTo>
                <a:lnTo>
                  <a:pt x="234" y="408"/>
                </a:lnTo>
                <a:lnTo>
                  <a:pt x="235" y="407"/>
                </a:lnTo>
                <a:lnTo>
                  <a:pt x="236" y="407"/>
                </a:lnTo>
                <a:lnTo>
                  <a:pt x="236" y="406"/>
                </a:lnTo>
                <a:lnTo>
                  <a:pt x="237" y="406"/>
                </a:lnTo>
                <a:lnTo>
                  <a:pt x="239" y="405"/>
                </a:lnTo>
                <a:lnTo>
                  <a:pt x="238" y="405"/>
                </a:lnTo>
                <a:lnTo>
                  <a:pt x="237" y="405"/>
                </a:lnTo>
                <a:lnTo>
                  <a:pt x="236" y="405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3" y="407"/>
                </a:lnTo>
                <a:lnTo>
                  <a:pt x="232" y="408"/>
                </a:lnTo>
                <a:lnTo>
                  <a:pt x="232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29" y="406"/>
                </a:lnTo>
                <a:lnTo>
                  <a:pt x="228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2" y="406"/>
                </a:lnTo>
                <a:lnTo>
                  <a:pt x="221" y="406"/>
                </a:lnTo>
                <a:lnTo>
                  <a:pt x="220" y="406"/>
                </a:lnTo>
                <a:lnTo>
                  <a:pt x="220" y="407"/>
                </a:lnTo>
                <a:lnTo>
                  <a:pt x="220" y="408"/>
                </a:lnTo>
                <a:lnTo>
                  <a:pt x="220" y="409"/>
                </a:lnTo>
                <a:lnTo>
                  <a:pt x="216" y="409"/>
                </a:lnTo>
                <a:lnTo>
                  <a:pt x="216" y="406"/>
                </a:lnTo>
                <a:lnTo>
                  <a:pt x="216" y="405"/>
                </a:lnTo>
                <a:lnTo>
                  <a:pt x="216" y="404"/>
                </a:lnTo>
                <a:lnTo>
                  <a:pt x="216" y="403"/>
                </a:lnTo>
                <a:lnTo>
                  <a:pt x="217" y="402"/>
                </a:lnTo>
                <a:lnTo>
                  <a:pt x="218" y="401"/>
                </a:lnTo>
                <a:lnTo>
                  <a:pt x="218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400"/>
                </a:lnTo>
                <a:lnTo>
                  <a:pt x="222" y="399"/>
                </a:lnTo>
                <a:lnTo>
                  <a:pt x="222" y="398"/>
                </a:lnTo>
                <a:lnTo>
                  <a:pt x="223" y="397"/>
                </a:lnTo>
                <a:lnTo>
                  <a:pt x="224" y="398"/>
                </a:lnTo>
                <a:lnTo>
                  <a:pt x="225" y="398"/>
                </a:lnTo>
                <a:lnTo>
                  <a:pt x="226" y="398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1" y="397"/>
                </a:lnTo>
                <a:lnTo>
                  <a:pt x="232" y="397"/>
                </a:lnTo>
                <a:lnTo>
                  <a:pt x="233" y="397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7" y="395"/>
                </a:lnTo>
                <a:lnTo>
                  <a:pt x="237" y="394"/>
                </a:lnTo>
                <a:lnTo>
                  <a:pt x="237" y="393"/>
                </a:lnTo>
                <a:lnTo>
                  <a:pt x="236" y="393"/>
                </a:lnTo>
                <a:lnTo>
                  <a:pt x="236" y="392"/>
                </a:lnTo>
                <a:lnTo>
                  <a:pt x="238" y="392"/>
                </a:lnTo>
                <a:lnTo>
                  <a:pt x="239" y="392"/>
                </a:lnTo>
                <a:lnTo>
                  <a:pt x="240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3"/>
                </a:lnTo>
                <a:lnTo>
                  <a:pt x="243" y="393"/>
                </a:lnTo>
                <a:lnTo>
                  <a:pt x="243" y="394"/>
                </a:lnTo>
                <a:lnTo>
                  <a:pt x="243" y="395"/>
                </a:lnTo>
                <a:lnTo>
                  <a:pt x="243" y="396"/>
                </a:lnTo>
                <a:lnTo>
                  <a:pt x="244" y="396"/>
                </a:lnTo>
                <a:lnTo>
                  <a:pt x="244" y="397"/>
                </a:lnTo>
                <a:lnTo>
                  <a:pt x="244" y="398"/>
                </a:lnTo>
                <a:lnTo>
                  <a:pt x="245" y="398"/>
                </a:lnTo>
                <a:lnTo>
                  <a:pt x="246" y="398"/>
                </a:lnTo>
                <a:lnTo>
                  <a:pt x="246" y="397"/>
                </a:lnTo>
                <a:lnTo>
                  <a:pt x="247" y="397"/>
                </a:lnTo>
                <a:lnTo>
                  <a:pt x="246" y="397"/>
                </a:lnTo>
                <a:lnTo>
                  <a:pt x="245" y="397"/>
                </a:lnTo>
                <a:lnTo>
                  <a:pt x="244" y="397"/>
                </a:lnTo>
                <a:lnTo>
                  <a:pt x="244" y="396"/>
                </a:lnTo>
                <a:lnTo>
                  <a:pt x="243" y="395"/>
                </a:lnTo>
                <a:lnTo>
                  <a:pt x="243" y="394"/>
                </a:lnTo>
                <a:lnTo>
                  <a:pt x="243" y="393"/>
                </a:lnTo>
                <a:lnTo>
                  <a:pt x="242" y="392"/>
                </a:lnTo>
                <a:lnTo>
                  <a:pt x="241" y="391"/>
                </a:lnTo>
                <a:lnTo>
                  <a:pt x="240" y="391"/>
                </a:lnTo>
                <a:lnTo>
                  <a:pt x="241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1" y="386"/>
                </a:lnTo>
                <a:lnTo>
                  <a:pt x="240" y="386"/>
                </a:lnTo>
                <a:lnTo>
                  <a:pt x="239" y="385"/>
                </a:lnTo>
                <a:lnTo>
                  <a:pt x="239" y="384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8" y="382"/>
                </a:lnTo>
                <a:lnTo>
                  <a:pt x="239" y="382"/>
                </a:lnTo>
                <a:lnTo>
                  <a:pt x="240" y="381"/>
                </a:lnTo>
                <a:lnTo>
                  <a:pt x="240" y="380"/>
                </a:lnTo>
                <a:lnTo>
                  <a:pt x="240" y="379"/>
                </a:lnTo>
                <a:lnTo>
                  <a:pt x="239" y="379"/>
                </a:lnTo>
                <a:lnTo>
                  <a:pt x="239" y="378"/>
                </a:lnTo>
                <a:lnTo>
                  <a:pt x="238" y="378"/>
                </a:lnTo>
                <a:lnTo>
                  <a:pt x="238" y="377"/>
                </a:lnTo>
                <a:lnTo>
                  <a:pt x="238" y="376"/>
                </a:lnTo>
                <a:lnTo>
                  <a:pt x="240" y="376"/>
                </a:lnTo>
                <a:lnTo>
                  <a:pt x="241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4" y="372"/>
                </a:lnTo>
                <a:lnTo>
                  <a:pt x="244" y="371"/>
                </a:lnTo>
                <a:lnTo>
                  <a:pt x="244" y="370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9" y="371"/>
                </a:lnTo>
                <a:lnTo>
                  <a:pt x="249" y="370"/>
                </a:lnTo>
                <a:lnTo>
                  <a:pt x="250" y="370"/>
                </a:lnTo>
                <a:lnTo>
                  <a:pt x="251" y="370"/>
                </a:lnTo>
                <a:lnTo>
                  <a:pt x="252" y="369"/>
                </a:lnTo>
                <a:lnTo>
                  <a:pt x="253" y="368"/>
                </a:lnTo>
                <a:lnTo>
                  <a:pt x="253" y="367"/>
                </a:lnTo>
                <a:lnTo>
                  <a:pt x="254" y="367"/>
                </a:lnTo>
                <a:lnTo>
                  <a:pt x="255" y="367"/>
                </a:lnTo>
                <a:lnTo>
                  <a:pt x="256" y="366"/>
                </a:lnTo>
                <a:lnTo>
                  <a:pt x="256" y="365"/>
                </a:lnTo>
                <a:lnTo>
                  <a:pt x="257" y="365"/>
                </a:lnTo>
                <a:lnTo>
                  <a:pt x="258" y="365"/>
                </a:lnTo>
                <a:lnTo>
                  <a:pt x="258" y="364"/>
                </a:lnTo>
                <a:lnTo>
                  <a:pt x="259" y="364"/>
                </a:lnTo>
                <a:lnTo>
                  <a:pt x="258" y="363"/>
                </a:lnTo>
                <a:lnTo>
                  <a:pt x="259" y="363"/>
                </a:lnTo>
                <a:lnTo>
                  <a:pt x="260" y="364"/>
                </a:lnTo>
                <a:lnTo>
                  <a:pt x="261" y="365"/>
                </a:lnTo>
                <a:lnTo>
                  <a:pt x="262" y="365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3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0"/>
                </a:lnTo>
                <a:lnTo>
                  <a:pt x="270" y="359"/>
                </a:lnTo>
                <a:lnTo>
                  <a:pt x="271" y="359"/>
                </a:lnTo>
                <a:lnTo>
                  <a:pt x="270" y="358"/>
                </a:lnTo>
                <a:lnTo>
                  <a:pt x="269" y="357"/>
                </a:lnTo>
                <a:lnTo>
                  <a:pt x="270" y="357"/>
                </a:lnTo>
                <a:lnTo>
                  <a:pt x="270" y="356"/>
                </a:lnTo>
                <a:lnTo>
                  <a:pt x="269" y="356"/>
                </a:lnTo>
                <a:lnTo>
                  <a:pt x="268" y="357"/>
                </a:lnTo>
                <a:lnTo>
                  <a:pt x="267" y="357"/>
                </a:lnTo>
                <a:lnTo>
                  <a:pt x="265" y="358"/>
                </a:lnTo>
                <a:lnTo>
                  <a:pt x="265" y="357"/>
                </a:lnTo>
                <a:lnTo>
                  <a:pt x="266" y="357"/>
                </a:lnTo>
                <a:lnTo>
                  <a:pt x="267" y="357"/>
                </a:lnTo>
                <a:lnTo>
                  <a:pt x="268" y="355"/>
                </a:lnTo>
                <a:lnTo>
                  <a:pt x="269" y="355"/>
                </a:lnTo>
                <a:lnTo>
                  <a:pt x="270" y="355"/>
                </a:lnTo>
                <a:lnTo>
                  <a:pt x="270" y="354"/>
                </a:lnTo>
                <a:lnTo>
                  <a:pt x="271" y="354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5" y="353"/>
                </a:lnTo>
                <a:lnTo>
                  <a:pt x="275" y="352"/>
                </a:lnTo>
                <a:lnTo>
                  <a:pt x="276" y="351"/>
                </a:lnTo>
                <a:lnTo>
                  <a:pt x="277" y="350"/>
                </a:lnTo>
                <a:lnTo>
                  <a:pt x="277" y="351"/>
                </a:lnTo>
                <a:lnTo>
                  <a:pt x="279" y="349"/>
                </a:lnTo>
                <a:lnTo>
                  <a:pt x="280" y="348"/>
                </a:lnTo>
                <a:lnTo>
                  <a:pt x="280" y="347"/>
                </a:lnTo>
                <a:lnTo>
                  <a:pt x="280" y="346"/>
                </a:lnTo>
                <a:lnTo>
                  <a:pt x="281" y="346"/>
                </a:lnTo>
                <a:lnTo>
                  <a:pt x="281" y="345"/>
                </a:lnTo>
                <a:lnTo>
                  <a:pt x="282" y="345"/>
                </a:lnTo>
                <a:lnTo>
                  <a:pt x="282" y="344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6" y="343"/>
                </a:lnTo>
                <a:lnTo>
                  <a:pt x="287" y="343"/>
                </a:lnTo>
                <a:lnTo>
                  <a:pt x="287" y="342"/>
                </a:lnTo>
                <a:lnTo>
                  <a:pt x="287" y="340"/>
                </a:lnTo>
                <a:lnTo>
                  <a:pt x="287" y="339"/>
                </a:lnTo>
                <a:lnTo>
                  <a:pt x="286" y="338"/>
                </a:lnTo>
                <a:lnTo>
                  <a:pt x="285" y="338"/>
                </a:lnTo>
                <a:lnTo>
                  <a:pt x="285" y="337"/>
                </a:lnTo>
                <a:lnTo>
                  <a:pt x="282" y="337"/>
                </a:lnTo>
                <a:lnTo>
                  <a:pt x="282" y="336"/>
                </a:lnTo>
                <a:lnTo>
                  <a:pt x="288" y="336"/>
                </a:lnTo>
                <a:lnTo>
                  <a:pt x="288" y="337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0" y="336"/>
                </a:lnTo>
                <a:lnTo>
                  <a:pt x="291" y="335"/>
                </a:lnTo>
                <a:lnTo>
                  <a:pt x="292" y="335"/>
                </a:lnTo>
                <a:lnTo>
                  <a:pt x="294" y="334"/>
                </a:lnTo>
                <a:lnTo>
                  <a:pt x="294" y="333"/>
                </a:lnTo>
                <a:lnTo>
                  <a:pt x="295" y="332"/>
                </a:lnTo>
                <a:lnTo>
                  <a:pt x="293" y="332"/>
                </a:lnTo>
                <a:lnTo>
                  <a:pt x="293" y="331"/>
                </a:lnTo>
                <a:lnTo>
                  <a:pt x="295" y="331"/>
                </a:lnTo>
                <a:lnTo>
                  <a:pt x="295" y="328"/>
                </a:lnTo>
                <a:lnTo>
                  <a:pt x="294" y="326"/>
                </a:lnTo>
                <a:lnTo>
                  <a:pt x="293" y="326"/>
                </a:lnTo>
                <a:lnTo>
                  <a:pt x="292" y="324"/>
                </a:lnTo>
                <a:lnTo>
                  <a:pt x="289" y="325"/>
                </a:lnTo>
                <a:lnTo>
                  <a:pt x="289" y="324"/>
                </a:lnTo>
                <a:lnTo>
                  <a:pt x="290" y="324"/>
                </a:lnTo>
                <a:lnTo>
                  <a:pt x="293" y="323"/>
                </a:lnTo>
                <a:lnTo>
                  <a:pt x="294" y="325"/>
                </a:lnTo>
                <a:lnTo>
                  <a:pt x="295" y="325"/>
                </a:lnTo>
                <a:lnTo>
                  <a:pt x="296" y="325"/>
                </a:lnTo>
                <a:lnTo>
                  <a:pt x="296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300" y="322"/>
                </a:lnTo>
                <a:lnTo>
                  <a:pt x="300" y="323"/>
                </a:lnTo>
                <a:lnTo>
                  <a:pt x="301" y="322"/>
                </a:lnTo>
                <a:lnTo>
                  <a:pt x="299" y="321"/>
                </a:lnTo>
                <a:lnTo>
                  <a:pt x="300" y="321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4" y="318"/>
                </a:lnTo>
                <a:lnTo>
                  <a:pt x="305" y="318"/>
                </a:lnTo>
                <a:lnTo>
                  <a:pt x="305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4" y="314"/>
                </a:lnTo>
                <a:lnTo>
                  <a:pt x="305" y="313"/>
                </a:lnTo>
                <a:lnTo>
                  <a:pt x="305" y="314"/>
                </a:lnTo>
                <a:lnTo>
                  <a:pt x="306" y="314"/>
                </a:lnTo>
                <a:lnTo>
                  <a:pt x="307" y="314"/>
                </a:lnTo>
                <a:lnTo>
                  <a:pt x="307" y="313"/>
                </a:lnTo>
                <a:lnTo>
                  <a:pt x="308" y="312"/>
                </a:lnTo>
                <a:lnTo>
                  <a:pt x="308" y="311"/>
                </a:lnTo>
                <a:lnTo>
                  <a:pt x="309" y="311"/>
                </a:lnTo>
                <a:lnTo>
                  <a:pt x="308" y="310"/>
                </a:lnTo>
                <a:lnTo>
                  <a:pt x="310" y="309"/>
                </a:lnTo>
                <a:lnTo>
                  <a:pt x="310" y="308"/>
                </a:lnTo>
                <a:lnTo>
                  <a:pt x="311" y="308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10" y="306"/>
                </a:lnTo>
                <a:lnTo>
                  <a:pt x="309" y="305"/>
                </a:lnTo>
                <a:lnTo>
                  <a:pt x="308" y="304"/>
                </a:lnTo>
                <a:lnTo>
                  <a:pt x="308" y="303"/>
                </a:lnTo>
                <a:lnTo>
                  <a:pt x="306" y="302"/>
                </a:lnTo>
                <a:lnTo>
                  <a:pt x="307" y="301"/>
                </a:lnTo>
                <a:lnTo>
                  <a:pt x="306" y="301"/>
                </a:lnTo>
                <a:lnTo>
                  <a:pt x="305" y="300"/>
                </a:lnTo>
                <a:lnTo>
                  <a:pt x="304" y="299"/>
                </a:lnTo>
                <a:lnTo>
                  <a:pt x="303" y="299"/>
                </a:lnTo>
                <a:lnTo>
                  <a:pt x="304" y="298"/>
                </a:lnTo>
                <a:lnTo>
                  <a:pt x="302" y="297"/>
                </a:lnTo>
                <a:lnTo>
                  <a:pt x="300" y="296"/>
                </a:lnTo>
                <a:lnTo>
                  <a:pt x="299" y="295"/>
                </a:lnTo>
                <a:lnTo>
                  <a:pt x="298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2"/>
                </a:lnTo>
                <a:lnTo>
                  <a:pt x="300" y="291"/>
                </a:lnTo>
                <a:lnTo>
                  <a:pt x="300" y="290"/>
                </a:lnTo>
                <a:lnTo>
                  <a:pt x="301" y="289"/>
                </a:lnTo>
                <a:lnTo>
                  <a:pt x="301" y="288"/>
                </a:lnTo>
                <a:lnTo>
                  <a:pt x="300" y="288"/>
                </a:lnTo>
                <a:lnTo>
                  <a:pt x="300" y="287"/>
                </a:lnTo>
                <a:lnTo>
                  <a:pt x="299" y="287"/>
                </a:lnTo>
                <a:lnTo>
                  <a:pt x="298" y="288"/>
                </a:lnTo>
                <a:lnTo>
                  <a:pt x="297" y="288"/>
                </a:lnTo>
                <a:lnTo>
                  <a:pt x="296" y="288"/>
                </a:lnTo>
                <a:lnTo>
                  <a:pt x="295" y="289"/>
                </a:lnTo>
                <a:lnTo>
                  <a:pt x="293" y="289"/>
                </a:lnTo>
                <a:lnTo>
                  <a:pt x="292" y="289"/>
                </a:lnTo>
                <a:lnTo>
                  <a:pt x="291" y="289"/>
                </a:lnTo>
                <a:lnTo>
                  <a:pt x="290" y="289"/>
                </a:lnTo>
                <a:lnTo>
                  <a:pt x="290" y="288"/>
                </a:lnTo>
                <a:lnTo>
                  <a:pt x="290" y="287"/>
                </a:lnTo>
                <a:lnTo>
                  <a:pt x="291" y="287"/>
                </a:lnTo>
                <a:lnTo>
                  <a:pt x="292" y="287"/>
                </a:lnTo>
                <a:lnTo>
                  <a:pt x="292" y="286"/>
                </a:lnTo>
                <a:lnTo>
                  <a:pt x="291" y="286"/>
                </a:lnTo>
                <a:lnTo>
                  <a:pt x="291" y="287"/>
                </a:lnTo>
                <a:lnTo>
                  <a:pt x="290" y="287"/>
                </a:lnTo>
                <a:lnTo>
                  <a:pt x="292" y="285"/>
                </a:lnTo>
                <a:lnTo>
                  <a:pt x="292" y="284"/>
                </a:lnTo>
                <a:lnTo>
                  <a:pt x="291" y="284"/>
                </a:lnTo>
                <a:lnTo>
                  <a:pt x="289" y="286"/>
                </a:lnTo>
                <a:lnTo>
                  <a:pt x="290" y="287"/>
                </a:lnTo>
                <a:lnTo>
                  <a:pt x="289" y="288"/>
                </a:lnTo>
                <a:lnTo>
                  <a:pt x="286" y="286"/>
                </a:lnTo>
                <a:lnTo>
                  <a:pt x="285" y="285"/>
                </a:lnTo>
                <a:lnTo>
                  <a:pt x="284" y="285"/>
                </a:lnTo>
                <a:lnTo>
                  <a:pt x="286" y="282"/>
                </a:lnTo>
                <a:lnTo>
                  <a:pt x="285" y="281"/>
                </a:lnTo>
                <a:lnTo>
                  <a:pt x="284" y="282"/>
                </a:lnTo>
                <a:lnTo>
                  <a:pt x="283" y="282"/>
                </a:lnTo>
                <a:lnTo>
                  <a:pt x="284" y="281"/>
                </a:lnTo>
                <a:lnTo>
                  <a:pt x="283" y="280"/>
                </a:lnTo>
                <a:lnTo>
                  <a:pt x="282" y="279"/>
                </a:lnTo>
                <a:lnTo>
                  <a:pt x="283" y="278"/>
                </a:lnTo>
                <a:lnTo>
                  <a:pt x="282" y="277"/>
                </a:lnTo>
                <a:lnTo>
                  <a:pt x="281" y="277"/>
                </a:lnTo>
                <a:lnTo>
                  <a:pt x="282" y="276"/>
                </a:lnTo>
                <a:lnTo>
                  <a:pt x="282" y="275"/>
                </a:lnTo>
                <a:lnTo>
                  <a:pt x="281" y="275"/>
                </a:lnTo>
                <a:lnTo>
                  <a:pt x="281" y="274"/>
                </a:lnTo>
                <a:lnTo>
                  <a:pt x="280" y="274"/>
                </a:lnTo>
                <a:lnTo>
                  <a:pt x="280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2"/>
                </a:lnTo>
                <a:lnTo>
                  <a:pt x="281" y="271"/>
                </a:lnTo>
                <a:lnTo>
                  <a:pt x="280" y="271"/>
                </a:lnTo>
                <a:lnTo>
                  <a:pt x="278" y="271"/>
                </a:lnTo>
                <a:lnTo>
                  <a:pt x="277" y="272"/>
                </a:lnTo>
                <a:lnTo>
                  <a:pt x="277" y="273"/>
                </a:lnTo>
                <a:lnTo>
                  <a:pt x="278" y="273"/>
                </a:lnTo>
                <a:lnTo>
                  <a:pt x="279" y="274"/>
                </a:lnTo>
                <a:lnTo>
                  <a:pt x="280" y="274"/>
                </a:lnTo>
                <a:lnTo>
                  <a:pt x="279" y="274"/>
                </a:lnTo>
                <a:lnTo>
                  <a:pt x="277" y="274"/>
                </a:lnTo>
                <a:lnTo>
                  <a:pt x="276" y="274"/>
                </a:lnTo>
                <a:lnTo>
                  <a:pt x="275" y="274"/>
                </a:lnTo>
                <a:lnTo>
                  <a:pt x="274" y="273"/>
                </a:lnTo>
                <a:lnTo>
                  <a:pt x="274" y="272"/>
                </a:lnTo>
                <a:lnTo>
                  <a:pt x="273" y="273"/>
                </a:lnTo>
                <a:lnTo>
                  <a:pt x="273" y="272"/>
                </a:lnTo>
                <a:lnTo>
                  <a:pt x="272" y="271"/>
                </a:lnTo>
                <a:lnTo>
                  <a:pt x="273" y="271"/>
                </a:lnTo>
                <a:lnTo>
                  <a:pt x="272" y="269"/>
                </a:lnTo>
                <a:lnTo>
                  <a:pt x="272" y="268"/>
                </a:lnTo>
                <a:lnTo>
                  <a:pt x="271" y="267"/>
                </a:lnTo>
                <a:lnTo>
                  <a:pt x="271" y="265"/>
                </a:lnTo>
                <a:lnTo>
                  <a:pt x="270" y="264"/>
                </a:lnTo>
                <a:lnTo>
                  <a:pt x="271" y="263"/>
                </a:lnTo>
                <a:lnTo>
                  <a:pt x="271" y="262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2" y="257"/>
                </a:lnTo>
                <a:lnTo>
                  <a:pt x="272" y="256"/>
                </a:lnTo>
                <a:lnTo>
                  <a:pt x="271" y="256"/>
                </a:lnTo>
                <a:lnTo>
                  <a:pt x="271" y="257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8"/>
                </a:lnTo>
                <a:lnTo>
                  <a:pt x="268" y="259"/>
                </a:lnTo>
                <a:lnTo>
                  <a:pt x="268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7" y="263"/>
                </a:lnTo>
                <a:lnTo>
                  <a:pt x="266" y="264"/>
                </a:lnTo>
                <a:lnTo>
                  <a:pt x="265" y="264"/>
                </a:lnTo>
                <a:lnTo>
                  <a:pt x="265" y="265"/>
                </a:lnTo>
                <a:lnTo>
                  <a:pt x="266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5"/>
                </a:lnTo>
                <a:lnTo>
                  <a:pt x="264" y="266"/>
                </a:lnTo>
                <a:lnTo>
                  <a:pt x="262" y="266"/>
                </a:lnTo>
                <a:lnTo>
                  <a:pt x="262" y="265"/>
                </a:lnTo>
                <a:lnTo>
                  <a:pt x="263" y="265"/>
                </a:lnTo>
                <a:lnTo>
                  <a:pt x="262" y="265"/>
                </a:lnTo>
                <a:lnTo>
                  <a:pt x="261" y="265"/>
                </a:lnTo>
                <a:lnTo>
                  <a:pt x="260" y="266"/>
                </a:lnTo>
                <a:lnTo>
                  <a:pt x="261" y="267"/>
                </a:lnTo>
                <a:lnTo>
                  <a:pt x="261" y="266"/>
                </a:lnTo>
                <a:lnTo>
                  <a:pt x="262" y="266"/>
                </a:lnTo>
                <a:lnTo>
                  <a:pt x="263" y="266"/>
                </a:lnTo>
                <a:lnTo>
                  <a:pt x="264" y="267"/>
                </a:lnTo>
                <a:lnTo>
                  <a:pt x="263" y="268"/>
                </a:lnTo>
                <a:lnTo>
                  <a:pt x="262" y="268"/>
                </a:lnTo>
                <a:lnTo>
                  <a:pt x="261" y="268"/>
                </a:lnTo>
                <a:lnTo>
                  <a:pt x="261" y="270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8" y="268"/>
                </a:lnTo>
                <a:lnTo>
                  <a:pt x="258" y="267"/>
                </a:lnTo>
                <a:lnTo>
                  <a:pt x="257" y="267"/>
                </a:lnTo>
                <a:lnTo>
                  <a:pt x="257" y="268"/>
                </a:lnTo>
                <a:lnTo>
                  <a:pt x="257" y="270"/>
                </a:lnTo>
                <a:lnTo>
                  <a:pt x="258" y="271"/>
                </a:lnTo>
                <a:lnTo>
                  <a:pt x="257" y="272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4" y="272"/>
                </a:lnTo>
                <a:lnTo>
                  <a:pt x="254" y="271"/>
                </a:lnTo>
                <a:lnTo>
                  <a:pt x="254" y="270"/>
                </a:lnTo>
                <a:lnTo>
                  <a:pt x="254" y="269"/>
                </a:lnTo>
                <a:lnTo>
                  <a:pt x="253" y="269"/>
                </a:lnTo>
                <a:lnTo>
                  <a:pt x="253" y="270"/>
                </a:lnTo>
                <a:lnTo>
                  <a:pt x="253" y="271"/>
                </a:lnTo>
                <a:lnTo>
                  <a:pt x="253" y="270"/>
                </a:lnTo>
                <a:lnTo>
                  <a:pt x="251" y="269"/>
                </a:lnTo>
                <a:lnTo>
                  <a:pt x="250" y="269"/>
                </a:lnTo>
                <a:lnTo>
                  <a:pt x="249" y="270"/>
                </a:lnTo>
                <a:lnTo>
                  <a:pt x="247" y="271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6" y="268"/>
                </a:lnTo>
                <a:lnTo>
                  <a:pt x="246" y="267"/>
                </a:lnTo>
                <a:lnTo>
                  <a:pt x="246" y="268"/>
                </a:lnTo>
                <a:lnTo>
                  <a:pt x="245" y="268"/>
                </a:lnTo>
                <a:lnTo>
                  <a:pt x="245" y="269"/>
                </a:lnTo>
                <a:lnTo>
                  <a:pt x="245" y="270"/>
                </a:lnTo>
                <a:lnTo>
                  <a:pt x="244" y="270"/>
                </a:lnTo>
                <a:lnTo>
                  <a:pt x="243" y="269"/>
                </a:lnTo>
                <a:lnTo>
                  <a:pt x="243" y="268"/>
                </a:lnTo>
                <a:lnTo>
                  <a:pt x="242" y="268"/>
                </a:lnTo>
                <a:lnTo>
                  <a:pt x="242" y="267"/>
                </a:lnTo>
                <a:lnTo>
                  <a:pt x="241" y="267"/>
                </a:lnTo>
                <a:lnTo>
                  <a:pt x="241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4" y="264"/>
                </a:lnTo>
                <a:lnTo>
                  <a:pt x="234" y="266"/>
                </a:lnTo>
                <a:lnTo>
                  <a:pt x="231" y="266"/>
                </a:lnTo>
                <a:lnTo>
                  <a:pt x="230" y="266"/>
                </a:lnTo>
                <a:lnTo>
                  <a:pt x="231" y="266"/>
                </a:lnTo>
                <a:lnTo>
                  <a:pt x="232" y="266"/>
                </a:lnTo>
                <a:lnTo>
                  <a:pt x="234" y="266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5" y="271"/>
                </a:lnTo>
                <a:lnTo>
                  <a:pt x="230" y="271"/>
                </a:lnTo>
                <a:lnTo>
                  <a:pt x="229" y="270"/>
                </a:lnTo>
                <a:lnTo>
                  <a:pt x="228" y="270"/>
                </a:lnTo>
                <a:lnTo>
                  <a:pt x="225" y="269"/>
                </a:lnTo>
                <a:lnTo>
                  <a:pt x="225" y="268"/>
                </a:lnTo>
                <a:lnTo>
                  <a:pt x="225" y="267"/>
                </a:lnTo>
                <a:lnTo>
                  <a:pt x="222" y="268"/>
                </a:lnTo>
                <a:lnTo>
                  <a:pt x="221" y="267"/>
                </a:lnTo>
                <a:lnTo>
                  <a:pt x="221" y="266"/>
                </a:lnTo>
                <a:lnTo>
                  <a:pt x="220" y="265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3" y="264"/>
                </a:lnTo>
                <a:lnTo>
                  <a:pt x="223" y="263"/>
                </a:lnTo>
                <a:lnTo>
                  <a:pt x="222" y="263"/>
                </a:lnTo>
                <a:lnTo>
                  <a:pt x="219" y="263"/>
                </a:lnTo>
                <a:lnTo>
                  <a:pt x="218" y="263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9" y="266"/>
                </a:lnTo>
                <a:lnTo>
                  <a:pt x="217" y="266"/>
                </a:lnTo>
                <a:lnTo>
                  <a:pt x="217" y="270"/>
                </a:lnTo>
                <a:lnTo>
                  <a:pt x="216" y="270"/>
                </a:lnTo>
                <a:lnTo>
                  <a:pt x="216" y="269"/>
                </a:lnTo>
                <a:lnTo>
                  <a:pt x="213" y="269"/>
                </a:lnTo>
                <a:lnTo>
                  <a:pt x="214" y="267"/>
                </a:lnTo>
                <a:lnTo>
                  <a:pt x="215" y="267"/>
                </a:lnTo>
                <a:lnTo>
                  <a:pt x="216" y="267"/>
                </a:lnTo>
                <a:lnTo>
                  <a:pt x="216" y="266"/>
                </a:lnTo>
                <a:lnTo>
                  <a:pt x="215" y="266"/>
                </a:lnTo>
                <a:lnTo>
                  <a:pt x="213" y="266"/>
                </a:lnTo>
                <a:lnTo>
                  <a:pt x="213" y="264"/>
                </a:lnTo>
                <a:lnTo>
                  <a:pt x="212" y="264"/>
                </a:lnTo>
                <a:lnTo>
                  <a:pt x="211" y="265"/>
                </a:lnTo>
                <a:lnTo>
                  <a:pt x="210" y="265"/>
                </a:lnTo>
                <a:lnTo>
                  <a:pt x="212" y="265"/>
                </a:lnTo>
                <a:lnTo>
                  <a:pt x="212" y="266"/>
                </a:lnTo>
                <a:lnTo>
                  <a:pt x="211" y="267"/>
                </a:lnTo>
                <a:lnTo>
                  <a:pt x="210" y="267"/>
                </a:lnTo>
                <a:lnTo>
                  <a:pt x="209" y="266"/>
                </a:lnTo>
                <a:lnTo>
                  <a:pt x="208" y="266"/>
                </a:lnTo>
                <a:lnTo>
                  <a:pt x="207" y="266"/>
                </a:lnTo>
                <a:lnTo>
                  <a:pt x="207" y="267"/>
                </a:lnTo>
                <a:lnTo>
                  <a:pt x="206" y="267"/>
                </a:lnTo>
                <a:lnTo>
                  <a:pt x="205" y="267"/>
                </a:lnTo>
                <a:lnTo>
                  <a:pt x="204" y="267"/>
                </a:lnTo>
                <a:lnTo>
                  <a:pt x="203" y="268"/>
                </a:lnTo>
                <a:lnTo>
                  <a:pt x="203" y="269"/>
                </a:lnTo>
                <a:lnTo>
                  <a:pt x="204" y="269"/>
                </a:lnTo>
                <a:lnTo>
                  <a:pt x="204" y="271"/>
                </a:lnTo>
                <a:lnTo>
                  <a:pt x="203" y="271"/>
                </a:lnTo>
                <a:lnTo>
                  <a:pt x="202" y="272"/>
                </a:lnTo>
                <a:lnTo>
                  <a:pt x="201" y="272"/>
                </a:lnTo>
                <a:lnTo>
                  <a:pt x="201" y="273"/>
                </a:lnTo>
                <a:lnTo>
                  <a:pt x="202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0" y="275"/>
                </a:lnTo>
                <a:lnTo>
                  <a:pt x="200" y="274"/>
                </a:lnTo>
                <a:lnTo>
                  <a:pt x="199" y="274"/>
                </a:lnTo>
                <a:lnTo>
                  <a:pt x="198" y="273"/>
                </a:lnTo>
                <a:lnTo>
                  <a:pt x="198" y="272"/>
                </a:lnTo>
                <a:lnTo>
                  <a:pt x="197" y="272"/>
                </a:lnTo>
                <a:lnTo>
                  <a:pt x="196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3" y="275"/>
                </a:lnTo>
                <a:lnTo>
                  <a:pt x="194" y="276"/>
                </a:lnTo>
                <a:lnTo>
                  <a:pt x="193" y="277"/>
                </a:lnTo>
                <a:lnTo>
                  <a:pt x="192" y="277"/>
                </a:lnTo>
                <a:lnTo>
                  <a:pt x="192" y="278"/>
                </a:lnTo>
                <a:lnTo>
                  <a:pt x="193" y="278"/>
                </a:lnTo>
                <a:lnTo>
                  <a:pt x="193" y="280"/>
                </a:lnTo>
                <a:lnTo>
                  <a:pt x="193" y="281"/>
                </a:lnTo>
                <a:lnTo>
                  <a:pt x="194" y="281"/>
                </a:lnTo>
                <a:lnTo>
                  <a:pt x="195" y="281"/>
                </a:lnTo>
                <a:lnTo>
                  <a:pt x="197" y="281"/>
                </a:lnTo>
                <a:lnTo>
                  <a:pt x="198" y="281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7" y="283"/>
                </a:lnTo>
                <a:lnTo>
                  <a:pt x="195" y="283"/>
                </a:lnTo>
                <a:lnTo>
                  <a:pt x="193" y="284"/>
                </a:lnTo>
                <a:lnTo>
                  <a:pt x="192" y="285"/>
                </a:lnTo>
                <a:lnTo>
                  <a:pt x="191" y="285"/>
                </a:lnTo>
                <a:lnTo>
                  <a:pt x="191" y="286"/>
                </a:lnTo>
                <a:lnTo>
                  <a:pt x="190" y="286"/>
                </a:lnTo>
                <a:lnTo>
                  <a:pt x="189" y="286"/>
                </a:lnTo>
                <a:lnTo>
                  <a:pt x="187" y="286"/>
                </a:lnTo>
                <a:lnTo>
                  <a:pt x="186" y="287"/>
                </a:lnTo>
                <a:lnTo>
                  <a:pt x="185" y="287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80" y="288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4"/>
                </a:lnTo>
                <a:lnTo>
                  <a:pt x="177" y="295"/>
                </a:lnTo>
                <a:lnTo>
                  <a:pt x="177" y="296"/>
                </a:lnTo>
                <a:lnTo>
                  <a:pt x="176" y="296"/>
                </a:lnTo>
                <a:lnTo>
                  <a:pt x="176" y="297"/>
                </a:lnTo>
                <a:lnTo>
                  <a:pt x="174" y="298"/>
                </a:lnTo>
                <a:lnTo>
                  <a:pt x="174" y="299"/>
                </a:lnTo>
                <a:lnTo>
                  <a:pt x="173" y="298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8" y="303"/>
                </a:lnTo>
                <a:lnTo>
                  <a:pt x="169" y="303"/>
                </a:lnTo>
                <a:lnTo>
                  <a:pt x="169" y="302"/>
                </a:lnTo>
                <a:lnTo>
                  <a:pt x="170" y="303"/>
                </a:lnTo>
                <a:lnTo>
                  <a:pt x="170" y="304"/>
                </a:lnTo>
                <a:lnTo>
                  <a:pt x="169" y="305"/>
                </a:lnTo>
                <a:lnTo>
                  <a:pt x="168" y="305"/>
                </a:lnTo>
                <a:lnTo>
                  <a:pt x="167" y="304"/>
                </a:lnTo>
                <a:lnTo>
                  <a:pt x="166" y="304"/>
                </a:lnTo>
                <a:lnTo>
                  <a:pt x="166" y="305"/>
                </a:lnTo>
                <a:lnTo>
                  <a:pt x="166" y="306"/>
                </a:lnTo>
                <a:lnTo>
                  <a:pt x="165" y="306"/>
                </a:lnTo>
                <a:lnTo>
                  <a:pt x="165" y="307"/>
                </a:lnTo>
                <a:lnTo>
                  <a:pt x="164" y="308"/>
                </a:lnTo>
                <a:lnTo>
                  <a:pt x="163" y="308"/>
                </a:lnTo>
                <a:lnTo>
                  <a:pt x="163" y="307"/>
                </a:lnTo>
                <a:lnTo>
                  <a:pt x="162" y="307"/>
                </a:lnTo>
                <a:lnTo>
                  <a:pt x="161" y="307"/>
                </a:lnTo>
                <a:lnTo>
                  <a:pt x="161" y="308"/>
                </a:lnTo>
                <a:lnTo>
                  <a:pt x="160" y="308"/>
                </a:lnTo>
                <a:lnTo>
                  <a:pt x="159" y="309"/>
                </a:lnTo>
                <a:lnTo>
                  <a:pt x="160" y="309"/>
                </a:lnTo>
                <a:lnTo>
                  <a:pt x="161" y="310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59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60" y="313"/>
                </a:lnTo>
                <a:lnTo>
                  <a:pt x="161" y="313"/>
                </a:lnTo>
                <a:lnTo>
                  <a:pt x="161" y="314"/>
                </a:lnTo>
                <a:lnTo>
                  <a:pt x="160" y="315"/>
                </a:lnTo>
                <a:lnTo>
                  <a:pt x="158" y="314"/>
                </a:lnTo>
                <a:lnTo>
                  <a:pt x="158" y="315"/>
                </a:lnTo>
                <a:lnTo>
                  <a:pt x="157" y="316"/>
                </a:lnTo>
                <a:lnTo>
                  <a:pt x="157" y="317"/>
                </a:lnTo>
                <a:lnTo>
                  <a:pt x="158" y="318"/>
                </a:lnTo>
                <a:lnTo>
                  <a:pt x="159" y="318"/>
                </a:lnTo>
                <a:lnTo>
                  <a:pt x="159" y="319"/>
                </a:lnTo>
                <a:lnTo>
                  <a:pt x="158" y="319"/>
                </a:lnTo>
                <a:lnTo>
                  <a:pt x="158" y="320"/>
                </a:lnTo>
                <a:lnTo>
                  <a:pt x="157" y="320"/>
                </a:lnTo>
                <a:lnTo>
                  <a:pt x="156" y="320"/>
                </a:lnTo>
                <a:lnTo>
                  <a:pt x="155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2"/>
                </a:lnTo>
                <a:lnTo>
                  <a:pt x="151" y="323"/>
                </a:lnTo>
                <a:lnTo>
                  <a:pt x="151" y="324"/>
                </a:lnTo>
                <a:lnTo>
                  <a:pt x="150" y="325"/>
                </a:lnTo>
                <a:lnTo>
                  <a:pt x="151" y="325"/>
                </a:lnTo>
                <a:lnTo>
                  <a:pt x="151" y="327"/>
                </a:lnTo>
                <a:lnTo>
                  <a:pt x="152" y="327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1" y="330"/>
                </a:lnTo>
                <a:lnTo>
                  <a:pt x="152" y="331"/>
                </a:lnTo>
                <a:lnTo>
                  <a:pt x="151" y="331"/>
                </a:lnTo>
                <a:lnTo>
                  <a:pt x="151" y="332"/>
                </a:lnTo>
                <a:lnTo>
                  <a:pt x="151" y="333"/>
                </a:lnTo>
                <a:lnTo>
                  <a:pt x="150" y="333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7" y="336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3" y="337"/>
                </a:lnTo>
                <a:lnTo>
                  <a:pt x="142" y="337"/>
                </a:lnTo>
                <a:lnTo>
                  <a:pt x="142" y="336"/>
                </a:lnTo>
                <a:lnTo>
                  <a:pt x="139" y="336"/>
                </a:lnTo>
                <a:lnTo>
                  <a:pt x="139" y="337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8"/>
                </a:lnTo>
                <a:lnTo>
                  <a:pt x="133" y="338"/>
                </a:lnTo>
                <a:lnTo>
                  <a:pt x="132" y="338"/>
                </a:lnTo>
                <a:lnTo>
                  <a:pt x="133" y="339"/>
                </a:lnTo>
                <a:lnTo>
                  <a:pt x="132" y="340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1"/>
                </a:lnTo>
                <a:lnTo>
                  <a:pt x="128" y="341"/>
                </a:lnTo>
                <a:lnTo>
                  <a:pt x="128" y="342"/>
                </a:lnTo>
                <a:lnTo>
                  <a:pt x="127" y="342"/>
                </a:lnTo>
                <a:lnTo>
                  <a:pt x="126" y="342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5"/>
                </a:lnTo>
                <a:lnTo>
                  <a:pt x="119" y="345"/>
                </a:lnTo>
                <a:lnTo>
                  <a:pt x="117" y="346"/>
                </a:lnTo>
                <a:lnTo>
                  <a:pt x="116" y="346"/>
                </a:lnTo>
                <a:lnTo>
                  <a:pt x="114" y="347"/>
                </a:lnTo>
                <a:lnTo>
                  <a:pt x="112" y="348"/>
                </a:lnTo>
                <a:lnTo>
                  <a:pt x="111" y="348"/>
                </a:lnTo>
                <a:lnTo>
                  <a:pt x="110" y="348"/>
                </a:lnTo>
                <a:lnTo>
                  <a:pt x="109" y="348"/>
                </a:lnTo>
                <a:lnTo>
                  <a:pt x="108" y="348"/>
                </a:lnTo>
                <a:lnTo>
                  <a:pt x="108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7" y="349"/>
                </a:lnTo>
                <a:lnTo>
                  <a:pt x="106" y="349"/>
                </a:lnTo>
                <a:lnTo>
                  <a:pt x="105" y="349"/>
                </a:lnTo>
                <a:lnTo>
                  <a:pt x="104" y="350"/>
                </a:lnTo>
                <a:lnTo>
                  <a:pt x="102" y="350"/>
                </a:lnTo>
                <a:lnTo>
                  <a:pt x="101" y="351"/>
                </a:lnTo>
                <a:lnTo>
                  <a:pt x="100" y="351"/>
                </a:lnTo>
                <a:lnTo>
                  <a:pt x="99" y="352"/>
                </a:lnTo>
                <a:lnTo>
                  <a:pt x="98" y="353"/>
                </a:lnTo>
                <a:lnTo>
                  <a:pt x="97" y="355"/>
                </a:lnTo>
                <a:lnTo>
                  <a:pt x="98" y="357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8"/>
                </a:lnTo>
                <a:lnTo>
                  <a:pt x="92" y="357"/>
                </a:lnTo>
                <a:lnTo>
                  <a:pt x="91" y="357"/>
                </a:lnTo>
                <a:lnTo>
                  <a:pt x="91" y="356"/>
                </a:lnTo>
                <a:lnTo>
                  <a:pt x="92" y="355"/>
                </a:lnTo>
                <a:lnTo>
                  <a:pt x="92" y="353"/>
                </a:lnTo>
                <a:lnTo>
                  <a:pt x="91" y="353"/>
                </a:lnTo>
                <a:lnTo>
                  <a:pt x="91" y="352"/>
                </a:lnTo>
                <a:lnTo>
                  <a:pt x="89" y="352"/>
                </a:lnTo>
                <a:lnTo>
                  <a:pt x="89" y="351"/>
                </a:lnTo>
                <a:lnTo>
                  <a:pt x="88" y="351"/>
                </a:lnTo>
                <a:lnTo>
                  <a:pt x="88" y="352"/>
                </a:lnTo>
                <a:lnTo>
                  <a:pt x="87" y="353"/>
                </a:lnTo>
                <a:lnTo>
                  <a:pt x="86" y="352"/>
                </a:lnTo>
                <a:lnTo>
                  <a:pt x="85" y="352"/>
                </a:lnTo>
                <a:lnTo>
                  <a:pt x="85" y="351"/>
                </a:lnTo>
                <a:lnTo>
                  <a:pt x="85" y="352"/>
                </a:lnTo>
                <a:lnTo>
                  <a:pt x="84" y="350"/>
                </a:lnTo>
                <a:lnTo>
                  <a:pt x="84" y="349"/>
                </a:lnTo>
                <a:lnTo>
                  <a:pt x="84" y="348"/>
                </a:lnTo>
                <a:lnTo>
                  <a:pt x="83" y="348"/>
                </a:lnTo>
                <a:lnTo>
                  <a:pt x="82" y="346"/>
                </a:lnTo>
                <a:lnTo>
                  <a:pt x="81" y="346"/>
                </a:lnTo>
                <a:lnTo>
                  <a:pt x="82" y="345"/>
                </a:lnTo>
                <a:lnTo>
                  <a:pt x="83" y="345"/>
                </a:lnTo>
                <a:lnTo>
                  <a:pt x="83" y="344"/>
                </a:lnTo>
                <a:lnTo>
                  <a:pt x="84" y="343"/>
                </a:lnTo>
                <a:lnTo>
                  <a:pt x="84" y="342"/>
                </a:lnTo>
                <a:lnTo>
                  <a:pt x="83" y="339"/>
                </a:lnTo>
                <a:lnTo>
                  <a:pt x="83" y="338"/>
                </a:lnTo>
                <a:lnTo>
                  <a:pt x="83" y="337"/>
                </a:lnTo>
                <a:lnTo>
                  <a:pt x="82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6"/>
                </a:lnTo>
                <a:lnTo>
                  <a:pt x="78" y="336"/>
                </a:lnTo>
                <a:lnTo>
                  <a:pt x="75" y="334"/>
                </a:lnTo>
                <a:lnTo>
                  <a:pt x="75" y="333"/>
                </a:lnTo>
                <a:lnTo>
                  <a:pt x="75" y="332"/>
                </a:lnTo>
                <a:lnTo>
                  <a:pt x="74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1" y="331"/>
                </a:lnTo>
                <a:lnTo>
                  <a:pt x="72" y="331"/>
                </a:lnTo>
                <a:lnTo>
                  <a:pt x="72" y="330"/>
                </a:lnTo>
                <a:lnTo>
                  <a:pt x="73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7" y="318"/>
                </a:lnTo>
                <a:lnTo>
                  <a:pt x="66" y="318"/>
                </a:lnTo>
                <a:lnTo>
                  <a:pt x="67" y="317"/>
                </a:lnTo>
                <a:lnTo>
                  <a:pt x="68" y="317"/>
                </a:lnTo>
                <a:lnTo>
                  <a:pt x="68" y="315"/>
                </a:lnTo>
                <a:lnTo>
                  <a:pt x="68" y="314"/>
                </a:lnTo>
                <a:lnTo>
                  <a:pt x="68" y="313"/>
                </a:lnTo>
                <a:lnTo>
                  <a:pt x="67" y="313"/>
                </a:lnTo>
                <a:lnTo>
                  <a:pt x="67" y="312"/>
                </a:lnTo>
                <a:lnTo>
                  <a:pt x="68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7"/>
                </a:lnTo>
                <a:lnTo>
                  <a:pt x="65" y="306"/>
                </a:lnTo>
                <a:lnTo>
                  <a:pt x="65" y="305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2" y="301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3" y="301"/>
                </a:lnTo>
                <a:lnTo>
                  <a:pt x="52" y="301"/>
                </a:lnTo>
                <a:lnTo>
                  <a:pt x="51" y="302"/>
                </a:lnTo>
                <a:lnTo>
                  <a:pt x="50" y="303"/>
                </a:lnTo>
                <a:lnTo>
                  <a:pt x="49" y="303"/>
                </a:lnTo>
                <a:lnTo>
                  <a:pt x="49" y="302"/>
                </a:lnTo>
                <a:lnTo>
                  <a:pt x="49" y="301"/>
                </a:lnTo>
                <a:lnTo>
                  <a:pt x="50" y="301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9" y="302"/>
                </a:lnTo>
                <a:lnTo>
                  <a:pt x="38" y="302"/>
                </a:lnTo>
                <a:lnTo>
                  <a:pt x="37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5" y="298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6" y="296"/>
                </a:lnTo>
                <a:lnTo>
                  <a:pt x="36" y="295"/>
                </a:lnTo>
                <a:lnTo>
                  <a:pt x="35" y="295"/>
                </a:lnTo>
                <a:lnTo>
                  <a:pt x="33" y="294"/>
                </a:lnTo>
                <a:lnTo>
                  <a:pt x="32" y="295"/>
                </a:lnTo>
                <a:lnTo>
                  <a:pt x="31" y="295"/>
                </a:lnTo>
                <a:lnTo>
                  <a:pt x="31" y="294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2"/>
                </a:lnTo>
                <a:lnTo>
                  <a:pt x="28" y="291"/>
                </a:lnTo>
                <a:lnTo>
                  <a:pt x="29" y="290"/>
                </a:lnTo>
                <a:lnTo>
                  <a:pt x="30" y="290"/>
                </a:lnTo>
                <a:lnTo>
                  <a:pt x="31" y="289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7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9" y="288"/>
                </a:lnTo>
                <a:lnTo>
                  <a:pt x="18" y="287"/>
                </a:lnTo>
                <a:lnTo>
                  <a:pt x="17" y="286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4"/>
                </a:lnTo>
                <a:lnTo>
                  <a:pt x="11" y="283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10" y="280"/>
                </a:lnTo>
                <a:lnTo>
                  <a:pt x="9" y="280"/>
                </a:lnTo>
                <a:lnTo>
                  <a:pt x="8" y="280"/>
                </a:lnTo>
                <a:lnTo>
                  <a:pt x="7" y="280"/>
                </a:lnTo>
                <a:lnTo>
                  <a:pt x="6" y="279"/>
                </a:lnTo>
                <a:lnTo>
                  <a:pt x="5" y="280"/>
                </a:lnTo>
                <a:lnTo>
                  <a:pt x="5" y="279"/>
                </a:lnTo>
                <a:lnTo>
                  <a:pt x="6" y="278"/>
                </a:lnTo>
                <a:lnTo>
                  <a:pt x="6" y="277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0"/>
                </a:lnTo>
                <a:lnTo>
                  <a:pt x="3" y="270"/>
                </a:lnTo>
                <a:lnTo>
                  <a:pt x="3" y="269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5" y="259"/>
                </a:lnTo>
                <a:lnTo>
                  <a:pt x="7" y="258"/>
                </a:lnTo>
                <a:lnTo>
                  <a:pt x="8" y="258"/>
                </a:lnTo>
                <a:lnTo>
                  <a:pt x="9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4"/>
                </a:lnTo>
                <a:lnTo>
                  <a:pt x="14" y="253"/>
                </a:lnTo>
                <a:lnTo>
                  <a:pt x="14" y="254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9"/>
                </a:lnTo>
                <a:lnTo>
                  <a:pt x="9" y="248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6" y="248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2" y="243"/>
                </a:lnTo>
                <a:lnTo>
                  <a:pt x="22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8" y="238"/>
                </a:lnTo>
                <a:lnTo>
                  <a:pt x="31" y="235"/>
                </a:lnTo>
                <a:lnTo>
                  <a:pt x="32" y="235"/>
                </a:lnTo>
                <a:lnTo>
                  <a:pt x="32" y="234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2"/>
                </a:lnTo>
                <a:lnTo>
                  <a:pt x="33" y="231"/>
                </a:lnTo>
                <a:lnTo>
                  <a:pt x="33" y="230"/>
                </a:lnTo>
                <a:lnTo>
                  <a:pt x="34" y="228"/>
                </a:lnTo>
                <a:lnTo>
                  <a:pt x="35" y="228"/>
                </a:lnTo>
                <a:lnTo>
                  <a:pt x="36" y="227"/>
                </a:lnTo>
                <a:lnTo>
                  <a:pt x="37" y="226"/>
                </a:lnTo>
                <a:lnTo>
                  <a:pt x="37" y="225"/>
                </a:lnTo>
                <a:lnTo>
                  <a:pt x="36" y="223"/>
                </a:lnTo>
                <a:lnTo>
                  <a:pt x="36" y="222"/>
                </a:lnTo>
                <a:lnTo>
                  <a:pt x="37" y="221"/>
                </a:lnTo>
                <a:lnTo>
                  <a:pt x="38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1"/>
                </a:lnTo>
                <a:lnTo>
                  <a:pt x="44" y="220"/>
                </a:lnTo>
                <a:lnTo>
                  <a:pt x="44" y="219"/>
                </a:lnTo>
                <a:lnTo>
                  <a:pt x="44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6"/>
                </a:lnTo>
                <a:lnTo>
                  <a:pt x="44" y="215"/>
                </a:lnTo>
                <a:lnTo>
                  <a:pt x="43" y="214"/>
                </a:lnTo>
                <a:lnTo>
                  <a:pt x="42" y="214"/>
                </a:lnTo>
                <a:lnTo>
                  <a:pt x="43" y="213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8" y="207"/>
                </a:lnTo>
                <a:lnTo>
                  <a:pt x="49" y="207"/>
                </a:lnTo>
                <a:lnTo>
                  <a:pt x="49" y="206"/>
                </a:lnTo>
                <a:lnTo>
                  <a:pt x="50" y="206"/>
                </a:lnTo>
                <a:lnTo>
                  <a:pt x="51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51" y="203"/>
                </a:lnTo>
                <a:lnTo>
                  <a:pt x="51" y="202"/>
                </a:lnTo>
                <a:lnTo>
                  <a:pt x="49" y="201"/>
                </a:lnTo>
                <a:lnTo>
                  <a:pt x="49" y="200"/>
                </a:lnTo>
                <a:lnTo>
                  <a:pt x="48" y="200"/>
                </a:lnTo>
                <a:lnTo>
                  <a:pt x="48" y="199"/>
                </a:lnTo>
                <a:lnTo>
                  <a:pt x="47" y="199"/>
                </a:lnTo>
                <a:lnTo>
                  <a:pt x="47" y="198"/>
                </a:lnTo>
                <a:lnTo>
                  <a:pt x="47" y="197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0" y="193"/>
                </a:lnTo>
                <a:lnTo>
                  <a:pt x="49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3" y="176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2" y="173"/>
                </a:lnTo>
                <a:lnTo>
                  <a:pt x="42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7"/>
                </a:lnTo>
                <a:lnTo>
                  <a:pt x="44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50"/>
                </a:lnTo>
                <a:lnTo>
                  <a:pt x="48" y="149"/>
                </a:lnTo>
                <a:lnTo>
                  <a:pt x="48" y="148"/>
                </a:lnTo>
                <a:lnTo>
                  <a:pt x="49" y="147"/>
                </a:lnTo>
                <a:lnTo>
                  <a:pt x="48" y="146"/>
                </a:lnTo>
                <a:lnTo>
                  <a:pt x="48" y="145"/>
                </a:lnTo>
                <a:lnTo>
                  <a:pt x="49" y="143"/>
                </a:lnTo>
                <a:lnTo>
                  <a:pt x="48" y="142"/>
                </a:lnTo>
                <a:lnTo>
                  <a:pt x="48" y="141"/>
                </a:lnTo>
                <a:lnTo>
                  <a:pt x="47" y="141"/>
                </a:lnTo>
                <a:lnTo>
                  <a:pt x="45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7"/>
                </a:lnTo>
                <a:lnTo>
                  <a:pt x="41" y="137"/>
                </a:lnTo>
                <a:lnTo>
                  <a:pt x="40" y="137"/>
                </a:lnTo>
                <a:lnTo>
                  <a:pt x="40" y="136"/>
                </a:lnTo>
                <a:lnTo>
                  <a:pt x="40" y="135"/>
                </a:lnTo>
                <a:lnTo>
                  <a:pt x="39" y="134"/>
                </a:lnTo>
                <a:lnTo>
                  <a:pt x="39" y="133"/>
                </a:lnTo>
                <a:lnTo>
                  <a:pt x="38" y="133"/>
                </a:lnTo>
                <a:lnTo>
                  <a:pt x="36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2" y="125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8" y="121"/>
                </a:lnTo>
                <a:lnTo>
                  <a:pt x="49" y="121"/>
                </a:lnTo>
                <a:lnTo>
                  <a:pt x="50" y="121"/>
                </a:lnTo>
                <a:lnTo>
                  <a:pt x="51" y="121"/>
                </a:lnTo>
                <a:lnTo>
                  <a:pt x="52" y="121"/>
                </a:lnTo>
                <a:lnTo>
                  <a:pt x="52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7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1" y="113"/>
                </a:lnTo>
                <a:lnTo>
                  <a:pt x="61" y="114"/>
                </a:lnTo>
                <a:lnTo>
                  <a:pt x="62" y="114"/>
                </a:lnTo>
                <a:lnTo>
                  <a:pt x="63" y="115"/>
                </a:lnTo>
                <a:lnTo>
                  <a:pt x="64" y="115"/>
                </a:lnTo>
                <a:lnTo>
                  <a:pt x="65" y="115"/>
                </a:lnTo>
                <a:lnTo>
                  <a:pt x="66" y="115"/>
                </a:lnTo>
                <a:lnTo>
                  <a:pt x="66" y="116"/>
                </a:lnTo>
                <a:lnTo>
                  <a:pt x="66" y="118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6"/>
                </a:lnTo>
                <a:lnTo>
                  <a:pt x="71" y="127"/>
                </a:lnTo>
                <a:lnTo>
                  <a:pt x="72" y="127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8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1" y="129"/>
                </a:lnTo>
                <a:lnTo>
                  <a:pt x="81" y="130"/>
                </a:lnTo>
                <a:lnTo>
                  <a:pt x="82" y="130"/>
                </a:lnTo>
                <a:lnTo>
                  <a:pt x="84" y="130"/>
                </a:lnTo>
                <a:lnTo>
                  <a:pt x="84" y="131"/>
                </a:lnTo>
                <a:lnTo>
                  <a:pt x="85" y="131"/>
                </a:lnTo>
                <a:lnTo>
                  <a:pt x="86" y="130"/>
                </a:lnTo>
                <a:lnTo>
                  <a:pt x="87" y="130"/>
                </a:lnTo>
                <a:lnTo>
                  <a:pt x="88" y="130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2" y="134"/>
                </a:lnTo>
                <a:lnTo>
                  <a:pt x="92" y="135"/>
                </a:lnTo>
                <a:lnTo>
                  <a:pt x="92" y="136"/>
                </a:lnTo>
                <a:lnTo>
                  <a:pt x="91" y="137"/>
                </a:lnTo>
                <a:lnTo>
                  <a:pt x="90" y="138"/>
                </a:lnTo>
                <a:lnTo>
                  <a:pt x="90" y="140"/>
                </a:lnTo>
                <a:lnTo>
                  <a:pt x="91" y="140"/>
                </a:lnTo>
                <a:lnTo>
                  <a:pt x="91" y="141"/>
                </a:lnTo>
                <a:lnTo>
                  <a:pt x="91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2"/>
                </a:lnTo>
                <a:lnTo>
                  <a:pt x="94" y="145"/>
                </a:lnTo>
                <a:lnTo>
                  <a:pt x="95" y="146"/>
                </a:lnTo>
                <a:lnTo>
                  <a:pt x="95" y="147"/>
                </a:lnTo>
                <a:lnTo>
                  <a:pt x="96" y="148"/>
                </a:lnTo>
                <a:lnTo>
                  <a:pt x="96" y="149"/>
                </a:lnTo>
                <a:lnTo>
                  <a:pt x="96" y="150"/>
                </a:lnTo>
                <a:lnTo>
                  <a:pt x="97" y="151"/>
                </a:lnTo>
                <a:lnTo>
                  <a:pt x="98" y="151"/>
                </a:lnTo>
                <a:lnTo>
                  <a:pt x="98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4"/>
                </a:lnTo>
                <a:lnTo>
                  <a:pt x="101" y="154"/>
                </a:lnTo>
                <a:lnTo>
                  <a:pt x="101" y="155"/>
                </a:lnTo>
                <a:lnTo>
                  <a:pt x="102" y="155"/>
                </a:lnTo>
                <a:lnTo>
                  <a:pt x="102" y="156"/>
                </a:lnTo>
                <a:lnTo>
                  <a:pt x="102" y="158"/>
                </a:lnTo>
                <a:lnTo>
                  <a:pt x="101" y="160"/>
                </a:lnTo>
                <a:lnTo>
                  <a:pt x="101" y="161"/>
                </a:lnTo>
                <a:lnTo>
                  <a:pt x="103" y="161"/>
                </a:lnTo>
                <a:lnTo>
                  <a:pt x="105" y="163"/>
                </a:lnTo>
                <a:lnTo>
                  <a:pt x="104" y="164"/>
                </a:lnTo>
                <a:lnTo>
                  <a:pt x="104" y="165"/>
                </a:lnTo>
                <a:lnTo>
                  <a:pt x="105" y="165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7" y="169"/>
                </a:lnTo>
                <a:lnTo>
                  <a:pt x="107" y="170"/>
                </a:lnTo>
                <a:lnTo>
                  <a:pt x="107" y="171"/>
                </a:lnTo>
                <a:lnTo>
                  <a:pt x="108" y="171"/>
                </a:lnTo>
                <a:lnTo>
                  <a:pt x="109" y="171"/>
                </a:lnTo>
                <a:lnTo>
                  <a:pt x="109" y="170"/>
                </a:lnTo>
                <a:lnTo>
                  <a:pt x="110" y="170"/>
                </a:lnTo>
                <a:lnTo>
                  <a:pt x="109" y="170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8" y="174"/>
                </a:lnTo>
                <a:lnTo>
                  <a:pt x="108" y="175"/>
                </a:lnTo>
                <a:lnTo>
                  <a:pt x="109" y="175"/>
                </a:lnTo>
                <a:lnTo>
                  <a:pt x="110" y="175"/>
                </a:lnTo>
                <a:lnTo>
                  <a:pt x="110" y="176"/>
                </a:lnTo>
                <a:lnTo>
                  <a:pt x="109" y="176"/>
                </a:lnTo>
                <a:lnTo>
                  <a:pt x="108" y="177"/>
                </a:lnTo>
                <a:lnTo>
                  <a:pt x="109" y="177"/>
                </a:lnTo>
                <a:lnTo>
                  <a:pt x="108" y="177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9" y="182"/>
                </a:lnTo>
                <a:lnTo>
                  <a:pt x="110" y="182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4" y="183"/>
                </a:lnTo>
                <a:lnTo>
                  <a:pt x="115" y="183"/>
                </a:lnTo>
                <a:lnTo>
                  <a:pt x="115" y="182"/>
                </a:lnTo>
                <a:lnTo>
                  <a:pt x="116" y="181"/>
                </a:lnTo>
                <a:lnTo>
                  <a:pt x="117" y="181"/>
                </a:lnTo>
                <a:lnTo>
                  <a:pt x="118" y="180"/>
                </a:lnTo>
                <a:lnTo>
                  <a:pt x="117" y="179"/>
                </a:lnTo>
                <a:lnTo>
                  <a:pt x="117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3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69"/>
                </a:lnTo>
                <a:lnTo>
                  <a:pt x="122" y="168"/>
                </a:lnTo>
                <a:lnTo>
                  <a:pt x="123" y="168"/>
                </a:lnTo>
                <a:lnTo>
                  <a:pt x="124" y="167"/>
                </a:lnTo>
                <a:lnTo>
                  <a:pt x="125" y="167"/>
                </a:lnTo>
                <a:lnTo>
                  <a:pt x="126" y="167"/>
                </a:lnTo>
                <a:lnTo>
                  <a:pt x="126" y="166"/>
                </a:lnTo>
                <a:lnTo>
                  <a:pt x="127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4"/>
                </a:lnTo>
                <a:lnTo>
                  <a:pt x="131" y="164"/>
                </a:lnTo>
                <a:lnTo>
                  <a:pt x="131" y="165"/>
                </a:lnTo>
                <a:lnTo>
                  <a:pt x="132" y="164"/>
                </a:lnTo>
                <a:lnTo>
                  <a:pt x="131" y="163"/>
                </a:lnTo>
                <a:lnTo>
                  <a:pt x="131" y="162"/>
                </a:lnTo>
                <a:lnTo>
                  <a:pt x="130" y="162"/>
                </a:lnTo>
                <a:lnTo>
                  <a:pt x="130" y="163"/>
                </a:lnTo>
                <a:lnTo>
                  <a:pt x="129" y="162"/>
                </a:lnTo>
                <a:lnTo>
                  <a:pt x="130" y="162"/>
                </a:lnTo>
                <a:lnTo>
                  <a:pt x="130" y="161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1" y="160"/>
                </a:lnTo>
                <a:lnTo>
                  <a:pt x="131" y="159"/>
                </a:lnTo>
                <a:lnTo>
                  <a:pt x="132" y="159"/>
                </a:lnTo>
                <a:lnTo>
                  <a:pt x="133" y="159"/>
                </a:lnTo>
                <a:lnTo>
                  <a:pt x="133" y="160"/>
                </a:lnTo>
                <a:lnTo>
                  <a:pt x="132" y="160"/>
                </a:lnTo>
                <a:lnTo>
                  <a:pt x="133" y="160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3" y="157"/>
                </a:lnTo>
                <a:lnTo>
                  <a:pt x="134" y="157"/>
                </a:lnTo>
                <a:lnTo>
                  <a:pt x="135" y="156"/>
                </a:lnTo>
                <a:lnTo>
                  <a:pt x="136" y="155"/>
                </a:lnTo>
                <a:lnTo>
                  <a:pt x="135" y="155"/>
                </a:lnTo>
                <a:lnTo>
                  <a:pt x="136" y="154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8" y="153"/>
                </a:lnTo>
                <a:lnTo>
                  <a:pt x="139" y="153"/>
                </a:lnTo>
                <a:lnTo>
                  <a:pt x="140" y="153"/>
                </a:lnTo>
                <a:lnTo>
                  <a:pt x="140" y="154"/>
                </a:lnTo>
                <a:lnTo>
                  <a:pt x="141" y="154"/>
                </a:lnTo>
                <a:lnTo>
                  <a:pt x="143" y="154"/>
                </a:lnTo>
                <a:lnTo>
                  <a:pt x="143" y="153"/>
                </a:lnTo>
                <a:lnTo>
                  <a:pt x="142" y="153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9" y="146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9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9" y="143"/>
                </a:lnTo>
                <a:lnTo>
                  <a:pt x="148" y="143"/>
                </a:lnTo>
                <a:lnTo>
                  <a:pt x="148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0"/>
                </a:lnTo>
                <a:lnTo>
                  <a:pt x="150" y="140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9"/>
                </a:lnTo>
                <a:lnTo>
                  <a:pt x="153" y="138"/>
                </a:lnTo>
                <a:lnTo>
                  <a:pt x="154" y="138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8" y="136"/>
                </a:lnTo>
                <a:lnTo>
                  <a:pt x="158" y="135"/>
                </a:lnTo>
                <a:lnTo>
                  <a:pt x="159" y="135"/>
                </a:lnTo>
                <a:lnTo>
                  <a:pt x="160" y="135"/>
                </a:lnTo>
                <a:lnTo>
                  <a:pt x="160" y="136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1" y="129"/>
                </a:lnTo>
                <a:lnTo>
                  <a:pt x="172" y="129"/>
                </a:lnTo>
                <a:lnTo>
                  <a:pt x="173" y="129"/>
                </a:lnTo>
                <a:lnTo>
                  <a:pt x="174" y="130"/>
                </a:lnTo>
                <a:lnTo>
                  <a:pt x="175" y="130"/>
                </a:lnTo>
                <a:lnTo>
                  <a:pt x="177" y="130"/>
                </a:lnTo>
                <a:lnTo>
                  <a:pt x="177" y="129"/>
                </a:lnTo>
                <a:lnTo>
                  <a:pt x="177" y="128"/>
                </a:lnTo>
                <a:lnTo>
                  <a:pt x="178" y="128"/>
                </a:lnTo>
                <a:lnTo>
                  <a:pt x="179" y="128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79" y="128"/>
                </a:lnTo>
                <a:lnTo>
                  <a:pt x="180" y="126"/>
                </a:lnTo>
                <a:lnTo>
                  <a:pt x="180" y="127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6"/>
                </a:lnTo>
                <a:lnTo>
                  <a:pt x="183" y="127"/>
                </a:lnTo>
                <a:lnTo>
                  <a:pt x="183" y="126"/>
                </a:lnTo>
                <a:lnTo>
                  <a:pt x="184" y="126"/>
                </a:lnTo>
                <a:lnTo>
                  <a:pt x="184" y="127"/>
                </a:lnTo>
                <a:lnTo>
                  <a:pt x="185" y="127"/>
                </a:lnTo>
                <a:lnTo>
                  <a:pt x="186" y="127"/>
                </a:lnTo>
                <a:lnTo>
                  <a:pt x="186" y="126"/>
                </a:lnTo>
                <a:lnTo>
                  <a:pt x="185" y="126"/>
                </a:lnTo>
                <a:lnTo>
                  <a:pt x="185" y="125"/>
                </a:lnTo>
                <a:lnTo>
                  <a:pt x="185" y="124"/>
                </a:lnTo>
                <a:lnTo>
                  <a:pt x="186" y="124"/>
                </a:lnTo>
                <a:lnTo>
                  <a:pt x="186" y="125"/>
                </a:lnTo>
                <a:lnTo>
                  <a:pt x="187" y="125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4"/>
                </a:lnTo>
                <a:lnTo>
                  <a:pt x="192" y="124"/>
                </a:lnTo>
                <a:lnTo>
                  <a:pt x="192" y="125"/>
                </a:lnTo>
                <a:lnTo>
                  <a:pt x="193" y="125"/>
                </a:lnTo>
                <a:lnTo>
                  <a:pt x="195" y="125"/>
                </a:lnTo>
                <a:lnTo>
                  <a:pt x="195" y="126"/>
                </a:lnTo>
                <a:lnTo>
                  <a:pt x="196" y="126"/>
                </a:lnTo>
                <a:lnTo>
                  <a:pt x="197" y="126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2" y="126"/>
                </a:lnTo>
                <a:lnTo>
                  <a:pt x="202" y="125"/>
                </a:lnTo>
                <a:lnTo>
                  <a:pt x="203" y="124"/>
                </a:lnTo>
                <a:lnTo>
                  <a:pt x="204" y="124"/>
                </a:lnTo>
                <a:lnTo>
                  <a:pt x="204" y="123"/>
                </a:lnTo>
                <a:lnTo>
                  <a:pt x="205" y="123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2"/>
                </a:lnTo>
                <a:lnTo>
                  <a:pt x="208" y="121"/>
                </a:lnTo>
                <a:lnTo>
                  <a:pt x="208" y="122"/>
                </a:lnTo>
                <a:lnTo>
                  <a:pt x="209" y="122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8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5" y="115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2"/>
                </a:lnTo>
                <a:lnTo>
                  <a:pt x="222" y="111"/>
                </a:lnTo>
                <a:lnTo>
                  <a:pt x="223" y="111"/>
                </a:lnTo>
                <a:lnTo>
                  <a:pt x="223" y="110"/>
                </a:lnTo>
                <a:lnTo>
                  <a:pt x="223" y="109"/>
                </a:lnTo>
                <a:lnTo>
                  <a:pt x="224" y="109"/>
                </a:lnTo>
                <a:lnTo>
                  <a:pt x="224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5" y="107"/>
                </a:lnTo>
                <a:lnTo>
                  <a:pt x="226" y="106"/>
                </a:lnTo>
                <a:lnTo>
                  <a:pt x="227" y="106"/>
                </a:lnTo>
                <a:lnTo>
                  <a:pt x="227" y="105"/>
                </a:lnTo>
                <a:lnTo>
                  <a:pt x="228" y="105"/>
                </a:lnTo>
                <a:lnTo>
                  <a:pt x="229" y="106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3" y="104"/>
                </a:lnTo>
                <a:lnTo>
                  <a:pt x="233" y="103"/>
                </a:lnTo>
                <a:lnTo>
                  <a:pt x="234" y="103"/>
                </a:lnTo>
                <a:lnTo>
                  <a:pt x="234" y="104"/>
                </a:lnTo>
                <a:lnTo>
                  <a:pt x="235" y="104"/>
                </a:lnTo>
                <a:lnTo>
                  <a:pt x="235" y="103"/>
                </a:lnTo>
                <a:lnTo>
                  <a:pt x="236" y="103"/>
                </a:lnTo>
                <a:lnTo>
                  <a:pt x="237" y="103"/>
                </a:lnTo>
                <a:lnTo>
                  <a:pt x="238" y="103"/>
                </a:lnTo>
                <a:lnTo>
                  <a:pt x="238" y="102"/>
                </a:lnTo>
                <a:lnTo>
                  <a:pt x="239" y="102"/>
                </a:lnTo>
                <a:lnTo>
                  <a:pt x="240" y="102"/>
                </a:lnTo>
                <a:lnTo>
                  <a:pt x="241" y="103"/>
                </a:lnTo>
                <a:lnTo>
                  <a:pt x="241" y="102"/>
                </a:lnTo>
                <a:lnTo>
                  <a:pt x="242" y="102"/>
                </a:lnTo>
                <a:lnTo>
                  <a:pt x="243" y="103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3"/>
                </a:lnTo>
                <a:lnTo>
                  <a:pt x="247" y="103"/>
                </a:lnTo>
                <a:lnTo>
                  <a:pt x="247" y="102"/>
                </a:lnTo>
                <a:lnTo>
                  <a:pt x="248" y="102"/>
                </a:lnTo>
                <a:lnTo>
                  <a:pt x="248" y="101"/>
                </a:lnTo>
                <a:lnTo>
                  <a:pt x="249" y="101"/>
                </a:lnTo>
                <a:lnTo>
                  <a:pt x="249" y="100"/>
                </a:lnTo>
                <a:lnTo>
                  <a:pt x="250" y="99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1" y="103"/>
                </a:lnTo>
                <a:lnTo>
                  <a:pt x="252" y="103"/>
                </a:lnTo>
                <a:lnTo>
                  <a:pt x="252" y="104"/>
                </a:lnTo>
                <a:lnTo>
                  <a:pt x="252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5"/>
                </a:lnTo>
                <a:lnTo>
                  <a:pt x="254" y="106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7"/>
                </a:lnTo>
                <a:lnTo>
                  <a:pt x="260" y="107"/>
                </a:lnTo>
                <a:lnTo>
                  <a:pt x="260" y="106"/>
                </a:lnTo>
                <a:lnTo>
                  <a:pt x="261" y="106"/>
                </a:lnTo>
                <a:lnTo>
                  <a:pt x="261" y="105"/>
                </a:lnTo>
                <a:lnTo>
                  <a:pt x="262" y="104"/>
                </a:lnTo>
                <a:lnTo>
                  <a:pt x="262" y="103"/>
                </a:lnTo>
                <a:lnTo>
                  <a:pt x="263" y="103"/>
                </a:lnTo>
                <a:lnTo>
                  <a:pt x="263" y="102"/>
                </a:lnTo>
                <a:lnTo>
                  <a:pt x="264" y="102"/>
                </a:lnTo>
                <a:lnTo>
                  <a:pt x="266" y="102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101"/>
                </a:lnTo>
                <a:lnTo>
                  <a:pt x="269" y="101"/>
                </a:lnTo>
                <a:lnTo>
                  <a:pt x="269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1" y="97"/>
                </a:lnTo>
                <a:lnTo>
                  <a:pt x="272" y="98"/>
                </a:lnTo>
                <a:lnTo>
                  <a:pt x="272" y="97"/>
                </a:lnTo>
                <a:lnTo>
                  <a:pt x="273" y="97"/>
                </a:lnTo>
                <a:lnTo>
                  <a:pt x="273" y="98"/>
                </a:lnTo>
                <a:lnTo>
                  <a:pt x="274" y="98"/>
                </a:lnTo>
                <a:lnTo>
                  <a:pt x="273" y="97"/>
                </a:lnTo>
                <a:lnTo>
                  <a:pt x="274" y="97"/>
                </a:lnTo>
                <a:lnTo>
                  <a:pt x="273" y="97"/>
                </a:lnTo>
                <a:lnTo>
                  <a:pt x="273" y="96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6" y="95"/>
                </a:lnTo>
                <a:lnTo>
                  <a:pt x="277" y="94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7"/>
                </a:lnTo>
                <a:lnTo>
                  <a:pt x="278" y="87"/>
                </a:lnTo>
                <a:lnTo>
                  <a:pt x="278" y="86"/>
                </a:lnTo>
                <a:lnTo>
                  <a:pt x="278" y="85"/>
                </a:lnTo>
                <a:lnTo>
                  <a:pt x="279" y="84"/>
                </a:lnTo>
                <a:lnTo>
                  <a:pt x="280" y="84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4" y="81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79"/>
                </a:lnTo>
                <a:lnTo>
                  <a:pt x="291" y="78"/>
                </a:lnTo>
                <a:lnTo>
                  <a:pt x="291" y="79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0"/>
                </a:lnTo>
                <a:lnTo>
                  <a:pt x="296" y="81"/>
                </a:lnTo>
                <a:lnTo>
                  <a:pt x="297" y="81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3" y="82"/>
                </a:lnTo>
                <a:lnTo>
                  <a:pt x="303" y="83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4" y="77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7" y="79"/>
                </a:lnTo>
                <a:lnTo>
                  <a:pt x="307" y="80"/>
                </a:lnTo>
                <a:lnTo>
                  <a:pt x="308" y="80"/>
                </a:lnTo>
                <a:lnTo>
                  <a:pt x="309" y="80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3" y="81"/>
                </a:lnTo>
                <a:lnTo>
                  <a:pt x="313" y="82"/>
                </a:lnTo>
                <a:lnTo>
                  <a:pt x="314" y="82"/>
                </a:lnTo>
                <a:lnTo>
                  <a:pt x="315" y="82"/>
                </a:lnTo>
                <a:lnTo>
                  <a:pt x="316" y="83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19" y="83"/>
                </a:lnTo>
                <a:lnTo>
                  <a:pt x="320" y="82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7" y="75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3"/>
                </a:lnTo>
                <a:lnTo>
                  <a:pt x="322" y="73"/>
                </a:lnTo>
                <a:lnTo>
                  <a:pt x="321" y="73"/>
                </a:lnTo>
                <a:lnTo>
                  <a:pt x="320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6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4" y="72"/>
                </a:lnTo>
                <a:lnTo>
                  <a:pt x="345" y="72"/>
                </a:lnTo>
                <a:lnTo>
                  <a:pt x="347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7" y="76"/>
                </a:lnTo>
                <a:lnTo>
                  <a:pt x="357" y="77"/>
                </a:lnTo>
                <a:lnTo>
                  <a:pt x="358" y="76"/>
                </a:lnTo>
                <a:lnTo>
                  <a:pt x="359" y="77"/>
                </a:lnTo>
                <a:lnTo>
                  <a:pt x="360" y="78"/>
                </a:lnTo>
                <a:lnTo>
                  <a:pt x="361" y="79"/>
                </a:lnTo>
                <a:lnTo>
                  <a:pt x="362" y="79"/>
                </a:lnTo>
                <a:lnTo>
                  <a:pt x="362" y="80"/>
                </a:lnTo>
                <a:lnTo>
                  <a:pt x="363" y="80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5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1" y="75"/>
                </a:lnTo>
                <a:lnTo>
                  <a:pt x="372" y="75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3"/>
                </a:lnTo>
                <a:lnTo>
                  <a:pt x="381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7" y="53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20" y="46"/>
                </a:lnTo>
                <a:lnTo>
                  <a:pt x="420" y="47"/>
                </a:lnTo>
                <a:lnTo>
                  <a:pt x="421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7"/>
                </a:lnTo>
                <a:lnTo>
                  <a:pt x="436" y="27"/>
                </a:lnTo>
                <a:lnTo>
                  <a:pt x="437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9" y="21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9" y="16"/>
                </a:lnTo>
                <a:lnTo>
                  <a:pt x="440" y="16"/>
                </a:lnTo>
                <a:lnTo>
                  <a:pt x="440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9"/>
                </a:lnTo>
                <a:lnTo>
                  <a:pt x="439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0"/>
                </a:lnTo>
                <a:lnTo>
                  <a:pt x="448" y="0"/>
                </a:lnTo>
                <a:lnTo>
                  <a:pt x="448" y="1"/>
                </a:lnTo>
                <a:lnTo>
                  <a:pt x="449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78044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965840" y="34686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96332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95504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95504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955760" y="3453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676040" y="332748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5" y="82"/>
                </a:lnTo>
                <a:lnTo>
                  <a:pt x="244" y="82"/>
                </a:lnTo>
                <a:lnTo>
                  <a:pt x="244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5" y="88"/>
                </a:lnTo>
                <a:lnTo>
                  <a:pt x="264" y="88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7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4" y="92"/>
                </a:lnTo>
                <a:lnTo>
                  <a:pt x="315" y="92"/>
                </a:lnTo>
                <a:lnTo>
                  <a:pt x="315" y="91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3"/>
                </a:lnTo>
                <a:lnTo>
                  <a:pt x="320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4"/>
                </a:lnTo>
                <a:lnTo>
                  <a:pt x="344" y="84"/>
                </a:lnTo>
                <a:lnTo>
                  <a:pt x="344" y="83"/>
                </a:lnTo>
                <a:lnTo>
                  <a:pt x="346" y="83"/>
                </a:lnTo>
                <a:lnTo>
                  <a:pt x="346" y="84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8" y="80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2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1" y="113"/>
                </a:lnTo>
                <a:lnTo>
                  <a:pt x="392" y="113"/>
                </a:lnTo>
                <a:lnTo>
                  <a:pt x="392" y="114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4" y="116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4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6" y="116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4" y="109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5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1" y="169"/>
                </a:lnTo>
                <a:lnTo>
                  <a:pt x="502" y="169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0"/>
                </a:lnTo>
                <a:lnTo>
                  <a:pt x="513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30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0"/>
                </a:lnTo>
                <a:lnTo>
                  <a:pt x="534" y="201"/>
                </a:lnTo>
                <a:lnTo>
                  <a:pt x="535" y="202"/>
                </a:lnTo>
                <a:lnTo>
                  <a:pt x="536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9" y="205"/>
                </a:lnTo>
                <a:lnTo>
                  <a:pt x="539" y="206"/>
                </a:lnTo>
                <a:lnTo>
                  <a:pt x="540" y="207"/>
                </a:lnTo>
                <a:lnTo>
                  <a:pt x="540" y="208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4"/>
                </a:lnTo>
                <a:lnTo>
                  <a:pt x="539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6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8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0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0"/>
                </a:lnTo>
                <a:lnTo>
                  <a:pt x="580" y="209"/>
                </a:lnTo>
                <a:lnTo>
                  <a:pt x="581" y="208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3" y="205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80" y="202"/>
                </a:lnTo>
                <a:lnTo>
                  <a:pt x="579" y="202"/>
                </a:lnTo>
                <a:lnTo>
                  <a:pt x="579" y="201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80" y="198"/>
                </a:lnTo>
                <a:lnTo>
                  <a:pt x="580" y="197"/>
                </a:lnTo>
                <a:lnTo>
                  <a:pt x="581" y="197"/>
                </a:lnTo>
                <a:lnTo>
                  <a:pt x="581" y="198"/>
                </a:lnTo>
                <a:lnTo>
                  <a:pt x="582" y="199"/>
                </a:lnTo>
                <a:lnTo>
                  <a:pt x="583" y="199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2" y="224"/>
                </a:lnTo>
                <a:lnTo>
                  <a:pt x="622" y="225"/>
                </a:lnTo>
                <a:lnTo>
                  <a:pt x="622" y="226"/>
                </a:lnTo>
                <a:lnTo>
                  <a:pt x="623" y="226"/>
                </a:lnTo>
                <a:lnTo>
                  <a:pt x="623" y="227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30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6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1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4" y="263"/>
                </a:lnTo>
                <a:lnTo>
                  <a:pt x="644" y="264"/>
                </a:lnTo>
                <a:lnTo>
                  <a:pt x="643" y="264"/>
                </a:lnTo>
                <a:lnTo>
                  <a:pt x="644" y="264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1"/>
                </a:lnTo>
                <a:lnTo>
                  <a:pt x="660" y="282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1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5" y="240"/>
                </a:lnTo>
                <a:lnTo>
                  <a:pt x="734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8" y="245"/>
                </a:lnTo>
                <a:lnTo>
                  <a:pt x="789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8" y="255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1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3" y="273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3"/>
                </a:lnTo>
                <a:lnTo>
                  <a:pt x="806" y="274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2"/>
                </a:lnTo>
                <a:lnTo>
                  <a:pt x="822" y="283"/>
                </a:lnTo>
                <a:lnTo>
                  <a:pt x="823" y="283"/>
                </a:lnTo>
                <a:lnTo>
                  <a:pt x="824" y="284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30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3"/>
                </a:lnTo>
                <a:lnTo>
                  <a:pt x="835" y="294"/>
                </a:lnTo>
                <a:lnTo>
                  <a:pt x="835" y="293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8"/>
                </a:lnTo>
                <a:lnTo>
                  <a:pt x="843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9" y="288"/>
                </a:lnTo>
                <a:lnTo>
                  <a:pt x="850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6" y="293"/>
                </a:lnTo>
                <a:lnTo>
                  <a:pt x="855" y="293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0" y="292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2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8"/>
                </a:lnTo>
                <a:lnTo>
                  <a:pt x="864" y="319"/>
                </a:lnTo>
                <a:lnTo>
                  <a:pt x="864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60" y="330"/>
                </a:lnTo>
                <a:lnTo>
                  <a:pt x="860" y="331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6" y="331"/>
                </a:lnTo>
                <a:lnTo>
                  <a:pt x="855" y="331"/>
                </a:lnTo>
                <a:lnTo>
                  <a:pt x="855" y="332"/>
                </a:lnTo>
                <a:lnTo>
                  <a:pt x="855" y="333"/>
                </a:lnTo>
                <a:lnTo>
                  <a:pt x="853" y="335"/>
                </a:lnTo>
                <a:lnTo>
                  <a:pt x="853" y="336"/>
                </a:lnTo>
                <a:lnTo>
                  <a:pt x="854" y="337"/>
                </a:lnTo>
                <a:lnTo>
                  <a:pt x="855" y="339"/>
                </a:lnTo>
                <a:lnTo>
                  <a:pt x="855" y="340"/>
                </a:lnTo>
                <a:lnTo>
                  <a:pt x="855" y="341"/>
                </a:lnTo>
                <a:lnTo>
                  <a:pt x="856" y="341"/>
                </a:lnTo>
                <a:lnTo>
                  <a:pt x="857" y="342"/>
                </a:lnTo>
                <a:lnTo>
                  <a:pt x="858" y="341"/>
                </a:lnTo>
                <a:lnTo>
                  <a:pt x="858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8" y="346"/>
                </a:lnTo>
                <a:lnTo>
                  <a:pt x="848" y="345"/>
                </a:lnTo>
                <a:lnTo>
                  <a:pt x="847" y="345"/>
                </a:lnTo>
                <a:lnTo>
                  <a:pt x="846" y="346"/>
                </a:lnTo>
                <a:lnTo>
                  <a:pt x="846" y="347"/>
                </a:lnTo>
                <a:lnTo>
                  <a:pt x="846" y="348"/>
                </a:lnTo>
                <a:lnTo>
                  <a:pt x="847" y="350"/>
                </a:lnTo>
                <a:lnTo>
                  <a:pt x="848" y="351"/>
                </a:lnTo>
                <a:lnTo>
                  <a:pt x="848" y="352"/>
                </a:lnTo>
                <a:lnTo>
                  <a:pt x="847" y="352"/>
                </a:lnTo>
                <a:lnTo>
                  <a:pt x="846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1" y="351"/>
                </a:lnTo>
                <a:lnTo>
                  <a:pt x="840" y="351"/>
                </a:lnTo>
                <a:lnTo>
                  <a:pt x="839" y="351"/>
                </a:lnTo>
                <a:lnTo>
                  <a:pt x="837" y="351"/>
                </a:lnTo>
                <a:lnTo>
                  <a:pt x="836" y="352"/>
                </a:lnTo>
                <a:lnTo>
                  <a:pt x="835" y="353"/>
                </a:lnTo>
                <a:lnTo>
                  <a:pt x="834" y="352"/>
                </a:lnTo>
                <a:lnTo>
                  <a:pt x="833" y="352"/>
                </a:lnTo>
                <a:lnTo>
                  <a:pt x="832" y="352"/>
                </a:lnTo>
                <a:lnTo>
                  <a:pt x="831" y="351"/>
                </a:lnTo>
                <a:lnTo>
                  <a:pt x="830" y="350"/>
                </a:lnTo>
                <a:lnTo>
                  <a:pt x="829" y="350"/>
                </a:lnTo>
                <a:lnTo>
                  <a:pt x="828" y="350"/>
                </a:lnTo>
                <a:lnTo>
                  <a:pt x="827" y="350"/>
                </a:lnTo>
                <a:lnTo>
                  <a:pt x="826" y="351"/>
                </a:lnTo>
                <a:lnTo>
                  <a:pt x="825" y="351"/>
                </a:lnTo>
                <a:lnTo>
                  <a:pt x="825" y="353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4" y="354"/>
                </a:lnTo>
                <a:lnTo>
                  <a:pt x="811" y="356"/>
                </a:lnTo>
                <a:lnTo>
                  <a:pt x="810" y="356"/>
                </a:lnTo>
                <a:lnTo>
                  <a:pt x="809" y="357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4" y="359"/>
                </a:lnTo>
                <a:lnTo>
                  <a:pt x="803" y="359"/>
                </a:lnTo>
                <a:lnTo>
                  <a:pt x="802" y="360"/>
                </a:lnTo>
                <a:lnTo>
                  <a:pt x="801" y="360"/>
                </a:lnTo>
                <a:lnTo>
                  <a:pt x="799" y="361"/>
                </a:lnTo>
                <a:lnTo>
                  <a:pt x="797" y="361"/>
                </a:lnTo>
                <a:lnTo>
                  <a:pt x="796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1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9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5" y="370"/>
                </a:lnTo>
                <a:lnTo>
                  <a:pt x="806" y="370"/>
                </a:lnTo>
                <a:lnTo>
                  <a:pt x="806" y="371"/>
                </a:lnTo>
                <a:lnTo>
                  <a:pt x="808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10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9" y="390"/>
                </a:lnTo>
                <a:lnTo>
                  <a:pt x="808" y="394"/>
                </a:lnTo>
                <a:lnTo>
                  <a:pt x="809" y="395"/>
                </a:lnTo>
                <a:lnTo>
                  <a:pt x="810" y="395"/>
                </a:lnTo>
                <a:lnTo>
                  <a:pt x="812" y="396"/>
                </a:lnTo>
                <a:lnTo>
                  <a:pt x="812" y="397"/>
                </a:lnTo>
                <a:lnTo>
                  <a:pt x="813" y="397"/>
                </a:lnTo>
                <a:lnTo>
                  <a:pt x="812" y="397"/>
                </a:lnTo>
                <a:lnTo>
                  <a:pt x="811" y="397"/>
                </a:lnTo>
                <a:lnTo>
                  <a:pt x="811" y="396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2"/>
                </a:lnTo>
                <a:lnTo>
                  <a:pt x="808" y="391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89"/>
                </a:lnTo>
                <a:lnTo>
                  <a:pt x="804" y="388"/>
                </a:lnTo>
                <a:lnTo>
                  <a:pt x="805" y="388"/>
                </a:lnTo>
                <a:lnTo>
                  <a:pt x="805" y="387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2" y="377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0"/>
                </a:lnTo>
                <a:lnTo>
                  <a:pt x="797" y="381"/>
                </a:lnTo>
                <a:lnTo>
                  <a:pt x="798" y="382"/>
                </a:lnTo>
                <a:lnTo>
                  <a:pt x="798" y="383"/>
                </a:lnTo>
                <a:lnTo>
                  <a:pt x="797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3" y="382"/>
                </a:lnTo>
                <a:lnTo>
                  <a:pt x="792" y="382"/>
                </a:lnTo>
                <a:lnTo>
                  <a:pt x="792" y="381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3" y="377"/>
                </a:lnTo>
                <a:lnTo>
                  <a:pt x="792" y="377"/>
                </a:lnTo>
                <a:lnTo>
                  <a:pt x="791" y="377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9" y="378"/>
                </a:lnTo>
                <a:lnTo>
                  <a:pt x="789" y="377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4"/>
                </a:lnTo>
                <a:lnTo>
                  <a:pt x="784" y="374"/>
                </a:lnTo>
                <a:lnTo>
                  <a:pt x="784" y="373"/>
                </a:lnTo>
                <a:lnTo>
                  <a:pt x="783" y="373"/>
                </a:lnTo>
                <a:lnTo>
                  <a:pt x="783" y="372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69"/>
                </a:lnTo>
                <a:lnTo>
                  <a:pt x="781" y="368"/>
                </a:lnTo>
                <a:lnTo>
                  <a:pt x="780" y="368"/>
                </a:lnTo>
                <a:lnTo>
                  <a:pt x="779" y="368"/>
                </a:lnTo>
                <a:lnTo>
                  <a:pt x="778" y="368"/>
                </a:lnTo>
                <a:lnTo>
                  <a:pt x="777" y="368"/>
                </a:lnTo>
                <a:lnTo>
                  <a:pt x="778" y="367"/>
                </a:lnTo>
                <a:lnTo>
                  <a:pt x="777" y="367"/>
                </a:lnTo>
                <a:lnTo>
                  <a:pt x="777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7" y="363"/>
                </a:lnTo>
                <a:lnTo>
                  <a:pt x="777" y="362"/>
                </a:lnTo>
                <a:lnTo>
                  <a:pt x="777" y="361"/>
                </a:lnTo>
                <a:lnTo>
                  <a:pt x="776" y="361"/>
                </a:lnTo>
                <a:lnTo>
                  <a:pt x="777" y="361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8" y="360"/>
                </a:lnTo>
                <a:lnTo>
                  <a:pt x="778" y="359"/>
                </a:lnTo>
                <a:lnTo>
                  <a:pt x="777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7"/>
                </a:lnTo>
                <a:lnTo>
                  <a:pt x="776" y="357"/>
                </a:lnTo>
                <a:lnTo>
                  <a:pt x="777" y="357"/>
                </a:lnTo>
                <a:lnTo>
                  <a:pt x="777" y="356"/>
                </a:lnTo>
                <a:lnTo>
                  <a:pt x="777" y="355"/>
                </a:lnTo>
                <a:lnTo>
                  <a:pt x="778" y="354"/>
                </a:lnTo>
                <a:lnTo>
                  <a:pt x="778" y="353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7" y="348"/>
                </a:lnTo>
                <a:lnTo>
                  <a:pt x="776" y="348"/>
                </a:lnTo>
                <a:lnTo>
                  <a:pt x="774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7" y="345"/>
                </a:lnTo>
                <a:lnTo>
                  <a:pt x="767" y="344"/>
                </a:lnTo>
                <a:lnTo>
                  <a:pt x="766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8" y="341"/>
                </a:lnTo>
                <a:lnTo>
                  <a:pt x="768" y="340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3" y="340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5" y="340"/>
                </a:lnTo>
                <a:lnTo>
                  <a:pt x="754" y="340"/>
                </a:lnTo>
                <a:lnTo>
                  <a:pt x="753" y="340"/>
                </a:lnTo>
                <a:lnTo>
                  <a:pt x="753" y="341"/>
                </a:lnTo>
                <a:lnTo>
                  <a:pt x="752" y="340"/>
                </a:lnTo>
                <a:lnTo>
                  <a:pt x="751" y="340"/>
                </a:lnTo>
                <a:lnTo>
                  <a:pt x="751" y="339"/>
                </a:lnTo>
                <a:lnTo>
                  <a:pt x="750" y="339"/>
                </a:lnTo>
                <a:lnTo>
                  <a:pt x="750" y="338"/>
                </a:lnTo>
                <a:lnTo>
                  <a:pt x="751" y="338"/>
                </a:lnTo>
                <a:lnTo>
                  <a:pt x="751" y="337"/>
                </a:lnTo>
                <a:lnTo>
                  <a:pt x="750" y="337"/>
                </a:lnTo>
                <a:lnTo>
                  <a:pt x="749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5" y="338"/>
                </a:lnTo>
                <a:lnTo>
                  <a:pt x="744" y="338"/>
                </a:lnTo>
                <a:lnTo>
                  <a:pt x="744" y="339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3" y="341"/>
                </a:lnTo>
                <a:lnTo>
                  <a:pt x="742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7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8" y="358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4"/>
                </a:lnTo>
                <a:lnTo>
                  <a:pt x="735" y="365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8"/>
                </a:lnTo>
                <a:lnTo>
                  <a:pt x="734" y="369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5" y="371"/>
                </a:lnTo>
                <a:lnTo>
                  <a:pt x="735" y="372"/>
                </a:lnTo>
                <a:lnTo>
                  <a:pt x="735" y="373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6" y="374"/>
                </a:lnTo>
                <a:lnTo>
                  <a:pt x="735" y="374"/>
                </a:lnTo>
                <a:lnTo>
                  <a:pt x="734" y="374"/>
                </a:lnTo>
                <a:lnTo>
                  <a:pt x="734" y="373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3" y="380"/>
                </a:lnTo>
                <a:lnTo>
                  <a:pt x="732" y="380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2" y="384"/>
                </a:lnTo>
                <a:lnTo>
                  <a:pt x="732" y="385"/>
                </a:lnTo>
                <a:lnTo>
                  <a:pt x="732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2" y="391"/>
                </a:lnTo>
                <a:lnTo>
                  <a:pt x="732" y="392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9" y="396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3" y="396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1" y="393"/>
                </a:lnTo>
                <a:lnTo>
                  <a:pt x="720" y="393"/>
                </a:lnTo>
                <a:lnTo>
                  <a:pt x="719" y="393"/>
                </a:lnTo>
                <a:lnTo>
                  <a:pt x="719" y="394"/>
                </a:lnTo>
                <a:lnTo>
                  <a:pt x="718" y="394"/>
                </a:lnTo>
                <a:lnTo>
                  <a:pt x="717" y="394"/>
                </a:lnTo>
                <a:lnTo>
                  <a:pt x="718" y="395"/>
                </a:lnTo>
                <a:lnTo>
                  <a:pt x="719" y="395"/>
                </a:lnTo>
                <a:lnTo>
                  <a:pt x="720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2"/>
                </a:lnTo>
                <a:lnTo>
                  <a:pt x="713" y="402"/>
                </a:lnTo>
                <a:lnTo>
                  <a:pt x="713" y="403"/>
                </a:lnTo>
                <a:lnTo>
                  <a:pt x="713" y="402"/>
                </a:lnTo>
                <a:lnTo>
                  <a:pt x="713" y="401"/>
                </a:lnTo>
                <a:lnTo>
                  <a:pt x="712" y="401"/>
                </a:lnTo>
                <a:lnTo>
                  <a:pt x="712" y="400"/>
                </a:lnTo>
                <a:lnTo>
                  <a:pt x="711" y="400"/>
                </a:lnTo>
                <a:lnTo>
                  <a:pt x="710" y="400"/>
                </a:lnTo>
                <a:lnTo>
                  <a:pt x="710" y="399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6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700" y="395"/>
                </a:lnTo>
                <a:lnTo>
                  <a:pt x="700" y="396"/>
                </a:lnTo>
                <a:lnTo>
                  <a:pt x="699" y="397"/>
                </a:lnTo>
                <a:lnTo>
                  <a:pt x="698" y="396"/>
                </a:lnTo>
                <a:lnTo>
                  <a:pt x="697" y="396"/>
                </a:lnTo>
                <a:lnTo>
                  <a:pt x="697" y="395"/>
                </a:lnTo>
                <a:lnTo>
                  <a:pt x="698" y="395"/>
                </a:lnTo>
                <a:lnTo>
                  <a:pt x="698" y="394"/>
                </a:lnTo>
                <a:lnTo>
                  <a:pt x="697" y="393"/>
                </a:lnTo>
                <a:lnTo>
                  <a:pt x="697" y="394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7" y="397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5" y="397"/>
                </a:lnTo>
                <a:lnTo>
                  <a:pt x="694" y="397"/>
                </a:lnTo>
                <a:lnTo>
                  <a:pt x="695" y="396"/>
                </a:lnTo>
                <a:lnTo>
                  <a:pt x="694" y="396"/>
                </a:lnTo>
                <a:lnTo>
                  <a:pt x="694" y="397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3" y="398"/>
                </a:lnTo>
                <a:lnTo>
                  <a:pt x="693" y="399"/>
                </a:lnTo>
                <a:lnTo>
                  <a:pt x="692" y="399"/>
                </a:lnTo>
                <a:lnTo>
                  <a:pt x="693" y="400"/>
                </a:lnTo>
                <a:lnTo>
                  <a:pt x="693" y="401"/>
                </a:lnTo>
                <a:lnTo>
                  <a:pt x="692" y="400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90" y="400"/>
                </a:lnTo>
                <a:lnTo>
                  <a:pt x="689" y="400"/>
                </a:lnTo>
                <a:lnTo>
                  <a:pt x="689" y="401"/>
                </a:lnTo>
                <a:lnTo>
                  <a:pt x="689" y="402"/>
                </a:lnTo>
                <a:lnTo>
                  <a:pt x="688" y="402"/>
                </a:lnTo>
                <a:lnTo>
                  <a:pt x="687" y="402"/>
                </a:lnTo>
                <a:lnTo>
                  <a:pt x="688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5"/>
                </a:lnTo>
                <a:lnTo>
                  <a:pt x="687" y="406"/>
                </a:lnTo>
                <a:lnTo>
                  <a:pt x="688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5" y="409"/>
                </a:lnTo>
                <a:lnTo>
                  <a:pt x="685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2" y="415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5" y="418"/>
                </a:lnTo>
                <a:lnTo>
                  <a:pt x="684" y="418"/>
                </a:lnTo>
                <a:lnTo>
                  <a:pt x="685" y="418"/>
                </a:lnTo>
                <a:lnTo>
                  <a:pt x="685" y="419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9" y="422"/>
                </a:lnTo>
                <a:lnTo>
                  <a:pt x="679" y="423"/>
                </a:lnTo>
                <a:lnTo>
                  <a:pt x="680" y="423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7" y="424"/>
                </a:lnTo>
                <a:lnTo>
                  <a:pt x="676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2" y="424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2" y="430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1" y="434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57" y="439"/>
                </a:lnTo>
                <a:lnTo>
                  <a:pt x="656" y="439"/>
                </a:lnTo>
                <a:lnTo>
                  <a:pt x="656" y="438"/>
                </a:lnTo>
                <a:lnTo>
                  <a:pt x="655" y="438"/>
                </a:lnTo>
                <a:lnTo>
                  <a:pt x="654" y="437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6"/>
                </a:lnTo>
                <a:lnTo>
                  <a:pt x="646" y="436"/>
                </a:lnTo>
                <a:lnTo>
                  <a:pt x="645" y="436"/>
                </a:lnTo>
                <a:lnTo>
                  <a:pt x="644" y="437"/>
                </a:lnTo>
                <a:lnTo>
                  <a:pt x="644" y="436"/>
                </a:lnTo>
                <a:lnTo>
                  <a:pt x="643" y="436"/>
                </a:lnTo>
                <a:lnTo>
                  <a:pt x="642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1" y="437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8" y="438"/>
                </a:lnTo>
                <a:lnTo>
                  <a:pt x="628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1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5" y="439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00" y="437"/>
                </a:lnTo>
                <a:lnTo>
                  <a:pt x="583" y="438"/>
                </a:lnTo>
                <a:lnTo>
                  <a:pt x="580" y="439"/>
                </a:lnTo>
                <a:lnTo>
                  <a:pt x="577" y="440"/>
                </a:lnTo>
                <a:lnTo>
                  <a:pt x="578" y="441"/>
                </a:lnTo>
                <a:lnTo>
                  <a:pt x="579" y="442"/>
                </a:lnTo>
                <a:lnTo>
                  <a:pt x="580" y="443"/>
                </a:lnTo>
                <a:lnTo>
                  <a:pt x="581" y="443"/>
                </a:lnTo>
                <a:lnTo>
                  <a:pt x="582" y="445"/>
                </a:lnTo>
                <a:lnTo>
                  <a:pt x="583" y="445"/>
                </a:lnTo>
                <a:lnTo>
                  <a:pt x="584" y="445"/>
                </a:lnTo>
                <a:lnTo>
                  <a:pt x="584" y="446"/>
                </a:lnTo>
                <a:lnTo>
                  <a:pt x="584" y="447"/>
                </a:lnTo>
                <a:lnTo>
                  <a:pt x="584" y="448"/>
                </a:lnTo>
                <a:lnTo>
                  <a:pt x="583" y="448"/>
                </a:lnTo>
                <a:lnTo>
                  <a:pt x="584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3" y="457"/>
                </a:lnTo>
                <a:lnTo>
                  <a:pt x="584" y="457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2"/>
                </a:lnTo>
                <a:lnTo>
                  <a:pt x="586" y="463"/>
                </a:lnTo>
                <a:lnTo>
                  <a:pt x="587" y="463"/>
                </a:lnTo>
                <a:lnTo>
                  <a:pt x="587" y="465"/>
                </a:lnTo>
                <a:lnTo>
                  <a:pt x="587" y="466"/>
                </a:lnTo>
                <a:lnTo>
                  <a:pt x="588" y="467"/>
                </a:lnTo>
                <a:lnTo>
                  <a:pt x="588" y="468"/>
                </a:lnTo>
                <a:lnTo>
                  <a:pt x="589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4" y="472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9" y="476"/>
                </a:lnTo>
                <a:lnTo>
                  <a:pt x="600" y="477"/>
                </a:lnTo>
                <a:lnTo>
                  <a:pt x="600" y="478"/>
                </a:lnTo>
                <a:lnTo>
                  <a:pt x="601" y="478"/>
                </a:lnTo>
                <a:lnTo>
                  <a:pt x="602" y="479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3" y="481"/>
                </a:lnTo>
                <a:lnTo>
                  <a:pt x="602" y="481"/>
                </a:lnTo>
                <a:lnTo>
                  <a:pt x="602" y="482"/>
                </a:lnTo>
                <a:lnTo>
                  <a:pt x="603" y="482"/>
                </a:lnTo>
                <a:lnTo>
                  <a:pt x="603" y="483"/>
                </a:lnTo>
                <a:lnTo>
                  <a:pt x="603" y="484"/>
                </a:lnTo>
                <a:lnTo>
                  <a:pt x="602" y="484"/>
                </a:lnTo>
                <a:lnTo>
                  <a:pt x="601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9" y="491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5"/>
                </a:lnTo>
                <a:lnTo>
                  <a:pt x="587" y="504"/>
                </a:lnTo>
                <a:lnTo>
                  <a:pt x="586" y="504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2" y="504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0"/>
                </a:lnTo>
                <a:lnTo>
                  <a:pt x="546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7" y="495"/>
                </a:lnTo>
                <a:lnTo>
                  <a:pt x="517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6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4" y="484"/>
                </a:lnTo>
                <a:lnTo>
                  <a:pt x="495" y="484"/>
                </a:lnTo>
                <a:lnTo>
                  <a:pt x="496" y="484"/>
                </a:lnTo>
                <a:lnTo>
                  <a:pt x="496" y="483"/>
                </a:lnTo>
                <a:lnTo>
                  <a:pt x="496" y="482"/>
                </a:lnTo>
                <a:lnTo>
                  <a:pt x="497" y="482"/>
                </a:lnTo>
                <a:lnTo>
                  <a:pt x="498" y="483"/>
                </a:lnTo>
                <a:lnTo>
                  <a:pt x="499" y="482"/>
                </a:lnTo>
                <a:lnTo>
                  <a:pt x="500" y="482"/>
                </a:lnTo>
                <a:lnTo>
                  <a:pt x="499" y="482"/>
                </a:lnTo>
                <a:lnTo>
                  <a:pt x="499" y="481"/>
                </a:lnTo>
                <a:lnTo>
                  <a:pt x="497" y="481"/>
                </a:lnTo>
                <a:lnTo>
                  <a:pt x="496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1" y="479"/>
                </a:lnTo>
                <a:lnTo>
                  <a:pt x="491" y="478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2" y="476"/>
                </a:lnTo>
                <a:lnTo>
                  <a:pt x="491" y="476"/>
                </a:lnTo>
                <a:lnTo>
                  <a:pt x="491" y="477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7" y="474"/>
                </a:lnTo>
                <a:lnTo>
                  <a:pt x="486" y="474"/>
                </a:lnTo>
                <a:lnTo>
                  <a:pt x="486" y="473"/>
                </a:lnTo>
                <a:lnTo>
                  <a:pt x="487" y="473"/>
                </a:lnTo>
                <a:lnTo>
                  <a:pt x="487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0" y="471"/>
                </a:lnTo>
                <a:lnTo>
                  <a:pt x="490" y="470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4" y="466"/>
                </a:lnTo>
                <a:lnTo>
                  <a:pt x="483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1" y="464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8" y="463"/>
                </a:lnTo>
                <a:lnTo>
                  <a:pt x="478" y="464"/>
                </a:lnTo>
                <a:lnTo>
                  <a:pt x="477" y="463"/>
                </a:lnTo>
                <a:lnTo>
                  <a:pt x="477" y="462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5" y="460"/>
                </a:lnTo>
                <a:lnTo>
                  <a:pt x="475" y="461"/>
                </a:lnTo>
                <a:lnTo>
                  <a:pt x="474" y="461"/>
                </a:lnTo>
                <a:lnTo>
                  <a:pt x="473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0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69" y="467"/>
                </a:lnTo>
                <a:lnTo>
                  <a:pt x="469" y="468"/>
                </a:lnTo>
                <a:lnTo>
                  <a:pt x="469" y="469"/>
                </a:lnTo>
                <a:lnTo>
                  <a:pt x="468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7"/>
                </a:lnTo>
                <a:lnTo>
                  <a:pt x="460" y="466"/>
                </a:lnTo>
                <a:lnTo>
                  <a:pt x="459" y="466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8" y="470"/>
                </a:lnTo>
                <a:lnTo>
                  <a:pt x="457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2" y="475"/>
                </a:lnTo>
                <a:lnTo>
                  <a:pt x="451" y="475"/>
                </a:lnTo>
                <a:lnTo>
                  <a:pt x="450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3"/>
                </a:lnTo>
                <a:lnTo>
                  <a:pt x="448" y="474"/>
                </a:lnTo>
                <a:lnTo>
                  <a:pt x="448" y="475"/>
                </a:lnTo>
                <a:lnTo>
                  <a:pt x="447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6" y="478"/>
                </a:lnTo>
                <a:lnTo>
                  <a:pt x="446" y="479"/>
                </a:lnTo>
                <a:lnTo>
                  <a:pt x="446" y="478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5" y="485"/>
                </a:lnTo>
                <a:lnTo>
                  <a:pt x="445" y="486"/>
                </a:lnTo>
                <a:lnTo>
                  <a:pt x="444" y="486"/>
                </a:lnTo>
                <a:lnTo>
                  <a:pt x="443" y="486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4"/>
                </a:lnTo>
                <a:lnTo>
                  <a:pt x="441" y="495"/>
                </a:lnTo>
                <a:lnTo>
                  <a:pt x="440" y="496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9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5" y="553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9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6" y="504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5" y="483"/>
                </a:lnTo>
                <a:lnTo>
                  <a:pt x="344" y="483"/>
                </a:lnTo>
                <a:lnTo>
                  <a:pt x="344" y="482"/>
                </a:lnTo>
                <a:lnTo>
                  <a:pt x="343" y="482"/>
                </a:lnTo>
                <a:lnTo>
                  <a:pt x="343" y="481"/>
                </a:lnTo>
                <a:lnTo>
                  <a:pt x="343" y="480"/>
                </a:lnTo>
                <a:lnTo>
                  <a:pt x="344" y="480"/>
                </a:lnTo>
                <a:lnTo>
                  <a:pt x="344" y="479"/>
                </a:lnTo>
                <a:lnTo>
                  <a:pt x="344" y="478"/>
                </a:lnTo>
                <a:lnTo>
                  <a:pt x="345" y="478"/>
                </a:lnTo>
                <a:lnTo>
                  <a:pt x="345" y="477"/>
                </a:lnTo>
                <a:lnTo>
                  <a:pt x="344" y="477"/>
                </a:lnTo>
                <a:lnTo>
                  <a:pt x="343" y="475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2" y="474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4"/>
                </a:lnTo>
                <a:lnTo>
                  <a:pt x="332" y="474"/>
                </a:lnTo>
                <a:lnTo>
                  <a:pt x="331" y="473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1" y="462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29" y="453"/>
                </a:lnTo>
                <a:lnTo>
                  <a:pt x="329" y="452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8"/>
                </a:lnTo>
                <a:lnTo>
                  <a:pt x="332" y="448"/>
                </a:lnTo>
                <a:lnTo>
                  <a:pt x="332" y="447"/>
                </a:lnTo>
                <a:lnTo>
                  <a:pt x="333" y="447"/>
                </a:lnTo>
                <a:lnTo>
                  <a:pt x="333" y="448"/>
                </a:lnTo>
                <a:lnTo>
                  <a:pt x="334" y="448"/>
                </a:lnTo>
                <a:lnTo>
                  <a:pt x="334" y="447"/>
                </a:lnTo>
                <a:lnTo>
                  <a:pt x="334" y="446"/>
                </a:lnTo>
                <a:lnTo>
                  <a:pt x="333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29" y="445"/>
                </a:lnTo>
                <a:lnTo>
                  <a:pt x="329" y="444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1" y="442"/>
                </a:lnTo>
                <a:lnTo>
                  <a:pt x="332" y="442"/>
                </a:lnTo>
                <a:lnTo>
                  <a:pt x="333" y="442"/>
                </a:lnTo>
                <a:lnTo>
                  <a:pt x="333" y="441"/>
                </a:lnTo>
                <a:lnTo>
                  <a:pt x="333" y="440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5" y="439"/>
                </a:lnTo>
                <a:lnTo>
                  <a:pt x="335" y="438"/>
                </a:lnTo>
                <a:lnTo>
                  <a:pt x="336" y="438"/>
                </a:lnTo>
                <a:lnTo>
                  <a:pt x="337" y="437"/>
                </a:lnTo>
                <a:lnTo>
                  <a:pt x="338" y="436"/>
                </a:lnTo>
                <a:lnTo>
                  <a:pt x="339" y="435"/>
                </a:lnTo>
                <a:lnTo>
                  <a:pt x="339" y="434"/>
                </a:lnTo>
                <a:lnTo>
                  <a:pt x="340" y="434"/>
                </a:lnTo>
                <a:lnTo>
                  <a:pt x="340" y="433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1"/>
                </a:lnTo>
                <a:lnTo>
                  <a:pt x="340" y="430"/>
                </a:lnTo>
                <a:lnTo>
                  <a:pt x="341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3" y="424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4"/>
                </a:lnTo>
                <a:lnTo>
                  <a:pt x="339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4" y="424"/>
                </a:lnTo>
                <a:lnTo>
                  <a:pt x="334" y="425"/>
                </a:lnTo>
                <a:lnTo>
                  <a:pt x="335" y="425"/>
                </a:lnTo>
                <a:lnTo>
                  <a:pt x="334" y="426"/>
                </a:lnTo>
                <a:lnTo>
                  <a:pt x="333" y="426"/>
                </a:lnTo>
                <a:lnTo>
                  <a:pt x="333" y="425"/>
                </a:lnTo>
                <a:lnTo>
                  <a:pt x="333" y="426"/>
                </a:lnTo>
                <a:lnTo>
                  <a:pt x="331" y="426"/>
                </a:lnTo>
                <a:lnTo>
                  <a:pt x="330" y="425"/>
                </a:lnTo>
                <a:lnTo>
                  <a:pt x="330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0"/>
                </a:lnTo>
                <a:lnTo>
                  <a:pt x="330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29" y="420"/>
                </a:lnTo>
                <a:lnTo>
                  <a:pt x="330" y="420"/>
                </a:lnTo>
                <a:lnTo>
                  <a:pt x="330" y="419"/>
                </a:lnTo>
                <a:lnTo>
                  <a:pt x="330" y="418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8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29" y="411"/>
                </a:lnTo>
                <a:lnTo>
                  <a:pt x="330" y="411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5" y="408"/>
                </a:lnTo>
                <a:lnTo>
                  <a:pt x="324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8" y="409"/>
                </a:lnTo>
                <a:lnTo>
                  <a:pt x="318" y="408"/>
                </a:lnTo>
                <a:lnTo>
                  <a:pt x="318" y="407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19" y="401"/>
                </a:lnTo>
                <a:lnTo>
                  <a:pt x="319" y="400"/>
                </a:lnTo>
                <a:lnTo>
                  <a:pt x="320" y="400"/>
                </a:lnTo>
                <a:lnTo>
                  <a:pt x="320" y="399"/>
                </a:lnTo>
                <a:lnTo>
                  <a:pt x="320" y="398"/>
                </a:lnTo>
                <a:lnTo>
                  <a:pt x="319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8" y="396"/>
                </a:lnTo>
                <a:lnTo>
                  <a:pt x="317" y="396"/>
                </a:lnTo>
                <a:lnTo>
                  <a:pt x="317" y="395"/>
                </a:lnTo>
                <a:lnTo>
                  <a:pt x="316" y="395"/>
                </a:lnTo>
                <a:lnTo>
                  <a:pt x="315" y="395"/>
                </a:lnTo>
                <a:lnTo>
                  <a:pt x="315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0" y="382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0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5" y="377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4" y="372"/>
                </a:lnTo>
                <a:lnTo>
                  <a:pt x="303" y="372"/>
                </a:lnTo>
                <a:lnTo>
                  <a:pt x="302" y="372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0" y="370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1" y="368"/>
                </a:lnTo>
                <a:lnTo>
                  <a:pt x="300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1" y="362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7" y="357"/>
                </a:lnTo>
                <a:lnTo>
                  <a:pt x="297" y="356"/>
                </a:lnTo>
                <a:lnTo>
                  <a:pt x="296" y="356"/>
                </a:lnTo>
                <a:lnTo>
                  <a:pt x="296" y="357"/>
                </a:lnTo>
                <a:lnTo>
                  <a:pt x="295" y="357"/>
                </a:lnTo>
                <a:lnTo>
                  <a:pt x="295" y="358"/>
                </a:lnTo>
                <a:lnTo>
                  <a:pt x="295" y="359"/>
                </a:lnTo>
                <a:lnTo>
                  <a:pt x="294" y="359"/>
                </a:lnTo>
                <a:lnTo>
                  <a:pt x="294" y="360"/>
                </a:lnTo>
                <a:lnTo>
                  <a:pt x="293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90" y="350"/>
                </a:lnTo>
                <a:lnTo>
                  <a:pt x="290" y="349"/>
                </a:lnTo>
                <a:lnTo>
                  <a:pt x="289" y="349"/>
                </a:lnTo>
                <a:lnTo>
                  <a:pt x="289" y="348"/>
                </a:lnTo>
                <a:lnTo>
                  <a:pt x="290" y="348"/>
                </a:lnTo>
                <a:lnTo>
                  <a:pt x="290" y="347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8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0" y="332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2" y="329"/>
                </a:lnTo>
                <a:lnTo>
                  <a:pt x="292" y="328"/>
                </a:lnTo>
                <a:lnTo>
                  <a:pt x="292" y="327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3" y="324"/>
                </a:lnTo>
                <a:lnTo>
                  <a:pt x="292" y="324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3" y="326"/>
                </a:lnTo>
                <a:lnTo>
                  <a:pt x="283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9"/>
                </a:lnTo>
                <a:lnTo>
                  <a:pt x="281" y="330"/>
                </a:lnTo>
                <a:lnTo>
                  <a:pt x="280" y="331"/>
                </a:lnTo>
                <a:lnTo>
                  <a:pt x="279" y="331"/>
                </a:lnTo>
                <a:lnTo>
                  <a:pt x="277" y="331"/>
                </a:lnTo>
                <a:lnTo>
                  <a:pt x="276" y="331"/>
                </a:lnTo>
                <a:lnTo>
                  <a:pt x="275" y="332"/>
                </a:lnTo>
                <a:lnTo>
                  <a:pt x="274" y="333"/>
                </a:lnTo>
                <a:lnTo>
                  <a:pt x="274" y="334"/>
                </a:lnTo>
                <a:lnTo>
                  <a:pt x="273" y="335"/>
                </a:lnTo>
                <a:lnTo>
                  <a:pt x="273" y="336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3" y="338"/>
                </a:lnTo>
                <a:lnTo>
                  <a:pt x="273" y="339"/>
                </a:lnTo>
                <a:lnTo>
                  <a:pt x="272" y="339"/>
                </a:lnTo>
                <a:lnTo>
                  <a:pt x="272" y="340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4"/>
                </a:lnTo>
                <a:lnTo>
                  <a:pt x="267" y="345"/>
                </a:lnTo>
                <a:lnTo>
                  <a:pt x="267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1" y="350"/>
                </a:lnTo>
                <a:lnTo>
                  <a:pt x="262" y="350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2"/>
                </a:lnTo>
                <a:lnTo>
                  <a:pt x="256" y="353"/>
                </a:lnTo>
                <a:lnTo>
                  <a:pt x="255" y="353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4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2"/>
                </a:lnTo>
                <a:lnTo>
                  <a:pt x="252" y="351"/>
                </a:lnTo>
                <a:lnTo>
                  <a:pt x="252" y="350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7"/>
                </a:lnTo>
                <a:lnTo>
                  <a:pt x="248" y="347"/>
                </a:lnTo>
                <a:lnTo>
                  <a:pt x="248" y="346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49" y="341"/>
                </a:lnTo>
                <a:lnTo>
                  <a:pt x="248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3" y="338"/>
                </a:lnTo>
                <a:lnTo>
                  <a:pt x="243" y="337"/>
                </a:lnTo>
                <a:lnTo>
                  <a:pt x="244" y="337"/>
                </a:lnTo>
                <a:lnTo>
                  <a:pt x="244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0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7" y="319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7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5"/>
                </a:lnTo>
                <a:lnTo>
                  <a:pt x="199" y="294"/>
                </a:lnTo>
                <a:lnTo>
                  <a:pt x="200" y="293"/>
                </a:lnTo>
                <a:lnTo>
                  <a:pt x="201" y="292"/>
                </a:lnTo>
                <a:lnTo>
                  <a:pt x="200" y="291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3"/>
                </a:lnTo>
                <a:lnTo>
                  <a:pt x="189" y="294"/>
                </a:lnTo>
                <a:lnTo>
                  <a:pt x="188" y="294"/>
                </a:lnTo>
                <a:lnTo>
                  <a:pt x="188" y="295"/>
                </a:lnTo>
                <a:lnTo>
                  <a:pt x="186" y="295"/>
                </a:lnTo>
                <a:lnTo>
                  <a:pt x="186" y="297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8" y="301"/>
                </a:lnTo>
                <a:lnTo>
                  <a:pt x="177" y="301"/>
                </a:lnTo>
                <a:lnTo>
                  <a:pt x="177" y="300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6" y="292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7"/>
                </a:lnTo>
                <a:lnTo>
                  <a:pt x="169" y="277"/>
                </a:lnTo>
                <a:lnTo>
                  <a:pt x="169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0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9" y="265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5" y="254"/>
                </a:lnTo>
                <a:lnTo>
                  <a:pt x="164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7" y="219"/>
                </a:lnTo>
                <a:lnTo>
                  <a:pt x="157" y="220"/>
                </a:lnTo>
                <a:lnTo>
                  <a:pt x="157" y="219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4"/>
                </a:lnTo>
                <a:lnTo>
                  <a:pt x="126" y="185"/>
                </a:lnTo>
                <a:lnTo>
                  <a:pt x="125" y="185"/>
                </a:lnTo>
                <a:lnTo>
                  <a:pt x="123" y="187"/>
                </a:lnTo>
                <a:lnTo>
                  <a:pt x="121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9" y="200"/>
                </a:lnTo>
                <a:lnTo>
                  <a:pt x="98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0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9" y="145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6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6" y="102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6" y="94"/>
                </a:lnTo>
                <a:lnTo>
                  <a:pt x="49" y="91"/>
                </a:lnTo>
                <a:lnTo>
                  <a:pt x="48" y="90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3"/>
                </a:lnTo>
                <a:lnTo>
                  <a:pt x="34" y="83"/>
                </a:lnTo>
                <a:lnTo>
                  <a:pt x="33" y="81"/>
                </a:lnTo>
                <a:lnTo>
                  <a:pt x="33" y="80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2"/>
                </a:lnTo>
                <a:lnTo>
                  <a:pt x="30" y="72"/>
                </a:lnTo>
                <a:lnTo>
                  <a:pt x="31" y="72"/>
                </a:lnTo>
                <a:lnTo>
                  <a:pt x="32" y="72"/>
                </a:lnTo>
                <a:lnTo>
                  <a:pt x="32" y="71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3" y="62"/>
                </a:lnTo>
                <a:lnTo>
                  <a:pt x="11" y="62"/>
                </a:lnTo>
                <a:lnTo>
                  <a:pt x="11" y="63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0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3" y="58"/>
                </a:lnTo>
                <a:lnTo>
                  <a:pt x="2" y="57"/>
                </a:lnTo>
                <a:lnTo>
                  <a:pt x="1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2" y="48"/>
                </a:lnTo>
                <a:lnTo>
                  <a:pt x="11" y="48"/>
                </a:lnTo>
                <a:lnTo>
                  <a:pt x="12" y="47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8" y="51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3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5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5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66128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7" y="7"/>
                </a:lnTo>
                <a:lnTo>
                  <a:pt x="208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10" y="2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4" y="5"/>
                </a:lnTo>
                <a:lnTo>
                  <a:pt x="213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5" y="7"/>
                </a:lnTo>
                <a:lnTo>
                  <a:pt x="216" y="7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8" y="2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2" y="3"/>
                </a:lnTo>
                <a:lnTo>
                  <a:pt x="223" y="3"/>
                </a:lnTo>
                <a:lnTo>
                  <a:pt x="224" y="3"/>
                </a:lnTo>
                <a:lnTo>
                  <a:pt x="225" y="4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0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7" y="11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6" y="17"/>
                </a:lnTo>
                <a:lnTo>
                  <a:pt x="257" y="17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20"/>
                </a:lnTo>
                <a:lnTo>
                  <a:pt x="278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4" y="25"/>
                </a:lnTo>
                <a:lnTo>
                  <a:pt x="285" y="26"/>
                </a:lnTo>
                <a:lnTo>
                  <a:pt x="286" y="27"/>
                </a:lnTo>
                <a:lnTo>
                  <a:pt x="286" y="28"/>
                </a:lnTo>
                <a:lnTo>
                  <a:pt x="286" y="29"/>
                </a:lnTo>
                <a:lnTo>
                  <a:pt x="287" y="29"/>
                </a:lnTo>
                <a:lnTo>
                  <a:pt x="287" y="31"/>
                </a:lnTo>
                <a:lnTo>
                  <a:pt x="288" y="31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1" y="32"/>
                </a:lnTo>
                <a:lnTo>
                  <a:pt x="292" y="33"/>
                </a:lnTo>
                <a:lnTo>
                  <a:pt x="293" y="34"/>
                </a:lnTo>
                <a:lnTo>
                  <a:pt x="293" y="35"/>
                </a:lnTo>
                <a:lnTo>
                  <a:pt x="294" y="35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6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4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7"/>
                </a:lnTo>
                <a:lnTo>
                  <a:pt x="317" y="38"/>
                </a:lnTo>
                <a:lnTo>
                  <a:pt x="318" y="38"/>
                </a:lnTo>
                <a:lnTo>
                  <a:pt x="319" y="38"/>
                </a:lnTo>
                <a:lnTo>
                  <a:pt x="320" y="39"/>
                </a:lnTo>
                <a:lnTo>
                  <a:pt x="320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5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2"/>
                </a:lnTo>
                <a:lnTo>
                  <a:pt x="334" y="41"/>
                </a:lnTo>
                <a:lnTo>
                  <a:pt x="335" y="41"/>
                </a:lnTo>
                <a:lnTo>
                  <a:pt x="336" y="41"/>
                </a:lnTo>
                <a:lnTo>
                  <a:pt x="339" y="39"/>
                </a:lnTo>
                <a:lnTo>
                  <a:pt x="340" y="39"/>
                </a:lnTo>
                <a:lnTo>
                  <a:pt x="341" y="39"/>
                </a:lnTo>
                <a:lnTo>
                  <a:pt x="342" y="39"/>
                </a:lnTo>
                <a:lnTo>
                  <a:pt x="342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2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4" y="38"/>
                </a:lnTo>
                <a:lnTo>
                  <a:pt x="364" y="39"/>
                </a:lnTo>
                <a:lnTo>
                  <a:pt x="365" y="39"/>
                </a:lnTo>
                <a:lnTo>
                  <a:pt x="367" y="39"/>
                </a:lnTo>
                <a:lnTo>
                  <a:pt x="370" y="41"/>
                </a:lnTo>
                <a:lnTo>
                  <a:pt x="370" y="42"/>
                </a:lnTo>
                <a:lnTo>
                  <a:pt x="371" y="42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5" y="43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4"/>
                </a:lnTo>
                <a:lnTo>
                  <a:pt x="379" y="45"/>
                </a:lnTo>
                <a:lnTo>
                  <a:pt x="380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1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7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5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4" y="70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4" y="69"/>
                </a:lnTo>
                <a:lnTo>
                  <a:pt x="414" y="68"/>
                </a:lnTo>
                <a:lnTo>
                  <a:pt x="415" y="68"/>
                </a:lnTo>
                <a:lnTo>
                  <a:pt x="417" y="69"/>
                </a:lnTo>
                <a:lnTo>
                  <a:pt x="418" y="69"/>
                </a:lnTo>
                <a:lnTo>
                  <a:pt x="419" y="68"/>
                </a:lnTo>
                <a:lnTo>
                  <a:pt x="420" y="68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6" y="75"/>
                </a:lnTo>
                <a:lnTo>
                  <a:pt x="426" y="76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2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7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5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3" y="98"/>
                </a:lnTo>
                <a:lnTo>
                  <a:pt x="434" y="98"/>
                </a:lnTo>
                <a:lnTo>
                  <a:pt x="434" y="99"/>
                </a:lnTo>
                <a:lnTo>
                  <a:pt x="435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50" y="103"/>
                </a:lnTo>
                <a:lnTo>
                  <a:pt x="451" y="103"/>
                </a:lnTo>
                <a:lnTo>
                  <a:pt x="452" y="104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7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7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29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4"/>
                </a:lnTo>
                <a:lnTo>
                  <a:pt x="478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3" y="151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7"/>
                </a:lnTo>
                <a:lnTo>
                  <a:pt x="487" y="178"/>
                </a:lnTo>
                <a:lnTo>
                  <a:pt x="489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4" y="186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89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201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0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3" y="227"/>
                </a:lnTo>
                <a:lnTo>
                  <a:pt x="512" y="227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29"/>
                </a:lnTo>
                <a:lnTo>
                  <a:pt x="517" y="229"/>
                </a:lnTo>
                <a:lnTo>
                  <a:pt x="519" y="229"/>
                </a:lnTo>
                <a:lnTo>
                  <a:pt x="521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6"/>
                </a:lnTo>
                <a:lnTo>
                  <a:pt x="519" y="237"/>
                </a:lnTo>
                <a:lnTo>
                  <a:pt x="518" y="237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6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2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7" y="264"/>
                </a:lnTo>
                <a:lnTo>
                  <a:pt x="528" y="265"/>
                </a:lnTo>
                <a:lnTo>
                  <a:pt x="529" y="266"/>
                </a:lnTo>
                <a:lnTo>
                  <a:pt x="530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7" y="286"/>
                </a:lnTo>
                <a:lnTo>
                  <a:pt x="548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6"/>
                </a:lnTo>
                <a:lnTo>
                  <a:pt x="552" y="297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8" y="310"/>
                </a:lnTo>
                <a:lnTo>
                  <a:pt x="557" y="310"/>
                </a:lnTo>
                <a:lnTo>
                  <a:pt x="557" y="311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2" y="317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20"/>
                </a:lnTo>
                <a:lnTo>
                  <a:pt x="555" y="320"/>
                </a:lnTo>
                <a:lnTo>
                  <a:pt x="556" y="320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4"/>
                </a:lnTo>
                <a:lnTo>
                  <a:pt x="558" y="325"/>
                </a:lnTo>
                <a:lnTo>
                  <a:pt x="557" y="326"/>
                </a:lnTo>
                <a:lnTo>
                  <a:pt x="557" y="327"/>
                </a:lnTo>
                <a:lnTo>
                  <a:pt x="556" y="328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7"/>
                </a:lnTo>
                <a:lnTo>
                  <a:pt x="562" y="337"/>
                </a:lnTo>
                <a:lnTo>
                  <a:pt x="563" y="337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1" y="340"/>
                </a:lnTo>
                <a:lnTo>
                  <a:pt x="572" y="340"/>
                </a:lnTo>
                <a:lnTo>
                  <a:pt x="574" y="340"/>
                </a:lnTo>
                <a:lnTo>
                  <a:pt x="576" y="341"/>
                </a:lnTo>
                <a:lnTo>
                  <a:pt x="577" y="341"/>
                </a:lnTo>
                <a:lnTo>
                  <a:pt x="579" y="341"/>
                </a:lnTo>
                <a:lnTo>
                  <a:pt x="579" y="342"/>
                </a:lnTo>
                <a:lnTo>
                  <a:pt x="580" y="342"/>
                </a:lnTo>
                <a:lnTo>
                  <a:pt x="580" y="343"/>
                </a:lnTo>
                <a:lnTo>
                  <a:pt x="580" y="344"/>
                </a:lnTo>
                <a:lnTo>
                  <a:pt x="580" y="347"/>
                </a:lnTo>
                <a:lnTo>
                  <a:pt x="579" y="348"/>
                </a:lnTo>
                <a:lnTo>
                  <a:pt x="579" y="349"/>
                </a:lnTo>
                <a:lnTo>
                  <a:pt x="578" y="350"/>
                </a:lnTo>
                <a:lnTo>
                  <a:pt x="578" y="352"/>
                </a:lnTo>
                <a:lnTo>
                  <a:pt x="576" y="353"/>
                </a:lnTo>
                <a:lnTo>
                  <a:pt x="575" y="355"/>
                </a:lnTo>
                <a:lnTo>
                  <a:pt x="574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9"/>
                </a:lnTo>
                <a:lnTo>
                  <a:pt x="571" y="360"/>
                </a:lnTo>
                <a:lnTo>
                  <a:pt x="570" y="362"/>
                </a:lnTo>
                <a:lnTo>
                  <a:pt x="570" y="364"/>
                </a:lnTo>
                <a:lnTo>
                  <a:pt x="569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70"/>
                </a:lnTo>
                <a:lnTo>
                  <a:pt x="573" y="371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5"/>
                </a:lnTo>
                <a:lnTo>
                  <a:pt x="574" y="376"/>
                </a:lnTo>
                <a:lnTo>
                  <a:pt x="573" y="379"/>
                </a:lnTo>
                <a:lnTo>
                  <a:pt x="572" y="381"/>
                </a:lnTo>
                <a:lnTo>
                  <a:pt x="573" y="382"/>
                </a:lnTo>
                <a:lnTo>
                  <a:pt x="573" y="383"/>
                </a:lnTo>
                <a:lnTo>
                  <a:pt x="573" y="384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4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399"/>
                </a:lnTo>
                <a:lnTo>
                  <a:pt x="589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5" y="403"/>
                </a:lnTo>
                <a:lnTo>
                  <a:pt x="595" y="404"/>
                </a:lnTo>
                <a:lnTo>
                  <a:pt x="596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9" y="408"/>
                </a:lnTo>
                <a:lnTo>
                  <a:pt x="610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09"/>
                </a:lnTo>
                <a:lnTo>
                  <a:pt x="617" y="410"/>
                </a:lnTo>
                <a:lnTo>
                  <a:pt x="619" y="410"/>
                </a:lnTo>
                <a:lnTo>
                  <a:pt x="620" y="411"/>
                </a:lnTo>
                <a:lnTo>
                  <a:pt x="621" y="411"/>
                </a:lnTo>
                <a:lnTo>
                  <a:pt x="623" y="412"/>
                </a:lnTo>
                <a:lnTo>
                  <a:pt x="624" y="412"/>
                </a:lnTo>
                <a:lnTo>
                  <a:pt x="626" y="412"/>
                </a:lnTo>
                <a:lnTo>
                  <a:pt x="627" y="412"/>
                </a:lnTo>
                <a:lnTo>
                  <a:pt x="629" y="412"/>
                </a:lnTo>
                <a:lnTo>
                  <a:pt x="630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3"/>
                </a:lnTo>
                <a:lnTo>
                  <a:pt x="634" y="412"/>
                </a:lnTo>
                <a:lnTo>
                  <a:pt x="635" y="412"/>
                </a:lnTo>
                <a:lnTo>
                  <a:pt x="636" y="411"/>
                </a:lnTo>
                <a:lnTo>
                  <a:pt x="637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3"/>
                </a:lnTo>
                <a:lnTo>
                  <a:pt x="647" y="412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8"/>
                </a:lnTo>
                <a:lnTo>
                  <a:pt x="662" y="407"/>
                </a:lnTo>
                <a:lnTo>
                  <a:pt x="663" y="407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1" y="408"/>
                </a:lnTo>
                <a:lnTo>
                  <a:pt x="672" y="408"/>
                </a:lnTo>
                <a:lnTo>
                  <a:pt x="674" y="409"/>
                </a:lnTo>
                <a:lnTo>
                  <a:pt x="676" y="410"/>
                </a:lnTo>
                <a:lnTo>
                  <a:pt x="677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5" y="408"/>
                </a:lnTo>
                <a:lnTo>
                  <a:pt x="686" y="408"/>
                </a:lnTo>
                <a:lnTo>
                  <a:pt x="687" y="409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8" y="412"/>
                </a:lnTo>
                <a:lnTo>
                  <a:pt x="687" y="412"/>
                </a:lnTo>
                <a:lnTo>
                  <a:pt x="687" y="413"/>
                </a:lnTo>
                <a:lnTo>
                  <a:pt x="686" y="413"/>
                </a:lnTo>
                <a:lnTo>
                  <a:pt x="685" y="414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2" y="417"/>
                </a:lnTo>
                <a:lnTo>
                  <a:pt x="683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8" y="420"/>
                </a:lnTo>
                <a:lnTo>
                  <a:pt x="688" y="419"/>
                </a:lnTo>
                <a:lnTo>
                  <a:pt x="689" y="419"/>
                </a:lnTo>
                <a:lnTo>
                  <a:pt x="690" y="419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4"/>
                </a:lnTo>
                <a:lnTo>
                  <a:pt x="709" y="426"/>
                </a:lnTo>
                <a:lnTo>
                  <a:pt x="709" y="428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4" y="432"/>
                </a:lnTo>
                <a:lnTo>
                  <a:pt x="715" y="432"/>
                </a:lnTo>
                <a:lnTo>
                  <a:pt x="717" y="432"/>
                </a:lnTo>
                <a:lnTo>
                  <a:pt x="718" y="432"/>
                </a:lnTo>
                <a:lnTo>
                  <a:pt x="720" y="430"/>
                </a:lnTo>
                <a:lnTo>
                  <a:pt x="721" y="429"/>
                </a:lnTo>
                <a:lnTo>
                  <a:pt x="723" y="428"/>
                </a:lnTo>
                <a:lnTo>
                  <a:pt x="725" y="427"/>
                </a:lnTo>
                <a:lnTo>
                  <a:pt x="726" y="427"/>
                </a:lnTo>
                <a:lnTo>
                  <a:pt x="728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2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40" y="424"/>
                </a:lnTo>
                <a:lnTo>
                  <a:pt x="742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5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40"/>
                </a:lnTo>
                <a:lnTo>
                  <a:pt x="763" y="439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8"/>
                </a:lnTo>
                <a:lnTo>
                  <a:pt x="770" y="439"/>
                </a:lnTo>
                <a:lnTo>
                  <a:pt x="771" y="439"/>
                </a:lnTo>
                <a:lnTo>
                  <a:pt x="772" y="440"/>
                </a:lnTo>
                <a:lnTo>
                  <a:pt x="772" y="441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5"/>
                </a:lnTo>
                <a:lnTo>
                  <a:pt x="773" y="447"/>
                </a:lnTo>
                <a:lnTo>
                  <a:pt x="773" y="448"/>
                </a:lnTo>
                <a:lnTo>
                  <a:pt x="774" y="448"/>
                </a:lnTo>
                <a:lnTo>
                  <a:pt x="775" y="449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3" y="451"/>
                </a:lnTo>
                <a:lnTo>
                  <a:pt x="783" y="452"/>
                </a:lnTo>
                <a:lnTo>
                  <a:pt x="783" y="453"/>
                </a:lnTo>
                <a:lnTo>
                  <a:pt x="782" y="454"/>
                </a:lnTo>
                <a:lnTo>
                  <a:pt x="782" y="455"/>
                </a:lnTo>
                <a:lnTo>
                  <a:pt x="782" y="456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8" y="458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9" y="461"/>
                </a:lnTo>
                <a:lnTo>
                  <a:pt x="788" y="462"/>
                </a:lnTo>
                <a:lnTo>
                  <a:pt x="788" y="463"/>
                </a:lnTo>
                <a:lnTo>
                  <a:pt x="788" y="464"/>
                </a:lnTo>
                <a:lnTo>
                  <a:pt x="790" y="465"/>
                </a:lnTo>
                <a:lnTo>
                  <a:pt x="791" y="465"/>
                </a:lnTo>
                <a:lnTo>
                  <a:pt x="793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7" y="467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09" y="476"/>
                </a:lnTo>
                <a:lnTo>
                  <a:pt x="812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8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7" y="480"/>
                </a:lnTo>
                <a:lnTo>
                  <a:pt x="830" y="479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3"/>
                </a:lnTo>
                <a:lnTo>
                  <a:pt x="842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8" y="482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5"/>
                </a:lnTo>
                <a:lnTo>
                  <a:pt x="855" y="485"/>
                </a:lnTo>
                <a:lnTo>
                  <a:pt x="855" y="486"/>
                </a:lnTo>
                <a:lnTo>
                  <a:pt x="854" y="486"/>
                </a:lnTo>
                <a:lnTo>
                  <a:pt x="852" y="488"/>
                </a:lnTo>
                <a:lnTo>
                  <a:pt x="852" y="489"/>
                </a:lnTo>
                <a:lnTo>
                  <a:pt x="851" y="489"/>
                </a:lnTo>
                <a:lnTo>
                  <a:pt x="851" y="490"/>
                </a:lnTo>
                <a:lnTo>
                  <a:pt x="851" y="491"/>
                </a:lnTo>
                <a:lnTo>
                  <a:pt x="850" y="492"/>
                </a:lnTo>
                <a:lnTo>
                  <a:pt x="850" y="493"/>
                </a:lnTo>
                <a:lnTo>
                  <a:pt x="849" y="494"/>
                </a:lnTo>
                <a:lnTo>
                  <a:pt x="849" y="495"/>
                </a:lnTo>
                <a:lnTo>
                  <a:pt x="848" y="496"/>
                </a:lnTo>
                <a:lnTo>
                  <a:pt x="848" y="497"/>
                </a:lnTo>
                <a:lnTo>
                  <a:pt x="847" y="498"/>
                </a:lnTo>
                <a:lnTo>
                  <a:pt x="847" y="499"/>
                </a:lnTo>
                <a:lnTo>
                  <a:pt x="847" y="500"/>
                </a:lnTo>
                <a:lnTo>
                  <a:pt x="846" y="501"/>
                </a:lnTo>
                <a:lnTo>
                  <a:pt x="846" y="502"/>
                </a:lnTo>
                <a:lnTo>
                  <a:pt x="845" y="503"/>
                </a:lnTo>
                <a:lnTo>
                  <a:pt x="844" y="504"/>
                </a:lnTo>
                <a:lnTo>
                  <a:pt x="844" y="505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4" y="509"/>
                </a:lnTo>
                <a:lnTo>
                  <a:pt x="845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4"/>
                </a:lnTo>
                <a:lnTo>
                  <a:pt x="851" y="514"/>
                </a:lnTo>
                <a:lnTo>
                  <a:pt x="851" y="515"/>
                </a:lnTo>
                <a:lnTo>
                  <a:pt x="851" y="516"/>
                </a:lnTo>
                <a:lnTo>
                  <a:pt x="851" y="518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3" y="520"/>
                </a:lnTo>
                <a:lnTo>
                  <a:pt x="853" y="521"/>
                </a:lnTo>
                <a:lnTo>
                  <a:pt x="854" y="521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7" y="519"/>
                </a:lnTo>
                <a:lnTo>
                  <a:pt x="858" y="519"/>
                </a:lnTo>
                <a:lnTo>
                  <a:pt x="859" y="519"/>
                </a:lnTo>
                <a:lnTo>
                  <a:pt x="859" y="518"/>
                </a:lnTo>
                <a:lnTo>
                  <a:pt x="860" y="518"/>
                </a:lnTo>
                <a:lnTo>
                  <a:pt x="861" y="518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8"/>
                </a:lnTo>
                <a:lnTo>
                  <a:pt x="863" y="519"/>
                </a:lnTo>
                <a:lnTo>
                  <a:pt x="864" y="519"/>
                </a:lnTo>
                <a:lnTo>
                  <a:pt x="864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2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5" y="532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70" y="536"/>
                </a:lnTo>
                <a:lnTo>
                  <a:pt x="870" y="538"/>
                </a:lnTo>
                <a:lnTo>
                  <a:pt x="870" y="539"/>
                </a:lnTo>
                <a:lnTo>
                  <a:pt x="871" y="539"/>
                </a:lnTo>
                <a:lnTo>
                  <a:pt x="871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9" y="543"/>
                </a:lnTo>
                <a:lnTo>
                  <a:pt x="868" y="543"/>
                </a:lnTo>
                <a:lnTo>
                  <a:pt x="868" y="544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5" y="546"/>
                </a:lnTo>
                <a:lnTo>
                  <a:pt x="864" y="546"/>
                </a:lnTo>
                <a:lnTo>
                  <a:pt x="864" y="547"/>
                </a:lnTo>
                <a:lnTo>
                  <a:pt x="864" y="548"/>
                </a:lnTo>
                <a:lnTo>
                  <a:pt x="863" y="548"/>
                </a:lnTo>
                <a:lnTo>
                  <a:pt x="863" y="549"/>
                </a:lnTo>
                <a:lnTo>
                  <a:pt x="864" y="549"/>
                </a:lnTo>
                <a:lnTo>
                  <a:pt x="864" y="551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3"/>
                </a:lnTo>
                <a:lnTo>
                  <a:pt x="860" y="554"/>
                </a:lnTo>
                <a:lnTo>
                  <a:pt x="859" y="555"/>
                </a:lnTo>
                <a:lnTo>
                  <a:pt x="858" y="556"/>
                </a:lnTo>
                <a:lnTo>
                  <a:pt x="857" y="556"/>
                </a:lnTo>
                <a:lnTo>
                  <a:pt x="856" y="557"/>
                </a:lnTo>
                <a:lnTo>
                  <a:pt x="856" y="558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70"/>
                </a:lnTo>
                <a:lnTo>
                  <a:pt x="865" y="571"/>
                </a:lnTo>
                <a:lnTo>
                  <a:pt x="867" y="573"/>
                </a:lnTo>
                <a:lnTo>
                  <a:pt x="871" y="575"/>
                </a:lnTo>
                <a:lnTo>
                  <a:pt x="872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9"/>
                </a:lnTo>
                <a:lnTo>
                  <a:pt x="876" y="579"/>
                </a:lnTo>
                <a:lnTo>
                  <a:pt x="877" y="581"/>
                </a:lnTo>
                <a:lnTo>
                  <a:pt x="878" y="583"/>
                </a:lnTo>
                <a:lnTo>
                  <a:pt x="879" y="585"/>
                </a:lnTo>
                <a:lnTo>
                  <a:pt x="880" y="586"/>
                </a:lnTo>
                <a:lnTo>
                  <a:pt x="881" y="587"/>
                </a:lnTo>
                <a:lnTo>
                  <a:pt x="881" y="588"/>
                </a:lnTo>
                <a:lnTo>
                  <a:pt x="882" y="589"/>
                </a:lnTo>
                <a:lnTo>
                  <a:pt x="882" y="590"/>
                </a:lnTo>
                <a:lnTo>
                  <a:pt x="882" y="592"/>
                </a:lnTo>
                <a:lnTo>
                  <a:pt x="882" y="593"/>
                </a:lnTo>
                <a:lnTo>
                  <a:pt x="882" y="596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600"/>
                </a:lnTo>
                <a:lnTo>
                  <a:pt x="884" y="601"/>
                </a:lnTo>
                <a:lnTo>
                  <a:pt x="886" y="602"/>
                </a:lnTo>
                <a:lnTo>
                  <a:pt x="888" y="602"/>
                </a:lnTo>
                <a:lnTo>
                  <a:pt x="890" y="602"/>
                </a:lnTo>
                <a:lnTo>
                  <a:pt x="894" y="603"/>
                </a:lnTo>
                <a:lnTo>
                  <a:pt x="895" y="602"/>
                </a:lnTo>
                <a:lnTo>
                  <a:pt x="896" y="602"/>
                </a:lnTo>
                <a:lnTo>
                  <a:pt x="902" y="601"/>
                </a:lnTo>
                <a:lnTo>
                  <a:pt x="903" y="600"/>
                </a:lnTo>
                <a:lnTo>
                  <a:pt x="904" y="600"/>
                </a:lnTo>
                <a:lnTo>
                  <a:pt x="904" y="599"/>
                </a:lnTo>
                <a:lnTo>
                  <a:pt x="905" y="599"/>
                </a:lnTo>
                <a:lnTo>
                  <a:pt x="906" y="599"/>
                </a:lnTo>
                <a:lnTo>
                  <a:pt x="906" y="598"/>
                </a:lnTo>
                <a:lnTo>
                  <a:pt x="907" y="598"/>
                </a:lnTo>
                <a:lnTo>
                  <a:pt x="908" y="598"/>
                </a:lnTo>
                <a:lnTo>
                  <a:pt x="910" y="597"/>
                </a:lnTo>
                <a:lnTo>
                  <a:pt x="911" y="597"/>
                </a:lnTo>
                <a:lnTo>
                  <a:pt x="913" y="598"/>
                </a:lnTo>
                <a:lnTo>
                  <a:pt x="915" y="598"/>
                </a:lnTo>
                <a:lnTo>
                  <a:pt x="917" y="598"/>
                </a:lnTo>
                <a:lnTo>
                  <a:pt x="919" y="598"/>
                </a:lnTo>
                <a:lnTo>
                  <a:pt x="920" y="598"/>
                </a:lnTo>
                <a:lnTo>
                  <a:pt x="922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7"/>
                </a:lnTo>
                <a:lnTo>
                  <a:pt x="926" y="596"/>
                </a:lnTo>
                <a:lnTo>
                  <a:pt x="927" y="596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7"/>
                </a:lnTo>
                <a:lnTo>
                  <a:pt x="934" y="598"/>
                </a:lnTo>
                <a:lnTo>
                  <a:pt x="935" y="598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4" y="604"/>
                </a:lnTo>
                <a:lnTo>
                  <a:pt x="945" y="604"/>
                </a:lnTo>
                <a:lnTo>
                  <a:pt x="945" y="603"/>
                </a:lnTo>
                <a:lnTo>
                  <a:pt x="946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1" y="600"/>
                </a:lnTo>
                <a:lnTo>
                  <a:pt x="951" y="601"/>
                </a:lnTo>
                <a:lnTo>
                  <a:pt x="953" y="601"/>
                </a:lnTo>
                <a:lnTo>
                  <a:pt x="954" y="602"/>
                </a:lnTo>
                <a:lnTo>
                  <a:pt x="955" y="603"/>
                </a:lnTo>
                <a:lnTo>
                  <a:pt x="956" y="603"/>
                </a:lnTo>
                <a:lnTo>
                  <a:pt x="957" y="603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8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5" y="603"/>
                </a:lnTo>
                <a:lnTo>
                  <a:pt x="975" y="601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600"/>
                </a:lnTo>
                <a:lnTo>
                  <a:pt x="1025" y="600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30" y="598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30" y="591"/>
                </a:lnTo>
                <a:lnTo>
                  <a:pt x="1030" y="590"/>
                </a:lnTo>
                <a:lnTo>
                  <a:pt x="1030" y="589"/>
                </a:lnTo>
                <a:lnTo>
                  <a:pt x="1031" y="589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5" y="585"/>
                </a:lnTo>
                <a:lnTo>
                  <a:pt x="1036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8" y="583"/>
                </a:lnTo>
                <a:lnTo>
                  <a:pt x="1038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5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6" y="575"/>
                </a:lnTo>
                <a:lnTo>
                  <a:pt x="1037" y="575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3" y="577"/>
                </a:lnTo>
                <a:lnTo>
                  <a:pt x="1045" y="577"/>
                </a:lnTo>
                <a:lnTo>
                  <a:pt x="1046" y="578"/>
                </a:lnTo>
                <a:lnTo>
                  <a:pt x="1048" y="578"/>
                </a:lnTo>
                <a:lnTo>
                  <a:pt x="1049" y="577"/>
                </a:lnTo>
                <a:lnTo>
                  <a:pt x="1050" y="577"/>
                </a:lnTo>
                <a:lnTo>
                  <a:pt x="1051" y="576"/>
                </a:lnTo>
                <a:lnTo>
                  <a:pt x="1051" y="575"/>
                </a:lnTo>
                <a:lnTo>
                  <a:pt x="1052" y="574"/>
                </a:lnTo>
                <a:lnTo>
                  <a:pt x="1052" y="573"/>
                </a:lnTo>
                <a:lnTo>
                  <a:pt x="1053" y="573"/>
                </a:lnTo>
                <a:lnTo>
                  <a:pt x="1053" y="572"/>
                </a:lnTo>
                <a:lnTo>
                  <a:pt x="1054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60" y="568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2"/>
                </a:lnTo>
                <a:lnTo>
                  <a:pt x="1069" y="562"/>
                </a:lnTo>
                <a:lnTo>
                  <a:pt x="1069" y="561"/>
                </a:lnTo>
                <a:lnTo>
                  <a:pt x="1070" y="560"/>
                </a:lnTo>
                <a:lnTo>
                  <a:pt x="1070" y="559"/>
                </a:lnTo>
                <a:lnTo>
                  <a:pt x="1071" y="559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2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6" y="560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5" y="559"/>
                </a:lnTo>
                <a:lnTo>
                  <a:pt x="1107" y="559"/>
                </a:lnTo>
                <a:lnTo>
                  <a:pt x="1108" y="559"/>
                </a:lnTo>
                <a:lnTo>
                  <a:pt x="1109" y="559"/>
                </a:lnTo>
                <a:lnTo>
                  <a:pt x="1110" y="559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9"/>
                </a:lnTo>
                <a:lnTo>
                  <a:pt x="1114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1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1"/>
                </a:lnTo>
                <a:lnTo>
                  <a:pt x="1124" y="551"/>
                </a:lnTo>
                <a:lnTo>
                  <a:pt x="1126" y="552"/>
                </a:lnTo>
                <a:lnTo>
                  <a:pt x="1127" y="552"/>
                </a:lnTo>
                <a:lnTo>
                  <a:pt x="1128" y="552"/>
                </a:lnTo>
                <a:lnTo>
                  <a:pt x="1129" y="551"/>
                </a:lnTo>
                <a:lnTo>
                  <a:pt x="1130" y="551"/>
                </a:lnTo>
                <a:lnTo>
                  <a:pt x="1130" y="550"/>
                </a:lnTo>
                <a:lnTo>
                  <a:pt x="1131" y="549"/>
                </a:lnTo>
                <a:lnTo>
                  <a:pt x="1131" y="547"/>
                </a:lnTo>
                <a:lnTo>
                  <a:pt x="1131" y="546"/>
                </a:lnTo>
                <a:lnTo>
                  <a:pt x="1131" y="545"/>
                </a:lnTo>
                <a:lnTo>
                  <a:pt x="1132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2" y="542"/>
                </a:lnTo>
                <a:lnTo>
                  <a:pt x="1144" y="542"/>
                </a:lnTo>
                <a:lnTo>
                  <a:pt x="1145" y="541"/>
                </a:lnTo>
                <a:lnTo>
                  <a:pt x="1146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5" y="540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1" y="536"/>
                </a:lnTo>
                <a:lnTo>
                  <a:pt x="1162" y="535"/>
                </a:lnTo>
                <a:lnTo>
                  <a:pt x="1163" y="536"/>
                </a:lnTo>
                <a:lnTo>
                  <a:pt x="1164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9" y="536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7" y="532"/>
                </a:lnTo>
                <a:lnTo>
                  <a:pt x="1189" y="531"/>
                </a:lnTo>
                <a:lnTo>
                  <a:pt x="1190" y="531"/>
                </a:lnTo>
                <a:lnTo>
                  <a:pt x="1192" y="530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8"/>
                </a:lnTo>
                <a:lnTo>
                  <a:pt x="1206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10" y="529"/>
                </a:lnTo>
                <a:lnTo>
                  <a:pt x="1211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9" y="529"/>
                </a:lnTo>
                <a:lnTo>
                  <a:pt x="1220" y="529"/>
                </a:lnTo>
                <a:lnTo>
                  <a:pt x="1221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5" y="533"/>
                </a:lnTo>
                <a:lnTo>
                  <a:pt x="1226" y="533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1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9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7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3" y="534"/>
                </a:lnTo>
                <a:lnTo>
                  <a:pt x="1242" y="534"/>
                </a:lnTo>
                <a:lnTo>
                  <a:pt x="1241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31" y="538"/>
                </a:lnTo>
                <a:lnTo>
                  <a:pt x="1230" y="538"/>
                </a:lnTo>
                <a:lnTo>
                  <a:pt x="1229" y="538"/>
                </a:lnTo>
                <a:lnTo>
                  <a:pt x="1229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7" y="541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4" y="542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9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7" y="546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7" y="551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7" y="554"/>
                </a:lnTo>
                <a:lnTo>
                  <a:pt x="1217" y="555"/>
                </a:lnTo>
                <a:lnTo>
                  <a:pt x="1216" y="555"/>
                </a:lnTo>
                <a:lnTo>
                  <a:pt x="1215" y="557"/>
                </a:lnTo>
                <a:lnTo>
                  <a:pt x="1214" y="557"/>
                </a:lnTo>
                <a:lnTo>
                  <a:pt x="1214" y="558"/>
                </a:lnTo>
                <a:lnTo>
                  <a:pt x="1213" y="558"/>
                </a:lnTo>
                <a:lnTo>
                  <a:pt x="1213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8" y="566"/>
                </a:lnTo>
                <a:lnTo>
                  <a:pt x="1207" y="566"/>
                </a:lnTo>
                <a:lnTo>
                  <a:pt x="1206" y="566"/>
                </a:lnTo>
                <a:lnTo>
                  <a:pt x="1206" y="567"/>
                </a:lnTo>
                <a:lnTo>
                  <a:pt x="1205" y="567"/>
                </a:lnTo>
                <a:lnTo>
                  <a:pt x="1205" y="568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1" y="578"/>
                </a:lnTo>
                <a:lnTo>
                  <a:pt x="1211" y="579"/>
                </a:lnTo>
                <a:lnTo>
                  <a:pt x="1210" y="579"/>
                </a:lnTo>
                <a:lnTo>
                  <a:pt x="1210" y="580"/>
                </a:lnTo>
                <a:lnTo>
                  <a:pt x="1211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600"/>
                </a:lnTo>
                <a:lnTo>
                  <a:pt x="1225" y="601"/>
                </a:lnTo>
                <a:lnTo>
                  <a:pt x="1224" y="601"/>
                </a:lnTo>
                <a:lnTo>
                  <a:pt x="1224" y="602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2" y="604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7" y="613"/>
                </a:lnTo>
                <a:lnTo>
                  <a:pt x="1216" y="613"/>
                </a:lnTo>
                <a:lnTo>
                  <a:pt x="1215" y="613"/>
                </a:lnTo>
                <a:lnTo>
                  <a:pt x="1215" y="614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3" y="617"/>
                </a:lnTo>
                <a:lnTo>
                  <a:pt x="1212" y="617"/>
                </a:lnTo>
                <a:lnTo>
                  <a:pt x="1212" y="618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8" y="623"/>
                </a:lnTo>
                <a:lnTo>
                  <a:pt x="1207" y="623"/>
                </a:lnTo>
                <a:lnTo>
                  <a:pt x="1207" y="624"/>
                </a:lnTo>
                <a:lnTo>
                  <a:pt x="1206" y="624"/>
                </a:lnTo>
                <a:lnTo>
                  <a:pt x="1205" y="624"/>
                </a:lnTo>
                <a:lnTo>
                  <a:pt x="1205" y="625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2" y="626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5" y="628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4" y="629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2"/>
                </a:lnTo>
                <a:lnTo>
                  <a:pt x="1180" y="633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9" y="636"/>
                </a:lnTo>
                <a:lnTo>
                  <a:pt x="1178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4" y="638"/>
                </a:lnTo>
                <a:lnTo>
                  <a:pt x="1173" y="638"/>
                </a:lnTo>
                <a:lnTo>
                  <a:pt x="1173" y="639"/>
                </a:lnTo>
                <a:lnTo>
                  <a:pt x="1172" y="639"/>
                </a:lnTo>
                <a:lnTo>
                  <a:pt x="1172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1" y="644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1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60"/>
                </a:lnTo>
                <a:lnTo>
                  <a:pt x="1176" y="661"/>
                </a:lnTo>
                <a:lnTo>
                  <a:pt x="1176" y="662"/>
                </a:lnTo>
                <a:lnTo>
                  <a:pt x="1175" y="662"/>
                </a:lnTo>
                <a:lnTo>
                  <a:pt x="1175" y="663"/>
                </a:lnTo>
                <a:lnTo>
                  <a:pt x="1174" y="663"/>
                </a:lnTo>
                <a:lnTo>
                  <a:pt x="1169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5"/>
                </a:lnTo>
                <a:lnTo>
                  <a:pt x="1167" y="666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7" y="668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70"/>
                </a:lnTo>
                <a:lnTo>
                  <a:pt x="1165" y="672"/>
                </a:lnTo>
                <a:lnTo>
                  <a:pt x="1163" y="673"/>
                </a:lnTo>
                <a:lnTo>
                  <a:pt x="1163" y="674"/>
                </a:lnTo>
                <a:lnTo>
                  <a:pt x="1162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3" y="678"/>
                </a:lnTo>
                <a:lnTo>
                  <a:pt x="1163" y="679"/>
                </a:lnTo>
                <a:lnTo>
                  <a:pt x="1162" y="679"/>
                </a:lnTo>
                <a:lnTo>
                  <a:pt x="1162" y="680"/>
                </a:lnTo>
                <a:lnTo>
                  <a:pt x="1162" y="681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60" y="684"/>
                </a:lnTo>
                <a:lnTo>
                  <a:pt x="1159" y="685"/>
                </a:lnTo>
                <a:lnTo>
                  <a:pt x="1160" y="685"/>
                </a:lnTo>
                <a:lnTo>
                  <a:pt x="1160" y="686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9" y="689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8" y="693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2"/>
                </a:lnTo>
                <a:lnTo>
                  <a:pt x="1158" y="703"/>
                </a:lnTo>
                <a:lnTo>
                  <a:pt x="1159" y="703"/>
                </a:lnTo>
                <a:lnTo>
                  <a:pt x="1159" y="704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4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8" y="715"/>
                </a:lnTo>
                <a:lnTo>
                  <a:pt x="1148" y="716"/>
                </a:lnTo>
                <a:lnTo>
                  <a:pt x="1147" y="716"/>
                </a:lnTo>
                <a:lnTo>
                  <a:pt x="1148" y="716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7" y="720"/>
                </a:lnTo>
                <a:lnTo>
                  <a:pt x="1146" y="720"/>
                </a:lnTo>
                <a:lnTo>
                  <a:pt x="1146" y="721"/>
                </a:lnTo>
                <a:lnTo>
                  <a:pt x="1145" y="722"/>
                </a:lnTo>
                <a:lnTo>
                  <a:pt x="1144" y="722"/>
                </a:lnTo>
                <a:lnTo>
                  <a:pt x="1144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4"/>
                </a:lnTo>
                <a:lnTo>
                  <a:pt x="1151" y="735"/>
                </a:lnTo>
                <a:lnTo>
                  <a:pt x="1151" y="736"/>
                </a:lnTo>
                <a:lnTo>
                  <a:pt x="1150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6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9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9" y="747"/>
                </a:lnTo>
                <a:lnTo>
                  <a:pt x="1148" y="747"/>
                </a:lnTo>
                <a:lnTo>
                  <a:pt x="1148" y="748"/>
                </a:lnTo>
                <a:lnTo>
                  <a:pt x="1148" y="749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5" y="751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3" y="753"/>
                </a:lnTo>
                <a:lnTo>
                  <a:pt x="1143" y="754"/>
                </a:lnTo>
                <a:lnTo>
                  <a:pt x="1142" y="754"/>
                </a:lnTo>
                <a:lnTo>
                  <a:pt x="1142" y="755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7" y="756"/>
                </a:lnTo>
                <a:lnTo>
                  <a:pt x="1136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2" y="768"/>
                </a:lnTo>
                <a:lnTo>
                  <a:pt x="1133" y="768"/>
                </a:lnTo>
                <a:lnTo>
                  <a:pt x="1133" y="769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1" y="772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4"/>
                </a:lnTo>
                <a:lnTo>
                  <a:pt x="1128" y="775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7" y="780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1" y="786"/>
                </a:lnTo>
                <a:lnTo>
                  <a:pt x="1120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2" y="787"/>
                </a:lnTo>
                <a:lnTo>
                  <a:pt x="1111" y="787"/>
                </a:lnTo>
                <a:lnTo>
                  <a:pt x="1111" y="788"/>
                </a:lnTo>
                <a:lnTo>
                  <a:pt x="1112" y="788"/>
                </a:lnTo>
                <a:lnTo>
                  <a:pt x="1112" y="789"/>
                </a:lnTo>
                <a:lnTo>
                  <a:pt x="1111" y="789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90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8" y="800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5" y="807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10" y="810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4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20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3" y="822"/>
                </a:lnTo>
                <a:lnTo>
                  <a:pt x="1092" y="822"/>
                </a:lnTo>
                <a:lnTo>
                  <a:pt x="1092" y="823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8" y="825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2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80" y="833"/>
                </a:lnTo>
                <a:lnTo>
                  <a:pt x="1080" y="834"/>
                </a:lnTo>
                <a:lnTo>
                  <a:pt x="1079" y="834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9"/>
                </a:lnTo>
                <a:lnTo>
                  <a:pt x="1078" y="859"/>
                </a:lnTo>
                <a:lnTo>
                  <a:pt x="1078" y="860"/>
                </a:lnTo>
                <a:lnTo>
                  <a:pt x="1077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5"/>
                </a:lnTo>
                <a:lnTo>
                  <a:pt x="1077" y="865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5" y="866"/>
                </a:lnTo>
                <a:lnTo>
                  <a:pt x="1075" y="867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2" y="868"/>
                </a:lnTo>
                <a:lnTo>
                  <a:pt x="1071" y="868"/>
                </a:lnTo>
                <a:lnTo>
                  <a:pt x="1072" y="868"/>
                </a:lnTo>
                <a:lnTo>
                  <a:pt x="1072" y="869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2" y="876"/>
                </a:lnTo>
                <a:lnTo>
                  <a:pt x="1061" y="876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4"/>
                </a:lnTo>
                <a:lnTo>
                  <a:pt x="968" y="843"/>
                </a:lnTo>
                <a:lnTo>
                  <a:pt x="966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5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8" y="850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1"/>
                </a:lnTo>
                <a:lnTo>
                  <a:pt x="944" y="862"/>
                </a:lnTo>
                <a:lnTo>
                  <a:pt x="945" y="862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7"/>
                </a:lnTo>
                <a:lnTo>
                  <a:pt x="943" y="868"/>
                </a:lnTo>
                <a:lnTo>
                  <a:pt x="942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3"/>
                </a:lnTo>
                <a:lnTo>
                  <a:pt x="936" y="874"/>
                </a:lnTo>
                <a:lnTo>
                  <a:pt x="935" y="875"/>
                </a:lnTo>
                <a:lnTo>
                  <a:pt x="934" y="875"/>
                </a:lnTo>
                <a:lnTo>
                  <a:pt x="933" y="876"/>
                </a:lnTo>
                <a:lnTo>
                  <a:pt x="932" y="876"/>
                </a:lnTo>
                <a:lnTo>
                  <a:pt x="931" y="876"/>
                </a:lnTo>
                <a:lnTo>
                  <a:pt x="931" y="877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3" y="882"/>
                </a:lnTo>
                <a:lnTo>
                  <a:pt x="912" y="883"/>
                </a:lnTo>
                <a:lnTo>
                  <a:pt x="912" y="884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9" y="884"/>
                </a:lnTo>
                <a:lnTo>
                  <a:pt x="908" y="884"/>
                </a:lnTo>
                <a:lnTo>
                  <a:pt x="908" y="885"/>
                </a:lnTo>
                <a:lnTo>
                  <a:pt x="907" y="885"/>
                </a:lnTo>
                <a:lnTo>
                  <a:pt x="906" y="885"/>
                </a:lnTo>
                <a:lnTo>
                  <a:pt x="906" y="886"/>
                </a:lnTo>
                <a:lnTo>
                  <a:pt x="905" y="886"/>
                </a:lnTo>
                <a:lnTo>
                  <a:pt x="904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5" y="884"/>
                </a:lnTo>
                <a:lnTo>
                  <a:pt x="894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4" y="889"/>
                </a:lnTo>
                <a:lnTo>
                  <a:pt x="893" y="889"/>
                </a:lnTo>
                <a:lnTo>
                  <a:pt x="892" y="889"/>
                </a:lnTo>
                <a:lnTo>
                  <a:pt x="891" y="890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900"/>
                </a:lnTo>
                <a:lnTo>
                  <a:pt x="891" y="900"/>
                </a:lnTo>
                <a:lnTo>
                  <a:pt x="891" y="901"/>
                </a:lnTo>
                <a:lnTo>
                  <a:pt x="892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5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8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4"/>
                </a:lnTo>
                <a:lnTo>
                  <a:pt x="906" y="995"/>
                </a:lnTo>
                <a:lnTo>
                  <a:pt x="906" y="996"/>
                </a:lnTo>
                <a:lnTo>
                  <a:pt x="905" y="996"/>
                </a:lnTo>
                <a:lnTo>
                  <a:pt x="905" y="997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6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6" y="1010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5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2" y="1034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7"/>
                </a:lnTo>
                <a:lnTo>
                  <a:pt x="897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2" y="1033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4" y="1031"/>
                </a:lnTo>
                <a:lnTo>
                  <a:pt x="884" y="1032"/>
                </a:lnTo>
                <a:lnTo>
                  <a:pt x="882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80" y="1034"/>
                </a:lnTo>
                <a:lnTo>
                  <a:pt x="879" y="1035"/>
                </a:lnTo>
                <a:lnTo>
                  <a:pt x="878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6" y="1038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2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9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5"/>
                </a:lnTo>
                <a:lnTo>
                  <a:pt x="830" y="995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3"/>
                </a:lnTo>
                <a:lnTo>
                  <a:pt x="827" y="982"/>
                </a:lnTo>
                <a:lnTo>
                  <a:pt x="828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5" y="976"/>
                </a:lnTo>
                <a:lnTo>
                  <a:pt x="824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6"/>
                </a:lnTo>
                <a:lnTo>
                  <a:pt x="812" y="986"/>
                </a:lnTo>
                <a:lnTo>
                  <a:pt x="812" y="987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6" y="993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6" y="979"/>
                </a:lnTo>
                <a:lnTo>
                  <a:pt x="786" y="978"/>
                </a:lnTo>
                <a:lnTo>
                  <a:pt x="785" y="979"/>
                </a:lnTo>
                <a:lnTo>
                  <a:pt x="785" y="980"/>
                </a:lnTo>
                <a:lnTo>
                  <a:pt x="784" y="980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6"/>
                </a:lnTo>
                <a:lnTo>
                  <a:pt x="776" y="987"/>
                </a:lnTo>
                <a:lnTo>
                  <a:pt x="776" y="986"/>
                </a:lnTo>
                <a:lnTo>
                  <a:pt x="776" y="987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6" y="990"/>
                </a:lnTo>
                <a:lnTo>
                  <a:pt x="775" y="990"/>
                </a:lnTo>
                <a:lnTo>
                  <a:pt x="775" y="991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2" y="992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9" y="993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6" y="995"/>
                </a:lnTo>
                <a:lnTo>
                  <a:pt x="745" y="996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4" y="1006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6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6" y="1022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7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9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7"/>
                </a:lnTo>
                <a:lnTo>
                  <a:pt x="695" y="1027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7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7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7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6" y="975"/>
                </a:lnTo>
                <a:lnTo>
                  <a:pt x="666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8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2" y="931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40" y="933"/>
                </a:lnTo>
                <a:lnTo>
                  <a:pt x="639" y="933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3" y="941"/>
                </a:lnTo>
                <a:lnTo>
                  <a:pt x="632" y="941"/>
                </a:lnTo>
                <a:lnTo>
                  <a:pt x="632" y="942"/>
                </a:lnTo>
                <a:lnTo>
                  <a:pt x="632" y="943"/>
                </a:lnTo>
                <a:lnTo>
                  <a:pt x="631" y="944"/>
                </a:lnTo>
                <a:lnTo>
                  <a:pt x="630" y="944"/>
                </a:lnTo>
                <a:lnTo>
                  <a:pt x="630" y="945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0" y="945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4" y="949"/>
                </a:lnTo>
                <a:lnTo>
                  <a:pt x="624" y="950"/>
                </a:lnTo>
                <a:lnTo>
                  <a:pt x="624" y="951"/>
                </a:lnTo>
                <a:lnTo>
                  <a:pt x="623" y="951"/>
                </a:lnTo>
                <a:lnTo>
                  <a:pt x="623" y="952"/>
                </a:lnTo>
                <a:lnTo>
                  <a:pt x="622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6"/>
                </a:lnTo>
                <a:lnTo>
                  <a:pt x="623" y="966"/>
                </a:lnTo>
                <a:lnTo>
                  <a:pt x="623" y="967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2" y="971"/>
                </a:lnTo>
                <a:lnTo>
                  <a:pt x="611" y="971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7" y="963"/>
                </a:lnTo>
                <a:lnTo>
                  <a:pt x="586" y="963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9" y="956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9" y="938"/>
                </a:lnTo>
                <a:lnTo>
                  <a:pt x="569" y="937"/>
                </a:lnTo>
                <a:lnTo>
                  <a:pt x="570" y="937"/>
                </a:lnTo>
                <a:lnTo>
                  <a:pt x="570" y="936"/>
                </a:lnTo>
                <a:lnTo>
                  <a:pt x="571" y="935"/>
                </a:lnTo>
                <a:lnTo>
                  <a:pt x="571" y="934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8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6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40" y="916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2" y="920"/>
                </a:lnTo>
                <a:lnTo>
                  <a:pt x="531" y="921"/>
                </a:lnTo>
                <a:lnTo>
                  <a:pt x="530" y="921"/>
                </a:lnTo>
                <a:lnTo>
                  <a:pt x="530" y="922"/>
                </a:lnTo>
                <a:lnTo>
                  <a:pt x="529" y="922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3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5"/>
                </a:lnTo>
                <a:lnTo>
                  <a:pt x="524" y="894"/>
                </a:lnTo>
                <a:lnTo>
                  <a:pt x="524" y="893"/>
                </a:lnTo>
                <a:lnTo>
                  <a:pt x="525" y="893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7" y="888"/>
                </a:lnTo>
                <a:lnTo>
                  <a:pt x="528" y="888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2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28" y="878"/>
                </a:lnTo>
                <a:lnTo>
                  <a:pt x="529" y="878"/>
                </a:lnTo>
                <a:lnTo>
                  <a:pt x="529" y="877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3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1" y="864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7" y="864"/>
                </a:lnTo>
                <a:lnTo>
                  <a:pt x="506" y="864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0" y="858"/>
                </a:lnTo>
                <a:lnTo>
                  <a:pt x="499" y="858"/>
                </a:lnTo>
                <a:lnTo>
                  <a:pt x="497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4" y="856"/>
                </a:lnTo>
                <a:lnTo>
                  <a:pt x="493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4"/>
                </a:lnTo>
                <a:lnTo>
                  <a:pt x="488" y="854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4" y="854"/>
                </a:lnTo>
                <a:lnTo>
                  <a:pt x="473" y="854"/>
                </a:lnTo>
                <a:lnTo>
                  <a:pt x="472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4" y="862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1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6" y="863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8" y="861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60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7" y="850"/>
                </a:lnTo>
                <a:lnTo>
                  <a:pt x="416" y="849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4"/>
                </a:lnTo>
                <a:lnTo>
                  <a:pt x="410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40"/>
                </a:lnTo>
                <a:lnTo>
                  <a:pt x="408" y="840"/>
                </a:lnTo>
                <a:lnTo>
                  <a:pt x="408" y="839"/>
                </a:lnTo>
                <a:lnTo>
                  <a:pt x="408" y="838"/>
                </a:lnTo>
                <a:lnTo>
                  <a:pt x="409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9" y="831"/>
                </a:lnTo>
                <a:lnTo>
                  <a:pt x="409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8" y="829"/>
                </a:lnTo>
                <a:lnTo>
                  <a:pt x="409" y="829"/>
                </a:lnTo>
                <a:lnTo>
                  <a:pt x="409" y="828"/>
                </a:lnTo>
                <a:lnTo>
                  <a:pt x="408" y="827"/>
                </a:lnTo>
                <a:lnTo>
                  <a:pt x="408" y="828"/>
                </a:lnTo>
                <a:lnTo>
                  <a:pt x="407" y="828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7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6"/>
                </a:lnTo>
                <a:lnTo>
                  <a:pt x="405" y="826"/>
                </a:lnTo>
                <a:lnTo>
                  <a:pt x="404" y="826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400" y="825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8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30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6" y="827"/>
                </a:lnTo>
                <a:lnTo>
                  <a:pt x="386" y="828"/>
                </a:lnTo>
                <a:lnTo>
                  <a:pt x="384" y="828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3" y="832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9" y="836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5" y="835"/>
                </a:lnTo>
                <a:lnTo>
                  <a:pt x="365" y="836"/>
                </a:lnTo>
                <a:lnTo>
                  <a:pt x="364" y="836"/>
                </a:lnTo>
                <a:lnTo>
                  <a:pt x="362" y="836"/>
                </a:lnTo>
                <a:lnTo>
                  <a:pt x="361" y="837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8"/>
                </a:lnTo>
                <a:lnTo>
                  <a:pt x="354" y="838"/>
                </a:lnTo>
                <a:lnTo>
                  <a:pt x="353" y="838"/>
                </a:lnTo>
                <a:lnTo>
                  <a:pt x="352" y="839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1"/>
                </a:lnTo>
                <a:lnTo>
                  <a:pt x="348" y="830"/>
                </a:lnTo>
                <a:lnTo>
                  <a:pt x="348" y="827"/>
                </a:lnTo>
                <a:lnTo>
                  <a:pt x="347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3"/>
                </a:lnTo>
                <a:lnTo>
                  <a:pt x="333" y="833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4" y="830"/>
                </a:lnTo>
                <a:lnTo>
                  <a:pt x="324" y="829"/>
                </a:lnTo>
                <a:lnTo>
                  <a:pt x="323" y="829"/>
                </a:lnTo>
                <a:lnTo>
                  <a:pt x="323" y="830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2"/>
                </a:lnTo>
                <a:lnTo>
                  <a:pt x="314" y="832"/>
                </a:lnTo>
                <a:lnTo>
                  <a:pt x="314" y="833"/>
                </a:lnTo>
                <a:lnTo>
                  <a:pt x="313" y="833"/>
                </a:lnTo>
                <a:lnTo>
                  <a:pt x="312" y="833"/>
                </a:lnTo>
                <a:lnTo>
                  <a:pt x="311" y="833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299" y="833"/>
                </a:lnTo>
                <a:lnTo>
                  <a:pt x="299" y="832"/>
                </a:lnTo>
                <a:lnTo>
                  <a:pt x="298" y="831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3" y="832"/>
                </a:lnTo>
                <a:lnTo>
                  <a:pt x="292" y="832"/>
                </a:lnTo>
                <a:lnTo>
                  <a:pt x="292" y="833"/>
                </a:lnTo>
                <a:lnTo>
                  <a:pt x="291" y="833"/>
                </a:lnTo>
                <a:lnTo>
                  <a:pt x="291" y="832"/>
                </a:lnTo>
                <a:lnTo>
                  <a:pt x="290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7" y="822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3"/>
                </a:lnTo>
                <a:lnTo>
                  <a:pt x="275" y="812"/>
                </a:lnTo>
                <a:lnTo>
                  <a:pt x="275" y="813"/>
                </a:lnTo>
                <a:lnTo>
                  <a:pt x="274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5"/>
                </a:lnTo>
                <a:lnTo>
                  <a:pt x="269" y="815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1"/>
                </a:lnTo>
                <a:lnTo>
                  <a:pt x="268" y="810"/>
                </a:lnTo>
                <a:lnTo>
                  <a:pt x="266" y="810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8" y="801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8" y="797"/>
                </a:lnTo>
                <a:lnTo>
                  <a:pt x="259" y="796"/>
                </a:lnTo>
                <a:lnTo>
                  <a:pt x="260" y="796"/>
                </a:lnTo>
                <a:lnTo>
                  <a:pt x="261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59" y="792"/>
                </a:lnTo>
                <a:lnTo>
                  <a:pt x="260" y="792"/>
                </a:lnTo>
                <a:lnTo>
                  <a:pt x="261" y="792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8"/>
                </a:lnTo>
                <a:lnTo>
                  <a:pt x="260" y="787"/>
                </a:lnTo>
                <a:lnTo>
                  <a:pt x="260" y="786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1" y="780"/>
                </a:lnTo>
                <a:lnTo>
                  <a:pt x="251" y="779"/>
                </a:lnTo>
                <a:lnTo>
                  <a:pt x="252" y="779"/>
                </a:lnTo>
                <a:lnTo>
                  <a:pt x="252" y="778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6" y="777"/>
                </a:lnTo>
                <a:lnTo>
                  <a:pt x="256" y="776"/>
                </a:lnTo>
                <a:lnTo>
                  <a:pt x="257" y="776"/>
                </a:lnTo>
                <a:lnTo>
                  <a:pt x="256" y="776"/>
                </a:lnTo>
                <a:lnTo>
                  <a:pt x="256" y="775"/>
                </a:lnTo>
                <a:lnTo>
                  <a:pt x="255" y="775"/>
                </a:lnTo>
                <a:lnTo>
                  <a:pt x="254" y="775"/>
                </a:lnTo>
                <a:lnTo>
                  <a:pt x="254" y="774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6" y="768"/>
                </a:lnTo>
                <a:lnTo>
                  <a:pt x="256" y="767"/>
                </a:lnTo>
                <a:lnTo>
                  <a:pt x="256" y="766"/>
                </a:lnTo>
                <a:lnTo>
                  <a:pt x="255" y="766"/>
                </a:lnTo>
                <a:lnTo>
                  <a:pt x="254" y="766"/>
                </a:lnTo>
                <a:lnTo>
                  <a:pt x="254" y="765"/>
                </a:lnTo>
                <a:lnTo>
                  <a:pt x="254" y="764"/>
                </a:lnTo>
                <a:lnTo>
                  <a:pt x="255" y="764"/>
                </a:lnTo>
                <a:lnTo>
                  <a:pt x="256" y="764"/>
                </a:lnTo>
                <a:lnTo>
                  <a:pt x="256" y="763"/>
                </a:lnTo>
                <a:lnTo>
                  <a:pt x="256" y="762"/>
                </a:lnTo>
                <a:lnTo>
                  <a:pt x="255" y="762"/>
                </a:lnTo>
                <a:lnTo>
                  <a:pt x="254" y="761"/>
                </a:lnTo>
                <a:lnTo>
                  <a:pt x="254" y="760"/>
                </a:lnTo>
                <a:lnTo>
                  <a:pt x="255" y="760"/>
                </a:lnTo>
                <a:lnTo>
                  <a:pt x="255" y="759"/>
                </a:lnTo>
                <a:lnTo>
                  <a:pt x="255" y="758"/>
                </a:lnTo>
                <a:lnTo>
                  <a:pt x="254" y="758"/>
                </a:lnTo>
                <a:lnTo>
                  <a:pt x="253" y="758"/>
                </a:lnTo>
                <a:lnTo>
                  <a:pt x="253" y="759"/>
                </a:lnTo>
                <a:lnTo>
                  <a:pt x="252" y="759"/>
                </a:lnTo>
                <a:lnTo>
                  <a:pt x="252" y="758"/>
                </a:lnTo>
                <a:lnTo>
                  <a:pt x="252" y="757"/>
                </a:lnTo>
                <a:lnTo>
                  <a:pt x="253" y="757"/>
                </a:lnTo>
                <a:lnTo>
                  <a:pt x="252" y="756"/>
                </a:lnTo>
                <a:lnTo>
                  <a:pt x="251" y="755"/>
                </a:lnTo>
                <a:lnTo>
                  <a:pt x="251" y="754"/>
                </a:lnTo>
                <a:lnTo>
                  <a:pt x="251" y="753"/>
                </a:lnTo>
                <a:lnTo>
                  <a:pt x="252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0"/>
                </a:lnTo>
                <a:lnTo>
                  <a:pt x="250" y="750"/>
                </a:lnTo>
                <a:lnTo>
                  <a:pt x="250" y="749"/>
                </a:lnTo>
                <a:lnTo>
                  <a:pt x="250" y="748"/>
                </a:lnTo>
                <a:lnTo>
                  <a:pt x="251" y="748"/>
                </a:lnTo>
                <a:lnTo>
                  <a:pt x="251" y="747"/>
                </a:lnTo>
                <a:lnTo>
                  <a:pt x="252" y="747"/>
                </a:lnTo>
                <a:lnTo>
                  <a:pt x="251" y="746"/>
                </a:lnTo>
                <a:lnTo>
                  <a:pt x="251" y="745"/>
                </a:lnTo>
                <a:lnTo>
                  <a:pt x="249" y="746"/>
                </a:lnTo>
                <a:lnTo>
                  <a:pt x="248" y="746"/>
                </a:lnTo>
                <a:lnTo>
                  <a:pt x="248" y="747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48"/>
                </a:lnTo>
                <a:lnTo>
                  <a:pt x="245" y="748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3" y="745"/>
                </a:lnTo>
                <a:lnTo>
                  <a:pt x="242" y="744"/>
                </a:lnTo>
                <a:lnTo>
                  <a:pt x="241" y="744"/>
                </a:lnTo>
                <a:lnTo>
                  <a:pt x="239" y="745"/>
                </a:lnTo>
                <a:lnTo>
                  <a:pt x="239" y="746"/>
                </a:lnTo>
                <a:lnTo>
                  <a:pt x="238" y="746"/>
                </a:lnTo>
                <a:lnTo>
                  <a:pt x="237" y="746"/>
                </a:lnTo>
                <a:lnTo>
                  <a:pt x="237" y="747"/>
                </a:lnTo>
                <a:lnTo>
                  <a:pt x="236" y="747"/>
                </a:lnTo>
                <a:lnTo>
                  <a:pt x="235" y="747"/>
                </a:lnTo>
                <a:lnTo>
                  <a:pt x="235" y="748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9"/>
                </a:lnTo>
                <a:lnTo>
                  <a:pt x="229" y="749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1" y="749"/>
                </a:lnTo>
                <a:lnTo>
                  <a:pt x="220" y="749"/>
                </a:lnTo>
                <a:lnTo>
                  <a:pt x="219" y="749"/>
                </a:lnTo>
                <a:lnTo>
                  <a:pt x="219" y="750"/>
                </a:lnTo>
                <a:lnTo>
                  <a:pt x="218" y="750"/>
                </a:lnTo>
                <a:lnTo>
                  <a:pt x="218" y="751"/>
                </a:lnTo>
                <a:lnTo>
                  <a:pt x="217" y="751"/>
                </a:lnTo>
                <a:lnTo>
                  <a:pt x="216" y="751"/>
                </a:lnTo>
                <a:lnTo>
                  <a:pt x="216" y="752"/>
                </a:lnTo>
                <a:lnTo>
                  <a:pt x="215" y="752"/>
                </a:lnTo>
                <a:lnTo>
                  <a:pt x="215" y="751"/>
                </a:lnTo>
                <a:lnTo>
                  <a:pt x="214" y="751"/>
                </a:lnTo>
                <a:lnTo>
                  <a:pt x="213" y="751"/>
                </a:lnTo>
                <a:lnTo>
                  <a:pt x="212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9" y="749"/>
                </a:lnTo>
                <a:lnTo>
                  <a:pt x="208" y="749"/>
                </a:lnTo>
                <a:lnTo>
                  <a:pt x="208" y="750"/>
                </a:lnTo>
                <a:lnTo>
                  <a:pt x="208" y="749"/>
                </a:lnTo>
                <a:lnTo>
                  <a:pt x="208" y="750"/>
                </a:lnTo>
                <a:lnTo>
                  <a:pt x="207" y="750"/>
                </a:lnTo>
                <a:lnTo>
                  <a:pt x="206" y="751"/>
                </a:lnTo>
                <a:lnTo>
                  <a:pt x="205" y="751"/>
                </a:lnTo>
                <a:lnTo>
                  <a:pt x="204" y="751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1" y="751"/>
                </a:lnTo>
                <a:lnTo>
                  <a:pt x="200" y="750"/>
                </a:lnTo>
                <a:lnTo>
                  <a:pt x="199" y="751"/>
                </a:lnTo>
                <a:lnTo>
                  <a:pt x="200" y="751"/>
                </a:lnTo>
                <a:lnTo>
                  <a:pt x="199" y="751"/>
                </a:lnTo>
                <a:lnTo>
                  <a:pt x="200" y="751"/>
                </a:lnTo>
                <a:lnTo>
                  <a:pt x="200" y="752"/>
                </a:lnTo>
                <a:lnTo>
                  <a:pt x="199" y="752"/>
                </a:lnTo>
                <a:lnTo>
                  <a:pt x="197" y="752"/>
                </a:lnTo>
                <a:lnTo>
                  <a:pt x="196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50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9" y="748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4" y="747"/>
                </a:lnTo>
                <a:lnTo>
                  <a:pt x="183" y="748"/>
                </a:lnTo>
                <a:lnTo>
                  <a:pt x="179" y="750"/>
                </a:lnTo>
                <a:lnTo>
                  <a:pt x="178" y="750"/>
                </a:lnTo>
                <a:lnTo>
                  <a:pt x="180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4" y="718"/>
                </a:lnTo>
                <a:lnTo>
                  <a:pt x="164" y="717"/>
                </a:lnTo>
                <a:lnTo>
                  <a:pt x="164" y="716"/>
                </a:lnTo>
                <a:lnTo>
                  <a:pt x="166" y="716"/>
                </a:lnTo>
                <a:lnTo>
                  <a:pt x="168" y="716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70" y="711"/>
                </a:lnTo>
                <a:lnTo>
                  <a:pt x="171" y="713"/>
                </a:lnTo>
                <a:lnTo>
                  <a:pt x="171" y="715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8" y="713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4" y="714"/>
                </a:lnTo>
                <a:lnTo>
                  <a:pt x="184" y="715"/>
                </a:lnTo>
                <a:lnTo>
                  <a:pt x="185" y="714"/>
                </a:lnTo>
                <a:lnTo>
                  <a:pt x="186" y="714"/>
                </a:lnTo>
                <a:lnTo>
                  <a:pt x="185" y="713"/>
                </a:lnTo>
                <a:lnTo>
                  <a:pt x="187" y="713"/>
                </a:lnTo>
                <a:lnTo>
                  <a:pt x="188" y="712"/>
                </a:lnTo>
                <a:lnTo>
                  <a:pt x="189" y="712"/>
                </a:lnTo>
                <a:lnTo>
                  <a:pt x="189" y="711"/>
                </a:lnTo>
                <a:lnTo>
                  <a:pt x="188" y="710"/>
                </a:lnTo>
                <a:lnTo>
                  <a:pt x="189" y="709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5" y="706"/>
                </a:lnTo>
                <a:lnTo>
                  <a:pt x="196" y="706"/>
                </a:lnTo>
                <a:lnTo>
                  <a:pt x="197" y="706"/>
                </a:lnTo>
                <a:lnTo>
                  <a:pt x="202" y="705"/>
                </a:lnTo>
                <a:lnTo>
                  <a:pt x="203" y="705"/>
                </a:lnTo>
                <a:lnTo>
                  <a:pt x="207" y="705"/>
                </a:lnTo>
                <a:lnTo>
                  <a:pt x="210" y="705"/>
                </a:lnTo>
                <a:lnTo>
                  <a:pt x="211" y="705"/>
                </a:lnTo>
                <a:lnTo>
                  <a:pt x="213" y="705"/>
                </a:lnTo>
                <a:lnTo>
                  <a:pt x="216" y="705"/>
                </a:lnTo>
                <a:lnTo>
                  <a:pt x="219" y="705"/>
                </a:lnTo>
                <a:lnTo>
                  <a:pt x="219" y="703"/>
                </a:lnTo>
                <a:lnTo>
                  <a:pt x="220" y="701"/>
                </a:lnTo>
                <a:lnTo>
                  <a:pt x="221" y="701"/>
                </a:lnTo>
                <a:lnTo>
                  <a:pt x="221" y="700"/>
                </a:lnTo>
                <a:lnTo>
                  <a:pt x="221" y="699"/>
                </a:lnTo>
                <a:lnTo>
                  <a:pt x="221" y="698"/>
                </a:lnTo>
                <a:lnTo>
                  <a:pt x="221" y="697"/>
                </a:lnTo>
                <a:lnTo>
                  <a:pt x="221" y="695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2" y="692"/>
                </a:lnTo>
                <a:lnTo>
                  <a:pt x="219" y="692"/>
                </a:lnTo>
                <a:lnTo>
                  <a:pt x="218" y="692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8" y="690"/>
                </a:lnTo>
                <a:lnTo>
                  <a:pt x="219" y="690"/>
                </a:lnTo>
                <a:lnTo>
                  <a:pt x="220" y="690"/>
                </a:lnTo>
                <a:lnTo>
                  <a:pt x="220" y="689"/>
                </a:lnTo>
                <a:lnTo>
                  <a:pt x="221" y="689"/>
                </a:lnTo>
                <a:lnTo>
                  <a:pt x="221" y="688"/>
                </a:lnTo>
                <a:lnTo>
                  <a:pt x="220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6"/>
                </a:lnTo>
                <a:lnTo>
                  <a:pt x="219" y="685"/>
                </a:lnTo>
                <a:lnTo>
                  <a:pt x="219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1"/>
                </a:lnTo>
                <a:lnTo>
                  <a:pt x="214" y="691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91"/>
                </a:lnTo>
                <a:lnTo>
                  <a:pt x="211" y="691"/>
                </a:lnTo>
                <a:lnTo>
                  <a:pt x="210" y="691"/>
                </a:lnTo>
                <a:lnTo>
                  <a:pt x="210" y="690"/>
                </a:lnTo>
                <a:lnTo>
                  <a:pt x="209" y="690"/>
                </a:lnTo>
                <a:lnTo>
                  <a:pt x="209" y="689"/>
                </a:lnTo>
                <a:lnTo>
                  <a:pt x="208" y="689"/>
                </a:lnTo>
                <a:lnTo>
                  <a:pt x="208" y="687"/>
                </a:lnTo>
                <a:lnTo>
                  <a:pt x="209" y="687"/>
                </a:lnTo>
                <a:lnTo>
                  <a:pt x="209" y="686"/>
                </a:lnTo>
                <a:lnTo>
                  <a:pt x="209" y="684"/>
                </a:lnTo>
                <a:lnTo>
                  <a:pt x="210" y="684"/>
                </a:lnTo>
                <a:lnTo>
                  <a:pt x="210" y="683"/>
                </a:lnTo>
                <a:lnTo>
                  <a:pt x="210" y="682"/>
                </a:lnTo>
                <a:lnTo>
                  <a:pt x="211" y="682"/>
                </a:lnTo>
                <a:lnTo>
                  <a:pt x="211" y="681"/>
                </a:lnTo>
                <a:lnTo>
                  <a:pt x="212" y="681"/>
                </a:lnTo>
                <a:lnTo>
                  <a:pt x="212" y="680"/>
                </a:lnTo>
                <a:lnTo>
                  <a:pt x="212" y="679"/>
                </a:lnTo>
                <a:lnTo>
                  <a:pt x="212" y="677"/>
                </a:lnTo>
                <a:lnTo>
                  <a:pt x="211" y="677"/>
                </a:lnTo>
                <a:lnTo>
                  <a:pt x="211" y="678"/>
                </a:lnTo>
                <a:lnTo>
                  <a:pt x="209" y="678"/>
                </a:lnTo>
                <a:lnTo>
                  <a:pt x="208" y="677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8"/>
                </a:lnTo>
                <a:lnTo>
                  <a:pt x="205" y="679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200" y="678"/>
                </a:lnTo>
                <a:lnTo>
                  <a:pt x="199" y="677"/>
                </a:lnTo>
                <a:lnTo>
                  <a:pt x="197" y="677"/>
                </a:lnTo>
                <a:lnTo>
                  <a:pt x="196" y="676"/>
                </a:lnTo>
                <a:lnTo>
                  <a:pt x="196" y="675"/>
                </a:lnTo>
                <a:lnTo>
                  <a:pt x="195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4"/>
                </a:lnTo>
                <a:lnTo>
                  <a:pt x="191" y="675"/>
                </a:lnTo>
                <a:lnTo>
                  <a:pt x="191" y="676"/>
                </a:lnTo>
                <a:lnTo>
                  <a:pt x="193" y="676"/>
                </a:lnTo>
                <a:lnTo>
                  <a:pt x="195" y="676"/>
                </a:lnTo>
                <a:lnTo>
                  <a:pt x="196" y="676"/>
                </a:lnTo>
                <a:lnTo>
                  <a:pt x="197" y="677"/>
                </a:lnTo>
                <a:lnTo>
                  <a:pt x="199" y="677"/>
                </a:lnTo>
                <a:lnTo>
                  <a:pt x="199" y="678"/>
                </a:lnTo>
                <a:lnTo>
                  <a:pt x="200" y="678"/>
                </a:lnTo>
                <a:lnTo>
                  <a:pt x="200" y="679"/>
                </a:lnTo>
                <a:lnTo>
                  <a:pt x="201" y="679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1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1" y="694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80" y="698"/>
                </a:lnTo>
                <a:lnTo>
                  <a:pt x="179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700"/>
                </a:lnTo>
                <a:lnTo>
                  <a:pt x="167" y="700"/>
                </a:lnTo>
                <a:lnTo>
                  <a:pt x="167" y="701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60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8" y="695"/>
                </a:lnTo>
                <a:lnTo>
                  <a:pt x="157" y="695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5" y="689"/>
                </a:lnTo>
                <a:lnTo>
                  <a:pt x="155" y="688"/>
                </a:lnTo>
                <a:lnTo>
                  <a:pt x="154" y="688"/>
                </a:lnTo>
                <a:lnTo>
                  <a:pt x="155" y="687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3" y="684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3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4" y="674"/>
                </a:lnTo>
                <a:lnTo>
                  <a:pt x="144" y="672"/>
                </a:lnTo>
                <a:lnTo>
                  <a:pt x="145" y="671"/>
                </a:lnTo>
                <a:lnTo>
                  <a:pt x="146" y="671"/>
                </a:lnTo>
                <a:lnTo>
                  <a:pt x="147" y="670"/>
                </a:lnTo>
                <a:lnTo>
                  <a:pt x="147" y="669"/>
                </a:lnTo>
                <a:lnTo>
                  <a:pt x="149" y="669"/>
                </a:lnTo>
                <a:lnTo>
                  <a:pt x="149" y="668"/>
                </a:lnTo>
                <a:lnTo>
                  <a:pt x="150" y="668"/>
                </a:lnTo>
                <a:lnTo>
                  <a:pt x="150" y="667"/>
                </a:lnTo>
                <a:lnTo>
                  <a:pt x="151" y="667"/>
                </a:lnTo>
                <a:lnTo>
                  <a:pt x="150" y="666"/>
                </a:lnTo>
                <a:lnTo>
                  <a:pt x="150" y="665"/>
                </a:lnTo>
                <a:lnTo>
                  <a:pt x="150" y="666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9" y="659"/>
                </a:lnTo>
                <a:lnTo>
                  <a:pt x="128" y="657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2" y="653"/>
                </a:lnTo>
                <a:lnTo>
                  <a:pt x="122" y="652"/>
                </a:lnTo>
                <a:lnTo>
                  <a:pt x="121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5" y="642"/>
                </a:lnTo>
                <a:lnTo>
                  <a:pt x="114" y="642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2" y="636"/>
                </a:lnTo>
                <a:lnTo>
                  <a:pt x="113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8" y="633"/>
                </a:lnTo>
                <a:lnTo>
                  <a:pt x="119" y="632"/>
                </a:lnTo>
                <a:lnTo>
                  <a:pt x="120" y="631"/>
                </a:lnTo>
                <a:lnTo>
                  <a:pt x="120" y="630"/>
                </a:lnTo>
                <a:lnTo>
                  <a:pt x="120" y="627"/>
                </a:lnTo>
                <a:lnTo>
                  <a:pt x="121" y="626"/>
                </a:lnTo>
                <a:lnTo>
                  <a:pt x="122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4" y="621"/>
                </a:lnTo>
                <a:lnTo>
                  <a:pt x="124" y="620"/>
                </a:lnTo>
                <a:lnTo>
                  <a:pt x="125" y="618"/>
                </a:lnTo>
                <a:lnTo>
                  <a:pt x="126" y="618"/>
                </a:lnTo>
                <a:lnTo>
                  <a:pt x="127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40" y="611"/>
                </a:lnTo>
                <a:lnTo>
                  <a:pt x="142" y="610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6" y="607"/>
                </a:lnTo>
                <a:lnTo>
                  <a:pt x="148" y="605"/>
                </a:lnTo>
                <a:lnTo>
                  <a:pt x="149" y="605"/>
                </a:lnTo>
                <a:lnTo>
                  <a:pt x="150" y="604"/>
                </a:lnTo>
                <a:lnTo>
                  <a:pt x="151" y="603"/>
                </a:lnTo>
                <a:lnTo>
                  <a:pt x="153" y="603"/>
                </a:lnTo>
                <a:lnTo>
                  <a:pt x="156" y="602"/>
                </a:lnTo>
                <a:lnTo>
                  <a:pt x="158" y="601"/>
                </a:lnTo>
                <a:lnTo>
                  <a:pt x="159" y="601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1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9" y="593"/>
                </a:lnTo>
                <a:lnTo>
                  <a:pt x="181" y="590"/>
                </a:lnTo>
                <a:lnTo>
                  <a:pt x="182" y="589"/>
                </a:lnTo>
                <a:lnTo>
                  <a:pt x="183" y="588"/>
                </a:lnTo>
                <a:lnTo>
                  <a:pt x="184" y="587"/>
                </a:lnTo>
                <a:lnTo>
                  <a:pt x="185" y="586"/>
                </a:lnTo>
                <a:lnTo>
                  <a:pt x="185" y="585"/>
                </a:lnTo>
                <a:lnTo>
                  <a:pt x="187" y="583"/>
                </a:lnTo>
                <a:lnTo>
                  <a:pt x="187" y="581"/>
                </a:lnTo>
                <a:lnTo>
                  <a:pt x="188" y="579"/>
                </a:lnTo>
                <a:lnTo>
                  <a:pt x="189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6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3" y="574"/>
                </a:lnTo>
                <a:lnTo>
                  <a:pt x="194" y="574"/>
                </a:lnTo>
                <a:lnTo>
                  <a:pt x="195" y="574"/>
                </a:lnTo>
                <a:lnTo>
                  <a:pt x="196" y="574"/>
                </a:lnTo>
                <a:lnTo>
                  <a:pt x="197" y="573"/>
                </a:lnTo>
                <a:lnTo>
                  <a:pt x="201" y="572"/>
                </a:lnTo>
                <a:lnTo>
                  <a:pt x="202" y="572"/>
                </a:lnTo>
                <a:lnTo>
                  <a:pt x="204" y="571"/>
                </a:lnTo>
                <a:lnTo>
                  <a:pt x="206" y="570"/>
                </a:lnTo>
                <a:lnTo>
                  <a:pt x="207" y="570"/>
                </a:lnTo>
                <a:lnTo>
                  <a:pt x="208" y="570"/>
                </a:lnTo>
                <a:lnTo>
                  <a:pt x="210" y="569"/>
                </a:lnTo>
                <a:lnTo>
                  <a:pt x="211" y="569"/>
                </a:lnTo>
                <a:lnTo>
                  <a:pt x="212" y="569"/>
                </a:lnTo>
                <a:lnTo>
                  <a:pt x="212" y="568"/>
                </a:lnTo>
                <a:lnTo>
                  <a:pt x="213" y="568"/>
                </a:lnTo>
                <a:lnTo>
                  <a:pt x="215" y="567"/>
                </a:lnTo>
                <a:lnTo>
                  <a:pt x="216" y="566"/>
                </a:lnTo>
                <a:lnTo>
                  <a:pt x="217" y="566"/>
                </a:lnTo>
                <a:lnTo>
                  <a:pt x="219" y="564"/>
                </a:lnTo>
                <a:lnTo>
                  <a:pt x="220" y="563"/>
                </a:lnTo>
                <a:lnTo>
                  <a:pt x="222" y="560"/>
                </a:lnTo>
                <a:lnTo>
                  <a:pt x="224" y="559"/>
                </a:lnTo>
                <a:lnTo>
                  <a:pt x="225" y="558"/>
                </a:lnTo>
                <a:lnTo>
                  <a:pt x="226" y="557"/>
                </a:lnTo>
                <a:lnTo>
                  <a:pt x="227" y="556"/>
                </a:lnTo>
                <a:lnTo>
                  <a:pt x="228" y="555"/>
                </a:lnTo>
                <a:lnTo>
                  <a:pt x="228" y="554"/>
                </a:lnTo>
                <a:lnTo>
                  <a:pt x="230" y="553"/>
                </a:lnTo>
                <a:lnTo>
                  <a:pt x="231" y="551"/>
                </a:lnTo>
                <a:lnTo>
                  <a:pt x="232" y="550"/>
                </a:lnTo>
                <a:lnTo>
                  <a:pt x="233" y="550"/>
                </a:lnTo>
                <a:lnTo>
                  <a:pt x="235" y="548"/>
                </a:lnTo>
                <a:lnTo>
                  <a:pt x="237" y="547"/>
                </a:lnTo>
                <a:lnTo>
                  <a:pt x="239" y="545"/>
                </a:lnTo>
                <a:lnTo>
                  <a:pt x="240" y="544"/>
                </a:lnTo>
                <a:lnTo>
                  <a:pt x="242" y="543"/>
                </a:lnTo>
                <a:lnTo>
                  <a:pt x="242" y="542"/>
                </a:lnTo>
                <a:lnTo>
                  <a:pt x="243" y="542"/>
                </a:lnTo>
                <a:lnTo>
                  <a:pt x="244" y="541"/>
                </a:lnTo>
                <a:lnTo>
                  <a:pt x="245" y="540"/>
                </a:lnTo>
                <a:lnTo>
                  <a:pt x="246" y="539"/>
                </a:lnTo>
                <a:lnTo>
                  <a:pt x="247" y="539"/>
                </a:lnTo>
                <a:lnTo>
                  <a:pt x="248" y="537"/>
                </a:lnTo>
                <a:lnTo>
                  <a:pt x="251" y="535"/>
                </a:lnTo>
                <a:lnTo>
                  <a:pt x="252" y="534"/>
                </a:lnTo>
                <a:lnTo>
                  <a:pt x="255" y="531"/>
                </a:lnTo>
                <a:lnTo>
                  <a:pt x="257" y="530"/>
                </a:lnTo>
                <a:lnTo>
                  <a:pt x="259" y="529"/>
                </a:lnTo>
                <a:lnTo>
                  <a:pt x="259" y="528"/>
                </a:lnTo>
                <a:lnTo>
                  <a:pt x="260" y="527"/>
                </a:lnTo>
                <a:lnTo>
                  <a:pt x="261" y="527"/>
                </a:lnTo>
                <a:lnTo>
                  <a:pt x="261" y="526"/>
                </a:lnTo>
                <a:lnTo>
                  <a:pt x="262" y="526"/>
                </a:lnTo>
                <a:lnTo>
                  <a:pt x="263" y="525"/>
                </a:lnTo>
                <a:lnTo>
                  <a:pt x="264" y="525"/>
                </a:lnTo>
                <a:lnTo>
                  <a:pt x="266" y="524"/>
                </a:lnTo>
                <a:lnTo>
                  <a:pt x="266" y="523"/>
                </a:lnTo>
                <a:lnTo>
                  <a:pt x="267" y="523"/>
                </a:lnTo>
                <a:lnTo>
                  <a:pt x="268" y="522"/>
                </a:lnTo>
                <a:lnTo>
                  <a:pt x="271" y="521"/>
                </a:lnTo>
                <a:lnTo>
                  <a:pt x="275" y="518"/>
                </a:lnTo>
                <a:lnTo>
                  <a:pt x="276" y="517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2" y="520"/>
                </a:lnTo>
                <a:lnTo>
                  <a:pt x="283" y="520"/>
                </a:lnTo>
                <a:lnTo>
                  <a:pt x="283" y="521"/>
                </a:lnTo>
                <a:lnTo>
                  <a:pt x="283" y="522"/>
                </a:lnTo>
                <a:lnTo>
                  <a:pt x="282" y="522"/>
                </a:lnTo>
                <a:lnTo>
                  <a:pt x="282" y="523"/>
                </a:lnTo>
                <a:lnTo>
                  <a:pt x="282" y="524"/>
                </a:lnTo>
                <a:lnTo>
                  <a:pt x="283" y="525"/>
                </a:lnTo>
                <a:lnTo>
                  <a:pt x="284" y="526"/>
                </a:lnTo>
                <a:lnTo>
                  <a:pt x="285" y="526"/>
                </a:lnTo>
                <a:lnTo>
                  <a:pt x="284" y="527"/>
                </a:lnTo>
                <a:lnTo>
                  <a:pt x="283" y="527"/>
                </a:lnTo>
                <a:lnTo>
                  <a:pt x="283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29"/>
                </a:lnTo>
                <a:lnTo>
                  <a:pt x="283" y="530"/>
                </a:lnTo>
                <a:lnTo>
                  <a:pt x="284" y="530"/>
                </a:lnTo>
                <a:lnTo>
                  <a:pt x="284" y="531"/>
                </a:lnTo>
                <a:lnTo>
                  <a:pt x="284" y="532"/>
                </a:lnTo>
                <a:lnTo>
                  <a:pt x="283" y="532"/>
                </a:lnTo>
                <a:lnTo>
                  <a:pt x="283" y="533"/>
                </a:lnTo>
                <a:lnTo>
                  <a:pt x="284" y="534"/>
                </a:lnTo>
                <a:lnTo>
                  <a:pt x="283" y="535"/>
                </a:lnTo>
                <a:lnTo>
                  <a:pt x="284" y="535"/>
                </a:lnTo>
                <a:lnTo>
                  <a:pt x="284" y="536"/>
                </a:lnTo>
                <a:lnTo>
                  <a:pt x="285" y="536"/>
                </a:lnTo>
                <a:lnTo>
                  <a:pt x="285" y="537"/>
                </a:lnTo>
                <a:lnTo>
                  <a:pt x="285" y="538"/>
                </a:lnTo>
                <a:lnTo>
                  <a:pt x="286" y="538"/>
                </a:lnTo>
                <a:lnTo>
                  <a:pt x="287" y="539"/>
                </a:lnTo>
                <a:lnTo>
                  <a:pt x="286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8" y="542"/>
                </a:lnTo>
                <a:lnTo>
                  <a:pt x="289" y="543"/>
                </a:lnTo>
                <a:lnTo>
                  <a:pt x="290" y="543"/>
                </a:lnTo>
                <a:lnTo>
                  <a:pt x="291" y="543"/>
                </a:lnTo>
                <a:lnTo>
                  <a:pt x="291" y="544"/>
                </a:lnTo>
                <a:lnTo>
                  <a:pt x="290" y="544"/>
                </a:lnTo>
                <a:lnTo>
                  <a:pt x="291" y="545"/>
                </a:lnTo>
                <a:lnTo>
                  <a:pt x="292" y="545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3" y="548"/>
                </a:lnTo>
                <a:lnTo>
                  <a:pt x="292" y="548"/>
                </a:lnTo>
                <a:lnTo>
                  <a:pt x="291" y="548"/>
                </a:lnTo>
                <a:lnTo>
                  <a:pt x="291" y="549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2"/>
                </a:lnTo>
                <a:lnTo>
                  <a:pt x="297" y="552"/>
                </a:lnTo>
                <a:lnTo>
                  <a:pt x="297" y="553"/>
                </a:lnTo>
                <a:lnTo>
                  <a:pt x="296" y="553"/>
                </a:lnTo>
                <a:lnTo>
                  <a:pt x="297" y="553"/>
                </a:lnTo>
                <a:lnTo>
                  <a:pt x="298" y="553"/>
                </a:lnTo>
                <a:lnTo>
                  <a:pt x="298" y="554"/>
                </a:lnTo>
                <a:lnTo>
                  <a:pt x="297" y="554"/>
                </a:lnTo>
                <a:lnTo>
                  <a:pt x="296" y="554"/>
                </a:lnTo>
                <a:lnTo>
                  <a:pt x="296" y="555"/>
                </a:lnTo>
                <a:lnTo>
                  <a:pt x="297" y="556"/>
                </a:lnTo>
                <a:lnTo>
                  <a:pt x="297" y="557"/>
                </a:lnTo>
                <a:lnTo>
                  <a:pt x="295" y="557"/>
                </a:lnTo>
                <a:lnTo>
                  <a:pt x="294" y="558"/>
                </a:lnTo>
                <a:lnTo>
                  <a:pt x="293" y="558"/>
                </a:lnTo>
                <a:lnTo>
                  <a:pt x="294" y="559"/>
                </a:lnTo>
                <a:lnTo>
                  <a:pt x="294" y="560"/>
                </a:lnTo>
                <a:lnTo>
                  <a:pt x="293" y="560"/>
                </a:lnTo>
                <a:lnTo>
                  <a:pt x="292" y="560"/>
                </a:lnTo>
                <a:lnTo>
                  <a:pt x="293" y="561"/>
                </a:lnTo>
                <a:lnTo>
                  <a:pt x="292" y="561"/>
                </a:lnTo>
                <a:lnTo>
                  <a:pt x="293" y="562"/>
                </a:lnTo>
                <a:lnTo>
                  <a:pt x="294" y="562"/>
                </a:lnTo>
                <a:lnTo>
                  <a:pt x="294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61"/>
                </a:lnTo>
                <a:lnTo>
                  <a:pt x="297" y="560"/>
                </a:lnTo>
                <a:lnTo>
                  <a:pt x="298" y="559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300" y="558"/>
                </a:lnTo>
                <a:lnTo>
                  <a:pt x="300" y="557"/>
                </a:lnTo>
                <a:lnTo>
                  <a:pt x="301" y="556"/>
                </a:lnTo>
                <a:lnTo>
                  <a:pt x="302" y="556"/>
                </a:lnTo>
                <a:lnTo>
                  <a:pt x="302" y="555"/>
                </a:lnTo>
                <a:lnTo>
                  <a:pt x="302" y="554"/>
                </a:lnTo>
                <a:lnTo>
                  <a:pt x="301" y="554"/>
                </a:lnTo>
                <a:lnTo>
                  <a:pt x="301" y="553"/>
                </a:lnTo>
                <a:lnTo>
                  <a:pt x="302" y="553"/>
                </a:lnTo>
                <a:lnTo>
                  <a:pt x="302" y="552"/>
                </a:lnTo>
                <a:lnTo>
                  <a:pt x="301" y="552"/>
                </a:lnTo>
                <a:lnTo>
                  <a:pt x="301" y="551"/>
                </a:lnTo>
                <a:lnTo>
                  <a:pt x="302" y="551"/>
                </a:lnTo>
                <a:lnTo>
                  <a:pt x="303" y="551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5" y="548"/>
                </a:lnTo>
                <a:lnTo>
                  <a:pt x="305" y="547"/>
                </a:lnTo>
                <a:lnTo>
                  <a:pt x="305" y="546"/>
                </a:lnTo>
                <a:lnTo>
                  <a:pt x="306" y="545"/>
                </a:lnTo>
                <a:lnTo>
                  <a:pt x="307" y="545"/>
                </a:lnTo>
                <a:lnTo>
                  <a:pt x="307" y="544"/>
                </a:lnTo>
                <a:lnTo>
                  <a:pt x="307" y="543"/>
                </a:lnTo>
                <a:lnTo>
                  <a:pt x="306" y="543"/>
                </a:lnTo>
                <a:lnTo>
                  <a:pt x="305" y="543"/>
                </a:lnTo>
                <a:lnTo>
                  <a:pt x="305" y="542"/>
                </a:lnTo>
                <a:lnTo>
                  <a:pt x="305" y="541"/>
                </a:lnTo>
                <a:lnTo>
                  <a:pt x="306" y="541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6" y="539"/>
                </a:lnTo>
                <a:lnTo>
                  <a:pt x="306" y="538"/>
                </a:lnTo>
                <a:lnTo>
                  <a:pt x="305" y="538"/>
                </a:lnTo>
                <a:lnTo>
                  <a:pt x="304" y="537"/>
                </a:lnTo>
                <a:lnTo>
                  <a:pt x="303" y="536"/>
                </a:lnTo>
                <a:lnTo>
                  <a:pt x="304" y="536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3" y="533"/>
                </a:lnTo>
                <a:lnTo>
                  <a:pt x="302" y="533"/>
                </a:lnTo>
                <a:lnTo>
                  <a:pt x="301" y="532"/>
                </a:lnTo>
                <a:lnTo>
                  <a:pt x="301" y="531"/>
                </a:lnTo>
                <a:lnTo>
                  <a:pt x="302" y="531"/>
                </a:lnTo>
                <a:lnTo>
                  <a:pt x="302" y="530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1" y="529"/>
                </a:lnTo>
                <a:lnTo>
                  <a:pt x="301" y="528"/>
                </a:lnTo>
                <a:lnTo>
                  <a:pt x="302" y="528"/>
                </a:lnTo>
                <a:lnTo>
                  <a:pt x="302" y="527"/>
                </a:lnTo>
                <a:lnTo>
                  <a:pt x="302" y="526"/>
                </a:lnTo>
                <a:lnTo>
                  <a:pt x="301" y="526"/>
                </a:lnTo>
                <a:lnTo>
                  <a:pt x="300" y="525"/>
                </a:lnTo>
                <a:lnTo>
                  <a:pt x="301" y="524"/>
                </a:lnTo>
                <a:lnTo>
                  <a:pt x="302" y="524"/>
                </a:lnTo>
                <a:lnTo>
                  <a:pt x="303" y="524"/>
                </a:lnTo>
                <a:lnTo>
                  <a:pt x="303" y="523"/>
                </a:lnTo>
                <a:lnTo>
                  <a:pt x="304" y="523"/>
                </a:lnTo>
                <a:lnTo>
                  <a:pt x="305" y="523"/>
                </a:lnTo>
                <a:lnTo>
                  <a:pt x="304" y="522"/>
                </a:lnTo>
                <a:lnTo>
                  <a:pt x="303" y="522"/>
                </a:lnTo>
                <a:lnTo>
                  <a:pt x="303" y="520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4" y="517"/>
                </a:lnTo>
                <a:lnTo>
                  <a:pt x="304" y="516"/>
                </a:lnTo>
                <a:lnTo>
                  <a:pt x="304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3"/>
                </a:lnTo>
                <a:lnTo>
                  <a:pt x="303" y="511"/>
                </a:lnTo>
                <a:lnTo>
                  <a:pt x="304" y="511"/>
                </a:lnTo>
                <a:lnTo>
                  <a:pt x="305" y="511"/>
                </a:lnTo>
                <a:lnTo>
                  <a:pt x="305" y="510"/>
                </a:lnTo>
                <a:lnTo>
                  <a:pt x="306" y="510"/>
                </a:lnTo>
                <a:lnTo>
                  <a:pt x="307" y="508"/>
                </a:lnTo>
                <a:lnTo>
                  <a:pt x="307" y="507"/>
                </a:lnTo>
                <a:lnTo>
                  <a:pt x="308" y="507"/>
                </a:lnTo>
                <a:lnTo>
                  <a:pt x="308" y="506"/>
                </a:lnTo>
                <a:lnTo>
                  <a:pt x="309" y="506"/>
                </a:lnTo>
                <a:lnTo>
                  <a:pt x="309" y="505"/>
                </a:lnTo>
                <a:lnTo>
                  <a:pt x="309" y="503"/>
                </a:lnTo>
                <a:lnTo>
                  <a:pt x="310" y="503"/>
                </a:lnTo>
                <a:lnTo>
                  <a:pt x="310" y="502"/>
                </a:lnTo>
                <a:lnTo>
                  <a:pt x="310" y="501"/>
                </a:lnTo>
                <a:lnTo>
                  <a:pt x="311" y="499"/>
                </a:lnTo>
                <a:lnTo>
                  <a:pt x="311" y="498"/>
                </a:lnTo>
                <a:lnTo>
                  <a:pt x="310" y="497"/>
                </a:lnTo>
                <a:lnTo>
                  <a:pt x="310" y="496"/>
                </a:lnTo>
                <a:lnTo>
                  <a:pt x="310" y="494"/>
                </a:lnTo>
                <a:lnTo>
                  <a:pt x="310" y="493"/>
                </a:lnTo>
                <a:lnTo>
                  <a:pt x="311" y="493"/>
                </a:lnTo>
                <a:lnTo>
                  <a:pt x="311" y="492"/>
                </a:lnTo>
                <a:lnTo>
                  <a:pt x="312" y="491"/>
                </a:lnTo>
                <a:lnTo>
                  <a:pt x="313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4" y="485"/>
                </a:lnTo>
                <a:lnTo>
                  <a:pt x="315" y="484"/>
                </a:lnTo>
                <a:lnTo>
                  <a:pt x="316" y="484"/>
                </a:lnTo>
                <a:lnTo>
                  <a:pt x="317" y="484"/>
                </a:lnTo>
                <a:lnTo>
                  <a:pt x="318" y="482"/>
                </a:lnTo>
                <a:lnTo>
                  <a:pt x="319" y="481"/>
                </a:lnTo>
                <a:lnTo>
                  <a:pt x="319" y="480"/>
                </a:lnTo>
                <a:lnTo>
                  <a:pt x="318" y="479"/>
                </a:lnTo>
                <a:lnTo>
                  <a:pt x="319" y="478"/>
                </a:lnTo>
                <a:lnTo>
                  <a:pt x="319" y="477"/>
                </a:lnTo>
                <a:lnTo>
                  <a:pt x="319" y="476"/>
                </a:lnTo>
                <a:lnTo>
                  <a:pt x="322" y="476"/>
                </a:lnTo>
                <a:lnTo>
                  <a:pt x="322" y="475"/>
                </a:lnTo>
                <a:lnTo>
                  <a:pt x="323" y="475"/>
                </a:lnTo>
                <a:lnTo>
                  <a:pt x="322" y="475"/>
                </a:lnTo>
                <a:lnTo>
                  <a:pt x="322" y="474"/>
                </a:lnTo>
                <a:lnTo>
                  <a:pt x="322" y="473"/>
                </a:lnTo>
                <a:lnTo>
                  <a:pt x="323" y="472"/>
                </a:lnTo>
                <a:lnTo>
                  <a:pt x="323" y="470"/>
                </a:lnTo>
                <a:lnTo>
                  <a:pt x="324" y="470"/>
                </a:lnTo>
                <a:lnTo>
                  <a:pt x="325" y="468"/>
                </a:lnTo>
                <a:lnTo>
                  <a:pt x="326" y="468"/>
                </a:lnTo>
                <a:lnTo>
                  <a:pt x="327" y="467"/>
                </a:lnTo>
                <a:lnTo>
                  <a:pt x="328" y="466"/>
                </a:lnTo>
                <a:lnTo>
                  <a:pt x="328" y="465"/>
                </a:lnTo>
                <a:lnTo>
                  <a:pt x="328" y="464"/>
                </a:lnTo>
                <a:lnTo>
                  <a:pt x="329" y="464"/>
                </a:lnTo>
                <a:lnTo>
                  <a:pt x="329" y="463"/>
                </a:lnTo>
                <a:lnTo>
                  <a:pt x="328" y="463"/>
                </a:lnTo>
                <a:lnTo>
                  <a:pt x="328" y="462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9"/>
                </a:lnTo>
                <a:lnTo>
                  <a:pt x="328" y="458"/>
                </a:lnTo>
                <a:lnTo>
                  <a:pt x="327" y="457"/>
                </a:lnTo>
                <a:lnTo>
                  <a:pt x="327" y="456"/>
                </a:lnTo>
                <a:lnTo>
                  <a:pt x="328" y="456"/>
                </a:lnTo>
                <a:lnTo>
                  <a:pt x="329" y="456"/>
                </a:lnTo>
                <a:lnTo>
                  <a:pt x="330" y="456"/>
                </a:lnTo>
                <a:lnTo>
                  <a:pt x="331" y="455"/>
                </a:lnTo>
                <a:lnTo>
                  <a:pt x="331" y="454"/>
                </a:lnTo>
                <a:lnTo>
                  <a:pt x="331" y="453"/>
                </a:lnTo>
                <a:lnTo>
                  <a:pt x="332" y="453"/>
                </a:lnTo>
                <a:lnTo>
                  <a:pt x="332" y="452"/>
                </a:lnTo>
                <a:lnTo>
                  <a:pt x="332" y="451"/>
                </a:lnTo>
                <a:lnTo>
                  <a:pt x="333" y="451"/>
                </a:lnTo>
                <a:lnTo>
                  <a:pt x="333" y="450"/>
                </a:lnTo>
                <a:lnTo>
                  <a:pt x="334" y="450"/>
                </a:lnTo>
                <a:lnTo>
                  <a:pt x="335" y="450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2"/>
                </a:lnTo>
                <a:lnTo>
                  <a:pt x="344" y="451"/>
                </a:lnTo>
                <a:lnTo>
                  <a:pt x="345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0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3" y="455"/>
                </a:lnTo>
                <a:lnTo>
                  <a:pt x="354" y="455"/>
                </a:lnTo>
                <a:lnTo>
                  <a:pt x="355" y="455"/>
                </a:lnTo>
                <a:lnTo>
                  <a:pt x="356" y="455"/>
                </a:lnTo>
                <a:lnTo>
                  <a:pt x="356" y="454"/>
                </a:lnTo>
                <a:lnTo>
                  <a:pt x="357" y="454"/>
                </a:lnTo>
                <a:lnTo>
                  <a:pt x="358" y="454"/>
                </a:lnTo>
                <a:lnTo>
                  <a:pt x="358" y="453"/>
                </a:lnTo>
                <a:lnTo>
                  <a:pt x="359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1"/>
                </a:lnTo>
                <a:lnTo>
                  <a:pt x="361" y="450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4" y="449"/>
                </a:lnTo>
                <a:lnTo>
                  <a:pt x="364" y="448"/>
                </a:lnTo>
                <a:lnTo>
                  <a:pt x="364" y="447"/>
                </a:lnTo>
                <a:lnTo>
                  <a:pt x="365" y="447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5" y="442"/>
                </a:lnTo>
                <a:lnTo>
                  <a:pt x="366" y="442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0"/>
                </a:lnTo>
                <a:lnTo>
                  <a:pt x="364" y="440"/>
                </a:lnTo>
                <a:lnTo>
                  <a:pt x="364" y="439"/>
                </a:lnTo>
                <a:lnTo>
                  <a:pt x="365" y="439"/>
                </a:lnTo>
                <a:lnTo>
                  <a:pt x="365" y="438"/>
                </a:lnTo>
                <a:lnTo>
                  <a:pt x="366" y="438"/>
                </a:lnTo>
                <a:lnTo>
                  <a:pt x="366" y="437"/>
                </a:lnTo>
                <a:lnTo>
                  <a:pt x="367" y="436"/>
                </a:lnTo>
                <a:lnTo>
                  <a:pt x="368" y="436"/>
                </a:lnTo>
                <a:lnTo>
                  <a:pt x="368" y="435"/>
                </a:lnTo>
                <a:lnTo>
                  <a:pt x="367" y="435"/>
                </a:lnTo>
                <a:lnTo>
                  <a:pt x="367" y="434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9" y="431"/>
                </a:lnTo>
                <a:lnTo>
                  <a:pt x="369" y="432"/>
                </a:lnTo>
                <a:lnTo>
                  <a:pt x="369" y="431"/>
                </a:lnTo>
                <a:lnTo>
                  <a:pt x="370" y="431"/>
                </a:lnTo>
                <a:lnTo>
                  <a:pt x="369" y="431"/>
                </a:lnTo>
                <a:lnTo>
                  <a:pt x="369" y="430"/>
                </a:lnTo>
                <a:lnTo>
                  <a:pt x="370" y="430"/>
                </a:lnTo>
                <a:lnTo>
                  <a:pt x="370" y="429"/>
                </a:lnTo>
                <a:lnTo>
                  <a:pt x="369" y="429"/>
                </a:lnTo>
                <a:lnTo>
                  <a:pt x="369" y="428"/>
                </a:lnTo>
                <a:lnTo>
                  <a:pt x="368" y="428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9" y="423"/>
                </a:lnTo>
                <a:lnTo>
                  <a:pt x="369" y="422"/>
                </a:lnTo>
                <a:lnTo>
                  <a:pt x="369" y="421"/>
                </a:lnTo>
                <a:lnTo>
                  <a:pt x="368" y="421"/>
                </a:lnTo>
                <a:lnTo>
                  <a:pt x="366" y="419"/>
                </a:lnTo>
                <a:lnTo>
                  <a:pt x="365" y="418"/>
                </a:lnTo>
                <a:lnTo>
                  <a:pt x="366" y="418"/>
                </a:lnTo>
                <a:lnTo>
                  <a:pt x="367" y="418"/>
                </a:lnTo>
                <a:lnTo>
                  <a:pt x="367" y="417"/>
                </a:lnTo>
                <a:lnTo>
                  <a:pt x="366" y="417"/>
                </a:lnTo>
                <a:lnTo>
                  <a:pt x="365" y="417"/>
                </a:lnTo>
                <a:lnTo>
                  <a:pt x="365" y="416"/>
                </a:lnTo>
                <a:lnTo>
                  <a:pt x="365" y="415"/>
                </a:lnTo>
                <a:lnTo>
                  <a:pt x="364" y="414"/>
                </a:lnTo>
                <a:lnTo>
                  <a:pt x="364" y="413"/>
                </a:lnTo>
                <a:lnTo>
                  <a:pt x="365" y="413"/>
                </a:lnTo>
                <a:lnTo>
                  <a:pt x="365" y="414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6" y="409"/>
                </a:lnTo>
                <a:lnTo>
                  <a:pt x="365" y="409"/>
                </a:lnTo>
                <a:lnTo>
                  <a:pt x="365" y="408"/>
                </a:lnTo>
                <a:lnTo>
                  <a:pt x="366" y="408"/>
                </a:lnTo>
                <a:lnTo>
                  <a:pt x="366" y="407"/>
                </a:lnTo>
                <a:lnTo>
                  <a:pt x="365" y="407"/>
                </a:lnTo>
                <a:lnTo>
                  <a:pt x="364" y="408"/>
                </a:lnTo>
                <a:lnTo>
                  <a:pt x="363" y="407"/>
                </a:lnTo>
                <a:lnTo>
                  <a:pt x="362" y="406"/>
                </a:lnTo>
                <a:lnTo>
                  <a:pt x="361" y="405"/>
                </a:lnTo>
                <a:lnTo>
                  <a:pt x="360" y="405"/>
                </a:lnTo>
                <a:lnTo>
                  <a:pt x="360" y="404"/>
                </a:lnTo>
                <a:lnTo>
                  <a:pt x="360" y="405"/>
                </a:lnTo>
                <a:lnTo>
                  <a:pt x="359" y="405"/>
                </a:lnTo>
                <a:lnTo>
                  <a:pt x="358" y="405"/>
                </a:lnTo>
                <a:lnTo>
                  <a:pt x="357" y="404"/>
                </a:lnTo>
                <a:lnTo>
                  <a:pt x="357" y="403"/>
                </a:lnTo>
                <a:lnTo>
                  <a:pt x="356" y="403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7" y="399"/>
                </a:lnTo>
                <a:lnTo>
                  <a:pt x="358" y="399"/>
                </a:lnTo>
                <a:lnTo>
                  <a:pt x="359" y="400"/>
                </a:lnTo>
                <a:lnTo>
                  <a:pt x="360" y="400"/>
                </a:lnTo>
                <a:lnTo>
                  <a:pt x="361" y="401"/>
                </a:lnTo>
                <a:lnTo>
                  <a:pt x="362" y="402"/>
                </a:lnTo>
                <a:lnTo>
                  <a:pt x="361" y="402"/>
                </a:lnTo>
                <a:lnTo>
                  <a:pt x="361" y="403"/>
                </a:lnTo>
                <a:lnTo>
                  <a:pt x="362" y="404"/>
                </a:lnTo>
                <a:lnTo>
                  <a:pt x="362" y="403"/>
                </a:lnTo>
                <a:lnTo>
                  <a:pt x="363" y="403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4" y="400"/>
                </a:lnTo>
                <a:lnTo>
                  <a:pt x="364" y="399"/>
                </a:lnTo>
                <a:lnTo>
                  <a:pt x="364" y="397"/>
                </a:lnTo>
                <a:lnTo>
                  <a:pt x="364" y="396"/>
                </a:lnTo>
                <a:lnTo>
                  <a:pt x="364" y="395"/>
                </a:lnTo>
                <a:lnTo>
                  <a:pt x="365" y="395"/>
                </a:lnTo>
                <a:lnTo>
                  <a:pt x="365" y="394"/>
                </a:lnTo>
                <a:lnTo>
                  <a:pt x="364" y="394"/>
                </a:lnTo>
                <a:lnTo>
                  <a:pt x="364" y="393"/>
                </a:lnTo>
                <a:lnTo>
                  <a:pt x="363" y="393"/>
                </a:lnTo>
                <a:lnTo>
                  <a:pt x="363" y="392"/>
                </a:lnTo>
                <a:lnTo>
                  <a:pt x="364" y="392"/>
                </a:lnTo>
                <a:lnTo>
                  <a:pt x="364" y="391"/>
                </a:lnTo>
                <a:lnTo>
                  <a:pt x="365" y="391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5"/>
                </a:lnTo>
                <a:lnTo>
                  <a:pt x="361" y="384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5" y="383"/>
                </a:lnTo>
                <a:lnTo>
                  <a:pt x="366" y="382"/>
                </a:lnTo>
                <a:lnTo>
                  <a:pt x="366" y="381"/>
                </a:lnTo>
                <a:lnTo>
                  <a:pt x="365" y="381"/>
                </a:lnTo>
                <a:lnTo>
                  <a:pt x="365" y="380"/>
                </a:lnTo>
                <a:lnTo>
                  <a:pt x="365" y="379"/>
                </a:lnTo>
                <a:lnTo>
                  <a:pt x="367" y="379"/>
                </a:lnTo>
                <a:lnTo>
                  <a:pt x="366" y="378"/>
                </a:lnTo>
                <a:lnTo>
                  <a:pt x="366" y="377"/>
                </a:lnTo>
                <a:lnTo>
                  <a:pt x="365" y="376"/>
                </a:lnTo>
                <a:lnTo>
                  <a:pt x="364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4"/>
                </a:lnTo>
                <a:lnTo>
                  <a:pt x="364" y="374"/>
                </a:lnTo>
                <a:lnTo>
                  <a:pt x="364" y="373"/>
                </a:lnTo>
                <a:lnTo>
                  <a:pt x="363" y="373"/>
                </a:lnTo>
                <a:lnTo>
                  <a:pt x="363" y="372"/>
                </a:lnTo>
                <a:lnTo>
                  <a:pt x="362" y="372"/>
                </a:lnTo>
                <a:lnTo>
                  <a:pt x="362" y="371"/>
                </a:lnTo>
                <a:lnTo>
                  <a:pt x="361" y="371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70"/>
                </a:lnTo>
                <a:lnTo>
                  <a:pt x="366" y="370"/>
                </a:lnTo>
                <a:lnTo>
                  <a:pt x="366" y="369"/>
                </a:lnTo>
                <a:lnTo>
                  <a:pt x="367" y="369"/>
                </a:lnTo>
                <a:lnTo>
                  <a:pt x="367" y="368"/>
                </a:lnTo>
                <a:lnTo>
                  <a:pt x="366" y="368"/>
                </a:lnTo>
                <a:lnTo>
                  <a:pt x="366" y="367"/>
                </a:lnTo>
                <a:lnTo>
                  <a:pt x="367" y="367"/>
                </a:lnTo>
                <a:lnTo>
                  <a:pt x="368" y="367"/>
                </a:lnTo>
                <a:lnTo>
                  <a:pt x="369" y="366"/>
                </a:lnTo>
                <a:lnTo>
                  <a:pt x="370" y="366"/>
                </a:lnTo>
                <a:lnTo>
                  <a:pt x="371" y="366"/>
                </a:lnTo>
                <a:lnTo>
                  <a:pt x="371" y="365"/>
                </a:lnTo>
                <a:lnTo>
                  <a:pt x="371" y="364"/>
                </a:lnTo>
                <a:lnTo>
                  <a:pt x="372" y="364"/>
                </a:lnTo>
                <a:lnTo>
                  <a:pt x="371" y="364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7" y="361"/>
                </a:lnTo>
                <a:lnTo>
                  <a:pt x="368" y="361"/>
                </a:lnTo>
                <a:lnTo>
                  <a:pt x="369" y="361"/>
                </a:lnTo>
                <a:lnTo>
                  <a:pt x="369" y="360"/>
                </a:lnTo>
                <a:lnTo>
                  <a:pt x="370" y="360"/>
                </a:lnTo>
                <a:lnTo>
                  <a:pt x="371" y="360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4" y="361"/>
                </a:lnTo>
                <a:lnTo>
                  <a:pt x="375" y="360"/>
                </a:lnTo>
                <a:lnTo>
                  <a:pt x="375" y="359"/>
                </a:lnTo>
                <a:lnTo>
                  <a:pt x="374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70" y="357"/>
                </a:lnTo>
                <a:lnTo>
                  <a:pt x="371" y="357"/>
                </a:lnTo>
                <a:lnTo>
                  <a:pt x="371" y="356"/>
                </a:lnTo>
                <a:lnTo>
                  <a:pt x="370" y="356"/>
                </a:lnTo>
                <a:lnTo>
                  <a:pt x="369" y="356"/>
                </a:lnTo>
                <a:lnTo>
                  <a:pt x="368" y="356"/>
                </a:lnTo>
                <a:lnTo>
                  <a:pt x="368" y="355"/>
                </a:lnTo>
                <a:lnTo>
                  <a:pt x="369" y="355"/>
                </a:lnTo>
                <a:lnTo>
                  <a:pt x="370" y="355"/>
                </a:lnTo>
                <a:lnTo>
                  <a:pt x="370" y="354"/>
                </a:lnTo>
                <a:lnTo>
                  <a:pt x="370" y="353"/>
                </a:lnTo>
                <a:lnTo>
                  <a:pt x="371" y="352"/>
                </a:lnTo>
                <a:lnTo>
                  <a:pt x="372" y="352"/>
                </a:lnTo>
                <a:lnTo>
                  <a:pt x="373" y="352"/>
                </a:lnTo>
                <a:lnTo>
                  <a:pt x="373" y="353"/>
                </a:lnTo>
                <a:lnTo>
                  <a:pt x="373" y="354"/>
                </a:lnTo>
                <a:lnTo>
                  <a:pt x="374" y="354"/>
                </a:lnTo>
                <a:lnTo>
                  <a:pt x="374" y="353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8" y="352"/>
                </a:lnTo>
                <a:lnTo>
                  <a:pt x="379" y="352"/>
                </a:lnTo>
                <a:lnTo>
                  <a:pt x="379" y="351"/>
                </a:lnTo>
                <a:lnTo>
                  <a:pt x="378" y="351"/>
                </a:lnTo>
                <a:lnTo>
                  <a:pt x="377" y="351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6" y="349"/>
                </a:lnTo>
                <a:lnTo>
                  <a:pt x="377" y="349"/>
                </a:lnTo>
                <a:lnTo>
                  <a:pt x="378" y="349"/>
                </a:lnTo>
                <a:lnTo>
                  <a:pt x="378" y="348"/>
                </a:lnTo>
                <a:lnTo>
                  <a:pt x="379" y="348"/>
                </a:lnTo>
                <a:lnTo>
                  <a:pt x="379" y="347"/>
                </a:lnTo>
                <a:lnTo>
                  <a:pt x="379" y="346"/>
                </a:lnTo>
                <a:lnTo>
                  <a:pt x="380" y="346"/>
                </a:lnTo>
                <a:lnTo>
                  <a:pt x="380" y="345"/>
                </a:lnTo>
                <a:lnTo>
                  <a:pt x="381" y="346"/>
                </a:lnTo>
                <a:lnTo>
                  <a:pt x="382" y="346"/>
                </a:lnTo>
                <a:lnTo>
                  <a:pt x="383" y="346"/>
                </a:lnTo>
                <a:lnTo>
                  <a:pt x="383" y="345"/>
                </a:lnTo>
                <a:lnTo>
                  <a:pt x="384" y="345"/>
                </a:lnTo>
                <a:lnTo>
                  <a:pt x="385" y="345"/>
                </a:lnTo>
                <a:lnTo>
                  <a:pt x="385" y="344"/>
                </a:lnTo>
                <a:lnTo>
                  <a:pt x="384" y="343"/>
                </a:lnTo>
                <a:lnTo>
                  <a:pt x="384" y="342"/>
                </a:lnTo>
                <a:lnTo>
                  <a:pt x="385" y="342"/>
                </a:lnTo>
                <a:lnTo>
                  <a:pt x="385" y="343"/>
                </a:lnTo>
                <a:lnTo>
                  <a:pt x="386" y="343"/>
                </a:lnTo>
                <a:lnTo>
                  <a:pt x="386" y="342"/>
                </a:lnTo>
                <a:lnTo>
                  <a:pt x="385" y="342"/>
                </a:lnTo>
                <a:lnTo>
                  <a:pt x="385" y="341"/>
                </a:lnTo>
                <a:lnTo>
                  <a:pt x="385" y="340"/>
                </a:lnTo>
                <a:lnTo>
                  <a:pt x="384" y="340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6" y="338"/>
                </a:lnTo>
                <a:lnTo>
                  <a:pt x="386" y="339"/>
                </a:lnTo>
                <a:lnTo>
                  <a:pt x="387" y="339"/>
                </a:lnTo>
                <a:lnTo>
                  <a:pt x="387" y="338"/>
                </a:lnTo>
                <a:lnTo>
                  <a:pt x="387" y="337"/>
                </a:lnTo>
                <a:lnTo>
                  <a:pt x="386" y="337"/>
                </a:lnTo>
                <a:lnTo>
                  <a:pt x="386" y="336"/>
                </a:lnTo>
                <a:lnTo>
                  <a:pt x="387" y="336"/>
                </a:lnTo>
                <a:lnTo>
                  <a:pt x="388" y="336"/>
                </a:lnTo>
                <a:lnTo>
                  <a:pt x="388" y="335"/>
                </a:lnTo>
                <a:lnTo>
                  <a:pt x="389" y="334"/>
                </a:lnTo>
                <a:lnTo>
                  <a:pt x="390" y="334"/>
                </a:lnTo>
                <a:lnTo>
                  <a:pt x="391" y="334"/>
                </a:lnTo>
                <a:lnTo>
                  <a:pt x="392" y="334"/>
                </a:lnTo>
                <a:lnTo>
                  <a:pt x="391" y="334"/>
                </a:lnTo>
                <a:lnTo>
                  <a:pt x="391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2"/>
                </a:lnTo>
                <a:lnTo>
                  <a:pt x="391" y="333"/>
                </a:lnTo>
                <a:lnTo>
                  <a:pt x="392" y="333"/>
                </a:lnTo>
                <a:lnTo>
                  <a:pt x="392" y="332"/>
                </a:lnTo>
                <a:lnTo>
                  <a:pt x="391" y="331"/>
                </a:lnTo>
                <a:lnTo>
                  <a:pt x="391" y="330"/>
                </a:lnTo>
                <a:lnTo>
                  <a:pt x="392" y="330"/>
                </a:lnTo>
                <a:lnTo>
                  <a:pt x="393" y="330"/>
                </a:lnTo>
                <a:lnTo>
                  <a:pt x="394" y="330"/>
                </a:lnTo>
                <a:lnTo>
                  <a:pt x="394" y="329"/>
                </a:lnTo>
                <a:lnTo>
                  <a:pt x="393" y="329"/>
                </a:lnTo>
                <a:lnTo>
                  <a:pt x="393" y="328"/>
                </a:lnTo>
                <a:lnTo>
                  <a:pt x="393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2" y="328"/>
                </a:lnTo>
                <a:lnTo>
                  <a:pt x="392" y="327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2" y="324"/>
                </a:lnTo>
                <a:lnTo>
                  <a:pt x="392" y="323"/>
                </a:lnTo>
                <a:lnTo>
                  <a:pt x="393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5"/>
                </a:lnTo>
                <a:lnTo>
                  <a:pt x="397" y="325"/>
                </a:lnTo>
                <a:lnTo>
                  <a:pt x="397" y="324"/>
                </a:lnTo>
                <a:lnTo>
                  <a:pt x="396" y="323"/>
                </a:lnTo>
                <a:lnTo>
                  <a:pt x="396" y="322"/>
                </a:lnTo>
                <a:lnTo>
                  <a:pt x="395" y="322"/>
                </a:lnTo>
                <a:lnTo>
                  <a:pt x="395" y="321"/>
                </a:lnTo>
                <a:lnTo>
                  <a:pt x="396" y="321"/>
                </a:lnTo>
                <a:lnTo>
                  <a:pt x="397" y="321"/>
                </a:lnTo>
                <a:lnTo>
                  <a:pt x="398" y="321"/>
                </a:lnTo>
                <a:lnTo>
                  <a:pt x="397" y="321"/>
                </a:lnTo>
                <a:lnTo>
                  <a:pt x="397" y="320"/>
                </a:lnTo>
                <a:lnTo>
                  <a:pt x="398" y="320"/>
                </a:lnTo>
                <a:lnTo>
                  <a:pt x="400" y="320"/>
                </a:lnTo>
                <a:lnTo>
                  <a:pt x="400" y="321"/>
                </a:lnTo>
                <a:lnTo>
                  <a:pt x="402" y="321"/>
                </a:lnTo>
                <a:lnTo>
                  <a:pt x="402" y="320"/>
                </a:lnTo>
                <a:lnTo>
                  <a:pt x="403" y="320"/>
                </a:lnTo>
                <a:lnTo>
                  <a:pt x="403" y="319"/>
                </a:lnTo>
                <a:lnTo>
                  <a:pt x="403" y="318"/>
                </a:lnTo>
                <a:lnTo>
                  <a:pt x="404" y="318"/>
                </a:lnTo>
                <a:lnTo>
                  <a:pt x="405" y="317"/>
                </a:lnTo>
                <a:lnTo>
                  <a:pt x="406" y="317"/>
                </a:lnTo>
                <a:lnTo>
                  <a:pt x="407" y="317"/>
                </a:lnTo>
                <a:lnTo>
                  <a:pt x="407" y="316"/>
                </a:lnTo>
                <a:lnTo>
                  <a:pt x="408" y="316"/>
                </a:lnTo>
                <a:lnTo>
                  <a:pt x="407" y="316"/>
                </a:lnTo>
                <a:lnTo>
                  <a:pt x="406" y="316"/>
                </a:lnTo>
                <a:lnTo>
                  <a:pt x="406" y="315"/>
                </a:lnTo>
                <a:lnTo>
                  <a:pt x="407" y="315"/>
                </a:lnTo>
                <a:lnTo>
                  <a:pt x="408" y="315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3"/>
                </a:lnTo>
                <a:lnTo>
                  <a:pt x="411" y="313"/>
                </a:lnTo>
                <a:lnTo>
                  <a:pt x="411" y="314"/>
                </a:lnTo>
                <a:lnTo>
                  <a:pt x="412" y="314"/>
                </a:lnTo>
                <a:lnTo>
                  <a:pt x="413" y="314"/>
                </a:lnTo>
                <a:lnTo>
                  <a:pt x="413" y="313"/>
                </a:lnTo>
                <a:lnTo>
                  <a:pt x="414" y="313"/>
                </a:lnTo>
                <a:lnTo>
                  <a:pt x="413" y="313"/>
                </a:lnTo>
                <a:lnTo>
                  <a:pt x="414" y="313"/>
                </a:lnTo>
                <a:lnTo>
                  <a:pt x="414" y="312"/>
                </a:lnTo>
                <a:lnTo>
                  <a:pt x="415" y="312"/>
                </a:lnTo>
                <a:lnTo>
                  <a:pt x="416" y="312"/>
                </a:lnTo>
                <a:lnTo>
                  <a:pt x="416" y="311"/>
                </a:lnTo>
                <a:lnTo>
                  <a:pt x="417" y="311"/>
                </a:lnTo>
                <a:lnTo>
                  <a:pt x="417" y="310"/>
                </a:lnTo>
                <a:lnTo>
                  <a:pt x="418" y="310"/>
                </a:lnTo>
                <a:lnTo>
                  <a:pt x="419" y="310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8" y="305"/>
                </a:lnTo>
                <a:lnTo>
                  <a:pt x="418" y="304"/>
                </a:lnTo>
                <a:lnTo>
                  <a:pt x="418" y="303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8" y="294"/>
                </a:lnTo>
                <a:lnTo>
                  <a:pt x="419" y="294"/>
                </a:lnTo>
                <a:lnTo>
                  <a:pt x="419" y="293"/>
                </a:lnTo>
                <a:lnTo>
                  <a:pt x="419" y="292"/>
                </a:lnTo>
                <a:lnTo>
                  <a:pt x="418" y="292"/>
                </a:lnTo>
                <a:lnTo>
                  <a:pt x="417" y="292"/>
                </a:lnTo>
                <a:lnTo>
                  <a:pt x="416" y="291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8"/>
                </a:lnTo>
                <a:lnTo>
                  <a:pt x="414" y="288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6"/>
                </a:lnTo>
                <a:lnTo>
                  <a:pt x="420" y="285"/>
                </a:lnTo>
                <a:lnTo>
                  <a:pt x="419" y="285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4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8" y="278"/>
                </a:lnTo>
                <a:lnTo>
                  <a:pt x="427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8" y="277"/>
                </a:lnTo>
                <a:lnTo>
                  <a:pt x="428" y="278"/>
                </a:lnTo>
                <a:lnTo>
                  <a:pt x="429" y="277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5" y="274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7" y="271"/>
                </a:lnTo>
                <a:lnTo>
                  <a:pt x="436" y="271"/>
                </a:lnTo>
                <a:lnTo>
                  <a:pt x="436" y="270"/>
                </a:lnTo>
                <a:lnTo>
                  <a:pt x="437" y="270"/>
                </a:lnTo>
                <a:lnTo>
                  <a:pt x="438" y="269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8" y="257"/>
                </a:lnTo>
                <a:lnTo>
                  <a:pt x="437" y="257"/>
                </a:lnTo>
                <a:lnTo>
                  <a:pt x="435" y="257"/>
                </a:lnTo>
                <a:lnTo>
                  <a:pt x="436" y="256"/>
                </a:lnTo>
                <a:lnTo>
                  <a:pt x="437" y="256"/>
                </a:lnTo>
                <a:lnTo>
                  <a:pt x="437" y="255"/>
                </a:lnTo>
                <a:lnTo>
                  <a:pt x="436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1"/>
                </a:lnTo>
                <a:lnTo>
                  <a:pt x="428" y="250"/>
                </a:lnTo>
                <a:lnTo>
                  <a:pt x="428" y="249"/>
                </a:lnTo>
                <a:lnTo>
                  <a:pt x="429" y="249"/>
                </a:lnTo>
                <a:lnTo>
                  <a:pt x="428" y="249"/>
                </a:lnTo>
                <a:lnTo>
                  <a:pt x="427" y="249"/>
                </a:lnTo>
                <a:lnTo>
                  <a:pt x="428" y="249"/>
                </a:lnTo>
                <a:lnTo>
                  <a:pt x="427" y="248"/>
                </a:lnTo>
                <a:lnTo>
                  <a:pt x="426" y="248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8"/>
                </a:lnTo>
                <a:lnTo>
                  <a:pt x="422" y="248"/>
                </a:lnTo>
                <a:lnTo>
                  <a:pt x="422" y="247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4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1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39"/>
                </a:lnTo>
                <a:lnTo>
                  <a:pt x="418" y="239"/>
                </a:lnTo>
                <a:lnTo>
                  <a:pt x="417" y="240"/>
                </a:lnTo>
                <a:lnTo>
                  <a:pt x="416" y="240"/>
                </a:lnTo>
                <a:lnTo>
                  <a:pt x="416" y="239"/>
                </a:lnTo>
                <a:lnTo>
                  <a:pt x="415" y="239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2" y="238"/>
                </a:lnTo>
                <a:lnTo>
                  <a:pt x="413" y="238"/>
                </a:lnTo>
                <a:lnTo>
                  <a:pt x="414" y="237"/>
                </a:lnTo>
                <a:lnTo>
                  <a:pt x="413" y="237"/>
                </a:lnTo>
                <a:lnTo>
                  <a:pt x="413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10" y="232"/>
                </a:lnTo>
                <a:lnTo>
                  <a:pt x="409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8" y="229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3" y="225"/>
                </a:lnTo>
                <a:lnTo>
                  <a:pt x="402" y="224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0" y="222"/>
                </a:lnTo>
                <a:lnTo>
                  <a:pt x="401" y="222"/>
                </a:lnTo>
                <a:lnTo>
                  <a:pt x="400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8"/>
                </a:lnTo>
                <a:lnTo>
                  <a:pt x="396" y="217"/>
                </a:lnTo>
                <a:lnTo>
                  <a:pt x="397" y="217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3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7" y="208"/>
                </a:lnTo>
                <a:lnTo>
                  <a:pt x="386" y="208"/>
                </a:lnTo>
                <a:lnTo>
                  <a:pt x="386" y="207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5" y="199"/>
                </a:lnTo>
                <a:lnTo>
                  <a:pt x="374" y="199"/>
                </a:lnTo>
                <a:lnTo>
                  <a:pt x="374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70" y="197"/>
                </a:lnTo>
                <a:lnTo>
                  <a:pt x="369" y="197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6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7"/>
                </a:lnTo>
                <a:lnTo>
                  <a:pt x="351" y="199"/>
                </a:lnTo>
                <a:lnTo>
                  <a:pt x="350" y="201"/>
                </a:lnTo>
                <a:lnTo>
                  <a:pt x="350" y="203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9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2"/>
                </a:lnTo>
                <a:lnTo>
                  <a:pt x="337" y="214"/>
                </a:lnTo>
                <a:lnTo>
                  <a:pt x="338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1" y="224"/>
                </a:lnTo>
                <a:lnTo>
                  <a:pt x="330" y="223"/>
                </a:lnTo>
                <a:lnTo>
                  <a:pt x="328" y="223"/>
                </a:lnTo>
                <a:lnTo>
                  <a:pt x="327" y="223"/>
                </a:lnTo>
                <a:lnTo>
                  <a:pt x="326" y="222"/>
                </a:lnTo>
                <a:lnTo>
                  <a:pt x="325" y="222"/>
                </a:lnTo>
                <a:lnTo>
                  <a:pt x="323" y="224"/>
                </a:lnTo>
                <a:lnTo>
                  <a:pt x="322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4"/>
                </a:lnTo>
                <a:lnTo>
                  <a:pt x="301" y="224"/>
                </a:lnTo>
                <a:lnTo>
                  <a:pt x="300" y="223"/>
                </a:lnTo>
                <a:lnTo>
                  <a:pt x="299" y="223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7" y="225"/>
                </a:lnTo>
                <a:lnTo>
                  <a:pt x="296" y="225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2" y="232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8" y="229"/>
                </a:lnTo>
                <a:lnTo>
                  <a:pt x="277" y="228"/>
                </a:lnTo>
                <a:lnTo>
                  <a:pt x="276" y="227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2" y="230"/>
                </a:lnTo>
                <a:lnTo>
                  <a:pt x="261" y="230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29"/>
                </a:lnTo>
                <a:lnTo>
                  <a:pt x="254" y="229"/>
                </a:lnTo>
                <a:lnTo>
                  <a:pt x="253" y="230"/>
                </a:lnTo>
                <a:lnTo>
                  <a:pt x="252" y="230"/>
                </a:lnTo>
                <a:lnTo>
                  <a:pt x="250" y="230"/>
                </a:lnTo>
                <a:lnTo>
                  <a:pt x="248" y="231"/>
                </a:lnTo>
                <a:lnTo>
                  <a:pt x="248" y="232"/>
                </a:lnTo>
                <a:lnTo>
                  <a:pt x="247" y="231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4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8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7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1" y="230"/>
                </a:lnTo>
                <a:lnTo>
                  <a:pt x="170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29"/>
                </a:lnTo>
                <a:lnTo>
                  <a:pt x="161" y="229"/>
                </a:lnTo>
                <a:lnTo>
                  <a:pt x="161" y="228"/>
                </a:lnTo>
                <a:lnTo>
                  <a:pt x="161" y="227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9" y="221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5"/>
                </a:lnTo>
                <a:lnTo>
                  <a:pt x="151" y="215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4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9" y="198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7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40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3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9" y="167"/>
                </a:lnTo>
                <a:lnTo>
                  <a:pt x="138" y="166"/>
                </a:lnTo>
                <a:lnTo>
                  <a:pt x="138" y="165"/>
                </a:lnTo>
                <a:lnTo>
                  <a:pt x="139" y="165"/>
                </a:lnTo>
                <a:lnTo>
                  <a:pt x="139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1" y="152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3" y="138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4"/>
                </a:lnTo>
                <a:lnTo>
                  <a:pt x="144" y="134"/>
                </a:lnTo>
                <a:lnTo>
                  <a:pt x="143" y="134"/>
                </a:lnTo>
                <a:lnTo>
                  <a:pt x="143" y="133"/>
                </a:lnTo>
                <a:lnTo>
                  <a:pt x="142" y="133"/>
                </a:lnTo>
                <a:lnTo>
                  <a:pt x="141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2" y="132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6" y="132"/>
                </a:lnTo>
                <a:lnTo>
                  <a:pt x="125" y="132"/>
                </a:lnTo>
                <a:lnTo>
                  <a:pt x="123" y="132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6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7" y="124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1" y="121"/>
                </a:lnTo>
                <a:lnTo>
                  <a:pt x="111" y="122"/>
                </a:lnTo>
                <a:lnTo>
                  <a:pt x="110" y="122"/>
                </a:lnTo>
                <a:lnTo>
                  <a:pt x="110" y="121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7" y="118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0" y="128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8" y="126"/>
                </a:lnTo>
                <a:lnTo>
                  <a:pt x="48" y="125"/>
                </a:lnTo>
                <a:lnTo>
                  <a:pt x="48" y="124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7"/>
                </a:lnTo>
                <a:lnTo>
                  <a:pt x="44" y="116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2"/>
                </a:lnTo>
                <a:lnTo>
                  <a:pt x="12" y="102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4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4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2" y="43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5" y="34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3" y="32"/>
                </a:lnTo>
                <a:lnTo>
                  <a:pt x="42" y="32"/>
                </a:lnTo>
                <a:lnTo>
                  <a:pt x="41" y="31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1" y="18"/>
                </a:lnTo>
                <a:lnTo>
                  <a:pt x="52" y="18"/>
                </a:lnTo>
                <a:lnTo>
                  <a:pt x="53" y="18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7" y="15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6" y="12"/>
                </a:lnTo>
                <a:lnTo>
                  <a:pt x="87" y="11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1"/>
                </a:lnTo>
                <a:lnTo>
                  <a:pt x="95" y="11"/>
                </a:lnTo>
                <a:lnTo>
                  <a:pt x="96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3" y="13"/>
                </a:lnTo>
                <a:lnTo>
                  <a:pt x="114" y="13"/>
                </a:lnTo>
                <a:lnTo>
                  <a:pt x="115" y="13"/>
                </a:lnTo>
                <a:lnTo>
                  <a:pt x="116" y="12"/>
                </a:lnTo>
                <a:lnTo>
                  <a:pt x="117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3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5" y="10"/>
                </a:lnTo>
                <a:lnTo>
                  <a:pt x="156" y="10"/>
                </a:lnTo>
                <a:lnTo>
                  <a:pt x="157" y="10"/>
                </a:lnTo>
                <a:lnTo>
                  <a:pt x="157" y="9"/>
                </a:lnTo>
                <a:lnTo>
                  <a:pt x="159" y="9"/>
                </a:lnTo>
                <a:lnTo>
                  <a:pt x="162" y="8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7"/>
                </a:lnTo>
                <a:lnTo>
                  <a:pt x="178" y="6"/>
                </a:lnTo>
                <a:lnTo>
                  <a:pt x="179" y="6"/>
                </a:lnTo>
                <a:lnTo>
                  <a:pt x="180" y="6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2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65048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3" y="14"/>
                </a:lnTo>
                <a:lnTo>
                  <a:pt x="64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2"/>
                </a:lnTo>
                <a:lnTo>
                  <a:pt x="81" y="22"/>
                </a:lnTo>
                <a:lnTo>
                  <a:pt x="82" y="22"/>
                </a:lnTo>
                <a:lnTo>
                  <a:pt x="84" y="23"/>
                </a:lnTo>
                <a:lnTo>
                  <a:pt x="85" y="23"/>
                </a:lnTo>
                <a:lnTo>
                  <a:pt x="86" y="24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0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4" y="38"/>
                </a:lnTo>
                <a:lnTo>
                  <a:pt x="104" y="39"/>
                </a:lnTo>
                <a:lnTo>
                  <a:pt x="104" y="41"/>
                </a:lnTo>
                <a:lnTo>
                  <a:pt x="103" y="42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3" y="45"/>
                </a:lnTo>
                <a:lnTo>
                  <a:pt x="93" y="46"/>
                </a:lnTo>
                <a:lnTo>
                  <a:pt x="93" y="53"/>
                </a:lnTo>
                <a:lnTo>
                  <a:pt x="97" y="55"/>
                </a:lnTo>
                <a:lnTo>
                  <a:pt x="95" y="57"/>
                </a:lnTo>
                <a:lnTo>
                  <a:pt x="98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4" y="60"/>
                </a:lnTo>
                <a:lnTo>
                  <a:pt x="91" y="60"/>
                </a:lnTo>
                <a:lnTo>
                  <a:pt x="90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89" y="67"/>
                </a:lnTo>
                <a:lnTo>
                  <a:pt x="88" y="67"/>
                </a:lnTo>
                <a:lnTo>
                  <a:pt x="87" y="66"/>
                </a:lnTo>
                <a:lnTo>
                  <a:pt x="85" y="67"/>
                </a:lnTo>
                <a:lnTo>
                  <a:pt x="83" y="68"/>
                </a:lnTo>
                <a:lnTo>
                  <a:pt x="84" y="68"/>
                </a:lnTo>
                <a:lnTo>
                  <a:pt x="85" y="70"/>
                </a:lnTo>
                <a:lnTo>
                  <a:pt x="87" y="73"/>
                </a:lnTo>
                <a:lnTo>
                  <a:pt x="88" y="73"/>
                </a:lnTo>
                <a:lnTo>
                  <a:pt x="89" y="74"/>
                </a:lnTo>
                <a:lnTo>
                  <a:pt x="93" y="77"/>
                </a:lnTo>
                <a:lnTo>
                  <a:pt x="91" y="78"/>
                </a:lnTo>
                <a:lnTo>
                  <a:pt x="91" y="79"/>
                </a:lnTo>
                <a:lnTo>
                  <a:pt x="92" y="79"/>
                </a:lnTo>
                <a:lnTo>
                  <a:pt x="94" y="83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3" y="98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5"/>
                </a:lnTo>
                <a:lnTo>
                  <a:pt x="90" y="106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0" y="105"/>
                </a:lnTo>
                <a:lnTo>
                  <a:pt x="79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9" y="87"/>
                </a:lnTo>
                <a:lnTo>
                  <a:pt x="9" y="88"/>
                </a:lnTo>
                <a:lnTo>
                  <a:pt x="8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6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5" y="82"/>
                </a:lnTo>
                <a:lnTo>
                  <a:pt x="5" y="81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80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1" y="79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2" y="78"/>
                </a:lnTo>
                <a:lnTo>
                  <a:pt x="2" y="77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7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20" y="75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8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1" y="39"/>
                </a:lnTo>
                <a:lnTo>
                  <a:pt x="40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3" y="38"/>
                </a:lnTo>
                <a:lnTo>
                  <a:pt x="45" y="37"/>
                </a:lnTo>
                <a:lnTo>
                  <a:pt x="46" y="36"/>
                </a:lnTo>
                <a:lnTo>
                  <a:pt x="47" y="36"/>
                </a:lnTo>
                <a:lnTo>
                  <a:pt x="47" y="35"/>
                </a:lnTo>
                <a:lnTo>
                  <a:pt x="48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5" y="32"/>
                </a:lnTo>
                <a:lnTo>
                  <a:pt x="44" y="31"/>
                </a:lnTo>
                <a:lnTo>
                  <a:pt x="43" y="31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39" y="26"/>
                </a:lnTo>
                <a:lnTo>
                  <a:pt x="38" y="24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0"/>
                </a:lnTo>
                <a:lnTo>
                  <a:pt x="33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3"/>
                </a:lnTo>
                <a:lnTo>
                  <a:pt x="34" y="2"/>
                </a:lnTo>
                <a:lnTo>
                  <a:pt x="35" y="2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50468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2" y="6"/>
                </a:lnTo>
                <a:lnTo>
                  <a:pt x="262" y="7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6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8" y="77"/>
                </a:lnTo>
                <a:lnTo>
                  <a:pt x="339" y="77"/>
                </a:lnTo>
                <a:lnTo>
                  <a:pt x="340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7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9" y="106"/>
                </a:lnTo>
                <a:lnTo>
                  <a:pt x="360" y="107"/>
                </a:lnTo>
                <a:lnTo>
                  <a:pt x="361" y="108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5"/>
                </a:lnTo>
                <a:lnTo>
                  <a:pt x="371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3" y="136"/>
                </a:lnTo>
                <a:lnTo>
                  <a:pt x="372" y="136"/>
                </a:lnTo>
                <a:lnTo>
                  <a:pt x="372" y="137"/>
                </a:lnTo>
                <a:lnTo>
                  <a:pt x="373" y="137"/>
                </a:lnTo>
                <a:lnTo>
                  <a:pt x="373" y="136"/>
                </a:lnTo>
                <a:lnTo>
                  <a:pt x="374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2" y="153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9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7" y="168"/>
                </a:lnTo>
                <a:lnTo>
                  <a:pt x="388" y="168"/>
                </a:lnTo>
                <a:lnTo>
                  <a:pt x="388" y="169"/>
                </a:lnTo>
                <a:lnTo>
                  <a:pt x="389" y="170"/>
                </a:lnTo>
                <a:lnTo>
                  <a:pt x="389" y="171"/>
                </a:lnTo>
                <a:lnTo>
                  <a:pt x="389" y="170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5"/>
                </a:lnTo>
                <a:lnTo>
                  <a:pt x="393" y="175"/>
                </a:lnTo>
                <a:lnTo>
                  <a:pt x="394" y="176"/>
                </a:lnTo>
                <a:lnTo>
                  <a:pt x="394" y="178"/>
                </a:lnTo>
                <a:lnTo>
                  <a:pt x="395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4" y="180"/>
                </a:lnTo>
                <a:lnTo>
                  <a:pt x="395" y="182"/>
                </a:lnTo>
                <a:lnTo>
                  <a:pt x="395" y="183"/>
                </a:lnTo>
                <a:lnTo>
                  <a:pt x="394" y="183"/>
                </a:lnTo>
                <a:lnTo>
                  <a:pt x="394" y="184"/>
                </a:lnTo>
                <a:lnTo>
                  <a:pt x="394" y="183"/>
                </a:lnTo>
                <a:lnTo>
                  <a:pt x="392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3" y="184"/>
                </a:lnTo>
                <a:lnTo>
                  <a:pt x="394" y="184"/>
                </a:lnTo>
                <a:lnTo>
                  <a:pt x="395" y="184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5" y="198"/>
                </a:lnTo>
                <a:lnTo>
                  <a:pt x="405" y="199"/>
                </a:lnTo>
                <a:lnTo>
                  <a:pt x="405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6" y="213"/>
                </a:lnTo>
                <a:lnTo>
                  <a:pt x="404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5"/>
                </a:lnTo>
                <a:lnTo>
                  <a:pt x="408" y="216"/>
                </a:lnTo>
                <a:lnTo>
                  <a:pt x="409" y="217"/>
                </a:lnTo>
                <a:lnTo>
                  <a:pt x="410" y="217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1" y="218"/>
                </a:lnTo>
                <a:lnTo>
                  <a:pt x="411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2" y="226"/>
                </a:lnTo>
                <a:lnTo>
                  <a:pt x="412" y="227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3" y="230"/>
                </a:lnTo>
                <a:lnTo>
                  <a:pt x="412" y="230"/>
                </a:lnTo>
                <a:lnTo>
                  <a:pt x="412" y="231"/>
                </a:lnTo>
                <a:lnTo>
                  <a:pt x="412" y="232"/>
                </a:lnTo>
                <a:lnTo>
                  <a:pt x="413" y="231"/>
                </a:lnTo>
                <a:lnTo>
                  <a:pt x="415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5" y="247"/>
                </a:lnTo>
                <a:lnTo>
                  <a:pt x="412" y="247"/>
                </a:lnTo>
                <a:lnTo>
                  <a:pt x="411" y="248"/>
                </a:lnTo>
                <a:lnTo>
                  <a:pt x="411" y="249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5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2"/>
                </a:lnTo>
                <a:lnTo>
                  <a:pt x="416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5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3" y="277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7"/>
                </a:lnTo>
                <a:lnTo>
                  <a:pt x="458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5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4"/>
                </a:lnTo>
                <a:lnTo>
                  <a:pt x="461" y="305"/>
                </a:lnTo>
                <a:lnTo>
                  <a:pt x="462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09"/>
                </a:lnTo>
                <a:lnTo>
                  <a:pt x="467" y="309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11"/>
                </a:lnTo>
                <a:lnTo>
                  <a:pt x="472" y="309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1" y="322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7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8" y="355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1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8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7" y="347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4"/>
                </a:lnTo>
                <a:lnTo>
                  <a:pt x="458" y="344"/>
                </a:lnTo>
                <a:lnTo>
                  <a:pt x="458" y="343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2" y="335"/>
                </a:lnTo>
                <a:lnTo>
                  <a:pt x="441" y="336"/>
                </a:lnTo>
                <a:lnTo>
                  <a:pt x="440" y="336"/>
                </a:lnTo>
                <a:lnTo>
                  <a:pt x="440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9" y="346"/>
                </a:lnTo>
                <a:lnTo>
                  <a:pt x="430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8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1"/>
                </a:lnTo>
                <a:lnTo>
                  <a:pt x="437" y="352"/>
                </a:lnTo>
                <a:lnTo>
                  <a:pt x="438" y="352"/>
                </a:lnTo>
                <a:lnTo>
                  <a:pt x="439" y="353"/>
                </a:lnTo>
                <a:lnTo>
                  <a:pt x="439" y="354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7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1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49" y="371"/>
                </a:lnTo>
                <a:lnTo>
                  <a:pt x="449" y="372"/>
                </a:lnTo>
                <a:lnTo>
                  <a:pt x="448" y="372"/>
                </a:lnTo>
                <a:lnTo>
                  <a:pt x="448" y="371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4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2" y="394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8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3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1"/>
                </a:lnTo>
                <a:lnTo>
                  <a:pt x="350" y="431"/>
                </a:lnTo>
                <a:lnTo>
                  <a:pt x="350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3" y="407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5" y="405"/>
                </a:lnTo>
                <a:lnTo>
                  <a:pt x="314" y="405"/>
                </a:lnTo>
                <a:lnTo>
                  <a:pt x="314" y="406"/>
                </a:lnTo>
                <a:lnTo>
                  <a:pt x="313" y="406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09"/>
                </a:lnTo>
                <a:lnTo>
                  <a:pt x="296" y="409"/>
                </a:lnTo>
                <a:lnTo>
                  <a:pt x="296" y="410"/>
                </a:lnTo>
                <a:lnTo>
                  <a:pt x="295" y="410"/>
                </a:lnTo>
                <a:lnTo>
                  <a:pt x="295" y="409"/>
                </a:lnTo>
                <a:lnTo>
                  <a:pt x="295" y="410"/>
                </a:lnTo>
                <a:lnTo>
                  <a:pt x="294" y="410"/>
                </a:lnTo>
                <a:lnTo>
                  <a:pt x="293" y="411"/>
                </a:lnTo>
                <a:lnTo>
                  <a:pt x="293" y="412"/>
                </a:lnTo>
                <a:lnTo>
                  <a:pt x="294" y="411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1" y="409"/>
                </a:lnTo>
                <a:lnTo>
                  <a:pt x="291" y="410"/>
                </a:lnTo>
                <a:lnTo>
                  <a:pt x="290" y="409"/>
                </a:lnTo>
                <a:lnTo>
                  <a:pt x="290" y="408"/>
                </a:lnTo>
                <a:lnTo>
                  <a:pt x="289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2" y="398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8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4" y="393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7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6"/>
                </a:lnTo>
                <a:lnTo>
                  <a:pt x="227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6" y="362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59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8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0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2"/>
                </a:lnTo>
                <a:lnTo>
                  <a:pt x="189" y="332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29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2" y="324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3"/>
                </a:lnTo>
                <a:lnTo>
                  <a:pt x="182" y="322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1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2" y="308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9" y="291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1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2" y="271"/>
                </a:lnTo>
                <a:lnTo>
                  <a:pt x="201" y="271"/>
                </a:lnTo>
                <a:lnTo>
                  <a:pt x="202" y="269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7"/>
                </a:lnTo>
                <a:lnTo>
                  <a:pt x="203" y="266"/>
                </a:lnTo>
                <a:lnTo>
                  <a:pt x="203" y="265"/>
                </a:lnTo>
                <a:lnTo>
                  <a:pt x="202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5" y="260"/>
                </a:lnTo>
                <a:lnTo>
                  <a:pt x="205" y="261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7" y="259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8" y="260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1" y="264"/>
                </a:lnTo>
                <a:lnTo>
                  <a:pt x="230" y="264"/>
                </a:lnTo>
                <a:lnTo>
                  <a:pt x="230" y="263"/>
                </a:lnTo>
                <a:lnTo>
                  <a:pt x="231" y="263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9" y="272"/>
                </a:lnTo>
                <a:lnTo>
                  <a:pt x="250" y="270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8" y="257"/>
                </a:lnTo>
                <a:lnTo>
                  <a:pt x="258" y="256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48"/>
                </a:lnTo>
                <a:lnTo>
                  <a:pt x="257" y="246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0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5" y="232"/>
                </a:lnTo>
                <a:lnTo>
                  <a:pt x="244" y="232"/>
                </a:lnTo>
                <a:lnTo>
                  <a:pt x="243" y="232"/>
                </a:lnTo>
                <a:lnTo>
                  <a:pt x="243" y="231"/>
                </a:lnTo>
                <a:lnTo>
                  <a:pt x="243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40" y="226"/>
                </a:lnTo>
                <a:lnTo>
                  <a:pt x="241" y="226"/>
                </a:lnTo>
                <a:lnTo>
                  <a:pt x="241" y="224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5"/>
                </a:lnTo>
                <a:lnTo>
                  <a:pt x="231" y="225"/>
                </a:lnTo>
                <a:lnTo>
                  <a:pt x="230" y="224"/>
                </a:lnTo>
                <a:lnTo>
                  <a:pt x="229" y="225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9" y="223"/>
                </a:lnTo>
                <a:lnTo>
                  <a:pt x="228" y="222"/>
                </a:lnTo>
                <a:lnTo>
                  <a:pt x="226" y="223"/>
                </a:lnTo>
                <a:lnTo>
                  <a:pt x="225" y="223"/>
                </a:lnTo>
                <a:lnTo>
                  <a:pt x="224" y="224"/>
                </a:lnTo>
                <a:lnTo>
                  <a:pt x="224" y="225"/>
                </a:lnTo>
                <a:lnTo>
                  <a:pt x="225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20" y="234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5" y="234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40"/>
                </a:lnTo>
                <a:lnTo>
                  <a:pt x="215" y="241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5" y="243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7" y="245"/>
                </a:lnTo>
                <a:lnTo>
                  <a:pt x="216" y="245"/>
                </a:lnTo>
                <a:lnTo>
                  <a:pt x="216" y="246"/>
                </a:lnTo>
                <a:lnTo>
                  <a:pt x="216" y="245"/>
                </a:lnTo>
                <a:lnTo>
                  <a:pt x="215" y="245"/>
                </a:lnTo>
                <a:lnTo>
                  <a:pt x="214" y="246"/>
                </a:lnTo>
                <a:lnTo>
                  <a:pt x="212" y="247"/>
                </a:lnTo>
                <a:lnTo>
                  <a:pt x="211" y="247"/>
                </a:lnTo>
                <a:lnTo>
                  <a:pt x="210" y="246"/>
                </a:lnTo>
                <a:lnTo>
                  <a:pt x="209" y="246"/>
                </a:lnTo>
                <a:lnTo>
                  <a:pt x="207" y="245"/>
                </a:lnTo>
                <a:lnTo>
                  <a:pt x="206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7"/>
                </a:lnTo>
                <a:lnTo>
                  <a:pt x="193" y="247"/>
                </a:lnTo>
                <a:lnTo>
                  <a:pt x="192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2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7" y="241"/>
                </a:lnTo>
                <a:lnTo>
                  <a:pt x="176" y="241"/>
                </a:lnTo>
                <a:lnTo>
                  <a:pt x="175" y="241"/>
                </a:lnTo>
                <a:lnTo>
                  <a:pt x="175" y="239"/>
                </a:lnTo>
                <a:lnTo>
                  <a:pt x="175" y="238"/>
                </a:lnTo>
                <a:lnTo>
                  <a:pt x="176" y="238"/>
                </a:lnTo>
                <a:lnTo>
                  <a:pt x="176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2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1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4"/>
                </a:lnTo>
                <a:lnTo>
                  <a:pt x="176" y="223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8" y="210"/>
                </a:lnTo>
                <a:lnTo>
                  <a:pt x="167" y="210"/>
                </a:lnTo>
                <a:lnTo>
                  <a:pt x="167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8" y="207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3" y="200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2"/>
                </a:lnTo>
                <a:lnTo>
                  <a:pt x="159" y="202"/>
                </a:lnTo>
                <a:lnTo>
                  <a:pt x="158" y="202"/>
                </a:lnTo>
                <a:lnTo>
                  <a:pt x="156" y="203"/>
                </a:lnTo>
                <a:lnTo>
                  <a:pt x="155" y="204"/>
                </a:lnTo>
                <a:lnTo>
                  <a:pt x="154" y="204"/>
                </a:lnTo>
                <a:lnTo>
                  <a:pt x="154" y="203"/>
                </a:lnTo>
                <a:lnTo>
                  <a:pt x="152" y="203"/>
                </a:lnTo>
                <a:lnTo>
                  <a:pt x="152" y="204"/>
                </a:lnTo>
                <a:lnTo>
                  <a:pt x="152" y="205"/>
                </a:lnTo>
                <a:lnTo>
                  <a:pt x="151" y="205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7" y="197"/>
                </a:lnTo>
                <a:lnTo>
                  <a:pt x="147" y="196"/>
                </a:lnTo>
                <a:lnTo>
                  <a:pt x="146" y="195"/>
                </a:lnTo>
                <a:lnTo>
                  <a:pt x="145" y="195"/>
                </a:lnTo>
                <a:lnTo>
                  <a:pt x="145" y="196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1"/>
                </a:lnTo>
                <a:lnTo>
                  <a:pt x="144" y="190"/>
                </a:lnTo>
                <a:lnTo>
                  <a:pt x="145" y="190"/>
                </a:lnTo>
                <a:lnTo>
                  <a:pt x="146" y="190"/>
                </a:lnTo>
                <a:lnTo>
                  <a:pt x="146" y="189"/>
                </a:lnTo>
                <a:lnTo>
                  <a:pt x="146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0" y="181"/>
                </a:lnTo>
                <a:lnTo>
                  <a:pt x="150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1" y="172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4" y="168"/>
                </a:lnTo>
                <a:lnTo>
                  <a:pt x="155" y="169"/>
                </a:lnTo>
                <a:lnTo>
                  <a:pt x="156" y="169"/>
                </a:lnTo>
                <a:lnTo>
                  <a:pt x="157" y="169"/>
                </a:lnTo>
                <a:lnTo>
                  <a:pt x="158" y="170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9" y="158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2" y="152"/>
                </a:lnTo>
                <a:lnTo>
                  <a:pt x="163" y="151"/>
                </a:lnTo>
                <a:lnTo>
                  <a:pt x="163" y="150"/>
                </a:lnTo>
                <a:lnTo>
                  <a:pt x="163" y="148"/>
                </a:lnTo>
                <a:lnTo>
                  <a:pt x="163" y="147"/>
                </a:lnTo>
                <a:lnTo>
                  <a:pt x="163" y="146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3"/>
                </a:lnTo>
                <a:lnTo>
                  <a:pt x="165" y="142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4" y="141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1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4" y="144"/>
                </a:lnTo>
                <a:lnTo>
                  <a:pt x="142" y="144"/>
                </a:lnTo>
                <a:lnTo>
                  <a:pt x="141" y="144"/>
                </a:lnTo>
                <a:lnTo>
                  <a:pt x="141" y="143"/>
                </a:lnTo>
                <a:lnTo>
                  <a:pt x="140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8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5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6" y="137"/>
                </a:lnTo>
                <a:lnTo>
                  <a:pt x="126" y="135"/>
                </a:lnTo>
                <a:lnTo>
                  <a:pt x="125" y="135"/>
                </a:lnTo>
                <a:lnTo>
                  <a:pt x="125" y="134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4" y="127"/>
                </a:lnTo>
                <a:lnTo>
                  <a:pt x="123" y="128"/>
                </a:lnTo>
                <a:lnTo>
                  <a:pt x="123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3"/>
                </a:lnTo>
                <a:lnTo>
                  <a:pt x="118" y="122"/>
                </a:lnTo>
                <a:lnTo>
                  <a:pt x="119" y="122"/>
                </a:lnTo>
                <a:lnTo>
                  <a:pt x="118" y="121"/>
                </a:lnTo>
                <a:lnTo>
                  <a:pt x="117" y="119"/>
                </a:lnTo>
                <a:lnTo>
                  <a:pt x="118" y="118"/>
                </a:lnTo>
                <a:lnTo>
                  <a:pt x="118" y="117"/>
                </a:lnTo>
                <a:lnTo>
                  <a:pt x="118" y="116"/>
                </a:lnTo>
                <a:lnTo>
                  <a:pt x="117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3" y="113"/>
                </a:lnTo>
                <a:lnTo>
                  <a:pt x="113" y="114"/>
                </a:lnTo>
                <a:lnTo>
                  <a:pt x="114" y="114"/>
                </a:lnTo>
                <a:lnTo>
                  <a:pt x="114" y="115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7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2" y="109"/>
                </a:lnTo>
                <a:lnTo>
                  <a:pt x="92" y="108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8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2" y="109"/>
                </a:lnTo>
                <a:lnTo>
                  <a:pt x="81" y="109"/>
                </a:lnTo>
                <a:lnTo>
                  <a:pt x="80" y="109"/>
                </a:lnTo>
                <a:lnTo>
                  <a:pt x="79" y="110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8"/>
                </a:lnTo>
                <a:lnTo>
                  <a:pt x="71" y="108"/>
                </a:lnTo>
                <a:lnTo>
                  <a:pt x="72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7" y="102"/>
                </a:lnTo>
                <a:lnTo>
                  <a:pt x="66" y="102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1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5"/>
                </a:lnTo>
                <a:lnTo>
                  <a:pt x="21" y="65"/>
                </a:lnTo>
                <a:lnTo>
                  <a:pt x="20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4" y="27"/>
                </a:lnTo>
                <a:lnTo>
                  <a:pt x="55" y="26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3" y="42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3" y="59"/>
                </a:lnTo>
                <a:lnTo>
                  <a:pt x="82" y="58"/>
                </a:lnTo>
                <a:lnTo>
                  <a:pt x="83" y="58"/>
                </a:lnTo>
                <a:lnTo>
                  <a:pt x="84" y="57"/>
                </a:lnTo>
                <a:lnTo>
                  <a:pt x="84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2" y="55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6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3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7" y="54"/>
                </a:lnTo>
                <a:lnTo>
                  <a:pt x="157" y="55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2"/>
                </a:lnTo>
                <a:lnTo>
                  <a:pt x="164" y="73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7" y="77"/>
                </a:lnTo>
                <a:lnTo>
                  <a:pt x="168" y="77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4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19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8" y="10"/>
                </a:lnTo>
                <a:lnTo>
                  <a:pt x="228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39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65948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65804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660200" y="401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66236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559040" y="388440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1"/>
                </a:lnTo>
                <a:lnTo>
                  <a:pt x="163" y="1"/>
                </a:lnTo>
                <a:lnTo>
                  <a:pt x="163" y="0"/>
                </a:lnTo>
                <a:lnTo>
                  <a:pt x="164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4" y="18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2" y="24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5"/>
                </a:lnTo>
                <a:lnTo>
                  <a:pt x="199" y="26"/>
                </a:lnTo>
                <a:lnTo>
                  <a:pt x="201" y="26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3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0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3" y="28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0"/>
                </a:lnTo>
                <a:lnTo>
                  <a:pt x="248" y="20"/>
                </a:lnTo>
                <a:lnTo>
                  <a:pt x="247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7"/>
                </a:lnTo>
                <a:lnTo>
                  <a:pt x="252" y="17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4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0"/>
                </a:lnTo>
                <a:lnTo>
                  <a:pt x="292" y="52"/>
                </a:lnTo>
                <a:lnTo>
                  <a:pt x="290" y="69"/>
                </a:lnTo>
                <a:lnTo>
                  <a:pt x="290" y="70"/>
                </a:lnTo>
                <a:lnTo>
                  <a:pt x="290" y="74"/>
                </a:lnTo>
                <a:lnTo>
                  <a:pt x="290" y="77"/>
                </a:lnTo>
                <a:lnTo>
                  <a:pt x="289" y="84"/>
                </a:lnTo>
                <a:lnTo>
                  <a:pt x="293" y="84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5" y="89"/>
                </a:lnTo>
                <a:lnTo>
                  <a:pt x="306" y="90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0" y="122"/>
                </a:lnTo>
                <a:lnTo>
                  <a:pt x="331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0" y="125"/>
                </a:lnTo>
                <a:lnTo>
                  <a:pt x="341" y="125"/>
                </a:lnTo>
                <a:lnTo>
                  <a:pt x="341" y="126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8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3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1"/>
                </a:lnTo>
                <a:lnTo>
                  <a:pt x="336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8"/>
                </a:lnTo>
                <a:lnTo>
                  <a:pt x="327" y="168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9"/>
                </a:lnTo>
                <a:lnTo>
                  <a:pt x="336" y="170"/>
                </a:lnTo>
                <a:lnTo>
                  <a:pt x="337" y="170"/>
                </a:lnTo>
                <a:lnTo>
                  <a:pt x="337" y="169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2"/>
                </a:lnTo>
                <a:lnTo>
                  <a:pt x="337" y="174"/>
                </a:lnTo>
                <a:lnTo>
                  <a:pt x="338" y="175"/>
                </a:lnTo>
                <a:lnTo>
                  <a:pt x="338" y="176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4"/>
                </a:lnTo>
                <a:lnTo>
                  <a:pt x="343" y="173"/>
                </a:lnTo>
                <a:lnTo>
                  <a:pt x="342" y="173"/>
                </a:lnTo>
                <a:lnTo>
                  <a:pt x="342" y="172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2"/>
                </a:lnTo>
                <a:lnTo>
                  <a:pt x="343" y="161"/>
                </a:lnTo>
                <a:lnTo>
                  <a:pt x="344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6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2" y="195"/>
                </a:lnTo>
                <a:lnTo>
                  <a:pt x="354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6" y="202"/>
                </a:lnTo>
                <a:lnTo>
                  <a:pt x="355" y="202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4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39" y="206"/>
                </a:lnTo>
                <a:lnTo>
                  <a:pt x="339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1"/>
                </a:lnTo>
                <a:lnTo>
                  <a:pt x="340" y="200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40" y="196"/>
                </a:lnTo>
                <a:lnTo>
                  <a:pt x="341" y="195"/>
                </a:lnTo>
                <a:lnTo>
                  <a:pt x="341" y="194"/>
                </a:lnTo>
                <a:lnTo>
                  <a:pt x="341" y="193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38" y="187"/>
                </a:lnTo>
                <a:lnTo>
                  <a:pt x="338" y="188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39" y="191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9" y="199"/>
                </a:lnTo>
                <a:lnTo>
                  <a:pt x="338" y="201"/>
                </a:lnTo>
                <a:lnTo>
                  <a:pt x="338" y="202"/>
                </a:lnTo>
                <a:lnTo>
                  <a:pt x="337" y="203"/>
                </a:lnTo>
                <a:lnTo>
                  <a:pt x="337" y="204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8" y="207"/>
                </a:lnTo>
                <a:lnTo>
                  <a:pt x="327" y="205"/>
                </a:lnTo>
                <a:lnTo>
                  <a:pt x="326" y="205"/>
                </a:lnTo>
                <a:lnTo>
                  <a:pt x="325" y="205"/>
                </a:lnTo>
                <a:lnTo>
                  <a:pt x="325" y="204"/>
                </a:lnTo>
                <a:lnTo>
                  <a:pt x="325" y="203"/>
                </a:lnTo>
                <a:lnTo>
                  <a:pt x="324" y="202"/>
                </a:lnTo>
                <a:lnTo>
                  <a:pt x="324" y="201"/>
                </a:lnTo>
                <a:lnTo>
                  <a:pt x="323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0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5"/>
                </a:lnTo>
                <a:lnTo>
                  <a:pt x="317" y="205"/>
                </a:lnTo>
                <a:lnTo>
                  <a:pt x="318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0" y="207"/>
                </a:lnTo>
                <a:lnTo>
                  <a:pt x="320" y="208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0" y="210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8" y="212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7" y="214"/>
                </a:lnTo>
                <a:lnTo>
                  <a:pt x="326" y="214"/>
                </a:lnTo>
                <a:lnTo>
                  <a:pt x="325" y="216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7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19" y="222"/>
                </a:lnTo>
                <a:lnTo>
                  <a:pt x="318" y="221"/>
                </a:lnTo>
                <a:lnTo>
                  <a:pt x="318" y="219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6" y="219"/>
                </a:lnTo>
                <a:lnTo>
                  <a:pt x="327" y="219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0" y="225"/>
                </a:lnTo>
                <a:lnTo>
                  <a:pt x="329" y="225"/>
                </a:lnTo>
                <a:lnTo>
                  <a:pt x="329" y="226"/>
                </a:lnTo>
                <a:lnTo>
                  <a:pt x="330" y="227"/>
                </a:lnTo>
                <a:lnTo>
                  <a:pt x="331" y="228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2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2"/>
                </a:lnTo>
                <a:lnTo>
                  <a:pt x="330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4"/>
                </a:lnTo>
                <a:lnTo>
                  <a:pt x="328" y="233"/>
                </a:lnTo>
                <a:lnTo>
                  <a:pt x="327" y="233"/>
                </a:lnTo>
                <a:lnTo>
                  <a:pt x="326" y="233"/>
                </a:lnTo>
                <a:lnTo>
                  <a:pt x="325" y="233"/>
                </a:lnTo>
                <a:lnTo>
                  <a:pt x="324" y="232"/>
                </a:lnTo>
                <a:lnTo>
                  <a:pt x="323" y="232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5" y="230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8" y="234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4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8" y="238"/>
                </a:lnTo>
                <a:lnTo>
                  <a:pt x="329" y="238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28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29" y="251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8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5"/>
                </a:lnTo>
                <a:lnTo>
                  <a:pt x="313" y="256"/>
                </a:lnTo>
                <a:lnTo>
                  <a:pt x="312" y="257"/>
                </a:lnTo>
                <a:lnTo>
                  <a:pt x="314" y="258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3" y="275"/>
                </a:lnTo>
                <a:lnTo>
                  <a:pt x="323" y="276"/>
                </a:lnTo>
                <a:lnTo>
                  <a:pt x="322" y="276"/>
                </a:lnTo>
                <a:lnTo>
                  <a:pt x="321" y="276"/>
                </a:lnTo>
                <a:lnTo>
                  <a:pt x="321" y="275"/>
                </a:lnTo>
                <a:lnTo>
                  <a:pt x="321" y="276"/>
                </a:lnTo>
                <a:lnTo>
                  <a:pt x="321" y="277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6" y="284"/>
                </a:lnTo>
                <a:lnTo>
                  <a:pt x="327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8" y="290"/>
                </a:lnTo>
                <a:lnTo>
                  <a:pt x="329" y="290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5" y="297"/>
                </a:lnTo>
                <a:lnTo>
                  <a:pt x="324" y="297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1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8" y="294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20"/>
                </a:lnTo>
                <a:lnTo>
                  <a:pt x="289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7" y="304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70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69" y="322"/>
                </a:lnTo>
                <a:lnTo>
                  <a:pt x="269" y="323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6" y="340"/>
                </a:lnTo>
                <a:lnTo>
                  <a:pt x="256" y="341"/>
                </a:lnTo>
                <a:lnTo>
                  <a:pt x="255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9" y="346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4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2"/>
                </a:lnTo>
                <a:lnTo>
                  <a:pt x="240" y="363"/>
                </a:lnTo>
                <a:lnTo>
                  <a:pt x="239" y="363"/>
                </a:lnTo>
                <a:lnTo>
                  <a:pt x="238" y="363"/>
                </a:lnTo>
                <a:lnTo>
                  <a:pt x="239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5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8" y="391"/>
                </a:lnTo>
                <a:lnTo>
                  <a:pt x="227" y="391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9" y="395"/>
                </a:lnTo>
                <a:lnTo>
                  <a:pt x="229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6" y="408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5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90"/>
                </a:lnTo>
                <a:lnTo>
                  <a:pt x="210" y="389"/>
                </a:lnTo>
                <a:lnTo>
                  <a:pt x="210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1" y="386"/>
                </a:lnTo>
                <a:lnTo>
                  <a:pt x="191" y="387"/>
                </a:lnTo>
                <a:lnTo>
                  <a:pt x="190" y="388"/>
                </a:lnTo>
                <a:lnTo>
                  <a:pt x="188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79" y="391"/>
                </a:lnTo>
                <a:lnTo>
                  <a:pt x="179" y="390"/>
                </a:lnTo>
                <a:lnTo>
                  <a:pt x="179" y="389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1" y="395"/>
                </a:lnTo>
                <a:lnTo>
                  <a:pt x="170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2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6" y="389"/>
                </a:lnTo>
                <a:lnTo>
                  <a:pt x="155" y="389"/>
                </a:lnTo>
                <a:lnTo>
                  <a:pt x="155" y="390"/>
                </a:lnTo>
                <a:lnTo>
                  <a:pt x="155" y="389"/>
                </a:lnTo>
                <a:lnTo>
                  <a:pt x="155" y="388"/>
                </a:lnTo>
                <a:lnTo>
                  <a:pt x="154" y="388"/>
                </a:lnTo>
                <a:lnTo>
                  <a:pt x="154" y="387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6" y="368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7" y="362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6" y="360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4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4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2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69" y="313"/>
                </a:lnTo>
                <a:lnTo>
                  <a:pt x="69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69" y="304"/>
                </a:lnTo>
                <a:lnTo>
                  <a:pt x="69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3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8" y="298"/>
                </a:lnTo>
                <a:lnTo>
                  <a:pt x="57" y="298"/>
                </a:lnTo>
                <a:lnTo>
                  <a:pt x="56" y="297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3" y="299"/>
                </a:lnTo>
                <a:lnTo>
                  <a:pt x="52" y="299"/>
                </a:lnTo>
                <a:lnTo>
                  <a:pt x="52" y="298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6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7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3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1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8" y="287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8" y="281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6" y="276"/>
                </a:lnTo>
                <a:lnTo>
                  <a:pt x="36" y="275"/>
                </a:lnTo>
                <a:lnTo>
                  <a:pt x="35" y="275"/>
                </a:lnTo>
                <a:lnTo>
                  <a:pt x="34" y="275"/>
                </a:lnTo>
                <a:lnTo>
                  <a:pt x="35" y="274"/>
                </a:lnTo>
                <a:lnTo>
                  <a:pt x="35" y="275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4" y="269"/>
                </a:lnTo>
                <a:lnTo>
                  <a:pt x="34" y="268"/>
                </a:lnTo>
                <a:lnTo>
                  <a:pt x="34" y="267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4" y="265"/>
                </a:lnTo>
                <a:lnTo>
                  <a:pt x="34" y="263"/>
                </a:lnTo>
                <a:lnTo>
                  <a:pt x="35" y="263"/>
                </a:lnTo>
                <a:lnTo>
                  <a:pt x="35" y="264"/>
                </a:lnTo>
                <a:lnTo>
                  <a:pt x="35" y="263"/>
                </a:lnTo>
                <a:lnTo>
                  <a:pt x="36" y="262"/>
                </a:lnTo>
                <a:lnTo>
                  <a:pt x="36" y="261"/>
                </a:lnTo>
                <a:lnTo>
                  <a:pt x="35" y="260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4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3" y="254"/>
                </a:lnTo>
                <a:lnTo>
                  <a:pt x="32" y="254"/>
                </a:lnTo>
                <a:lnTo>
                  <a:pt x="32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3" y="251"/>
                </a:lnTo>
                <a:lnTo>
                  <a:pt x="32" y="251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1" y="247"/>
                </a:lnTo>
                <a:lnTo>
                  <a:pt x="31" y="245"/>
                </a:lnTo>
                <a:lnTo>
                  <a:pt x="32" y="245"/>
                </a:lnTo>
                <a:lnTo>
                  <a:pt x="31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7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0" y="225"/>
                </a:lnTo>
                <a:lnTo>
                  <a:pt x="10" y="226"/>
                </a:lnTo>
                <a:lnTo>
                  <a:pt x="10" y="225"/>
                </a:lnTo>
                <a:lnTo>
                  <a:pt x="9" y="225"/>
                </a:lnTo>
                <a:lnTo>
                  <a:pt x="8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5"/>
                </a:lnTo>
                <a:lnTo>
                  <a:pt x="2" y="215"/>
                </a:lnTo>
                <a:lnTo>
                  <a:pt x="1" y="214"/>
                </a:lnTo>
                <a:lnTo>
                  <a:pt x="1" y="215"/>
                </a:lnTo>
                <a:lnTo>
                  <a:pt x="1" y="214"/>
                </a:lnTo>
                <a:lnTo>
                  <a:pt x="0" y="214"/>
                </a:lnTo>
                <a:lnTo>
                  <a:pt x="0" y="213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4" y="201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5"/>
                </a:lnTo>
                <a:lnTo>
                  <a:pt x="12" y="194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5" y="184"/>
                </a:lnTo>
                <a:lnTo>
                  <a:pt x="14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5" y="181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2"/>
                </a:lnTo>
                <a:lnTo>
                  <a:pt x="32" y="171"/>
                </a:lnTo>
                <a:lnTo>
                  <a:pt x="32" y="172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8"/>
                </a:lnTo>
                <a:lnTo>
                  <a:pt x="55" y="158"/>
                </a:lnTo>
                <a:lnTo>
                  <a:pt x="56" y="157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3" y="149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4" y="145"/>
                </a:lnTo>
                <a:lnTo>
                  <a:pt x="64" y="144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8"/>
                </a:lnTo>
                <a:lnTo>
                  <a:pt x="75" y="127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6"/>
                </a:lnTo>
                <a:lnTo>
                  <a:pt x="77" y="115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8"/>
                </a:lnTo>
                <a:lnTo>
                  <a:pt x="75" y="107"/>
                </a:lnTo>
                <a:lnTo>
                  <a:pt x="75" y="108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8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6" y="92"/>
                </a:lnTo>
                <a:lnTo>
                  <a:pt x="77" y="91"/>
                </a:lnTo>
                <a:lnTo>
                  <a:pt x="77" y="90"/>
                </a:lnTo>
                <a:lnTo>
                  <a:pt x="76" y="90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3" y="86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7"/>
                </a:lnTo>
                <a:lnTo>
                  <a:pt x="87" y="88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2"/>
                </a:lnTo>
                <a:lnTo>
                  <a:pt x="107" y="92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9" y="91"/>
                </a:lnTo>
                <a:lnTo>
                  <a:pt x="108" y="91"/>
                </a:lnTo>
                <a:lnTo>
                  <a:pt x="108" y="92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0"/>
                </a:lnTo>
                <a:lnTo>
                  <a:pt x="120" y="79"/>
                </a:lnTo>
                <a:lnTo>
                  <a:pt x="121" y="79"/>
                </a:lnTo>
                <a:lnTo>
                  <a:pt x="120" y="79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2" y="66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5" y="54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2" y="43"/>
                </a:lnTo>
                <a:lnTo>
                  <a:pt x="131" y="43"/>
                </a:lnTo>
                <a:lnTo>
                  <a:pt x="132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2"/>
                </a:lnTo>
                <a:lnTo>
                  <a:pt x="139" y="32"/>
                </a:lnTo>
                <a:lnTo>
                  <a:pt x="138" y="31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3"/>
                </a:lnTo>
                <a:lnTo>
                  <a:pt x="141" y="23"/>
                </a:lnTo>
                <a:lnTo>
                  <a:pt x="141" y="22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6" y="7"/>
                </a:lnTo>
                <a:lnTo>
                  <a:pt x="146" y="8"/>
                </a:lnTo>
                <a:lnTo>
                  <a:pt x="147" y="8"/>
                </a:lnTo>
                <a:lnTo>
                  <a:pt x="147" y="7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1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5" y="0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676760" y="399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67460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67424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6753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685040" y="3986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687920" y="394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68756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689720" y="3929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691160" y="392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69512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4695480" y="3939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4694760" y="393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469224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w="19" h="13">
                <a:moveTo>
                  <a:pt x="15" y="1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4702320" y="392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456800" y="3756600"/>
            <a:ext cx="155160" cy="193680"/>
          </a:xfrm>
          <a:custGeom>
            <a:avLst/>
            <a:gdLst/>
            <a:ahLst/>
            <a:rect l="0" t="0" r="r" b="b"/>
            <a:pathLst>
              <a:path w="431" h="538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8" y="216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4"/>
                </a:lnTo>
                <a:lnTo>
                  <a:pt x="364" y="214"/>
                </a:lnTo>
                <a:lnTo>
                  <a:pt x="364" y="215"/>
                </a:lnTo>
                <a:lnTo>
                  <a:pt x="365" y="215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1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1" y="210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2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6" y="216"/>
                </a:lnTo>
                <a:lnTo>
                  <a:pt x="337" y="216"/>
                </a:lnTo>
                <a:lnTo>
                  <a:pt x="337" y="217"/>
                </a:lnTo>
                <a:lnTo>
                  <a:pt x="337" y="218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6" y="220"/>
                </a:lnTo>
                <a:lnTo>
                  <a:pt x="335" y="222"/>
                </a:lnTo>
                <a:lnTo>
                  <a:pt x="336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3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3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1"/>
                </a:lnTo>
                <a:lnTo>
                  <a:pt x="332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3"/>
                </a:lnTo>
                <a:lnTo>
                  <a:pt x="316" y="274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6" y="275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0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1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6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2" y="309"/>
                </a:lnTo>
                <a:lnTo>
                  <a:pt x="342" y="308"/>
                </a:lnTo>
                <a:lnTo>
                  <a:pt x="343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0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0" y="313"/>
                </a:lnTo>
                <a:lnTo>
                  <a:pt x="361" y="313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3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6" y="343"/>
                </a:lnTo>
                <a:lnTo>
                  <a:pt x="346" y="344"/>
                </a:lnTo>
                <a:lnTo>
                  <a:pt x="347" y="344"/>
                </a:lnTo>
                <a:lnTo>
                  <a:pt x="348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1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1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69" y="349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6" y="349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399" y="346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6" y="346"/>
                </a:lnTo>
                <a:lnTo>
                  <a:pt x="407" y="346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3" y="359"/>
                </a:lnTo>
                <a:lnTo>
                  <a:pt x="423" y="360"/>
                </a:lnTo>
                <a:lnTo>
                  <a:pt x="424" y="361"/>
                </a:lnTo>
                <a:lnTo>
                  <a:pt x="424" y="360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7" y="362"/>
                </a:lnTo>
                <a:lnTo>
                  <a:pt x="426" y="363"/>
                </a:lnTo>
                <a:lnTo>
                  <a:pt x="426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1" y="363"/>
                </a:lnTo>
                <a:lnTo>
                  <a:pt x="431" y="364"/>
                </a:lnTo>
                <a:lnTo>
                  <a:pt x="430" y="364"/>
                </a:lnTo>
                <a:lnTo>
                  <a:pt x="430" y="363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8"/>
                </a:lnTo>
                <a:lnTo>
                  <a:pt x="425" y="379"/>
                </a:lnTo>
                <a:lnTo>
                  <a:pt x="426" y="379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2" y="387"/>
                </a:lnTo>
                <a:lnTo>
                  <a:pt x="423" y="388"/>
                </a:lnTo>
                <a:lnTo>
                  <a:pt x="424" y="388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3" y="391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6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7"/>
                </a:lnTo>
                <a:lnTo>
                  <a:pt x="409" y="438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1" y="445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4"/>
                </a:lnTo>
                <a:lnTo>
                  <a:pt x="381" y="444"/>
                </a:lnTo>
                <a:lnTo>
                  <a:pt x="381" y="443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7" y="445"/>
                </a:lnTo>
                <a:lnTo>
                  <a:pt x="377" y="444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4" y="442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0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3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2" y="476"/>
                </a:lnTo>
                <a:lnTo>
                  <a:pt x="362" y="477"/>
                </a:lnTo>
                <a:lnTo>
                  <a:pt x="363" y="477"/>
                </a:lnTo>
                <a:lnTo>
                  <a:pt x="363" y="478"/>
                </a:lnTo>
                <a:lnTo>
                  <a:pt x="363" y="479"/>
                </a:lnTo>
                <a:lnTo>
                  <a:pt x="362" y="480"/>
                </a:lnTo>
                <a:lnTo>
                  <a:pt x="363" y="480"/>
                </a:lnTo>
                <a:lnTo>
                  <a:pt x="363" y="481"/>
                </a:lnTo>
                <a:lnTo>
                  <a:pt x="362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50" y="501"/>
                </a:lnTo>
                <a:lnTo>
                  <a:pt x="350" y="502"/>
                </a:lnTo>
                <a:lnTo>
                  <a:pt x="349" y="502"/>
                </a:lnTo>
                <a:lnTo>
                  <a:pt x="349" y="503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20" y="526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7" y="526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29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5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3"/>
                </a:lnTo>
                <a:lnTo>
                  <a:pt x="289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0"/>
                </a:lnTo>
                <a:lnTo>
                  <a:pt x="282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2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0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4" y="510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2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10" y="483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6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8"/>
                </a:lnTo>
                <a:lnTo>
                  <a:pt x="203" y="489"/>
                </a:lnTo>
                <a:lnTo>
                  <a:pt x="203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9" y="495"/>
                </a:lnTo>
                <a:lnTo>
                  <a:pt x="200" y="496"/>
                </a:lnTo>
                <a:lnTo>
                  <a:pt x="201" y="496"/>
                </a:lnTo>
                <a:lnTo>
                  <a:pt x="201" y="497"/>
                </a:lnTo>
                <a:lnTo>
                  <a:pt x="202" y="497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1" y="501"/>
                </a:lnTo>
                <a:lnTo>
                  <a:pt x="200" y="502"/>
                </a:lnTo>
                <a:lnTo>
                  <a:pt x="201" y="503"/>
                </a:lnTo>
                <a:lnTo>
                  <a:pt x="202" y="504"/>
                </a:lnTo>
                <a:lnTo>
                  <a:pt x="202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8"/>
                </a:lnTo>
                <a:lnTo>
                  <a:pt x="192" y="508"/>
                </a:lnTo>
                <a:lnTo>
                  <a:pt x="192" y="509"/>
                </a:lnTo>
                <a:lnTo>
                  <a:pt x="191" y="508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1"/>
                </a:lnTo>
                <a:lnTo>
                  <a:pt x="174" y="521"/>
                </a:lnTo>
                <a:lnTo>
                  <a:pt x="174" y="520"/>
                </a:lnTo>
                <a:lnTo>
                  <a:pt x="174" y="521"/>
                </a:lnTo>
                <a:lnTo>
                  <a:pt x="173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7"/>
                </a:lnTo>
                <a:lnTo>
                  <a:pt x="173" y="496"/>
                </a:lnTo>
                <a:lnTo>
                  <a:pt x="173" y="497"/>
                </a:lnTo>
                <a:lnTo>
                  <a:pt x="173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1" y="485"/>
                </a:lnTo>
                <a:lnTo>
                  <a:pt x="182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2" y="479"/>
                </a:lnTo>
                <a:lnTo>
                  <a:pt x="181" y="479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80" y="478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5" y="476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8"/>
                </a:lnTo>
                <a:lnTo>
                  <a:pt x="159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5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6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3" y="487"/>
                </a:lnTo>
                <a:lnTo>
                  <a:pt x="113" y="486"/>
                </a:lnTo>
                <a:lnTo>
                  <a:pt x="113" y="487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4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5" y="445"/>
                </a:lnTo>
                <a:lnTo>
                  <a:pt x="94" y="445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2" y="435"/>
                </a:lnTo>
                <a:lnTo>
                  <a:pt x="92" y="436"/>
                </a:lnTo>
                <a:lnTo>
                  <a:pt x="93" y="435"/>
                </a:lnTo>
                <a:lnTo>
                  <a:pt x="94" y="434"/>
                </a:lnTo>
                <a:lnTo>
                  <a:pt x="94" y="433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2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5"/>
                </a:lnTo>
                <a:lnTo>
                  <a:pt x="92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1" y="420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8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8"/>
                </a:lnTo>
                <a:lnTo>
                  <a:pt x="81" y="408"/>
                </a:lnTo>
                <a:lnTo>
                  <a:pt x="80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4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80" y="360"/>
                </a:lnTo>
                <a:lnTo>
                  <a:pt x="79" y="360"/>
                </a:lnTo>
                <a:lnTo>
                  <a:pt x="79" y="359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5"/>
                </a:lnTo>
                <a:lnTo>
                  <a:pt x="75" y="354"/>
                </a:lnTo>
                <a:lnTo>
                  <a:pt x="75" y="353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2"/>
                </a:lnTo>
                <a:lnTo>
                  <a:pt x="71" y="353"/>
                </a:lnTo>
                <a:lnTo>
                  <a:pt x="70" y="352"/>
                </a:lnTo>
                <a:lnTo>
                  <a:pt x="69" y="351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7" y="346"/>
                </a:lnTo>
                <a:lnTo>
                  <a:pt x="57" y="347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8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6" y="329"/>
                </a:lnTo>
                <a:lnTo>
                  <a:pt x="45" y="329"/>
                </a:lnTo>
                <a:lnTo>
                  <a:pt x="46" y="329"/>
                </a:lnTo>
                <a:lnTo>
                  <a:pt x="46" y="328"/>
                </a:lnTo>
                <a:lnTo>
                  <a:pt x="46" y="327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0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69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80" y="294"/>
                </a:lnTo>
                <a:lnTo>
                  <a:pt x="80" y="293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4"/>
                </a:lnTo>
                <a:lnTo>
                  <a:pt x="96" y="263"/>
                </a:lnTo>
                <a:lnTo>
                  <a:pt x="95" y="263"/>
                </a:lnTo>
                <a:lnTo>
                  <a:pt x="94" y="261"/>
                </a:lnTo>
                <a:lnTo>
                  <a:pt x="94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3" y="238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4"/>
                </a:lnTo>
                <a:lnTo>
                  <a:pt x="90" y="215"/>
                </a:lnTo>
                <a:lnTo>
                  <a:pt x="89" y="216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0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1" y="223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1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2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3" y="230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4"/>
                </a:lnTo>
                <a:lnTo>
                  <a:pt x="56" y="222"/>
                </a:lnTo>
                <a:lnTo>
                  <a:pt x="56" y="221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5" y="219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8" y="214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1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1"/>
                </a:lnTo>
                <a:lnTo>
                  <a:pt x="30" y="190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2" y="168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5" y="167"/>
                </a:lnTo>
                <a:lnTo>
                  <a:pt x="4" y="166"/>
                </a:lnTo>
                <a:lnTo>
                  <a:pt x="4" y="164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6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39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1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1" y="131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2"/>
                </a:lnTo>
                <a:lnTo>
                  <a:pt x="56" y="111"/>
                </a:lnTo>
                <a:lnTo>
                  <a:pt x="56" y="112"/>
                </a:lnTo>
                <a:lnTo>
                  <a:pt x="57" y="112"/>
                </a:lnTo>
                <a:lnTo>
                  <a:pt x="59" y="112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8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3"/>
                </a:lnTo>
                <a:lnTo>
                  <a:pt x="68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8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4" y="69"/>
                </a:lnTo>
                <a:lnTo>
                  <a:pt x="63" y="68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8" y="64"/>
                </a:lnTo>
                <a:lnTo>
                  <a:pt x="69" y="64"/>
                </a:lnTo>
                <a:lnTo>
                  <a:pt x="70" y="61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1"/>
                </a:lnTo>
                <a:lnTo>
                  <a:pt x="72" y="60"/>
                </a:lnTo>
                <a:lnTo>
                  <a:pt x="74" y="60"/>
                </a:lnTo>
                <a:lnTo>
                  <a:pt x="74" y="61"/>
                </a:lnTo>
                <a:lnTo>
                  <a:pt x="75" y="61"/>
                </a:lnTo>
                <a:lnTo>
                  <a:pt x="76" y="60"/>
                </a:lnTo>
                <a:lnTo>
                  <a:pt x="77" y="59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8" y="65"/>
                </a:lnTo>
                <a:lnTo>
                  <a:pt x="88" y="66"/>
                </a:lnTo>
                <a:lnTo>
                  <a:pt x="87" y="67"/>
                </a:lnTo>
                <a:lnTo>
                  <a:pt x="88" y="67"/>
                </a:lnTo>
                <a:lnTo>
                  <a:pt x="90" y="67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2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100" y="77"/>
                </a:lnTo>
                <a:lnTo>
                  <a:pt x="100" y="78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2" y="79"/>
                </a:lnTo>
                <a:lnTo>
                  <a:pt x="103" y="79"/>
                </a:lnTo>
                <a:lnTo>
                  <a:pt x="104" y="80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7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5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2"/>
                </a:lnTo>
                <a:lnTo>
                  <a:pt x="128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8" y="81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0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4" y="78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9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7" y="69"/>
                </a:lnTo>
                <a:lnTo>
                  <a:pt x="157" y="68"/>
                </a:lnTo>
                <a:lnTo>
                  <a:pt x="156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7"/>
                </a:lnTo>
                <a:lnTo>
                  <a:pt x="150" y="57"/>
                </a:lnTo>
                <a:lnTo>
                  <a:pt x="149" y="57"/>
                </a:lnTo>
                <a:lnTo>
                  <a:pt x="150" y="56"/>
                </a:lnTo>
                <a:lnTo>
                  <a:pt x="149" y="55"/>
                </a:lnTo>
                <a:lnTo>
                  <a:pt x="149" y="53"/>
                </a:lnTo>
                <a:lnTo>
                  <a:pt x="150" y="51"/>
                </a:lnTo>
                <a:lnTo>
                  <a:pt x="151" y="50"/>
                </a:lnTo>
                <a:lnTo>
                  <a:pt x="152" y="50"/>
                </a:lnTo>
                <a:lnTo>
                  <a:pt x="152" y="49"/>
                </a:lnTo>
                <a:lnTo>
                  <a:pt x="151" y="49"/>
                </a:lnTo>
                <a:lnTo>
                  <a:pt x="151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3" y="40"/>
                </a:lnTo>
                <a:lnTo>
                  <a:pt x="153" y="39"/>
                </a:lnTo>
                <a:lnTo>
                  <a:pt x="154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4" y="39"/>
                </a:lnTo>
                <a:lnTo>
                  <a:pt x="144" y="40"/>
                </a:lnTo>
                <a:lnTo>
                  <a:pt x="143" y="40"/>
                </a:lnTo>
                <a:lnTo>
                  <a:pt x="142" y="39"/>
                </a:lnTo>
                <a:lnTo>
                  <a:pt x="142" y="40"/>
                </a:lnTo>
                <a:lnTo>
                  <a:pt x="141" y="39"/>
                </a:lnTo>
                <a:lnTo>
                  <a:pt x="141" y="38"/>
                </a:lnTo>
                <a:lnTo>
                  <a:pt x="142" y="38"/>
                </a:lnTo>
                <a:lnTo>
                  <a:pt x="141" y="38"/>
                </a:lnTo>
                <a:lnTo>
                  <a:pt x="140" y="38"/>
                </a:lnTo>
                <a:lnTo>
                  <a:pt x="140" y="39"/>
                </a:lnTo>
                <a:lnTo>
                  <a:pt x="140" y="40"/>
                </a:lnTo>
                <a:lnTo>
                  <a:pt x="139" y="40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4" y="39"/>
                </a:lnTo>
                <a:lnTo>
                  <a:pt x="133" y="39"/>
                </a:lnTo>
                <a:lnTo>
                  <a:pt x="134" y="38"/>
                </a:lnTo>
                <a:lnTo>
                  <a:pt x="135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29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5" y="28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20" y="27"/>
                </a:lnTo>
                <a:lnTo>
                  <a:pt x="119" y="27"/>
                </a:lnTo>
                <a:lnTo>
                  <a:pt x="119" y="26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20" y="14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6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3" y="17"/>
                </a:lnTo>
                <a:lnTo>
                  <a:pt x="154" y="16"/>
                </a:lnTo>
                <a:lnTo>
                  <a:pt x="157" y="16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5"/>
                </a:lnTo>
                <a:lnTo>
                  <a:pt x="188" y="36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3" y="43"/>
                </a:lnTo>
                <a:lnTo>
                  <a:pt x="194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2"/>
                </a:lnTo>
                <a:lnTo>
                  <a:pt x="197" y="53"/>
                </a:lnTo>
                <a:lnTo>
                  <a:pt x="198" y="53"/>
                </a:lnTo>
                <a:lnTo>
                  <a:pt x="199" y="53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5" y="58"/>
                </a:lnTo>
                <a:lnTo>
                  <a:pt x="204" y="59"/>
                </a:lnTo>
                <a:lnTo>
                  <a:pt x="206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2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9"/>
                </a:lnTo>
                <a:lnTo>
                  <a:pt x="221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5" y="59"/>
                </a:lnTo>
                <a:lnTo>
                  <a:pt x="225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5"/>
                </a:lnTo>
                <a:lnTo>
                  <a:pt x="230" y="64"/>
                </a:lnTo>
                <a:lnTo>
                  <a:pt x="231" y="64"/>
                </a:lnTo>
                <a:lnTo>
                  <a:pt x="232" y="65"/>
                </a:lnTo>
                <a:lnTo>
                  <a:pt x="232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2"/>
                </a:lnTo>
                <a:lnTo>
                  <a:pt x="240" y="63"/>
                </a:lnTo>
                <a:lnTo>
                  <a:pt x="240" y="65"/>
                </a:lnTo>
                <a:lnTo>
                  <a:pt x="240" y="66"/>
                </a:lnTo>
                <a:lnTo>
                  <a:pt x="240" y="67"/>
                </a:lnTo>
                <a:lnTo>
                  <a:pt x="241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68"/>
                </a:lnTo>
                <a:lnTo>
                  <a:pt x="245" y="68"/>
                </a:lnTo>
                <a:lnTo>
                  <a:pt x="246" y="67"/>
                </a:lnTo>
                <a:lnTo>
                  <a:pt x="246" y="66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7" y="64"/>
                </a:lnTo>
                <a:lnTo>
                  <a:pt x="247" y="65"/>
                </a:lnTo>
                <a:lnTo>
                  <a:pt x="249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70"/>
                </a:lnTo>
                <a:lnTo>
                  <a:pt x="251" y="72"/>
                </a:lnTo>
                <a:lnTo>
                  <a:pt x="252" y="73"/>
                </a:lnTo>
                <a:lnTo>
                  <a:pt x="251" y="73"/>
                </a:lnTo>
                <a:lnTo>
                  <a:pt x="251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80"/>
                </a:lnTo>
                <a:lnTo>
                  <a:pt x="256" y="79"/>
                </a:lnTo>
                <a:lnTo>
                  <a:pt x="257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9" y="84"/>
                </a:lnTo>
                <a:lnTo>
                  <a:pt x="258" y="85"/>
                </a:lnTo>
                <a:lnTo>
                  <a:pt x="258" y="86"/>
                </a:lnTo>
                <a:lnTo>
                  <a:pt x="259" y="86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5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6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21"/>
                </a:lnTo>
                <a:lnTo>
                  <a:pt x="291" y="120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1" y="147"/>
                </a:lnTo>
                <a:lnTo>
                  <a:pt x="281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4" y="154"/>
                </a:lnTo>
                <a:lnTo>
                  <a:pt x="285" y="154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1"/>
                </a:lnTo>
                <a:lnTo>
                  <a:pt x="302" y="160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3" y="179"/>
                </a:lnTo>
                <a:lnTo>
                  <a:pt x="303" y="180"/>
                </a:lnTo>
                <a:lnTo>
                  <a:pt x="304" y="181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5"/>
                </a:lnTo>
                <a:lnTo>
                  <a:pt x="341" y="196"/>
                </a:lnTo>
                <a:lnTo>
                  <a:pt x="343" y="197"/>
                </a:lnTo>
                <a:lnTo>
                  <a:pt x="344" y="197"/>
                </a:lnTo>
                <a:lnTo>
                  <a:pt x="345" y="198"/>
                </a:lnTo>
                <a:lnTo>
                  <a:pt x="346" y="198"/>
                </a:lnTo>
                <a:lnTo>
                  <a:pt x="348" y="197"/>
                </a:lnTo>
                <a:lnTo>
                  <a:pt x="349" y="196"/>
                </a:lnTo>
                <a:lnTo>
                  <a:pt x="350" y="196"/>
                </a:lnTo>
                <a:lnTo>
                  <a:pt x="350" y="197"/>
                </a:lnTo>
                <a:lnTo>
                  <a:pt x="350" y="196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3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5" y="175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3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4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2" y="207"/>
                </a:lnTo>
                <a:lnTo>
                  <a:pt x="392" y="208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55004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591440" y="411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591800" y="410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48812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3"/>
                </a:lnTo>
                <a:lnTo>
                  <a:pt x="262" y="4"/>
                </a:lnTo>
                <a:lnTo>
                  <a:pt x="261" y="5"/>
                </a:lnTo>
                <a:lnTo>
                  <a:pt x="261" y="6"/>
                </a:lnTo>
                <a:lnTo>
                  <a:pt x="262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7" y="11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2" y="36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0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3"/>
                </a:lnTo>
                <a:lnTo>
                  <a:pt x="274" y="63"/>
                </a:lnTo>
                <a:lnTo>
                  <a:pt x="274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6" y="66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7" y="69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7" y="71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90"/>
                </a:lnTo>
                <a:lnTo>
                  <a:pt x="298" y="90"/>
                </a:lnTo>
                <a:lnTo>
                  <a:pt x="299" y="91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1" y="90"/>
                </a:lnTo>
                <a:lnTo>
                  <a:pt x="302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7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1" y="71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6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4" y="68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3" y="75"/>
                </a:lnTo>
                <a:lnTo>
                  <a:pt x="343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2" y="95"/>
                </a:lnTo>
                <a:lnTo>
                  <a:pt x="352" y="96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98"/>
                </a:lnTo>
                <a:lnTo>
                  <a:pt x="355" y="99"/>
                </a:lnTo>
                <a:lnTo>
                  <a:pt x="354" y="99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1"/>
                </a:lnTo>
                <a:lnTo>
                  <a:pt x="368" y="101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0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3"/>
                </a:lnTo>
                <a:lnTo>
                  <a:pt x="387" y="94"/>
                </a:lnTo>
                <a:lnTo>
                  <a:pt x="388" y="93"/>
                </a:lnTo>
                <a:lnTo>
                  <a:pt x="388" y="92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3"/>
                </a:lnTo>
                <a:lnTo>
                  <a:pt x="407" y="95"/>
                </a:lnTo>
                <a:lnTo>
                  <a:pt x="407" y="96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3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09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10"/>
                </a:lnTo>
                <a:lnTo>
                  <a:pt x="406" y="110"/>
                </a:lnTo>
                <a:lnTo>
                  <a:pt x="406" y="109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2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3"/>
                </a:lnTo>
                <a:lnTo>
                  <a:pt x="394" y="111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11" y="121"/>
                </a:lnTo>
                <a:lnTo>
                  <a:pt x="412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09" y="124"/>
                </a:lnTo>
                <a:lnTo>
                  <a:pt x="409" y="125"/>
                </a:lnTo>
                <a:lnTo>
                  <a:pt x="411" y="125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3" y="124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7"/>
                </a:lnTo>
                <a:lnTo>
                  <a:pt x="393" y="136"/>
                </a:lnTo>
                <a:lnTo>
                  <a:pt x="392" y="136"/>
                </a:lnTo>
                <a:lnTo>
                  <a:pt x="393" y="137"/>
                </a:lnTo>
                <a:lnTo>
                  <a:pt x="394" y="137"/>
                </a:lnTo>
                <a:lnTo>
                  <a:pt x="393" y="137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7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2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3" y="142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6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3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2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4" y="171"/>
                </a:lnTo>
                <a:lnTo>
                  <a:pt x="383" y="170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79"/>
                </a:lnTo>
                <a:lnTo>
                  <a:pt x="370" y="180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2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3" y="171"/>
                </a:lnTo>
                <a:lnTo>
                  <a:pt x="373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3" y="155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3" y="166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5"/>
                </a:lnTo>
                <a:lnTo>
                  <a:pt x="357" y="156"/>
                </a:lnTo>
                <a:lnTo>
                  <a:pt x="356" y="155"/>
                </a:lnTo>
                <a:lnTo>
                  <a:pt x="356" y="153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0"/>
                </a:lnTo>
                <a:lnTo>
                  <a:pt x="363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4"/>
                </a:lnTo>
                <a:lnTo>
                  <a:pt x="349" y="153"/>
                </a:lnTo>
                <a:lnTo>
                  <a:pt x="348" y="153"/>
                </a:lnTo>
                <a:lnTo>
                  <a:pt x="348" y="152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6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2" y="162"/>
                </a:lnTo>
                <a:lnTo>
                  <a:pt x="352" y="163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4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3" y="160"/>
                </a:lnTo>
                <a:lnTo>
                  <a:pt x="343" y="161"/>
                </a:lnTo>
                <a:lnTo>
                  <a:pt x="343" y="162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79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6" y="183"/>
                </a:lnTo>
                <a:lnTo>
                  <a:pt x="357" y="183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8" y="191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8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2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59" y="193"/>
                </a:lnTo>
                <a:lnTo>
                  <a:pt x="361" y="193"/>
                </a:lnTo>
                <a:lnTo>
                  <a:pt x="360" y="194"/>
                </a:lnTo>
                <a:lnTo>
                  <a:pt x="361" y="194"/>
                </a:lnTo>
                <a:lnTo>
                  <a:pt x="362" y="194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2" y="202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7" y="205"/>
                </a:lnTo>
                <a:lnTo>
                  <a:pt x="357" y="206"/>
                </a:lnTo>
                <a:lnTo>
                  <a:pt x="358" y="206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7" y="207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7"/>
                </a:lnTo>
                <a:lnTo>
                  <a:pt x="342" y="218"/>
                </a:lnTo>
                <a:lnTo>
                  <a:pt x="341" y="218"/>
                </a:lnTo>
                <a:lnTo>
                  <a:pt x="340" y="218"/>
                </a:lnTo>
                <a:lnTo>
                  <a:pt x="340" y="219"/>
                </a:lnTo>
                <a:lnTo>
                  <a:pt x="339" y="219"/>
                </a:lnTo>
                <a:lnTo>
                  <a:pt x="339" y="221"/>
                </a:lnTo>
                <a:lnTo>
                  <a:pt x="340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1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1" y="233"/>
                </a:lnTo>
                <a:lnTo>
                  <a:pt x="342" y="234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8" y="242"/>
                </a:lnTo>
                <a:lnTo>
                  <a:pt x="347" y="243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8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8" y="272"/>
                </a:lnTo>
                <a:lnTo>
                  <a:pt x="328" y="273"/>
                </a:lnTo>
                <a:lnTo>
                  <a:pt x="328" y="274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29" y="274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4" y="274"/>
                </a:lnTo>
                <a:lnTo>
                  <a:pt x="334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79"/>
                </a:lnTo>
                <a:lnTo>
                  <a:pt x="337" y="280"/>
                </a:lnTo>
                <a:lnTo>
                  <a:pt x="338" y="279"/>
                </a:lnTo>
                <a:lnTo>
                  <a:pt x="339" y="278"/>
                </a:lnTo>
                <a:lnTo>
                  <a:pt x="339" y="279"/>
                </a:lnTo>
                <a:lnTo>
                  <a:pt x="339" y="280"/>
                </a:lnTo>
                <a:lnTo>
                  <a:pt x="339" y="281"/>
                </a:lnTo>
                <a:lnTo>
                  <a:pt x="340" y="281"/>
                </a:lnTo>
                <a:lnTo>
                  <a:pt x="339" y="280"/>
                </a:lnTo>
                <a:lnTo>
                  <a:pt x="340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3"/>
                </a:lnTo>
                <a:lnTo>
                  <a:pt x="341" y="284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1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40" y="291"/>
                </a:lnTo>
                <a:lnTo>
                  <a:pt x="341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3"/>
                </a:lnTo>
                <a:lnTo>
                  <a:pt x="341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5" y="294"/>
                </a:lnTo>
                <a:lnTo>
                  <a:pt x="334" y="293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6" y="295"/>
                </a:lnTo>
                <a:lnTo>
                  <a:pt x="336" y="296"/>
                </a:lnTo>
                <a:lnTo>
                  <a:pt x="336" y="297"/>
                </a:lnTo>
                <a:lnTo>
                  <a:pt x="336" y="296"/>
                </a:lnTo>
                <a:lnTo>
                  <a:pt x="337" y="296"/>
                </a:lnTo>
                <a:lnTo>
                  <a:pt x="337" y="297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2" y="298"/>
                </a:lnTo>
                <a:lnTo>
                  <a:pt x="331" y="297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0"/>
                </a:lnTo>
                <a:lnTo>
                  <a:pt x="326" y="290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1" y="288"/>
                </a:lnTo>
                <a:lnTo>
                  <a:pt x="322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4"/>
                </a:lnTo>
                <a:lnTo>
                  <a:pt x="317" y="295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1" y="294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1" y="289"/>
                </a:lnTo>
                <a:lnTo>
                  <a:pt x="310" y="289"/>
                </a:lnTo>
                <a:lnTo>
                  <a:pt x="309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1" y="292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1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1" y="306"/>
                </a:lnTo>
                <a:lnTo>
                  <a:pt x="311" y="305"/>
                </a:lnTo>
                <a:lnTo>
                  <a:pt x="312" y="305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1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3" y="316"/>
                </a:lnTo>
                <a:lnTo>
                  <a:pt x="312" y="314"/>
                </a:lnTo>
                <a:lnTo>
                  <a:pt x="311" y="316"/>
                </a:lnTo>
                <a:lnTo>
                  <a:pt x="312" y="316"/>
                </a:lnTo>
                <a:lnTo>
                  <a:pt x="312" y="318"/>
                </a:lnTo>
                <a:lnTo>
                  <a:pt x="312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1"/>
                </a:lnTo>
                <a:lnTo>
                  <a:pt x="309" y="321"/>
                </a:lnTo>
                <a:lnTo>
                  <a:pt x="308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9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7" y="314"/>
                </a:lnTo>
                <a:lnTo>
                  <a:pt x="297" y="316"/>
                </a:lnTo>
                <a:lnTo>
                  <a:pt x="297" y="317"/>
                </a:lnTo>
                <a:lnTo>
                  <a:pt x="296" y="317"/>
                </a:lnTo>
                <a:lnTo>
                  <a:pt x="296" y="318"/>
                </a:lnTo>
                <a:lnTo>
                  <a:pt x="295" y="319"/>
                </a:lnTo>
                <a:lnTo>
                  <a:pt x="296" y="322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8" y="325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7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3" y="317"/>
                </a:lnTo>
                <a:lnTo>
                  <a:pt x="292" y="317"/>
                </a:lnTo>
                <a:lnTo>
                  <a:pt x="293" y="317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2" y="317"/>
                </a:lnTo>
                <a:lnTo>
                  <a:pt x="292" y="316"/>
                </a:lnTo>
                <a:lnTo>
                  <a:pt x="291" y="317"/>
                </a:lnTo>
                <a:lnTo>
                  <a:pt x="289" y="317"/>
                </a:lnTo>
                <a:lnTo>
                  <a:pt x="287" y="318"/>
                </a:lnTo>
                <a:lnTo>
                  <a:pt x="286" y="317"/>
                </a:lnTo>
                <a:lnTo>
                  <a:pt x="287" y="317"/>
                </a:lnTo>
                <a:lnTo>
                  <a:pt x="287" y="316"/>
                </a:lnTo>
                <a:lnTo>
                  <a:pt x="289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9" y="316"/>
                </a:lnTo>
                <a:lnTo>
                  <a:pt x="288" y="316"/>
                </a:lnTo>
                <a:lnTo>
                  <a:pt x="287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4" y="318"/>
                </a:lnTo>
                <a:lnTo>
                  <a:pt x="284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8" y="314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9"/>
                </a:lnTo>
                <a:lnTo>
                  <a:pt x="282" y="318"/>
                </a:lnTo>
                <a:lnTo>
                  <a:pt x="283" y="319"/>
                </a:lnTo>
                <a:lnTo>
                  <a:pt x="284" y="319"/>
                </a:lnTo>
                <a:lnTo>
                  <a:pt x="284" y="320"/>
                </a:lnTo>
                <a:lnTo>
                  <a:pt x="283" y="321"/>
                </a:lnTo>
                <a:lnTo>
                  <a:pt x="284" y="321"/>
                </a:lnTo>
                <a:lnTo>
                  <a:pt x="284" y="322"/>
                </a:lnTo>
                <a:lnTo>
                  <a:pt x="284" y="323"/>
                </a:lnTo>
                <a:lnTo>
                  <a:pt x="283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8"/>
                </a:lnTo>
                <a:lnTo>
                  <a:pt x="281" y="329"/>
                </a:lnTo>
                <a:lnTo>
                  <a:pt x="280" y="329"/>
                </a:lnTo>
                <a:lnTo>
                  <a:pt x="277" y="329"/>
                </a:lnTo>
                <a:lnTo>
                  <a:pt x="278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1" y="336"/>
                </a:lnTo>
                <a:lnTo>
                  <a:pt x="282" y="337"/>
                </a:lnTo>
                <a:lnTo>
                  <a:pt x="283" y="337"/>
                </a:lnTo>
                <a:lnTo>
                  <a:pt x="283" y="338"/>
                </a:lnTo>
                <a:lnTo>
                  <a:pt x="284" y="338"/>
                </a:lnTo>
                <a:lnTo>
                  <a:pt x="285" y="337"/>
                </a:lnTo>
                <a:lnTo>
                  <a:pt x="285" y="336"/>
                </a:lnTo>
                <a:lnTo>
                  <a:pt x="284" y="336"/>
                </a:lnTo>
                <a:lnTo>
                  <a:pt x="285" y="336"/>
                </a:lnTo>
                <a:lnTo>
                  <a:pt x="285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7" y="336"/>
                </a:lnTo>
                <a:lnTo>
                  <a:pt x="286" y="336"/>
                </a:lnTo>
                <a:lnTo>
                  <a:pt x="286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5" y="346"/>
                </a:lnTo>
                <a:lnTo>
                  <a:pt x="284" y="346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8" y="344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9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80" y="353"/>
                </a:lnTo>
                <a:lnTo>
                  <a:pt x="279" y="353"/>
                </a:lnTo>
                <a:lnTo>
                  <a:pt x="277" y="352"/>
                </a:lnTo>
                <a:lnTo>
                  <a:pt x="276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7" y="354"/>
                </a:lnTo>
                <a:lnTo>
                  <a:pt x="266" y="354"/>
                </a:lnTo>
                <a:lnTo>
                  <a:pt x="266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3" y="355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9" y="354"/>
                </a:lnTo>
                <a:lnTo>
                  <a:pt x="259" y="353"/>
                </a:lnTo>
                <a:lnTo>
                  <a:pt x="259" y="352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9" y="346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6" y="344"/>
                </a:lnTo>
                <a:lnTo>
                  <a:pt x="256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7" y="347"/>
                </a:lnTo>
                <a:lnTo>
                  <a:pt x="257" y="348"/>
                </a:lnTo>
                <a:lnTo>
                  <a:pt x="256" y="348"/>
                </a:lnTo>
                <a:lnTo>
                  <a:pt x="255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4" y="360"/>
                </a:lnTo>
                <a:lnTo>
                  <a:pt x="255" y="360"/>
                </a:lnTo>
                <a:lnTo>
                  <a:pt x="255" y="361"/>
                </a:lnTo>
                <a:lnTo>
                  <a:pt x="254" y="361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60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3"/>
                </a:lnTo>
                <a:lnTo>
                  <a:pt x="263" y="362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4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70"/>
                </a:lnTo>
                <a:lnTo>
                  <a:pt x="262" y="371"/>
                </a:lnTo>
                <a:lnTo>
                  <a:pt x="261" y="371"/>
                </a:lnTo>
                <a:lnTo>
                  <a:pt x="260" y="371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4" y="373"/>
                </a:lnTo>
                <a:lnTo>
                  <a:pt x="253" y="375"/>
                </a:lnTo>
                <a:lnTo>
                  <a:pt x="253" y="376"/>
                </a:lnTo>
                <a:lnTo>
                  <a:pt x="254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6" y="383"/>
                </a:lnTo>
                <a:lnTo>
                  <a:pt x="255" y="383"/>
                </a:lnTo>
                <a:lnTo>
                  <a:pt x="254" y="384"/>
                </a:lnTo>
                <a:lnTo>
                  <a:pt x="254" y="385"/>
                </a:lnTo>
                <a:lnTo>
                  <a:pt x="253" y="385"/>
                </a:lnTo>
                <a:lnTo>
                  <a:pt x="253" y="386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8" y="386"/>
                </a:lnTo>
                <a:lnTo>
                  <a:pt x="248" y="385"/>
                </a:lnTo>
                <a:lnTo>
                  <a:pt x="247" y="383"/>
                </a:lnTo>
                <a:lnTo>
                  <a:pt x="245" y="381"/>
                </a:lnTo>
                <a:lnTo>
                  <a:pt x="244" y="380"/>
                </a:lnTo>
                <a:lnTo>
                  <a:pt x="243" y="380"/>
                </a:lnTo>
                <a:lnTo>
                  <a:pt x="242" y="379"/>
                </a:lnTo>
                <a:lnTo>
                  <a:pt x="241" y="379"/>
                </a:lnTo>
                <a:lnTo>
                  <a:pt x="241" y="378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8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5" y="378"/>
                </a:lnTo>
                <a:lnTo>
                  <a:pt x="234" y="379"/>
                </a:lnTo>
                <a:lnTo>
                  <a:pt x="233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9" y="383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2"/>
                </a:lnTo>
                <a:lnTo>
                  <a:pt x="221" y="383"/>
                </a:lnTo>
                <a:lnTo>
                  <a:pt x="222" y="383"/>
                </a:lnTo>
                <a:lnTo>
                  <a:pt x="221" y="384"/>
                </a:lnTo>
                <a:lnTo>
                  <a:pt x="220" y="385"/>
                </a:lnTo>
                <a:lnTo>
                  <a:pt x="219" y="385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4" y="385"/>
                </a:lnTo>
                <a:lnTo>
                  <a:pt x="213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1"/>
                </a:lnTo>
                <a:lnTo>
                  <a:pt x="213" y="381"/>
                </a:lnTo>
                <a:lnTo>
                  <a:pt x="213" y="380"/>
                </a:lnTo>
                <a:lnTo>
                  <a:pt x="213" y="379"/>
                </a:lnTo>
                <a:lnTo>
                  <a:pt x="212" y="379"/>
                </a:lnTo>
                <a:lnTo>
                  <a:pt x="212" y="378"/>
                </a:lnTo>
                <a:lnTo>
                  <a:pt x="212" y="377"/>
                </a:lnTo>
                <a:lnTo>
                  <a:pt x="213" y="377"/>
                </a:lnTo>
                <a:lnTo>
                  <a:pt x="214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2" y="375"/>
                </a:lnTo>
                <a:lnTo>
                  <a:pt x="212" y="376"/>
                </a:lnTo>
                <a:lnTo>
                  <a:pt x="211" y="376"/>
                </a:lnTo>
                <a:lnTo>
                  <a:pt x="211" y="377"/>
                </a:lnTo>
                <a:lnTo>
                  <a:pt x="210" y="377"/>
                </a:lnTo>
                <a:lnTo>
                  <a:pt x="209" y="376"/>
                </a:lnTo>
                <a:lnTo>
                  <a:pt x="209" y="377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4"/>
                </a:lnTo>
                <a:lnTo>
                  <a:pt x="203" y="384"/>
                </a:lnTo>
                <a:lnTo>
                  <a:pt x="202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8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3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8" y="397"/>
                </a:lnTo>
                <a:lnTo>
                  <a:pt x="197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1" y="394"/>
                </a:lnTo>
                <a:lnTo>
                  <a:pt x="189" y="394"/>
                </a:lnTo>
                <a:lnTo>
                  <a:pt x="188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8"/>
                </a:lnTo>
                <a:lnTo>
                  <a:pt x="186" y="398"/>
                </a:lnTo>
                <a:lnTo>
                  <a:pt x="185" y="398"/>
                </a:lnTo>
                <a:lnTo>
                  <a:pt x="186" y="399"/>
                </a:lnTo>
                <a:lnTo>
                  <a:pt x="187" y="400"/>
                </a:lnTo>
                <a:lnTo>
                  <a:pt x="186" y="400"/>
                </a:lnTo>
                <a:lnTo>
                  <a:pt x="185" y="400"/>
                </a:lnTo>
                <a:lnTo>
                  <a:pt x="187" y="402"/>
                </a:lnTo>
                <a:lnTo>
                  <a:pt x="188" y="402"/>
                </a:lnTo>
                <a:lnTo>
                  <a:pt x="190" y="402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4" y="401"/>
                </a:lnTo>
                <a:lnTo>
                  <a:pt x="195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1" y="400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200" y="407"/>
                </a:lnTo>
                <a:lnTo>
                  <a:pt x="200" y="406"/>
                </a:lnTo>
                <a:lnTo>
                  <a:pt x="202" y="406"/>
                </a:lnTo>
                <a:lnTo>
                  <a:pt x="203" y="406"/>
                </a:lnTo>
                <a:lnTo>
                  <a:pt x="203" y="405"/>
                </a:lnTo>
                <a:lnTo>
                  <a:pt x="204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6" y="408"/>
                </a:lnTo>
                <a:lnTo>
                  <a:pt x="206" y="409"/>
                </a:lnTo>
                <a:lnTo>
                  <a:pt x="206" y="410"/>
                </a:lnTo>
                <a:lnTo>
                  <a:pt x="207" y="410"/>
                </a:lnTo>
                <a:lnTo>
                  <a:pt x="208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5" y="416"/>
                </a:lnTo>
                <a:lnTo>
                  <a:pt x="204" y="416"/>
                </a:lnTo>
                <a:lnTo>
                  <a:pt x="204" y="417"/>
                </a:lnTo>
                <a:lnTo>
                  <a:pt x="204" y="416"/>
                </a:lnTo>
                <a:lnTo>
                  <a:pt x="203" y="416"/>
                </a:lnTo>
                <a:lnTo>
                  <a:pt x="202" y="416"/>
                </a:lnTo>
                <a:lnTo>
                  <a:pt x="202" y="417"/>
                </a:lnTo>
                <a:lnTo>
                  <a:pt x="201" y="417"/>
                </a:lnTo>
                <a:lnTo>
                  <a:pt x="201" y="418"/>
                </a:lnTo>
                <a:lnTo>
                  <a:pt x="200" y="418"/>
                </a:lnTo>
                <a:lnTo>
                  <a:pt x="199" y="419"/>
                </a:lnTo>
                <a:lnTo>
                  <a:pt x="199" y="420"/>
                </a:lnTo>
                <a:lnTo>
                  <a:pt x="198" y="420"/>
                </a:lnTo>
                <a:lnTo>
                  <a:pt x="198" y="421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6"/>
                </a:lnTo>
                <a:lnTo>
                  <a:pt x="192" y="426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2" y="421"/>
                </a:lnTo>
                <a:lnTo>
                  <a:pt x="191" y="421"/>
                </a:lnTo>
                <a:lnTo>
                  <a:pt x="191" y="422"/>
                </a:lnTo>
                <a:lnTo>
                  <a:pt x="191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6"/>
                </a:lnTo>
                <a:lnTo>
                  <a:pt x="191" y="427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7" y="432"/>
                </a:lnTo>
                <a:lnTo>
                  <a:pt x="186" y="433"/>
                </a:lnTo>
                <a:lnTo>
                  <a:pt x="186" y="437"/>
                </a:lnTo>
                <a:lnTo>
                  <a:pt x="187" y="438"/>
                </a:lnTo>
                <a:lnTo>
                  <a:pt x="186" y="439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1" y="440"/>
                </a:lnTo>
                <a:lnTo>
                  <a:pt x="180" y="441"/>
                </a:lnTo>
                <a:lnTo>
                  <a:pt x="180" y="442"/>
                </a:lnTo>
                <a:lnTo>
                  <a:pt x="180" y="443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8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8"/>
                </a:lnTo>
                <a:lnTo>
                  <a:pt x="173" y="448"/>
                </a:lnTo>
                <a:lnTo>
                  <a:pt x="174" y="447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5" y="445"/>
                </a:lnTo>
                <a:lnTo>
                  <a:pt x="174" y="445"/>
                </a:lnTo>
                <a:lnTo>
                  <a:pt x="175" y="444"/>
                </a:lnTo>
                <a:lnTo>
                  <a:pt x="175" y="443"/>
                </a:lnTo>
                <a:lnTo>
                  <a:pt x="176" y="443"/>
                </a:lnTo>
                <a:lnTo>
                  <a:pt x="177" y="442"/>
                </a:lnTo>
                <a:lnTo>
                  <a:pt x="176" y="442"/>
                </a:lnTo>
                <a:lnTo>
                  <a:pt x="176" y="443"/>
                </a:lnTo>
                <a:lnTo>
                  <a:pt x="175" y="443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1"/>
                </a:lnTo>
                <a:lnTo>
                  <a:pt x="174" y="440"/>
                </a:lnTo>
                <a:lnTo>
                  <a:pt x="174" y="439"/>
                </a:lnTo>
                <a:lnTo>
                  <a:pt x="175" y="438"/>
                </a:lnTo>
                <a:lnTo>
                  <a:pt x="174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1" y="440"/>
                </a:lnTo>
                <a:lnTo>
                  <a:pt x="170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8"/>
                </a:lnTo>
                <a:lnTo>
                  <a:pt x="169" y="439"/>
                </a:lnTo>
                <a:lnTo>
                  <a:pt x="170" y="439"/>
                </a:lnTo>
                <a:lnTo>
                  <a:pt x="170" y="440"/>
                </a:lnTo>
                <a:lnTo>
                  <a:pt x="169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9" y="445"/>
                </a:lnTo>
                <a:lnTo>
                  <a:pt x="168" y="446"/>
                </a:lnTo>
                <a:lnTo>
                  <a:pt x="169" y="446"/>
                </a:lnTo>
                <a:lnTo>
                  <a:pt x="169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9"/>
                </a:lnTo>
                <a:lnTo>
                  <a:pt x="165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8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1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2"/>
                </a:lnTo>
                <a:lnTo>
                  <a:pt x="156" y="452"/>
                </a:lnTo>
                <a:lnTo>
                  <a:pt x="156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8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8" y="451"/>
                </a:lnTo>
                <a:lnTo>
                  <a:pt x="149" y="452"/>
                </a:lnTo>
                <a:lnTo>
                  <a:pt x="150" y="453"/>
                </a:lnTo>
                <a:lnTo>
                  <a:pt x="149" y="453"/>
                </a:lnTo>
                <a:lnTo>
                  <a:pt x="149" y="454"/>
                </a:lnTo>
                <a:lnTo>
                  <a:pt x="150" y="454"/>
                </a:lnTo>
                <a:lnTo>
                  <a:pt x="150" y="455"/>
                </a:lnTo>
                <a:lnTo>
                  <a:pt x="151" y="456"/>
                </a:lnTo>
                <a:lnTo>
                  <a:pt x="150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7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8" y="477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6"/>
                </a:lnTo>
                <a:lnTo>
                  <a:pt x="145" y="476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3"/>
                </a:lnTo>
                <a:lnTo>
                  <a:pt x="145" y="483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6"/>
                </a:lnTo>
                <a:lnTo>
                  <a:pt x="139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8" y="475"/>
                </a:lnTo>
                <a:lnTo>
                  <a:pt x="137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9" y="478"/>
                </a:lnTo>
                <a:lnTo>
                  <a:pt x="129" y="479"/>
                </a:lnTo>
                <a:lnTo>
                  <a:pt x="131" y="479"/>
                </a:lnTo>
                <a:lnTo>
                  <a:pt x="131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6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49"/>
                </a:lnTo>
                <a:lnTo>
                  <a:pt x="102" y="448"/>
                </a:lnTo>
                <a:lnTo>
                  <a:pt x="102" y="446"/>
                </a:lnTo>
                <a:lnTo>
                  <a:pt x="102" y="445"/>
                </a:lnTo>
                <a:lnTo>
                  <a:pt x="101" y="445"/>
                </a:lnTo>
                <a:lnTo>
                  <a:pt x="102" y="443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0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99" y="436"/>
                </a:lnTo>
                <a:lnTo>
                  <a:pt x="99" y="437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8" y="417"/>
                </a:lnTo>
                <a:lnTo>
                  <a:pt x="98" y="416"/>
                </a:lnTo>
                <a:lnTo>
                  <a:pt x="99" y="416"/>
                </a:lnTo>
                <a:lnTo>
                  <a:pt x="98" y="416"/>
                </a:lnTo>
                <a:lnTo>
                  <a:pt x="98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7" y="409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8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5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7" y="377"/>
                </a:lnTo>
                <a:lnTo>
                  <a:pt x="66" y="377"/>
                </a:lnTo>
                <a:lnTo>
                  <a:pt x="65" y="378"/>
                </a:lnTo>
                <a:lnTo>
                  <a:pt x="65" y="379"/>
                </a:lnTo>
                <a:lnTo>
                  <a:pt x="64" y="379"/>
                </a:lnTo>
                <a:lnTo>
                  <a:pt x="64" y="380"/>
                </a:lnTo>
                <a:lnTo>
                  <a:pt x="63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80"/>
                </a:lnTo>
                <a:lnTo>
                  <a:pt x="61" y="380"/>
                </a:lnTo>
                <a:lnTo>
                  <a:pt x="61" y="379"/>
                </a:lnTo>
                <a:lnTo>
                  <a:pt x="60" y="379"/>
                </a:lnTo>
                <a:lnTo>
                  <a:pt x="59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1" y="356"/>
                </a:lnTo>
                <a:lnTo>
                  <a:pt x="52" y="356"/>
                </a:lnTo>
                <a:lnTo>
                  <a:pt x="51" y="355"/>
                </a:lnTo>
                <a:lnTo>
                  <a:pt x="50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50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5"/>
                </a:lnTo>
                <a:lnTo>
                  <a:pt x="46" y="356"/>
                </a:lnTo>
                <a:lnTo>
                  <a:pt x="45" y="356"/>
                </a:lnTo>
                <a:lnTo>
                  <a:pt x="45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4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4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1" y="355"/>
                </a:lnTo>
                <a:lnTo>
                  <a:pt x="20" y="355"/>
                </a:lnTo>
                <a:lnTo>
                  <a:pt x="20" y="354"/>
                </a:lnTo>
                <a:lnTo>
                  <a:pt x="19" y="354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5" y="350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6" y="344"/>
                </a:lnTo>
                <a:lnTo>
                  <a:pt x="7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3" y="339"/>
                </a:lnTo>
                <a:lnTo>
                  <a:pt x="3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4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4" y="326"/>
                </a:lnTo>
                <a:lnTo>
                  <a:pt x="4" y="325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2" y="317"/>
                </a:lnTo>
                <a:lnTo>
                  <a:pt x="3" y="317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2" y="309"/>
                </a:lnTo>
                <a:lnTo>
                  <a:pt x="12" y="308"/>
                </a:lnTo>
                <a:lnTo>
                  <a:pt x="13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2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8" y="274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0" y="266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4" y="263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30" y="248"/>
                </a:lnTo>
                <a:lnTo>
                  <a:pt x="30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1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2" y="135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2"/>
                </a:lnTo>
                <a:lnTo>
                  <a:pt x="106" y="71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4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6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5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59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3"/>
                </a:lnTo>
                <a:lnTo>
                  <a:pt x="153" y="33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6"/>
                </a:lnTo>
                <a:lnTo>
                  <a:pt x="164" y="47"/>
                </a:lnTo>
                <a:lnTo>
                  <a:pt x="165" y="48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5" y="45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4" y="34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7"/>
                </a:lnTo>
                <a:lnTo>
                  <a:pt x="212" y="26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9" y="12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4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0" y="3"/>
                </a:lnTo>
                <a:lnTo>
                  <a:pt x="241" y="3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0"/>
                </a:lnTo>
                <a:lnTo>
                  <a:pt x="26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609800" y="4104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61124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60224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615200" y="410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3"/>
                </a:move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63536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635360" y="40302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63212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41468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2"/>
                </a:lnTo>
                <a:lnTo>
                  <a:pt x="282" y="2"/>
                </a:lnTo>
                <a:lnTo>
                  <a:pt x="283" y="3"/>
                </a:lnTo>
                <a:lnTo>
                  <a:pt x="284" y="3"/>
                </a:lnTo>
                <a:lnTo>
                  <a:pt x="285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9"/>
                </a:lnTo>
                <a:lnTo>
                  <a:pt x="288" y="30"/>
                </a:lnTo>
                <a:lnTo>
                  <a:pt x="288" y="29"/>
                </a:lnTo>
                <a:lnTo>
                  <a:pt x="287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30"/>
                </a:lnTo>
                <a:lnTo>
                  <a:pt x="284" y="31"/>
                </a:lnTo>
                <a:lnTo>
                  <a:pt x="284" y="32"/>
                </a:lnTo>
                <a:lnTo>
                  <a:pt x="283" y="31"/>
                </a:lnTo>
                <a:lnTo>
                  <a:pt x="283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2"/>
                </a:lnTo>
                <a:lnTo>
                  <a:pt x="278" y="43"/>
                </a:lnTo>
                <a:lnTo>
                  <a:pt x="277" y="43"/>
                </a:lnTo>
                <a:lnTo>
                  <a:pt x="277" y="45"/>
                </a:lnTo>
                <a:lnTo>
                  <a:pt x="277" y="46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6" y="50"/>
                </a:lnTo>
                <a:lnTo>
                  <a:pt x="287" y="50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50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3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4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2"/>
                </a:lnTo>
                <a:lnTo>
                  <a:pt x="307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2"/>
                </a:lnTo>
                <a:lnTo>
                  <a:pt x="320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8" y="29"/>
                </a:lnTo>
                <a:lnTo>
                  <a:pt x="318" y="28"/>
                </a:lnTo>
                <a:lnTo>
                  <a:pt x="317" y="28"/>
                </a:lnTo>
                <a:lnTo>
                  <a:pt x="316" y="27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8" y="17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1" y="21"/>
                </a:lnTo>
                <a:lnTo>
                  <a:pt x="331" y="22"/>
                </a:lnTo>
                <a:lnTo>
                  <a:pt x="331" y="23"/>
                </a:lnTo>
                <a:lnTo>
                  <a:pt x="330" y="23"/>
                </a:lnTo>
                <a:lnTo>
                  <a:pt x="330" y="24"/>
                </a:lnTo>
                <a:lnTo>
                  <a:pt x="330" y="25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5" y="27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49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2"/>
                </a:lnTo>
                <a:lnTo>
                  <a:pt x="351" y="42"/>
                </a:lnTo>
                <a:lnTo>
                  <a:pt x="352" y="43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5" y="43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4"/>
                </a:lnTo>
                <a:lnTo>
                  <a:pt x="378" y="54"/>
                </a:lnTo>
                <a:lnTo>
                  <a:pt x="378" y="53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5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4"/>
                </a:lnTo>
                <a:lnTo>
                  <a:pt x="395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2"/>
                </a:lnTo>
                <a:lnTo>
                  <a:pt x="402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6" y="71"/>
                </a:lnTo>
                <a:lnTo>
                  <a:pt x="417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1"/>
                </a:lnTo>
                <a:lnTo>
                  <a:pt x="414" y="82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9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1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2" y="113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4" y="122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29" y="130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3" y="132"/>
                </a:lnTo>
                <a:lnTo>
                  <a:pt x="434" y="132"/>
                </a:lnTo>
                <a:lnTo>
                  <a:pt x="433" y="132"/>
                </a:lnTo>
                <a:lnTo>
                  <a:pt x="433" y="134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51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2"/>
                </a:lnTo>
                <a:lnTo>
                  <a:pt x="437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8" y="163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1" y="178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80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1" y="180"/>
                </a:lnTo>
                <a:lnTo>
                  <a:pt x="442" y="181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7" y="190"/>
                </a:lnTo>
                <a:lnTo>
                  <a:pt x="428" y="191"/>
                </a:lnTo>
                <a:lnTo>
                  <a:pt x="429" y="192"/>
                </a:lnTo>
                <a:lnTo>
                  <a:pt x="429" y="193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7"/>
                </a:lnTo>
                <a:lnTo>
                  <a:pt x="431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7" y="204"/>
                </a:lnTo>
                <a:lnTo>
                  <a:pt x="427" y="203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6" y="207"/>
                </a:lnTo>
                <a:lnTo>
                  <a:pt x="416" y="208"/>
                </a:lnTo>
                <a:lnTo>
                  <a:pt x="415" y="207"/>
                </a:lnTo>
                <a:lnTo>
                  <a:pt x="414" y="207"/>
                </a:lnTo>
                <a:lnTo>
                  <a:pt x="413" y="207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0" y="212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7" y="213"/>
                </a:lnTo>
                <a:lnTo>
                  <a:pt x="407" y="214"/>
                </a:lnTo>
                <a:lnTo>
                  <a:pt x="407" y="215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5" y="216"/>
                </a:lnTo>
                <a:lnTo>
                  <a:pt x="406" y="216"/>
                </a:lnTo>
                <a:lnTo>
                  <a:pt x="405" y="216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5"/>
                </a:lnTo>
                <a:lnTo>
                  <a:pt x="400" y="214"/>
                </a:lnTo>
                <a:lnTo>
                  <a:pt x="400" y="215"/>
                </a:lnTo>
                <a:lnTo>
                  <a:pt x="399" y="214"/>
                </a:lnTo>
                <a:lnTo>
                  <a:pt x="398" y="214"/>
                </a:lnTo>
                <a:lnTo>
                  <a:pt x="398" y="215"/>
                </a:lnTo>
                <a:lnTo>
                  <a:pt x="397" y="216"/>
                </a:lnTo>
                <a:lnTo>
                  <a:pt x="396" y="216"/>
                </a:lnTo>
                <a:lnTo>
                  <a:pt x="396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9"/>
                </a:lnTo>
                <a:lnTo>
                  <a:pt x="387" y="219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7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9" y="230"/>
                </a:lnTo>
                <a:lnTo>
                  <a:pt x="378" y="230"/>
                </a:lnTo>
                <a:lnTo>
                  <a:pt x="377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4"/>
                </a:lnTo>
                <a:lnTo>
                  <a:pt x="375" y="234"/>
                </a:lnTo>
                <a:lnTo>
                  <a:pt x="374" y="232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69" y="229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3" y="226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20"/>
                </a:lnTo>
                <a:lnTo>
                  <a:pt x="360" y="219"/>
                </a:lnTo>
                <a:lnTo>
                  <a:pt x="359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2" y="219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49" y="220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6" y="223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8" y="223"/>
                </a:lnTo>
                <a:lnTo>
                  <a:pt x="338" y="224"/>
                </a:lnTo>
                <a:lnTo>
                  <a:pt x="337" y="224"/>
                </a:lnTo>
                <a:lnTo>
                  <a:pt x="337" y="225"/>
                </a:lnTo>
                <a:lnTo>
                  <a:pt x="336" y="226"/>
                </a:lnTo>
                <a:lnTo>
                  <a:pt x="335" y="226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3" y="238"/>
                </a:lnTo>
                <a:lnTo>
                  <a:pt x="333" y="237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2" y="242"/>
                </a:lnTo>
                <a:lnTo>
                  <a:pt x="331" y="242"/>
                </a:lnTo>
                <a:lnTo>
                  <a:pt x="331" y="241"/>
                </a:lnTo>
                <a:lnTo>
                  <a:pt x="330" y="242"/>
                </a:lnTo>
                <a:lnTo>
                  <a:pt x="330" y="243"/>
                </a:lnTo>
                <a:lnTo>
                  <a:pt x="329" y="243"/>
                </a:lnTo>
                <a:lnTo>
                  <a:pt x="329" y="242"/>
                </a:lnTo>
                <a:lnTo>
                  <a:pt x="329" y="243"/>
                </a:lnTo>
                <a:lnTo>
                  <a:pt x="328" y="242"/>
                </a:lnTo>
                <a:lnTo>
                  <a:pt x="328" y="243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7" y="245"/>
                </a:lnTo>
                <a:lnTo>
                  <a:pt x="326" y="245"/>
                </a:lnTo>
                <a:lnTo>
                  <a:pt x="326" y="246"/>
                </a:lnTo>
                <a:lnTo>
                  <a:pt x="325" y="246"/>
                </a:lnTo>
                <a:lnTo>
                  <a:pt x="324" y="247"/>
                </a:lnTo>
                <a:lnTo>
                  <a:pt x="323" y="247"/>
                </a:lnTo>
                <a:lnTo>
                  <a:pt x="323" y="246"/>
                </a:lnTo>
                <a:lnTo>
                  <a:pt x="322" y="246"/>
                </a:lnTo>
                <a:lnTo>
                  <a:pt x="321" y="246"/>
                </a:lnTo>
                <a:lnTo>
                  <a:pt x="320" y="245"/>
                </a:lnTo>
                <a:lnTo>
                  <a:pt x="320" y="246"/>
                </a:lnTo>
                <a:lnTo>
                  <a:pt x="320" y="245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7" y="247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7" y="251"/>
                </a:lnTo>
                <a:lnTo>
                  <a:pt x="318" y="251"/>
                </a:lnTo>
                <a:lnTo>
                  <a:pt x="318" y="252"/>
                </a:lnTo>
                <a:lnTo>
                  <a:pt x="317" y="252"/>
                </a:lnTo>
                <a:lnTo>
                  <a:pt x="316" y="252"/>
                </a:lnTo>
                <a:lnTo>
                  <a:pt x="316" y="251"/>
                </a:lnTo>
                <a:lnTo>
                  <a:pt x="315" y="251"/>
                </a:lnTo>
                <a:lnTo>
                  <a:pt x="315" y="250"/>
                </a:lnTo>
                <a:lnTo>
                  <a:pt x="315" y="249"/>
                </a:lnTo>
                <a:lnTo>
                  <a:pt x="314" y="249"/>
                </a:lnTo>
                <a:lnTo>
                  <a:pt x="314" y="248"/>
                </a:lnTo>
                <a:lnTo>
                  <a:pt x="313" y="247"/>
                </a:lnTo>
                <a:lnTo>
                  <a:pt x="312" y="248"/>
                </a:lnTo>
                <a:lnTo>
                  <a:pt x="311" y="248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09" y="251"/>
                </a:lnTo>
                <a:lnTo>
                  <a:pt x="308" y="252"/>
                </a:lnTo>
                <a:lnTo>
                  <a:pt x="308" y="253"/>
                </a:lnTo>
                <a:lnTo>
                  <a:pt x="309" y="253"/>
                </a:lnTo>
                <a:lnTo>
                  <a:pt x="310" y="253"/>
                </a:lnTo>
                <a:lnTo>
                  <a:pt x="309" y="254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8"/>
                </a:lnTo>
                <a:lnTo>
                  <a:pt x="318" y="269"/>
                </a:lnTo>
                <a:lnTo>
                  <a:pt x="318" y="270"/>
                </a:lnTo>
                <a:lnTo>
                  <a:pt x="319" y="270"/>
                </a:lnTo>
                <a:lnTo>
                  <a:pt x="319" y="271"/>
                </a:lnTo>
                <a:lnTo>
                  <a:pt x="319" y="272"/>
                </a:lnTo>
                <a:lnTo>
                  <a:pt x="320" y="272"/>
                </a:lnTo>
                <a:lnTo>
                  <a:pt x="320" y="273"/>
                </a:lnTo>
                <a:lnTo>
                  <a:pt x="320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6"/>
                </a:lnTo>
                <a:lnTo>
                  <a:pt x="318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79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8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0" y="285"/>
                </a:lnTo>
                <a:lnTo>
                  <a:pt x="321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4" y="286"/>
                </a:lnTo>
                <a:lnTo>
                  <a:pt x="324" y="287"/>
                </a:lnTo>
                <a:lnTo>
                  <a:pt x="323" y="287"/>
                </a:lnTo>
                <a:lnTo>
                  <a:pt x="323" y="288"/>
                </a:lnTo>
                <a:lnTo>
                  <a:pt x="323" y="289"/>
                </a:lnTo>
                <a:lnTo>
                  <a:pt x="322" y="289"/>
                </a:lnTo>
                <a:lnTo>
                  <a:pt x="322" y="290"/>
                </a:lnTo>
                <a:lnTo>
                  <a:pt x="321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5"/>
                </a:lnTo>
                <a:lnTo>
                  <a:pt x="318" y="295"/>
                </a:lnTo>
                <a:lnTo>
                  <a:pt x="317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8"/>
                </a:lnTo>
                <a:lnTo>
                  <a:pt x="313" y="299"/>
                </a:lnTo>
                <a:lnTo>
                  <a:pt x="313" y="300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2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08" y="308"/>
                </a:lnTo>
                <a:lnTo>
                  <a:pt x="307" y="309"/>
                </a:lnTo>
                <a:lnTo>
                  <a:pt x="306" y="310"/>
                </a:lnTo>
                <a:lnTo>
                  <a:pt x="305" y="310"/>
                </a:lnTo>
                <a:lnTo>
                  <a:pt x="304" y="311"/>
                </a:lnTo>
                <a:lnTo>
                  <a:pt x="304" y="312"/>
                </a:lnTo>
                <a:lnTo>
                  <a:pt x="303" y="313"/>
                </a:lnTo>
                <a:lnTo>
                  <a:pt x="303" y="314"/>
                </a:lnTo>
                <a:lnTo>
                  <a:pt x="302" y="314"/>
                </a:lnTo>
                <a:lnTo>
                  <a:pt x="301" y="314"/>
                </a:lnTo>
                <a:lnTo>
                  <a:pt x="301" y="313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299" y="313"/>
                </a:lnTo>
                <a:lnTo>
                  <a:pt x="299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6" y="314"/>
                </a:lnTo>
                <a:lnTo>
                  <a:pt x="296" y="315"/>
                </a:lnTo>
                <a:lnTo>
                  <a:pt x="295" y="315"/>
                </a:lnTo>
                <a:lnTo>
                  <a:pt x="294" y="315"/>
                </a:lnTo>
                <a:lnTo>
                  <a:pt x="293" y="315"/>
                </a:lnTo>
                <a:lnTo>
                  <a:pt x="293" y="314"/>
                </a:lnTo>
                <a:lnTo>
                  <a:pt x="292" y="314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6"/>
                </a:lnTo>
                <a:lnTo>
                  <a:pt x="287" y="317"/>
                </a:lnTo>
                <a:lnTo>
                  <a:pt x="286" y="317"/>
                </a:lnTo>
                <a:lnTo>
                  <a:pt x="287" y="318"/>
                </a:lnTo>
                <a:lnTo>
                  <a:pt x="286" y="318"/>
                </a:lnTo>
                <a:lnTo>
                  <a:pt x="285" y="318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4" y="324"/>
                </a:lnTo>
                <a:lnTo>
                  <a:pt x="274" y="325"/>
                </a:lnTo>
                <a:lnTo>
                  <a:pt x="273" y="326"/>
                </a:lnTo>
                <a:lnTo>
                  <a:pt x="273" y="327"/>
                </a:lnTo>
                <a:lnTo>
                  <a:pt x="272" y="327"/>
                </a:lnTo>
                <a:lnTo>
                  <a:pt x="271" y="328"/>
                </a:lnTo>
                <a:lnTo>
                  <a:pt x="271" y="329"/>
                </a:lnTo>
                <a:lnTo>
                  <a:pt x="270" y="330"/>
                </a:lnTo>
                <a:lnTo>
                  <a:pt x="270" y="329"/>
                </a:lnTo>
                <a:lnTo>
                  <a:pt x="269" y="329"/>
                </a:lnTo>
                <a:lnTo>
                  <a:pt x="269" y="330"/>
                </a:lnTo>
                <a:lnTo>
                  <a:pt x="269" y="331"/>
                </a:lnTo>
                <a:lnTo>
                  <a:pt x="268" y="331"/>
                </a:lnTo>
                <a:lnTo>
                  <a:pt x="268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7" y="337"/>
                </a:lnTo>
                <a:lnTo>
                  <a:pt x="267" y="338"/>
                </a:lnTo>
                <a:lnTo>
                  <a:pt x="268" y="338"/>
                </a:lnTo>
                <a:lnTo>
                  <a:pt x="268" y="339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6" y="342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5" y="345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6" y="350"/>
                </a:lnTo>
                <a:lnTo>
                  <a:pt x="267" y="351"/>
                </a:lnTo>
                <a:lnTo>
                  <a:pt x="268" y="351"/>
                </a:lnTo>
                <a:lnTo>
                  <a:pt x="267" y="352"/>
                </a:lnTo>
                <a:lnTo>
                  <a:pt x="268" y="352"/>
                </a:lnTo>
                <a:lnTo>
                  <a:pt x="268" y="353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9" y="356"/>
                </a:lnTo>
                <a:lnTo>
                  <a:pt x="269" y="357"/>
                </a:lnTo>
                <a:lnTo>
                  <a:pt x="268" y="359"/>
                </a:lnTo>
                <a:lnTo>
                  <a:pt x="267" y="360"/>
                </a:lnTo>
                <a:lnTo>
                  <a:pt x="267" y="361"/>
                </a:lnTo>
                <a:lnTo>
                  <a:pt x="266" y="361"/>
                </a:lnTo>
                <a:lnTo>
                  <a:pt x="267" y="361"/>
                </a:lnTo>
                <a:lnTo>
                  <a:pt x="267" y="362"/>
                </a:lnTo>
                <a:lnTo>
                  <a:pt x="268" y="362"/>
                </a:lnTo>
                <a:lnTo>
                  <a:pt x="269" y="362"/>
                </a:lnTo>
                <a:lnTo>
                  <a:pt x="269" y="363"/>
                </a:lnTo>
                <a:lnTo>
                  <a:pt x="270" y="364"/>
                </a:lnTo>
                <a:lnTo>
                  <a:pt x="270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7"/>
                </a:lnTo>
                <a:lnTo>
                  <a:pt x="271" y="367"/>
                </a:lnTo>
                <a:lnTo>
                  <a:pt x="271" y="368"/>
                </a:lnTo>
                <a:lnTo>
                  <a:pt x="272" y="368"/>
                </a:lnTo>
                <a:lnTo>
                  <a:pt x="272" y="369"/>
                </a:lnTo>
                <a:lnTo>
                  <a:pt x="273" y="369"/>
                </a:lnTo>
                <a:lnTo>
                  <a:pt x="273" y="370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5" y="370"/>
                </a:lnTo>
                <a:lnTo>
                  <a:pt x="276" y="370"/>
                </a:lnTo>
                <a:lnTo>
                  <a:pt x="277" y="370"/>
                </a:lnTo>
                <a:lnTo>
                  <a:pt x="276" y="370"/>
                </a:lnTo>
                <a:lnTo>
                  <a:pt x="275" y="370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6"/>
                </a:lnTo>
                <a:lnTo>
                  <a:pt x="272" y="377"/>
                </a:lnTo>
                <a:lnTo>
                  <a:pt x="273" y="377"/>
                </a:lnTo>
                <a:lnTo>
                  <a:pt x="273" y="378"/>
                </a:lnTo>
                <a:lnTo>
                  <a:pt x="273" y="379"/>
                </a:lnTo>
                <a:lnTo>
                  <a:pt x="272" y="379"/>
                </a:lnTo>
                <a:lnTo>
                  <a:pt x="272" y="380"/>
                </a:lnTo>
                <a:lnTo>
                  <a:pt x="271" y="380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81"/>
                </a:lnTo>
                <a:lnTo>
                  <a:pt x="268" y="381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3" y="381"/>
                </a:lnTo>
                <a:lnTo>
                  <a:pt x="263" y="382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8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6" y="388"/>
                </a:lnTo>
                <a:lnTo>
                  <a:pt x="256" y="389"/>
                </a:lnTo>
                <a:lnTo>
                  <a:pt x="256" y="390"/>
                </a:lnTo>
                <a:lnTo>
                  <a:pt x="255" y="390"/>
                </a:lnTo>
                <a:lnTo>
                  <a:pt x="254" y="390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4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3" y="397"/>
                </a:lnTo>
                <a:lnTo>
                  <a:pt x="252" y="397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4" y="398"/>
                </a:lnTo>
                <a:lnTo>
                  <a:pt x="254" y="399"/>
                </a:lnTo>
                <a:lnTo>
                  <a:pt x="254" y="400"/>
                </a:lnTo>
                <a:lnTo>
                  <a:pt x="253" y="400"/>
                </a:lnTo>
                <a:lnTo>
                  <a:pt x="253" y="401"/>
                </a:lnTo>
                <a:lnTo>
                  <a:pt x="254" y="401"/>
                </a:lnTo>
                <a:lnTo>
                  <a:pt x="255" y="401"/>
                </a:lnTo>
                <a:lnTo>
                  <a:pt x="255" y="402"/>
                </a:lnTo>
                <a:lnTo>
                  <a:pt x="256" y="402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8" y="402"/>
                </a:lnTo>
                <a:lnTo>
                  <a:pt x="258" y="401"/>
                </a:lnTo>
                <a:lnTo>
                  <a:pt x="259" y="401"/>
                </a:lnTo>
                <a:lnTo>
                  <a:pt x="260" y="401"/>
                </a:lnTo>
                <a:lnTo>
                  <a:pt x="260" y="400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1" y="404"/>
                </a:lnTo>
                <a:lnTo>
                  <a:pt x="262" y="405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6" y="413"/>
                </a:lnTo>
                <a:lnTo>
                  <a:pt x="255" y="413"/>
                </a:lnTo>
                <a:lnTo>
                  <a:pt x="254" y="413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4" y="414"/>
                </a:lnTo>
                <a:lnTo>
                  <a:pt x="253" y="414"/>
                </a:lnTo>
                <a:lnTo>
                  <a:pt x="253" y="415"/>
                </a:lnTo>
                <a:lnTo>
                  <a:pt x="252" y="416"/>
                </a:lnTo>
                <a:lnTo>
                  <a:pt x="252" y="417"/>
                </a:lnTo>
                <a:lnTo>
                  <a:pt x="251" y="418"/>
                </a:lnTo>
                <a:lnTo>
                  <a:pt x="250" y="418"/>
                </a:lnTo>
                <a:lnTo>
                  <a:pt x="250" y="419"/>
                </a:lnTo>
                <a:lnTo>
                  <a:pt x="251" y="420"/>
                </a:lnTo>
                <a:lnTo>
                  <a:pt x="251" y="421"/>
                </a:lnTo>
                <a:lnTo>
                  <a:pt x="251" y="422"/>
                </a:lnTo>
                <a:lnTo>
                  <a:pt x="251" y="423"/>
                </a:lnTo>
                <a:lnTo>
                  <a:pt x="250" y="423"/>
                </a:lnTo>
                <a:lnTo>
                  <a:pt x="249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7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1" y="429"/>
                </a:lnTo>
                <a:lnTo>
                  <a:pt x="241" y="428"/>
                </a:lnTo>
                <a:lnTo>
                  <a:pt x="240" y="428"/>
                </a:lnTo>
                <a:lnTo>
                  <a:pt x="239" y="428"/>
                </a:lnTo>
                <a:lnTo>
                  <a:pt x="239" y="429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9"/>
                </a:lnTo>
                <a:lnTo>
                  <a:pt x="236" y="428"/>
                </a:lnTo>
                <a:lnTo>
                  <a:pt x="235" y="428"/>
                </a:lnTo>
                <a:lnTo>
                  <a:pt x="234" y="429"/>
                </a:lnTo>
                <a:lnTo>
                  <a:pt x="234" y="430"/>
                </a:lnTo>
                <a:lnTo>
                  <a:pt x="233" y="430"/>
                </a:lnTo>
                <a:lnTo>
                  <a:pt x="233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2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6"/>
                </a:lnTo>
                <a:lnTo>
                  <a:pt x="231" y="436"/>
                </a:lnTo>
                <a:lnTo>
                  <a:pt x="231" y="437"/>
                </a:lnTo>
                <a:lnTo>
                  <a:pt x="232" y="438"/>
                </a:lnTo>
                <a:lnTo>
                  <a:pt x="232" y="439"/>
                </a:lnTo>
                <a:lnTo>
                  <a:pt x="233" y="439"/>
                </a:lnTo>
                <a:lnTo>
                  <a:pt x="233" y="440"/>
                </a:lnTo>
                <a:lnTo>
                  <a:pt x="234" y="440"/>
                </a:lnTo>
                <a:lnTo>
                  <a:pt x="234" y="441"/>
                </a:lnTo>
                <a:lnTo>
                  <a:pt x="234" y="442"/>
                </a:lnTo>
                <a:lnTo>
                  <a:pt x="234" y="443"/>
                </a:lnTo>
                <a:lnTo>
                  <a:pt x="234" y="444"/>
                </a:lnTo>
                <a:lnTo>
                  <a:pt x="233" y="444"/>
                </a:lnTo>
                <a:lnTo>
                  <a:pt x="233" y="443"/>
                </a:lnTo>
                <a:lnTo>
                  <a:pt x="233" y="442"/>
                </a:lnTo>
                <a:lnTo>
                  <a:pt x="232" y="442"/>
                </a:lnTo>
                <a:lnTo>
                  <a:pt x="231" y="443"/>
                </a:lnTo>
                <a:lnTo>
                  <a:pt x="230" y="443"/>
                </a:lnTo>
                <a:lnTo>
                  <a:pt x="229" y="443"/>
                </a:lnTo>
                <a:lnTo>
                  <a:pt x="229" y="444"/>
                </a:lnTo>
                <a:lnTo>
                  <a:pt x="229" y="445"/>
                </a:lnTo>
                <a:lnTo>
                  <a:pt x="228" y="445"/>
                </a:lnTo>
                <a:lnTo>
                  <a:pt x="229" y="445"/>
                </a:lnTo>
                <a:lnTo>
                  <a:pt x="229" y="446"/>
                </a:lnTo>
                <a:lnTo>
                  <a:pt x="228" y="446"/>
                </a:lnTo>
                <a:lnTo>
                  <a:pt x="228" y="447"/>
                </a:lnTo>
                <a:lnTo>
                  <a:pt x="228" y="448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5" y="449"/>
                </a:lnTo>
                <a:lnTo>
                  <a:pt x="224" y="448"/>
                </a:lnTo>
                <a:lnTo>
                  <a:pt x="224" y="449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4" y="452"/>
                </a:lnTo>
                <a:lnTo>
                  <a:pt x="223" y="452"/>
                </a:lnTo>
                <a:lnTo>
                  <a:pt x="224" y="453"/>
                </a:lnTo>
                <a:lnTo>
                  <a:pt x="223" y="453"/>
                </a:lnTo>
                <a:lnTo>
                  <a:pt x="223" y="454"/>
                </a:lnTo>
                <a:lnTo>
                  <a:pt x="224" y="454"/>
                </a:lnTo>
                <a:lnTo>
                  <a:pt x="224" y="455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2" y="457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2" y="459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3" y="463"/>
                </a:lnTo>
                <a:lnTo>
                  <a:pt x="224" y="463"/>
                </a:lnTo>
                <a:lnTo>
                  <a:pt x="223" y="464"/>
                </a:lnTo>
                <a:lnTo>
                  <a:pt x="223" y="465"/>
                </a:lnTo>
                <a:lnTo>
                  <a:pt x="222" y="465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2"/>
                </a:lnTo>
                <a:lnTo>
                  <a:pt x="218" y="472"/>
                </a:lnTo>
                <a:lnTo>
                  <a:pt x="219" y="473"/>
                </a:lnTo>
                <a:lnTo>
                  <a:pt x="220" y="472"/>
                </a:lnTo>
                <a:lnTo>
                  <a:pt x="219" y="473"/>
                </a:lnTo>
                <a:lnTo>
                  <a:pt x="219" y="474"/>
                </a:lnTo>
                <a:lnTo>
                  <a:pt x="219" y="475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19" y="478"/>
                </a:lnTo>
                <a:lnTo>
                  <a:pt x="218" y="478"/>
                </a:lnTo>
                <a:lnTo>
                  <a:pt x="218" y="479"/>
                </a:lnTo>
                <a:lnTo>
                  <a:pt x="218" y="480"/>
                </a:lnTo>
                <a:lnTo>
                  <a:pt x="219" y="480"/>
                </a:lnTo>
                <a:lnTo>
                  <a:pt x="218" y="481"/>
                </a:lnTo>
                <a:lnTo>
                  <a:pt x="217" y="482"/>
                </a:lnTo>
                <a:lnTo>
                  <a:pt x="218" y="483"/>
                </a:lnTo>
                <a:lnTo>
                  <a:pt x="218" y="484"/>
                </a:lnTo>
                <a:lnTo>
                  <a:pt x="218" y="485"/>
                </a:lnTo>
                <a:lnTo>
                  <a:pt x="217" y="485"/>
                </a:lnTo>
                <a:lnTo>
                  <a:pt x="218" y="485"/>
                </a:lnTo>
                <a:lnTo>
                  <a:pt x="218" y="486"/>
                </a:lnTo>
                <a:lnTo>
                  <a:pt x="218" y="487"/>
                </a:lnTo>
                <a:lnTo>
                  <a:pt x="218" y="488"/>
                </a:lnTo>
                <a:lnTo>
                  <a:pt x="219" y="488"/>
                </a:lnTo>
                <a:lnTo>
                  <a:pt x="218" y="489"/>
                </a:lnTo>
                <a:lnTo>
                  <a:pt x="218" y="490"/>
                </a:lnTo>
                <a:lnTo>
                  <a:pt x="217" y="491"/>
                </a:lnTo>
                <a:lnTo>
                  <a:pt x="217" y="490"/>
                </a:lnTo>
                <a:lnTo>
                  <a:pt x="216" y="490"/>
                </a:lnTo>
                <a:lnTo>
                  <a:pt x="216" y="491"/>
                </a:lnTo>
                <a:lnTo>
                  <a:pt x="215" y="491"/>
                </a:lnTo>
                <a:lnTo>
                  <a:pt x="214" y="491"/>
                </a:lnTo>
                <a:lnTo>
                  <a:pt x="213" y="491"/>
                </a:lnTo>
                <a:lnTo>
                  <a:pt x="213" y="492"/>
                </a:lnTo>
                <a:lnTo>
                  <a:pt x="214" y="493"/>
                </a:lnTo>
                <a:lnTo>
                  <a:pt x="213" y="494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7"/>
                </a:lnTo>
                <a:lnTo>
                  <a:pt x="208" y="498"/>
                </a:lnTo>
                <a:lnTo>
                  <a:pt x="207" y="499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4" y="504"/>
                </a:lnTo>
                <a:lnTo>
                  <a:pt x="205" y="505"/>
                </a:lnTo>
                <a:lnTo>
                  <a:pt x="206" y="505"/>
                </a:lnTo>
                <a:lnTo>
                  <a:pt x="207" y="505"/>
                </a:lnTo>
                <a:lnTo>
                  <a:pt x="207" y="506"/>
                </a:lnTo>
                <a:lnTo>
                  <a:pt x="208" y="506"/>
                </a:lnTo>
                <a:lnTo>
                  <a:pt x="208" y="507"/>
                </a:lnTo>
                <a:lnTo>
                  <a:pt x="208" y="508"/>
                </a:lnTo>
                <a:lnTo>
                  <a:pt x="207" y="508"/>
                </a:lnTo>
                <a:lnTo>
                  <a:pt x="206" y="508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7" y="510"/>
                </a:lnTo>
                <a:lnTo>
                  <a:pt x="207" y="511"/>
                </a:lnTo>
                <a:lnTo>
                  <a:pt x="207" y="512"/>
                </a:lnTo>
                <a:lnTo>
                  <a:pt x="209" y="512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1" y="517"/>
                </a:lnTo>
                <a:lnTo>
                  <a:pt x="210" y="516"/>
                </a:lnTo>
                <a:lnTo>
                  <a:pt x="209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7" y="518"/>
                </a:lnTo>
                <a:lnTo>
                  <a:pt x="206" y="518"/>
                </a:lnTo>
                <a:lnTo>
                  <a:pt x="207" y="519"/>
                </a:lnTo>
                <a:lnTo>
                  <a:pt x="207" y="520"/>
                </a:lnTo>
                <a:lnTo>
                  <a:pt x="207" y="521"/>
                </a:lnTo>
                <a:lnTo>
                  <a:pt x="208" y="521"/>
                </a:lnTo>
                <a:lnTo>
                  <a:pt x="209" y="521"/>
                </a:lnTo>
                <a:lnTo>
                  <a:pt x="209" y="522"/>
                </a:lnTo>
                <a:lnTo>
                  <a:pt x="210" y="522"/>
                </a:lnTo>
                <a:lnTo>
                  <a:pt x="210" y="523"/>
                </a:lnTo>
                <a:lnTo>
                  <a:pt x="210" y="524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4"/>
                </a:lnTo>
                <a:lnTo>
                  <a:pt x="208" y="523"/>
                </a:lnTo>
                <a:lnTo>
                  <a:pt x="207" y="523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7" y="526"/>
                </a:lnTo>
                <a:lnTo>
                  <a:pt x="208" y="526"/>
                </a:lnTo>
                <a:lnTo>
                  <a:pt x="208" y="527"/>
                </a:lnTo>
                <a:lnTo>
                  <a:pt x="208" y="528"/>
                </a:lnTo>
                <a:lnTo>
                  <a:pt x="208" y="527"/>
                </a:lnTo>
                <a:lnTo>
                  <a:pt x="207" y="527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7" y="530"/>
                </a:lnTo>
                <a:lnTo>
                  <a:pt x="207" y="531"/>
                </a:lnTo>
                <a:lnTo>
                  <a:pt x="208" y="531"/>
                </a:lnTo>
                <a:lnTo>
                  <a:pt x="208" y="532"/>
                </a:lnTo>
                <a:lnTo>
                  <a:pt x="209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4"/>
                </a:lnTo>
                <a:lnTo>
                  <a:pt x="207" y="534"/>
                </a:lnTo>
                <a:lnTo>
                  <a:pt x="206" y="534"/>
                </a:lnTo>
                <a:lnTo>
                  <a:pt x="206" y="535"/>
                </a:lnTo>
                <a:lnTo>
                  <a:pt x="205" y="535"/>
                </a:lnTo>
                <a:lnTo>
                  <a:pt x="205" y="534"/>
                </a:lnTo>
                <a:lnTo>
                  <a:pt x="206" y="533"/>
                </a:lnTo>
                <a:lnTo>
                  <a:pt x="205" y="533"/>
                </a:lnTo>
                <a:lnTo>
                  <a:pt x="206" y="532"/>
                </a:lnTo>
                <a:lnTo>
                  <a:pt x="205" y="532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198" y="535"/>
                </a:lnTo>
                <a:lnTo>
                  <a:pt x="199" y="535"/>
                </a:lnTo>
                <a:lnTo>
                  <a:pt x="199" y="536"/>
                </a:lnTo>
                <a:lnTo>
                  <a:pt x="198" y="536"/>
                </a:lnTo>
                <a:lnTo>
                  <a:pt x="199" y="537"/>
                </a:lnTo>
                <a:lnTo>
                  <a:pt x="199" y="538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6" y="555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9"/>
                </a:lnTo>
                <a:lnTo>
                  <a:pt x="200" y="560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8" y="566"/>
                </a:lnTo>
                <a:lnTo>
                  <a:pt x="197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8"/>
                </a:lnTo>
                <a:lnTo>
                  <a:pt x="194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4" y="560"/>
                </a:lnTo>
                <a:lnTo>
                  <a:pt x="184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2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8" y="545"/>
                </a:lnTo>
                <a:lnTo>
                  <a:pt x="168" y="544"/>
                </a:lnTo>
                <a:lnTo>
                  <a:pt x="167" y="544"/>
                </a:lnTo>
                <a:lnTo>
                  <a:pt x="167" y="543"/>
                </a:lnTo>
                <a:lnTo>
                  <a:pt x="166" y="543"/>
                </a:lnTo>
                <a:lnTo>
                  <a:pt x="165" y="542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7"/>
                </a:lnTo>
                <a:lnTo>
                  <a:pt x="160" y="548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7" y="555"/>
                </a:lnTo>
                <a:lnTo>
                  <a:pt x="137" y="554"/>
                </a:lnTo>
                <a:lnTo>
                  <a:pt x="136" y="554"/>
                </a:lnTo>
                <a:lnTo>
                  <a:pt x="136" y="553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1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4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0" y="562"/>
                </a:lnTo>
                <a:lnTo>
                  <a:pt x="110" y="561"/>
                </a:lnTo>
                <a:lnTo>
                  <a:pt x="109" y="561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3" y="563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5" y="565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4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8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2"/>
                </a:lnTo>
                <a:lnTo>
                  <a:pt x="58" y="551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8" y="540"/>
                </a:lnTo>
                <a:lnTo>
                  <a:pt x="69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3" y="528"/>
                </a:lnTo>
                <a:lnTo>
                  <a:pt x="73" y="527"/>
                </a:lnTo>
                <a:lnTo>
                  <a:pt x="74" y="527"/>
                </a:lnTo>
                <a:lnTo>
                  <a:pt x="73" y="526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1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8"/>
                </a:lnTo>
                <a:lnTo>
                  <a:pt x="85" y="519"/>
                </a:lnTo>
                <a:lnTo>
                  <a:pt x="86" y="518"/>
                </a:lnTo>
                <a:lnTo>
                  <a:pt x="86" y="517"/>
                </a:lnTo>
                <a:lnTo>
                  <a:pt x="87" y="517"/>
                </a:lnTo>
                <a:lnTo>
                  <a:pt x="86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1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3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4"/>
                </a:lnTo>
                <a:lnTo>
                  <a:pt x="99" y="503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100" y="501"/>
                </a:lnTo>
                <a:lnTo>
                  <a:pt x="101" y="500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4" y="492"/>
                </a:lnTo>
                <a:lnTo>
                  <a:pt x="104" y="491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90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0" y="488"/>
                </a:lnTo>
                <a:lnTo>
                  <a:pt x="99" y="489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3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1" y="483"/>
                </a:lnTo>
                <a:lnTo>
                  <a:pt x="91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89" y="481"/>
                </a:lnTo>
                <a:lnTo>
                  <a:pt x="89" y="480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7" y="478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79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5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8"/>
                </a:lnTo>
                <a:lnTo>
                  <a:pt x="72" y="488"/>
                </a:lnTo>
                <a:lnTo>
                  <a:pt x="71" y="488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1" y="491"/>
                </a:lnTo>
                <a:lnTo>
                  <a:pt x="60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6" y="490"/>
                </a:lnTo>
                <a:lnTo>
                  <a:pt x="56" y="489"/>
                </a:lnTo>
                <a:lnTo>
                  <a:pt x="55" y="488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5"/>
                </a:lnTo>
                <a:lnTo>
                  <a:pt x="40" y="495"/>
                </a:lnTo>
                <a:lnTo>
                  <a:pt x="40" y="494"/>
                </a:lnTo>
                <a:lnTo>
                  <a:pt x="40" y="493"/>
                </a:lnTo>
                <a:lnTo>
                  <a:pt x="39" y="493"/>
                </a:lnTo>
                <a:lnTo>
                  <a:pt x="39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5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0" y="483"/>
                </a:lnTo>
                <a:lnTo>
                  <a:pt x="40" y="482"/>
                </a:lnTo>
                <a:lnTo>
                  <a:pt x="41" y="482"/>
                </a:lnTo>
                <a:lnTo>
                  <a:pt x="41" y="481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8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2" y="475"/>
                </a:lnTo>
                <a:lnTo>
                  <a:pt x="32" y="473"/>
                </a:lnTo>
                <a:lnTo>
                  <a:pt x="33" y="472"/>
                </a:lnTo>
                <a:lnTo>
                  <a:pt x="34" y="472"/>
                </a:lnTo>
                <a:lnTo>
                  <a:pt x="34" y="471"/>
                </a:lnTo>
                <a:lnTo>
                  <a:pt x="33" y="471"/>
                </a:lnTo>
                <a:lnTo>
                  <a:pt x="33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7"/>
                </a:lnTo>
                <a:lnTo>
                  <a:pt x="36" y="467"/>
                </a:lnTo>
                <a:lnTo>
                  <a:pt x="36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5"/>
                </a:lnTo>
                <a:lnTo>
                  <a:pt x="37" y="464"/>
                </a:lnTo>
                <a:lnTo>
                  <a:pt x="37" y="463"/>
                </a:lnTo>
                <a:lnTo>
                  <a:pt x="36" y="463"/>
                </a:lnTo>
                <a:lnTo>
                  <a:pt x="36" y="462"/>
                </a:lnTo>
                <a:lnTo>
                  <a:pt x="35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7"/>
                </a:lnTo>
                <a:lnTo>
                  <a:pt x="33" y="456"/>
                </a:lnTo>
                <a:lnTo>
                  <a:pt x="32" y="454"/>
                </a:lnTo>
                <a:lnTo>
                  <a:pt x="32" y="453"/>
                </a:lnTo>
                <a:lnTo>
                  <a:pt x="31" y="452"/>
                </a:lnTo>
                <a:lnTo>
                  <a:pt x="31" y="451"/>
                </a:lnTo>
                <a:lnTo>
                  <a:pt x="31" y="450"/>
                </a:lnTo>
                <a:lnTo>
                  <a:pt x="30" y="449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1" y="445"/>
                </a:lnTo>
                <a:lnTo>
                  <a:pt x="31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3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39" y="427"/>
                </a:lnTo>
                <a:lnTo>
                  <a:pt x="39" y="426"/>
                </a:lnTo>
                <a:lnTo>
                  <a:pt x="40" y="426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39" y="423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1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39" y="419"/>
                </a:lnTo>
                <a:lnTo>
                  <a:pt x="39" y="418"/>
                </a:lnTo>
                <a:lnTo>
                  <a:pt x="38" y="417"/>
                </a:lnTo>
                <a:lnTo>
                  <a:pt x="39" y="417"/>
                </a:lnTo>
                <a:lnTo>
                  <a:pt x="39" y="416"/>
                </a:lnTo>
                <a:lnTo>
                  <a:pt x="40" y="415"/>
                </a:lnTo>
                <a:lnTo>
                  <a:pt x="41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4" y="411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7" y="409"/>
                </a:lnTo>
                <a:lnTo>
                  <a:pt x="47" y="408"/>
                </a:lnTo>
                <a:lnTo>
                  <a:pt x="48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7" y="401"/>
                </a:lnTo>
                <a:lnTo>
                  <a:pt x="58" y="401"/>
                </a:lnTo>
                <a:lnTo>
                  <a:pt x="58" y="400"/>
                </a:lnTo>
                <a:lnTo>
                  <a:pt x="59" y="400"/>
                </a:lnTo>
                <a:lnTo>
                  <a:pt x="58" y="399"/>
                </a:lnTo>
                <a:lnTo>
                  <a:pt x="57" y="399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1" y="397"/>
                </a:lnTo>
                <a:lnTo>
                  <a:pt x="50" y="398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4" y="401"/>
                </a:lnTo>
                <a:lnTo>
                  <a:pt x="43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1" y="399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2" y="401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7"/>
                </a:lnTo>
                <a:lnTo>
                  <a:pt x="36" y="395"/>
                </a:lnTo>
                <a:lnTo>
                  <a:pt x="36" y="394"/>
                </a:lnTo>
                <a:lnTo>
                  <a:pt x="36" y="393"/>
                </a:lnTo>
                <a:lnTo>
                  <a:pt x="37" y="393"/>
                </a:lnTo>
                <a:lnTo>
                  <a:pt x="38" y="393"/>
                </a:lnTo>
                <a:lnTo>
                  <a:pt x="38" y="392"/>
                </a:lnTo>
                <a:lnTo>
                  <a:pt x="39" y="392"/>
                </a:lnTo>
                <a:lnTo>
                  <a:pt x="40" y="391"/>
                </a:lnTo>
                <a:lnTo>
                  <a:pt x="40" y="390"/>
                </a:lnTo>
                <a:lnTo>
                  <a:pt x="39" y="389"/>
                </a:lnTo>
                <a:lnTo>
                  <a:pt x="40" y="388"/>
                </a:lnTo>
                <a:lnTo>
                  <a:pt x="41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3"/>
                </a:lnTo>
                <a:lnTo>
                  <a:pt x="41" y="382"/>
                </a:lnTo>
                <a:lnTo>
                  <a:pt x="41" y="381"/>
                </a:lnTo>
                <a:lnTo>
                  <a:pt x="40" y="380"/>
                </a:lnTo>
                <a:lnTo>
                  <a:pt x="41" y="380"/>
                </a:lnTo>
                <a:lnTo>
                  <a:pt x="41" y="379"/>
                </a:lnTo>
                <a:lnTo>
                  <a:pt x="42" y="378"/>
                </a:lnTo>
                <a:lnTo>
                  <a:pt x="43" y="378"/>
                </a:lnTo>
                <a:lnTo>
                  <a:pt x="43" y="377"/>
                </a:lnTo>
                <a:lnTo>
                  <a:pt x="44" y="376"/>
                </a:lnTo>
                <a:lnTo>
                  <a:pt x="44" y="377"/>
                </a:lnTo>
                <a:lnTo>
                  <a:pt x="45" y="377"/>
                </a:lnTo>
                <a:lnTo>
                  <a:pt x="46" y="376"/>
                </a:lnTo>
                <a:lnTo>
                  <a:pt x="46" y="375"/>
                </a:lnTo>
                <a:lnTo>
                  <a:pt x="45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6" y="369"/>
                </a:lnTo>
                <a:lnTo>
                  <a:pt x="45" y="369"/>
                </a:lnTo>
                <a:lnTo>
                  <a:pt x="44" y="369"/>
                </a:lnTo>
                <a:lnTo>
                  <a:pt x="44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5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5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9"/>
                </a:lnTo>
                <a:lnTo>
                  <a:pt x="40" y="358"/>
                </a:lnTo>
                <a:lnTo>
                  <a:pt x="39" y="358"/>
                </a:lnTo>
                <a:lnTo>
                  <a:pt x="39" y="357"/>
                </a:lnTo>
                <a:lnTo>
                  <a:pt x="38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6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0" y="355"/>
                </a:lnTo>
                <a:lnTo>
                  <a:pt x="30" y="356"/>
                </a:lnTo>
                <a:lnTo>
                  <a:pt x="29" y="356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1"/>
                </a:lnTo>
                <a:lnTo>
                  <a:pt x="26" y="351"/>
                </a:lnTo>
                <a:lnTo>
                  <a:pt x="26" y="352"/>
                </a:lnTo>
                <a:lnTo>
                  <a:pt x="25" y="351"/>
                </a:lnTo>
                <a:lnTo>
                  <a:pt x="25" y="350"/>
                </a:lnTo>
                <a:lnTo>
                  <a:pt x="25" y="349"/>
                </a:lnTo>
                <a:lnTo>
                  <a:pt x="25" y="346"/>
                </a:lnTo>
                <a:lnTo>
                  <a:pt x="25" y="345"/>
                </a:lnTo>
                <a:lnTo>
                  <a:pt x="24" y="344"/>
                </a:lnTo>
                <a:lnTo>
                  <a:pt x="24" y="342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6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9"/>
                </a:lnTo>
                <a:lnTo>
                  <a:pt x="27" y="318"/>
                </a:lnTo>
                <a:lnTo>
                  <a:pt x="26" y="317"/>
                </a:lnTo>
                <a:lnTo>
                  <a:pt x="25" y="316"/>
                </a:lnTo>
                <a:lnTo>
                  <a:pt x="25" y="315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3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0" y="308"/>
                </a:lnTo>
                <a:lnTo>
                  <a:pt x="20" y="307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7" y="304"/>
                </a:lnTo>
                <a:lnTo>
                  <a:pt x="17" y="303"/>
                </a:lnTo>
                <a:lnTo>
                  <a:pt x="18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299"/>
                </a:lnTo>
                <a:lnTo>
                  <a:pt x="21" y="298"/>
                </a:lnTo>
                <a:lnTo>
                  <a:pt x="22" y="296"/>
                </a:lnTo>
                <a:lnTo>
                  <a:pt x="22" y="294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5" y="288"/>
                </a:lnTo>
                <a:lnTo>
                  <a:pt x="26" y="287"/>
                </a:lnTo>
                <a:lnTo>
                  <a:pt x="26" y="286"/>
                </a:lnTo>
                <a:lnTo>
                  <a:pt x="25" y="286"/>
                </a:lnTo>
                <a:lnTo>
                  <a:pt x="24" y="286"/>
                </a:lnTo>
                <a:lnTo>
                  <a:pt x="24" y="284"/>
                </a:lnTo>
                <a:lnTo>
                  <a:pt x="24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8"/>
                </a:lnTo>
                <a:lnTo>
                  <a:pt x="22" y="278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5" y="280"/>
                </a:lnTo>
                <a:lnTo>
                  <a:pt x="15" y="279"/>
                </a:lnTo>
                <a:lnTo>
                  <a:pt x="15" y="280"/>
                </a:lnTo>
                <a:lnTo>
                  <a:pt x="14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1" y="282"/>
                </a:lnTo>
                <a:lnTo>
                  <a:pt x="10" y="282"/>
                </a:lnTo>
                <a:lnTo>
                  <a:pt x="8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2" y="276"/>
                </a:lnTo>
                <a:lnTo>
                  <a:pt x="3" y="276"/>
                </a:lnTo>
                <a:lnTo>
                  <a:pt x="3" y="275"/>
                </a:lnTo>
                <a:lnTo>
                  <a:pt x="4" y="275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1" y="272"/>
                </a:lnTo>
                <a:lnTo>
                  <a:pt x="2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2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3" y="251"/>
                </a:lnTo>
                <a:lnTo>
                  <a:pt x="4" y="250"/>
                </a:lnTo>
                <a:lnTo>
                  <a:pt x="6" y="249"/>
                </a:lnTo>
                <a:lnTo>
                  <a:pt x="6" y="248"/>
                </a:lnTo>
                <a:lnTo>
                  <a:pt x="7" y="248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10" y="243"/>
                </a:lnTo>
                <a:lnTo>
                  <a:pt x="11" y="242"/>
                </a:lnTo>
                <a:lnTo>
                  <a:pt x="11" y="241"/>
                </a:lnTo>
                <a:lnTo>
                  <a:pt x="10" y="241"/>
                </a:lnTo>
                <a:lnTo>
                  <a:pt x="10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6" y="234"/>
                </a:lnTo>
                <a:lnTo>
                  <a:pt x="16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4" y="226"/>
                </a:lnTo>
                <a:lnTo>
                  <a:pt x="13" y="226"/>
                </a:lnTo>
                <a:lnTo>
                  <a:pt x="13" y="225"/>
                </a:lnTo>
                <a:lnTo>
                  <a:pt x="13" y="224"/>
                </a:lnTo>
                <a:lnTo>
                  <a:pt x="14" y="223"/>
                </a:lnTo>
                <a:lnTo>
                  <a:pt x="15" y="221"/>
                </a:lnTo>
                <a:lnTo>
                  <a:pt x="15" y="220"/>
                </a:lnTo>
                <a:lnTo>
                  <a:pt x="15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2" y="216"/>
                </a:lnTo>
                <a:lnTo>
                  <a:pt x="24" y="216"/>
                </a:lnTo>
                <a:lnTo>
                  <a:pt x="24" y="215"/>
                </a:lnTo>
                <a:lnTo>
                  <a:pt x="24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6" y="213"/>
                </a:lnTo>
                <a:lnTo>
                  <a:pt x="27" y="214"/>
                </a:lnTo>
                <a:lnTo>
                  <a:pt x="27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9"/>
                </a:lnTo>
                <a:lnTo>
                  <a:pt x="37" y="209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0" y="205"/>
                </a:lnTo>
                <a:lnTo>
                  <a:pt x="40" y="204"/>
                </a:lnTo>
                <a:lnTo>
                  <a:pt x="39" y="204"/>
                </a:lnTo>
                <a:lnTo>
                  <a:pt x="40" y="204"/>
                </a:lnTo>
                <a:lnTo>
                  <a:pt x="40" y="203"/>
                </a:lnTo>
                <a:lnTo>
                  <a:pt x="39" y="203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8" y="192"/>
                </a:lnTo>
                <a:lnTo>
                  <a:pt x="48" y="191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5" y="156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3" y="75"/>
                </a:lnTo>
                <a:lnTo>
                  <a:pt x="63" y="74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69" y="78"/>
                </a:lnTo>
                <a:lnTo>
                  <a:pt x="70" y="78"/>
                </a:lnTo>
                <a:lnTo>
                  <a:pt x="70" y="77"/>
                </a:lnTo>
                <a:lnTo>
                  <a:pt x="71" y="78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79" y="78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3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1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5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6"/>
                </a:lnTo>
                <a:lnTo>
                  <a:pt x="121" y="65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19" y="59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4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8" y="53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1" y="55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4" y="53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7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9"/>
                </a:lnTo>
                <a:lnTo>
                  <a:pt x="140" y="58"/>
                </a:lnTo>
                <a:lnTo>
                  <a:pt x="141" y="59"/>
                </a:lnTo>
                <a:lnTo>
                  <a:pt x="142" y="59"/>
                </a:lnTo>
                <a:lnTo>
                  <a:pt x="142" y="57"/>
                </a:lnTo>
                <a:lnTo>
                  <a:pt x="141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8" y="50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4"/>
                </a:lnTo>
                <a:lnTo>
                  <a:pt x="143" y="43"/>
                </a:lnTo>
                <a:lnTo>
                  <a:pt x="144" y="44"/>
                </a:lnTo>
                <a:lnTo>
                  <a:pt x="144" y="43"/>
                </a:lnTo>
                <a:lnTo>
                  <a:pt x="145" y="44"/>
                </a:lnTo>
                <a:lnTo>
                  <a:pt x="146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4" y="25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6"/>
                </a:lnTo>
                <a:lnTo>
                  <a:pt x="195" y="28"/>
                </a:lnTo>
                <a:lnTo>
                  <a:pt x="196" y="28"/>
                </a:lnTo>
                <a:lnTo>
                  <a:pt x="196" y="29"/>
                </a:lnTo>
                <a:lnTo>
                  <a:pt x="197" y="30"/>
                </a:lnTo>
                <a:lnTo>
                  <a:pt x="198" y="30"/>
                </a:lnTo>
                <a:lnTo>
                  <a:pt x="199" y="31"/>
                </a:lnTo>
                <a:lnTo>
                  <a:pt x="200" y="32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1" y="37"/>
                </a:lnTo>
                <a:lnTo>
                  <a:pt x="212" y="37"/>
                </a:lnTo>
                <a:lnTo>
                  <a:pt x="214" y="37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6" y="29"/>
                </a:lnTo>
                <a:lnTo>
                  <a:pt x="227" y="28"/>
                </a:lnTo>
                <a:lnTo>
                  <a:pt x="228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6" y="26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9"/>
                </a:lnTo>
                <a:lnTo>
                  <a:pt x="240" y="30"/>
                </a:lnTo>
                <a:lnTo>
                  <a:pt x="241" y="30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3" y="30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5" y="22"/>
                </a:lnTo>
                <a:lnTo>
                  <a:pt x="256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59" y="19"/>
                </a:lnTo>
                <a:lnTo>
                  <a:pt x="260" y="19"/>
                </a:lnTo>
                <a:lnTo>
                  <a:pt x="261" y="18"/>
                </a:lnTo>
                <a:lnTo>
                  <a:pt x="263" y="18"/>
                </a:lnTo>
                <a:lnTo>
                  <a:pt x="265" y="19"/>
                </a:lnTo>
                <a:lnTo>
                  <a:pt x="266" y="19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7"/>
                </a:lnTo>
                <a:lnTo>
                  <a:pt x="270" y="5"/>
                </a:lnTo>
                <a:lnTo>
                  <a:pt x="271" y="4"/>
                </a:lnTo>
                <a:lnTo>
                  <a:pt x="271" y="2"/>
                </a:lnTo>
                <a:lnTo>
                  <a:pt x="272" y="2"/>
                </a:lnTo>
                <a:lnTo>
                  <a:pt x="273" y="1"/>
                </a:lnTo>
                <a:lnTo>
                  <a:pt x="274" y="1"/>
                </a:lnTo>
                <a:lnTo>
                  <a:pt x="276" y="0"/>
                </a:lnTo>
                <a:lnTo>
                  <a:pt x="278" y="0"/>
                </a:lnTo>
                <a:lnTo>
                  <a:pt x="279" y="1"/>
                </a:lnTo>
                <a:lnTo>
                  <a:pt x="28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620600" y="372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45464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2" y="24"/>
                </a:lnTo>
                <a:lnTo>
                  <a:pt x="343" y="24"/>
                </a:lnTo>
                <a:lnTo>
                  <a:pt x="344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7"/>
                </a:lnTo>
                <a:lnTo>
                  <a:pt x="352" y="17"/>
                </a:lnTo>
                <a:lnTo>
                  <a:pt x="352" y="18"/>
                </a:lnTo>
                <a:lnTo>
                  <a:pt x="351" y="18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8"/>
                </a:lnTo>
                <a:lnTo>
                  <a:pt x="374" y="69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2" y="76"/>
                </a:lnTo>
                <a:lnTo>
                  <a:pt x="371" y="76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1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9" y="93"/>
                </a:lnTo>
                <a:lnTo>
                  <a:pt x="368" y="93"/>
                </a:lnTo>
                <a:lnTo>
                  <a:pt x="368" y="95"/>
                </a:lnTo>
                <a:lnTo>
                  <a:pt x="368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6"/>
                </a:lnTo>
                <a:lnTo>
                  <a:pt x="367" y="96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6"/>
                </a:lnTo>
                <a:lnTo>
                  <a:pt x="371" y="96"/>
                </a:lnTo>
                <a:lnTo>
                  <a:pt x="372" y="97"/>
                </a:lnTo>
                <a:lnTo>
                  <a:pt x="373" y="96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6" y="100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0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0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1" y="121"/>
                </a:lnTo>
                <a:lnTo>
                  <a:pt x="430" y="121"/>
                </a:lnTo>
                <a:lnTo>
                  <a:pt x="431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7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2" y="117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7"/>
                </a:lnTo>
                <a:lnTo>
                  <a:pt x="447" y="117"/>
                </a:lnTo>
                <a:lnTo>
                  <a:pt x="447" y="116"/>
                </a:lnTo>
                <a:lnTo>
                  <a:pt x="448" y="115"/>
                </a:lnTo>
                <a:lnTo>
                  <a:pt x="449" y="115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9" y="106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8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9" y="88"/>
                </a:lnTo>
                <a:lnTo>
                  <a:pt x="470" y="88"/>
                </a:lnTo>
                <a:lnTo>
                  <a:pt x="470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4"/>
                </a:lnTo>
                <a:lnTo>
                  <a:pt x="478" y="84"/>
                </a:lnTo>
                <a:lnTo>
                  <a:pt x="479" y="83"/>
                </a:lnTo>
                <a:lnTo>
                  <a:pt x="480" y="83"/>
                </a:lnTo>
                <a:lnTo>
                  <a:pt x="481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2"/>
                </a:lnTo>
                <a:lnTo>
                  <a:pt x="483" y="81"/>
                </a:lnTo>
                <a:lnTo>
                  <a:pt x="484" y="81"/>
                </a:lnTo>
                <a:lnTo>
                  <a:pt x="486" y="79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0" y="74"/>
                </a:lnTo>
                <a:lnTo>
                  <a:pt x="491" y="74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9" y="61"/>
                </a:lnTo>
                <a:lnTo>
                  <a:pt x="488" y="61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2"/>
                </a:lnTo>
                <a:lnTo>
                  <a:pt x="584" y="72"/>
                </a:lnTo>
                <a:lnTo>
                  <a:pt x="586" y="72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9"/>
                </a:lnTo>
                <a:lnTo>
                  <a:pt x="592" y="68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7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6"/>
                </a:lnTo>
                <a:lnTo>
                  <a:pt x="608" y="86"/>
                </a:lnTo>
                <a:lnTo>
                  <a:pt x="609" y="86"/>
                </a:lnTo>
                <a:lnTo>
                  <a:pt x="610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4"/>
                </a:lnTo>
                <a:lnTo>
                  <a:pt x="617" y="83"/>
                </a:lnTo>
                <a:lnTo>
                  <a:pt x="618" y="83"/>
                </a:lnTo>
                <a:lnTo>
                  <a:pt x="619" y="83"/>
                </a:lnTo>
                <a:lnTo>
                  <a:pt x="620" y="84"/>
                </a:lnTo>
                <a:lnTo>
                  <a:pt x="622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4"/>
                </a:lnTo>
                <a:lnTo>
                  <a:pt x="628" y="84"/>
                </a:lnTo>
                <a:lnTo>
                  <a:pt x="631" y="84"/>
                </a:lnTo>
                <a:lnTo>
                  <a:pt x="633" y="84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2" y="83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5" y="83"/>
                </a:lnTo>
                <a:lnTo>
                  <a:pt x="645" y="84"/>
                </a:lnTo>
                <a:lnTo>
                  <a:pt x="646" y="84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4"/>
                </a:lnTo>
                <a:lnTo>
                  <a:pt x="667" y="86"/>
                </a:lnTo>
                <a:lnTo>
                  <a:pt x="669" y="84"/>
                </a:lnTo>
                <a:lnTo>
                  <a:pt x="670" y="83"/>
                </a:lnTo>
                <a:lnTo>
                  <a:pt x="671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3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4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9"/>
                </a:lnTo>
                <a:lnTo>
                  <a:pt x="709" y="90"/>
                </a:lnTo>
                <a:lnTo>
                  <a:pt x="709" y="89"/>
                </a:lnTo>
                <a:lnTo>
                  <a:pt x="710" y="89"/>
                </a:lnTo>
                <a:lnTo>
                  <a:pt x="709" y="88"/>
                </a:lnTo>
                <a:lnTo>
                  <a:pt x="710" y="88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700" y="102"/>
                </a:lnTo>
                <a:lnTo>
                  <a:pt x="699" y="102"/>
                </a:lnTo>
                <a:lnTo>
                  <a:pt x="698" y="103"/>
                </a:lnTo>
                <a:lnTo>
                  <a:pt x="699" y="103"/>
                </a:lnTo>
                <a:lnTo>
                  <a:pt x="700" y="103"/>
                </a:lnTo>
                <a:lnTo>
                  <a:pt x="700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90" y="121"/>
                </a:lnTo>
                <a:lnTo>
                  <a:pt x="690" y="122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89" y="125"/>
                </a:lnTo>
                <a:lnTo>
                  <a:pt x="688" y="126"/>
                </a:lnTo>
                <a:lnTo>
                  <a:pt x="687" y="127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9"/>
                </a:lnTo>
                <a:lnTo>
                  <a:pt x="693" y="139"/>
                </a:lnTo>
                <a:lnTo>
                  <a:pt x="693" y="138"/>
                </a:lnTo>
                <a:lnTo>
                  <a:pt x="692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3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2" y="148"/>
                </a:lnTo>
                <a:lnTo>
                  <a:pt x="671" y="147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7" y="140"/>
                </a:lnTo>
                <a:lnTo>
                  <a:pt x="666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7" y="129"/>
                </a:lnTo>
                <a:lnTo>
                  <a:pt x="668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6"/>
                </a:lnTo>
                <a:lnTo>
                  <a:pt x="666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3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8" y="134"/>
                </a:lnTo>
                <a:lnTo>
                  <a:pt x="649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5" y="135"/>
                </a:lnTo>
                <a:lnTo>
                  <a:pt x="646" y="135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7" y="147"/>
                </a:lnTo>
                <a:lnTo>
                  <a:pt x="626" y="147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6" y="158"/>
                </a:lnTo>
                <a:lnTo>
                  <a:pt x="615" y="159"/>
                </a:lnTo>
                <a:lnTo>
                  <a:pt x="615" y="158"/>
                </a:lnTo>
                <a:lnTo>
                  <a:pt x="614" y="158"/>
                </a:lnTo>
                <a:lnTo>
                  <a:pt x="613" y="158"/>
                </a:lnTo>
                <a:lnTo>
                  <a:pt x="613" y="157"/>
                </a:lnTo>
                <a:lnTo>
                  <a:pt x="613" y="156"/>
                </a:lnTo>
                <a:lnTo>
                  <a:pt x="613" y="155"/>
                </a:lnTo>
                <a:lnTo>
                  <a:pt x="612" y="155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9" y="151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2" y="149"/>
                </a:lnTo>
                <a:lnTo>
                  <a:pt x="601" y="149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6"/>
                </a:lnTo>
                <a:lnTo>
                  <a:pt x="598" y="156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4" y="161"/>
                </a:lnTo>
                <a:lnTo>
                  <a:pt x="595" y="161"/>
                </a:lnTo>
                <a:lnTo>
                  <a:pt x="594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2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6" y="174"/>
                </a:lnTo>
                <a:lnTo>
                  <a:pt x="555" y="174"/>
                </a:lnTo>
                <a:lnTo>
                  <a:pt x="555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69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69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9" y="176"/>
                </a:lnTo>
                <a:lnTo>
                  <a:pt x="549" y="175"/>
                </a:lnTo>
                <a:lnTo>
                  <a:pt x="550" y="175"/>
                </a:lnTo>
                <a:lnTo>
                  <a:pt x="550" y="176"/>
                </a:lnTo>
                <a:lnTo>
                  <a:pt x="551" y="175"/>
                </a:lnTo>
                <a:lnTo>
                  <a:pt x="552" y="175"/>
                </a:lnTo>
                <a:lnTo>
                  <a:pt x="552" y="176"/>
                </a:lnTo>
                <a:lnTo>
                  <a:pt x="555" y="176"/>
                </a:lnTo>
                <a:lnTo>
                  <a:pt x="556" y="177"/>
                </a:lnTo>
                <a:lnTo>
                  <a:pt x="556" y="178"/>
                </a:lnTo>
                <a:lnTo>
                  <a:pt x="557" y="178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8"/>
                </a:lnTo>
                <a:lnTo>
                  <a:pt x="553" y="187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2"/>
                </a:lnTo>
                <a:lnTo>
                  <a:pt x="546" y="191"/>
                </a:lnTo>
                <a:lnTo>
                  <a:pt x="546" y="190"/>
                </a:lnTo>
                <a:lnTo>
                  <a:pt x="545" y="190"/>
                </a:lnTo>
                <a:lnTo>
                  <a:pt x="544" y="189"/>
                </a:lnTo>
                <a:lnTo>
                  <a:pt x="544" y="188"/>
                </a:lnTo>
                <a:lnTo>
                  <a:pt x="545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4" y="190"/>
                </a:lnTo>
                <a:lnTo>
                  <a:pt x="534" y="191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6"/>
                </a:lnTo>
                <a:lnTo>
                  <a:pt x="532" y="197"/>
                </a:lnTo>
                <a:lnTo>
                  <a:pt x="533" y="197"/>
                </a:lnTo>
                <a:lnTo>
                  <a:pt x="534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30" y="208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7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8"/>
                </a:lnTo>
                <a:lnTo>
                  <a:pt x="494" y="228"/>
                </a:lnTo>
                <a:lnTo>
                  <a:pt x="495" y="227"/>
                </a:lnTo>
                <a:lnTo>
                  <a:pt x="496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8" y="223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7" y="220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5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2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6" y="233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4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1" y="266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1"/>
                </a:lnTo>
                <a:lnTo>
                  <a:pt x="450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1"/>
                </a:lnTo>
                <a:lnTo>
                  <a:pt x="445" y="270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9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6" y="327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7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79" y="330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68" y="332"/>
                </a:lnTo>
                <a:lnTo>
                  <a:pt x="368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2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4" y="344"/>
                </a:lnTo>
                <a:lnTo>
                  <a:pt x="363" y="345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6" y="378"/>
                </a:lnTo>
                <a:lnTo>
                  <a:pt x="297" y="378"/>
                </a:lnTo>
                <a:lnTo>
                  <a:pt x="297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8" y="389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2" y="378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4" y="381"/>
                </a:lnTo>
                <a:lnTo>
                  <a:pt x="224" y="380"/>
                </a:lnTo>
                <a:lnTo>
                  <a:pt x="223" y="381"/>
                </a:lnTo>
                <a:lnTo>
                  <a:pt x="222" y="381"/>
                </a:lnTo>
                <a:lnTo>
                  <a:pt x="223" y="382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6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5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5" y="349"/>
                </a:lnTo>
                <a:lnTo>
                  <a:pt x="194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39"/>
                </a:lnTo>
                <a:lnTo>
                  <a:pt x="180" y="339"/>
                </a:lnTo>
                <a:lnTo>
                  <a:pt x="180" y="340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0" y="365"/>
                </a:lnTo>
                <a:lnTo>
                  <a:pt x="141" y="365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1"/>
                </a:lnTo>
                <a:lnTo>
                  <a:pt x="130" y="382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1" y="381"/>
                </a:lnTo>
                <a:lnTo>
                  <a:pt x="120" y="381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8" y="375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4" y="336"/>
                </a:lnTo>
                <a:lnTo>
                  <a:pt x="23" y="336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2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2"/>
                </a:lnTo>
                <a:lnTo>
                  <a:pt x="71" y="260"/>
                </a:lnTo>
                <a:lnTo>
                  <a:pt x="72" y="261"/>
                </a:lnTo>
                <a:lnTo>
                  <a:pt x="74" y="260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4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1"/>
                </a:lnTo>
                <a:lnTo>
                  <a:pt x="71" y="242"/>
                </a:lnTo>
                <a:lnTo>
                  <a:pt x="70" y="242"/>
                </a:lnTo>
                <a:lnTo>
                  <a:pt x="68" y="243"/>
                </a:lnTo>
                <a:lnTo>
                  <a:pt x="67" y="244"/>
                </a:lnTo>
                <a:lnTo>
                  <a:pt x="66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3" y="254"/>
                </a:lnTo>
                <a:lnTo>
                  <a:pt x="52" y="254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4"/>
                </a:lnTo>
                <a:lnTo>
                  <a:pt x="53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5" y="204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8" y="196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8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69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8" y="159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5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4"/>
                </a:lnTo>
                <a:lnTo>
                  <a:pt x="68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3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1" y="128"/>
                </a:lnTo>
                <a:lnTo>
                  <a:pt x="92" y="128"/>
                </a:lnTo>
                <a:lnTo>
                  <a:pt x="93" y="127"/>
                </a:lnTo>
                <a:lnTo>
                  <a:pt x="93" y="126"/>
                </a:lnTo>
                <a:lnTo>
                  <a:pt x="94" y="126"/>
                </a:lnTo>
                <a:lnTo>
                  <a:pt x="94" y="125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6" y="122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5" y="101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7" y="97"/>
                </a:lnTo>
                <a:lnTo>
                  <a:pt x="109" y="96"/>
                </a:lnTo>
                <a:lnTo>
                  <a:pt x="110" y="95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5" y="93"/>
                </a:lnTo>
                <a:lnTo>
                  <a:pt x="116" y="93"/>
                </a:lnTo>
                <a:lnTo>
                  <a:pt x="117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4"/>
                </a:lnTo>
                <a:lnTo>
                  <a:pt x="128" y="94"/>
                </a:lnTo>
                <a:lnTo>
                  <a:pt x="129" y="94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3" y="90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2" y="88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2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4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0" y="81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7" y="72"/>
                </a:lnTo>
                <a:lnTo>
                  <a:pt x="137" y="71"/>
                </a:lnTo>
                <a:lnTo>
                  <a:pt x="138" y="71"/>
                </a:lnTo>
                <a:lnTo>
                  <a:pt x="138" y="72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5"/>
                </a:lnTo>
                <a:lnTo>
                  <a:pt x="141" y="76"/>
                </a:lnTo>
                <a:lnTo>
                  <a:pt x="141" y="77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4" y="79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6" y="82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7"/>
                </a:lnTo>
                <a:lnTo>
                  <a:pt x="153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5" y="73"/>
                </a:lnTo>
                <a:lnTo>
                  <a:pt x="156" y="73"/>
                </a:lnTo>
                <a:lnTo>
                  <a:pt x="156" y="72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70"/>
                </a:lnTo>
                <a:lnTo>
                  <a:pt x="159" y="69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0" y="45"/>
                </a:lnTo>
                <a:lnTo>
                  <a:pt x="211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1"/>
                </a:lnTo>
                <a:lnTo>
                  <a:pt x="262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617000" y="365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598640" y="3639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64364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310280" y="369324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9" y="3"/>
                </a:lnTo>
                <a:lnTo>
                  <a:pt x="328" y="3"/>
                </a:lnTo>
                <a:lnTo>
                  <a:pt x="327" y="2"/>
                </a:lnTo>
                <a:lnTo>
                  <a:pt x="327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2" y="7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2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2" y="25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4"/>
                </a:lnTo>
                <a:lnTo>
                  <a:pt x="388" y="23"/>
                </a:lnTo>
                <a:lnTo>
                  <a:pt x="390" y="24"/>
                </a:lnTo>
                <a:lnTo>
                  <a:pt x="391" y="24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7" y="25"/>
                </a:lnTo>
                <a:lnTo>
                  <a:pt x="398" y="25"/>
                </a:lnTo>
                <a:lnTo>
                  <a:pt x="399" y="25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4" y="24"/>
                </a:lnTo>
                <a:lnTo>
                  <a:pt x="405" y="24"/>
                </a:lnTo>
                <a:lnTo>
                  <a:pt x="405" y="25"/>
                </a:lnTo>
                <a:lnTo>
                  <a:pt x="406" y="25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1" y="25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1" y="31"/>
                </a:lnTo>
                <a:lnTo>
                  <a:pt x="411" y="32"/>
                </a:lnTo>
                <a:lnTo>
                  <a:pt x="411" y="33"/>
                </a:lnTo>
                <a:lnTo>
                  <a:pt x="412" y="33"/>
                </a:lnTo>
                <a:lnTo>
                  <a:pt x="412" y="32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4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3" y="25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9"/>
                </a:lnTo>
                <a:lnTo>
                  <a:pt x="455" y="38"/>
                </a:lnTo>
                <a:lnTo>
                  <a:pt x="454" y="39"/>
                </a:lnTo>
                <a:lnTo>
                  <a:pt x="454" y="40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4" y="58"/>
                </a:lnTo>
                <a:lnTo>
                  <a:pt x="455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8" y="48"/>
                </a:lnTo>
                <a:lnTo>
                  <a:pt x="469" y="48"/>
                </a:lnTo>
                <a:lnTo>
                  <a:pt x="470" y="47"/>
                </a:lnTo>
                <a:lnTo>
                  <a:pt x="471" y="46"/>
                </a:lnTo>
                <a:lnTo>
                  <a:pt x="472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7" y="41"/>
                </a:lnTo>
                <a:lnTo>
                  <a:pt x="488" y="41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5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7" y="52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4"/>
                </a:lnTo>
                <a:lnTo>
                  <a:pt x="492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3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2"/>
                </a:lnTo>
                <a:lnTo>
                  <a:pt x="461" y="72"/>
                </a:lnTo>
                <a:lnTo>
                  <a:pt x="460" y="72"/>
                </a:lnTo>
                <a:lnTo>
                  <a:pt x="460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9" y="74"/>
                </a:lnTo>
                <a:lnTo>
                  <a:pt x="458" y="74"/>
                </a:lnTo>
                <a:lnTo>
                  <a:pt x="457" y="75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1" y="90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7" y="92"/>
                </a:lnTo>
                <a:lnTo>
                  <a:pt x="446" y="92"/>
                </a:lnTo>
                <a:lnTo>
                  <a:pt x="445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1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4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20" y="107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8" y="121"/>
                </a:lnTo>
                <a:lnTo>
                  <a:pt x="407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6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7" y="138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2"/>
                </a:lnTo>
                <a:lnTo>
                  <a:pt x="424" y="141"/>
                </a:lnTo>
                <a:lnTo>
                  <a:pt x="425" y="140"/>
                </a:lnTo>
                <a:lnTo>
                  <a:pt x="426" y="140"/>
                </a:lnTo>
                <a:lnTo>
                  <a:pt x="427" y="141"/>
                </a:lnTo>
                <a:lnTo>
                  <a:pt x="427" y="140"/>
                </a:lnTo>
                <a:lnTo>
                  <a:pt x="428" y="140"/>
                </a:lnTo>
                <a:lnTo>
                  <a:pt x="428" y="141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1" y="140"/>
                </a:lnTo>
                <a:lnTo>
                  <a:pt x="431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7" y="147"/>
                </a:lnTo>
                <a:lnTo>
                  <a:pt x="437" y="148"/>
                </a:lnTo>
                <a:lnTo>
                  <a:pt x="436" y="147"/>
                </a:lnTo>
                <a:lnTo>
                  <a:pt x="436" y="148"/>
                </a:lnTo>
                <a:lnTo>
                  <a:pt x="436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7"/>
                </a:lnTo>
                <a:lnTo>
                  <a:pt x="442" y="156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7"/>
                </a:lnTo>
                <a:lnTo>
                  <a:pt x="452" y="157"/>
                </a:lnTo>
                <a:lnTo>
                  <a:pt x="453" y="158"/>
                </a:lnTo>
                <a:lnTo>
                  <a:pt x="455" y="157"/>
                </a:lnTo>
                <a:lnTo>
                  <a:pt x="455" y="158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8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3" y="181"/>
                </a:lnTo>
                <a:lnTo>
                  <a:pt x="464" y="182"/>
                </a:lnTo>
                <a:lnTo>
                  <a:pt x="465" y="183"/>
                </a:lnTo>
                <a:lnTo>
                  <a:pt x="466" y="184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4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6"/>
                </a:lnTo>
                <a:lnTo>
                  <a:pt x="522" y="186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8"/>
                </a:lnTo>
                <a:lnTo>
                  <a:pt x="526" y="189"/>
                </a:lnTo>
                <a:lnTo>
                  <a:pt x="528" y="191"/>
                </a:lnTo>
                <a:lnTo>
                  <a:pt x="527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6"/>
                </a:lnTo>
                <a:lnTo>
                  <a:pt x="523" y="197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3"/>
                </a:lnTo>
                <a:lnTo>
                  <a:pt x="527" y="204"/>
                </a:lnTo>
                <a:lnTo>
                  <a:pt x="528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0" y="215"/>
                </a:lnTo>
                <a:lnTo>
                  <a:pt x="551" y="216"/>
                </a:lnTo>
                <a:lnTo>
                  <a:pt x="552" y="216"/>
                </a:lnTo>
                <a:lnTo>
                  <a:pt x="552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3" y="253"/>
                </a:lnTo>
                <a:lnTo>
                  <a:pt x="562" y="254"/>
                </a:lnTo>
                <a:lnTo>
                  <a:pt x="562" y="253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6"/>
                </a:lnTo>
                <a:lnTo>
                  <a:pt x="552" y="257"/>
                </a:lnTo>
                <a:lnTo>
                  <a:pt x="551" y="257"/>
                </a:lnTo>
                <a:lnTo>
                  <a:pt x="550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59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5"/>
                </a:lnTo>
                <a:lnTo>
                  <a:pt x="543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40" y="265"/>
                </a:lnTo>
                <a:lnTo>
                  <a:pt x="539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6" y="268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1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6" y="265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3"/>
                </a:lnTo>
                <a:lnTo>
                  <a:pt x="514" y="262"/>
                </a:lnTo>
                <a:lnTo>
                  <a:pt x="514" y="261"/>
                </a:lnTo>
                <a:lnTo>
                  <a:pt x="513" y="261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0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2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2" y="236"/>
                </a:lnTo>
                <a:lnTo>
                  <a:pt x="490" y="236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2" y="236"/>
                </a:lnTo>
                <a:lnTo>
                  <a:pt x="480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7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0" y="248"/>
                </a:lnTo>
                <a:lnTo>
                  <a:pt x="470" y="249"/>
                </a:lnTo>
                <a:lnTo>
                  <a:pt x="470" y="250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7"/>
                </a:lnTo>
                <a:lnTo>
                  <a:pt x="467" y="288"/>
                </a:lnTo>
                <a:lnTo>
                  <a:pt x="465" y="288"/>
                </a:lnTo>
                <a:lnTo>
                  <a:pt x="464" y="288"/>
                </a:lnTo>
                <a:lnTo>
                  <a:pt x="464" y="287"/>
                </a:lnTo>
                <a:lnTo>
                  <a:pt x="463" y="288"/>
                </a:lnTo>
                <a:lnTo>
                  <a:pt x="462" y="288"/>
                </a:lnTo>
                <a:lnTo>
                  <a:pt x="461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4" y="293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9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7" y="325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2"/>
                </a:lnTo>
                <a:lnTo>
                  <a:pt x="444" y="331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0"/>
                </a:lnTo>
                <a:lnTo>
                  <a:pt x="412" y="342"/>
                </a:lnTo>
                <a:lnTo>
                  <a:pt x="413" y="343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3"/>
                </a:lnTo>
                <a:lnTo>
                  <a:pt x="409" y="343"/>
                </a:lnTo>
                <a:lnTo>
                  <a:pt x="409" y="344"/>
                </a:lnTo>
                <a:lnTo>
                  <a:pt x="410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3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6"/>
                </a:lnTo>
                <a:lnTo>
                  <a:pt x="438" y="367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7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4"/>
                </a:lnTo>
                <a:lnTo>
                  <a:pt x="461" y="395"/>
                </a:lnTo>
                <a:lnTo>
                  <a:pt x="461" y="394"/>
                </a:lnTo>
                <a:lnTo>
                  <a:pt x="462" y="394"/>
                </a:lnTo>
                <a:lnTo>
                  <a:pt x="462" y="395"/>
                </a:lnTo>
                <a:lnTo>
                  <a:pt x="463" y="395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398"/>
                </a:lnTo>
                <a:lnTo>
                  <a:pt x="465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2"/>
                </a:lnTo>
                <a:lnTo>
                  <a:pt x="498" y="391"/>
                </a:lnTo>
                <a:lnTo>
                  <a:pt x="498" y="390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6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09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5" y="498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2" y="496"/>
                </a:lnTo>
                <a:lnTo>
                  <a:pt x="421" y="496"/>
                </a:lnTo>
                <a:lnTo>
                  <a:pt x="421" y="497"/>
                </a:lnTo>
                <a:lnTo>
                  <a:pt x="420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3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4" y="473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7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5" y="404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2" y="411"/>
                </a:lnTo>
                <a:lnTo>
                  <a:pt x="211" y="411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7"/>
                </a:lnTo>
                <a:lnTo>
                  <a:pt x="198" y="408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399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5" y="393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6"/>
                </a:lnTo>
                <a:lnTo>
                  <a:pt x="110" y="387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0" y="362"/>
                </a:lnTo>
                <a:lnTo>
                  <a:pt x="90" y="363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79" y="354"/>
                </a:lnTo>
                <a:lnTo>
                  <a:pt x="79" y="352"/>
                </a:lnTo>
                <a:lnTo>
                  <a:pt x="80" y="351"/>
                </a:lnTo>
                <a:lnTo>
                  <a:pt x="80" y="350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1" y="340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1"/>
                </a:lnTo>
                <a:lnTo>
                  <a:pt x="57" y="300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2" y="258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0" y="255"/>
                </a:lnTo>
                <a:lnTo>
                  <a:pt x="20" y="253"/>
                </a:lnTo>
                <a:lnTo>
                  <a:pt x="21" y="253"/>
                </a:lnTo>
                <a:lnTo>
                  <a:pt x="22" y="253"/>
                </a:lnTo>
                <a:lnTo>
                  <a:pt x="22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0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9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6"/>
                </a:lnTo>
                <a:lnTo>
                  <a:pt x="2" y="187"/>
                </a:lnTo>
                <a:lnTo>
                  <a:pt x="3" y="187"/>
                </a:lnTo>
                <a:lnTo>
                  <a:pt x="3" y="186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6" y="183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5" y="175"/>
                </a:lnTo>
                <a:lnTo>
                  <a:pt x="37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5"/>
                </a:lnTo>
                <a:lnTo>
                  <a:pt x="48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3" y="169"/>
                </a:lnTo>
                <a:lnTo>
                  <a:pt x="54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5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8" y="145"/>
                </a:lnTo>
                <a:lnTo>
                  <a:pt x="119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3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6" y="133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3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49" y="134"/>
                </a:lnTo>
                <a:lnTo>
                  <a:pt x="150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2" y="123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3" y="112"/>
                </a:lnTo>
                <a:lnTo>
                  <a:pt x="154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7" y="113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1" y="113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3" y="118"/>
                </a:lnTo>
                <a:lnTo>
                  <a:pt x="174" y="118"/>
                </a:lnTo>
                <a:lnTo>
                  <a:pt x="174" y="117"/>
                </a:lnTo>
                <a:lnTo>
                  <a:pt x="177" y="117"/>
                </a:lnTo>
                <a:lnTo>
                  <a:pt x="178" y="118"/>
                </a:lnTo>
                <a:lnTo>
                  <a:pt x="178" y="117"/>
                </a:lnTo>
                <a:lnTo>
                  <a:pt x="179" y="117"/>
                </a:lnTo>
                <a:lnTo>
                  <a:pt x="180" y="117"/>
                </a:lnTo>
                <a:lnTo>
                  <a:pt x="180" y="118"/>
                </a:lnTo>
                <a:lnTo>
                  <a:pt x="182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6" y="116"/>
                </a:lnTo>
                <a:lnTo>
                  <a:pt x="188" y="116"/>
                </a:lnTo>
                <a:lnTo>
                  <a:pt x="188" y="117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200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9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3" y="90"/>
                </a:lnTo>
                <a:lnTo>
                  <a:pt x="273" y="89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6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4" y="72"/>
                </a:lnTo>
                <a:lnTo>
                  <a:pt x="295" y="72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3" y="69"/>
                </a:lnTo>
                <a:lnTo>
                  <a:pt x="293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3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24548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5" y="0"/>
                </a:moveTo>
                <a:lnTo>
                  <a:pt x="116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3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6" y="7"/>
                </a:lnTo>
                <a:lnTo>
                  <a:pt x="156" y="6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0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8"/>
                </a:lnTo>
                <a:lnTo>
                  <a:pt x="181" y="9"/>
                </a:lnTo>
                <a:lnTo>
                  <a:pt x="183" y="9"/>
                </a:lnTo>
                <a:lnTo>
                  <a:pt x="183" y="10"/>
                </a:lnTo>
                <a:lnTo>
                  <a:pt x="184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3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199" y="2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1" y="5"/>
                </a:lnTo>
                <a:lnTo>
                  <a:pt x="201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9" y="15"/>
                </a:lnTo>
                <a:lnTo>
                  <a:pt x="210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7" y="2"/>
                </a:lnTo>
                <a:lnTo>
                  <a:pt x="237" y="3"/>
                </a:lnTo>
                <a:lnTo>
                  <a:pt x="238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60" y="32"/>
                </a:lnTo>
                <a:lnTo>
                  <a:pt x="260" y="34"/>
                </a:lnTo>
                <a:lnTo>
                  <a:pt x="259" y="35"/>
                </a:lnTo>
                <a:lnTo>
                  <a:pt x="259" y="37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1"/>
                </a:lnTo>
                <a:lnTo>
                  <a:pt x="261" y="40"/>
                </a:lnTo>
                <a:lnTo>
                  <a:pt x="262" y="39"/>
                </a:lnTo>
                <a:lnTo>
                  <a:pt x="263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3" y="42"/>
                </a:lnTo>
                <a:lnTo>
                  <a:pt x="263" y="43"/>
                </a:lnTo>
                <a:lnTo>
                  <a:pt x="264" y="43"/>
                </a:lnTo>
                <a:lnTo>
                  <a:pt x="266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6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3" y="48"/>
                </a:lnTo>
                <a:lnTo>
                  <a:pt x="273" y="49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7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90" y="70"/>
                </a:lnTo>
                <a:lnTo>
                  <a:pt x="290" y="69"/>
                </a:lnTo>
                <a:lnTo>
                  <a:pt x="291" y="70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6"/>
                </a:lnTo>
                <a:lnTo>
                  <a:pt x="295" y="67"/>
                </a:lnTo>
                <a:lnTo>
                  <a:pt x="295" y="68"/>
                </a:lnTo>
                <a:lnTo>
                  <a:pt x="295" y="69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300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5" y="77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1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3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4"/>
                </a:lnTo>
                <a:lnTo>
                  <a:pt x="334" y="85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0" y="89"/>
                </a:lnTo>
                <a:lnTo>
                  <a:pt x="341" y="89"/>
                </a:lnTo>
                <a:lnTo>
                  <a:pt x="342" y="89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8" y="96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6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2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6"/>
                </a:lnTo>
                <a:lnTo>
                  <a:pt x="396" y="96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4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7"/>
                </a:lnTo>
                <a:lnTo>
                  <a:pt x="436" y="86"/>
                </a:lnTo>
                <a:lnTo>
                  <a:pt x="436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2"/>
                </a:lnTo>
                <a:lnTo>
                  <a:pt x="460" y="101"/>
                </a:lnTo>
                <a:lnTo>
                  <a:pt x="461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7" y="90"/>
                </a:lnTo>
                <a:lnTo>
                  <a:pt x="477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9"/>
                </a:lnTo>
                <a:lnTo>
                  <a:pt x="485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6" y="101"/>
                </a:lnTo>
                <a:lnTo>
                  <a:pt x="486" y="102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90" y="127"/>
                </a:lnTo>
                <a:lnTo>
                  <a:pt x="490" y="128"/>
                </a:lnTo>
                <a:lnTo>
                  <a:pt x="489" y="129"/>
                </a:lnTo>
                <a:lnTo>
                  <a:pt x="488" y="129"/>
                </a:lnTo>
                <a:lnTo>
                  <a:pt x="488" y="130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4" y="143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8"/>
                </a:lnTo>
                <a:lnTo>
                  <a:pt x="554" y="157"/>
                </a:lnTo>
                <a:lnTo>
                  <a:pt x="555" y="157"/>
                </a:lnTo>
                <a:lnTo>
                  <a:pt x="554" y="157"/>
                </a:lnTo>
                <a:lnTo>
                  <a:pt x="554" y="156"/>
                </a:lnTo>
                <a:lnTo>
                  <a:pt x="554" y="157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7"/>
                </a:lnTo>
                <a:lnTo>
                  <a:pt x="557" y="157"/>
                </a:lnTo>
                <a:lnTo>
                  <a:pt x="558" y="157"/>
                </a:lnTo>
                <a:lnTo>
                  <a:pt x="558" y="156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2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80" y="180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2" y="185"/>
                </a:lnTo>
                <a:lnTo>
                  <a:pt x="583" y="185"/>
                </a:lnTo>
                <a:lnTo>
                  <a:pt x="584" y="186"/>
                </a:lnTo>
                <a:lnTo>
                  <a:pt x="583" y="186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2"/>
                </a:lnTo>
                <a:lnTo>
                  <a:pt x="597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9" y="185"/>
                </a:lnTo>
                <a:lnTo>
                  <a:pt x="599" y="184"/>
                </a:lnTo>
                <a:lnTo>
                  <a:pt x="599" y="183"/>
                </a:lnTo>
                <a:lnTo>
                  <a:pt x="600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1"/>
                </a:lnTo>
                <a:lnTo>
                  <a:pt x="600" y="180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1"/>
                </a:lnTo>
                <a:lnTo>
                  <a:pt x="607" y="181"/>
                </a:lnTo>
                <a:lnTo>
                  <a:pt x="608" y="181"/>
                </a:lnTo>
                <a:lnTo>
                  <a:pt x="608" y="180"/>
                </a:lnTo>
                <a:lnTo>
                  <a:pt x="607" y="180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9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5" y="193"/>
                </a:lnTo>
                <a:lnTo>
                  <a:pt x="625" y="192"/>
                </a:lnTo>
                <a:lnTo>
                  <a:pt x="626" y="193"/>
                </a:lnTo>
                <a:lnTo>
                  <a:pt x="626" y="194"/>
                </a:lnTo>
                <a:lnTo>
                  <a:pt x="627" y="194"/>
                </a:lnTo>
                <a:lnTo>
                  <a:pt x="628" y="193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4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6" y="198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1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5" y="206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8" y="209"/>
                </a:lnTo>
                <a:lnTo>
                  <a:pt x="648" y="210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3" y="218"/>
                </a:lnTo>
                <a:lnTo>
                  <a:pt x="653" y="217"/>
                </a:lnTo>
                <a:lnTo>
                  <a:pt x="652" y="217"/>
                </a:lnTo>
                <a:lnTo>
                  <a:pt x="653" y="216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1"/>
                </a:lnTo>
                <a:lnTo>
                  <a:pt x="659" y="212"/>
                </a:lnTo>
                <a:lnTo>
                  <a:pt x="659" y="211"/>
                </a:lnTo>
                <a:lnTo>
                  <a:pt x="660" y="211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70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0" y="224"/>
                </a:lnTo>
                <a:lnTo>
                  <a:pt x="681" y="224"/>
                </a:lnTo>
                <a:lnTo>
                  <a:pt x="682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90" y="230"/>
                </a:lnTo>
                <a:lnTo>
                  <a:pt x="689" y="231"/>
                </a:lnTo>
                <a:lnTo>
                  <a:pt x="690" y="231"/>
                </a:lnTo>
                <a:lnTo>
                  <a:pt x="690" y="232"/>
                </a:lnTo>
                <a:lnTo>
                  <a:pt x="691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4" y="231"/>
                </a:lnTo>
                <a:lnTo>
                  <a:pt x="694" y="232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6" y="238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2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3" y="244"/>
                </a:lnTo>
                <a:lnTo>
                  <a:pt x="682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81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7" y="248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7" y="252"/>
                </a:lnTo>
                <a:lnTo>
                  <a:pt x="676" y="252"/>
                </a:lnTo>
                <a:lnTo>
                  <a:pt x="677" y="253"/>
                </a:lnTo>
                <a:lnTo>
                  <a:pt x="677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9"/>
                </a:lnTo>
                <a:lnTo>
                  <a:pt x="669" y="260"/>
                </a:lnTo>
                <a:lnTo>
                  <a:pt x="669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8" y="265"/>
                </a:lnTo>
                <a:lnTo>
                  <a:pt x="667" y="265"/>
                </a:lnTo>
                <a:lnTo>
                  <a:pt x="668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8"/>
                </a:lnTo>
                <a:lnTo>
                  <a:pt x="671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6" y="274"/>
                </a:lnTo>
                <a:lnTo>
                  <a:pt x="676" y="275"/>
                </a:lnTo>
                <a:lnTo>
                  <a:pt x="677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2" y="282"/>
                </a:lnTo>
                <a:lnTo>
                  <a:pt x="681" y="283"/>
                </a:lnTo>
                <a:lnTo>
                  <a:pt x="680" y="284"/>
                </a:lnTo>
                <a:lnTo>
                  <a:pt x="681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1" y="290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2"/>
                </a:lnTo>
                <a:lnTo>
                  <a:pt x="683" y="293"/>
                </a:lnTo>
                <a:lnTo>
                  <a:pt x="683" y="292"/>
                </a:lnTo>
                <a:lnTo>
                  <a:pt x="682" y="292"/>
                </a:lnTo>
                <a:lnTo>
                  <a:pt x="682" y="293"/>
                </a:lnTo>
                <a:lnTo>
                  <a:pt x="681" y="294"/>
                </a:lnTo>
                <a:lnTo>
                  <a:pt x="680" y="295"/>
                </a:lnTo>
                <a:lnTo>
                  <a:pt x="680" y="294"/>
                </a:lnTo>
                <a:lnTo>
                  <a:pt x="680" y="295"/>
                </a:lnTo>
                <a:lnTo>
                  <a:pt x="679" y="296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2" y="302"/>
                </a:lnTo>
                <a:lnTo>
                  <a:pt x="681" y="302"/>
                </a:lnTo>
                <a:lnTo>
                  <a:pt x="681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2" y="305"/>
                </a:lnTo>
                <a:lnTo>
                  <a:pt x="682" y="304"/>
                </a:lnTo>
                <a:lnTo>
                  <a:pt x="683" y="304"/>
                </a:lnTo>
                <a:lnTo>
                  <a:pt x="683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5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5" y="314"/>
                </a:lnTo>
                <a:lnTo>
                  <a:pt x="694" y="315"/>
                </a:lnTo>
                <a:lnTo>
                  <a:pt x="695" y="315"/>
                </a:lnTo>
                <a:lnTo>
                  <a:pt x="695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7" y="322"/>
                </a:lnTo>
                <a:lnTo>
                  <a:pt x="697" y="323"/>
                </a:lnTo>
                <a:lnTo>
                  <a:pt x="696" y="323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7" y="327"/>
                </a:lnTo>
                <a:lnTo>
                  <a:pt x="696" y="328"/>
                </a:lnTo>
                <a:lnTo>
                  <a:pt x="696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6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4"/>
                </a:lnTo>
                <a:lnTo>
                  <a:pt x="699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0"/>
                </a:lnTo>
                <a:lnTo>
                  <a:pt x="672" y="359"/>
                </a:lnTo>
                <a:lnTo>
                  <a:pt x="671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7" y="355"/>
                </a:lnTo>
                <a:lnTo>
                  <a:pt x="666" y="355"/>
                </a:lnTo>
                <a:lnTo>
                  <a:pt x="664" y="353"/>
                </a:lnTo>
                <a:lnTo>
                  <a:pt x="663" y="352"/>
                </a:lnTo>
                <a:lnTo>
                  <a:pt x="662" y="352"/>
                </a:lnTo>
                <a:lnTo>
                  <a:pt x="661" y="351"/>
                </a:lnTo>
                <a:lnTo>
                  <a:pt x="660" y="351"/>
                </a:lnTo>
                <a:lnTo>
                  <a:pt x="659" y="351"/>
                </a:lnTo>
                <a:lnTo>
                  <a:pt x="658" y="351"/>
                </a:lnTo>
                <a:lnTo>
                  <a:pt x="656" y="352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0" y="352"/>
                </a:lnTo>
                <a:lnTo>
                  <a:pt x="649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2" y="355"/>
                </a:lnTo>
                <a:lnTo>
                  <a:pt x="642" y="356"/>
                </a:lnTo>
                <a:lnTo>
                  <a:pt x="642" y="357"/>
                </a:lnTo>
                <a:lnTo>
                  <a:pt x="641" y="357"/>
                </a:lnTo>
                <a:lnTo>
                  <a:pt x="642" y="358"/>
                </a:lnTo>
                <a:lnTo>
                  <a:pt x="641" y="358"/>
                </a:lnTo>
                <a:lnTo>
                  <a:pt x="641" y="359"/>
                </a:lnTo>
                <a:lnTo>
                  <a:pt x="641" y="360"/>
                </a:lnTo>
                <a:lnTo>
                  <a:pt x="642" y="360"/>
                </a:lnTo>
                <a:lnTo>
                  <a:pt x="642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3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3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4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7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2" y="383"/>
                </a:lnTo>
                <a:lnTo>
                  <a:pt x="613" y="384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4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3" y="386"/>
                </a:lnTo>
                <a:lnTo>
                  <a:pt x="592" y="386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5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1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9"/>
                </a:lnTo>
                <a:lnTo>
                  <a:pt x="580" y="398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3"/>
                </a:lnTo>
                <a:lnTo>
                  <a:pt x="531" y="414"/>
                </a:lnTo>
                <a:lnTo>
                  <a:pt x="530" y="414"/>
                </a:lnTo>
                <a:lnTo>
                  <a:pt x="530" y="413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0" y="428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3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4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6" y="390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1" y="385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2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8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9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9" y="359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70" y="357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1"/>
                </a:lnTo>
                <a:lnTo>
                  <a:pt x="469" y="351"/>
                </a:lnTo>
                <a:lnTo>
                  <a:pt x="469" y="352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3" y="357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3"/>
                </a:lnTo>
                <a:lnTo>
                  <a:pt x="445" y="374"/>
                </a:lnTo>
                <a:lnTo>
                  <a:pt x="444" y="375"/>
                </a:lnTo>
                <a:lnTo>
                  <a:pt x="443" y="377"/>
                </a:lnTo>
                <a:lnTo>
                  <a:pt x="442" y="377"/>
                </a:lnTo>
                <a:lnTo>
                  <a:pt x="442" y="379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3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6"/>
                </a:lnTo>
                <a:lnTo>
                  <a:pt x="418" y="365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2" y="370"/>
                </a:lnTo>
                <a:lnTo>
                  <a:pt x="392" y="371"/>
                </a:lnTo>
                <a:lnTo>
                  <a:pt x="392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9" y="372"/>
                </a:lnTo>
                <a:lnTo>
                  <a:pt x="368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8"/>
                </a:lnTo>
                <a:lnTo>
                  <a:pt x="354" y="377"/>
                </a:lnTo>
                <a:lnTo>
                  <a:pt x="354" y="376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7"/>
                </a:lnTo>
                <a:lnTo>
                  <a:pt x="312" y="346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5"/>
                </a:lnTo>
                <a:lnTo>
                  <a:pt x="306" y="344"/>
                </a:lnTo>
                <a:lnTo>
                  <a:pt x="306" y="343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4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1" y="343"/>
                </a:lnTo>
                <a:lnTo>
                  <a:pt x="280" y="343"/>
                </a:lnTo>
                <a:lnTo>
                  <a:pt x="280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6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2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29"/>
                </a:lnTo>
                <a:lnTo>
                  <a:pt x="208" y="329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2" y="329"/>
                </a:lnTo>
                <a:lnTo>
                  <a:pt x="202" y="330"/>
                </a:lnTo>
                <a:lnTo>
                  <a:pt x="201" y="330"/>
                </a:lnTo>
                <a:lnTo>
                  <a:pt x="201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7" y="329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3" y="334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8" y="337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6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7" y="349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9" y="370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61"/>
                </a:lnTo>
                <a:lnTo>
                  <a:pt x="162" y="361"/>
                </a:lnTo>
                <a:lnTo>
                  <a:pt x="162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4" y="357"/>
                </a:lnTo>
                <a:lnTo>
                  <a:pt x="153" y="357"/>
                </a:lnTo>
                <a:lnTo>
                  <a:pt x="152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7" y="358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5" y="373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2" y="379"/>
                </a:lnTo>
                <a:lnTo>
                  <a:pt x="101" y="380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5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1" y="395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4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9" y="418"/>
                </a:lnTo>
                <a:lnTo>
                  <a:pt x="68" y="418"/>
                </a:lnTo>
                <a:lnTo>
                  <a:pt x="68" y="417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8" y="405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8" y="401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60" y="398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9" y="377"/>
                </a:lnTo>
                <a:lnTo>
                  <a:pt x="49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6"/>
                </a:lnTo>
                <a:lnTo>
                  <a:pt x="36" y="366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8" y="363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6" y="354"/>
                </a:lnTo>
                <a:lnTo>
                  <a:pt x="27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50"/>
                </a:lnTo>
                <a:lnTo>
                  <a:pt x="21" y="350"/>
                </a:lnTo>
                <a:lnTo>
                  <a:pt x="21" y="351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5"/>
                </a:lnTo>
                <a:lnTo>
                  <a:pt x="15" y="357"/>
                </a:lnTo>
                <a:lnTo>
                  <a:pt x="16" y="357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1" y="363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5" y="355"/>
                </a:lnTo>
                <a:lnTo>
                  <a:pt x="6" y="355"/>
                </a:lnTo>
                <a:lnTo>
                  <a:pt x="5" y="354"/>
                </a:lnTo>
                <a:lnTo>
                  <a:pt x="4" y="354"/>
                </a:lnTo>
                <a:lnTo>
                  <a:pt x="4" y="353"/>
                </a:lnTo>
                <a:lnTo>
                  <a:pt x="4" y="352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2"/>
                </a:lnTo>
                <a:lnTo>
                  <a:pt x="1" y="351"/>
                </a:lnTo>
                <a:lnTo>
                  <a:pt x="2" y="351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3" y="350"/>
                </a:lnTo>
                <a:lnTo>
                  <a:pt x="4" y="350"/>
                </a:lnTo>
                <a:lnTo>
                  <a:pt x="4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7"/>
                </a:lnTo>
                <a:lnTo>
                  <a:pt x="13" y="348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5"/>
                </a:lnTo>
                <a:lnTo>
                  <a:pt x="15" y="334"/>
                </a:lnTo>
                <a:lnTo>
                  <a:pt x="15" y="333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6" y="326"/>
                </a:lnTo>
                <a:lnTo>
                  <a:pt x="16" y="324"/>
                </a:lnTo>
                <a:lnTo>
                  <a:pt x="17" y="323"/>
                </a:lnTo>
                <a:lnTo>
                  <a:pt x="17" y="322"/>
                </a:lnTo>
                <a:lnTo>
                  <a:pt x="18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20" y="309"/>
                </a:lnTo>
                <a:lnTo>
                  <a:pt x="19" y="309"/>
                </a:lnTo>
                <a:lnTo>
                  <a:pt x="18" y="309"/>
                </a:lnTo>
                <a:lnTo>
                  <a:pt x="18" y="308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2" y="302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8"/>
                </a:lnTo>
                <a:lnTo>
                  <a:pt x="3" y="297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6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9" y="286"/>
                </a:lnTo>
                <a:lnTo>
                  <a:pt x="10" y="286"/>
                </a:lnTo>
                <a:lnTo>
                  <a:pt x="11" y="285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6"/>
                </a:lnTo>
                <a:lnTo>
                  <a:pt x="16" y="286"/>
                </a:lnTo>
                <a:lnTo>
                  <a:pt x="16" y="285"/>
                </a:lnTo>
                <a:lnTo>
                  <a:pt x="15" y="285"/>
                </a:lnTo>
                <a:lnTo>
                  <a:pt x="16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3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2" y="281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3" y="282"/>
                </a:lnTo>
                <a:lnTo>
                  <a:pt x="33" y="283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8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7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1"/>
                </a:lnTo>
                <a:lnTo>
                  <a:pt x="58" y="270"/>
                </a:lnTo>
                <a:lnTo>
                  <a:pt x="59" y="270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69"/>
                </a:lnTo>
                <a:lnTo>
                  <a:pt x="66" y="269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6" y="276"/>
                </a:lnTo>
                <a:lnTo>
                  <a:pt x="66" y="277"/>
                </a:lnTo>
                <a:lnTo>
                  <a:pt x="65" y="277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1" y="282"/>
                </a:lnTo>
                <a:lnTo>
                  <a:pt x="71" y="281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8" y="275"/>
                </a:lnTo>
                <a:lnTo>
                  <a:pt x="79" y="274"/>
                </a:lnTo>
                <a:lnTo>
                  <a:pt x="80" y="274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7" y="272"/>
                </a:lnTo>
                <a:lnTo>
                  <a:pt x="87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9" y="277"/>
                </a:lnTo>
                <a:lnTo>
                  <a:pt x="89" y="278"/>
                </a:lnTo>
                <a:lnTo>
                  <a:pt x="90" y="278"/>
                </a:lnTo>
                <a:lnTo>
                  <a:pt x="90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5" y="278"/>
                </a:lnTo>
                <a:lnTo>
                  <a:pt x="95" y="277"/>
                </a:lnTo>
                <a:lnTo>
                  <a:pt x="96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8" y="273"/>
                </a:lnTo>
                <a:lnTo>
                  <a:pt x="99" y="272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5" y="268"/>
                </a:lnTo>
                <a:lnTo>
                  <a:pt x="105" y="267"/>
                </a:lnTo>
                <a:lnTo>
                  <a:pt x="106" y="268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3" y="263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7" y="260"/>
                </a:lnTo>
                <a:lnTo>
                  <a:pt x="117" y="259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5"/>
                </a:lnTo>
                <a:lnTo>
                  <a:pt x="121" y="256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9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6"/>
                </a:lnTo>
                <a:lnTo>
                  <a:pt x="144" y="245"/>
                </a:lnTo>
                <a:lnTo>
                  <a:pt x="145" y="244"/>
                </a:lnTo>
                <a:lnTo>
                  <a:pt x="145" y="245"/>
                </a:lnTo>
                <a:lnTo>
                  <a:pt x="146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2" y="254"/>
                </a:lnTo>
                <a:lnTo>
                  <a:pt x="153" y="253"/>
                </a:lnTo>
                <a:lnTo>
                  <a:pt x="155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7"/>
                </a:lnTo>
                <a:lnTo>
                  <a:pt x="159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1" y="243"/>
                </a:lnTo>
                <a:lnTo>
                  <a:pt x="161" y="242"/>
                </a:lnTo>
                <a:lnTo>
                  <a:pt x="161" y="241"/>
                </a:lnTo>
                <a:lnTo>
                  <a:pt x="160" y="241"/>
                </a:lnTo>
                <a:lnTo>
                  <a:pt x="161" y="239"/>
                </a:lnTo>
                <a:lnTo>
                  <a:pt x="161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0" y="234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60" y="234"/>
                </a:lnTo>
                <a:lnTo>
                  <a:pt x="160" y="233"/>
                </a:lnTo>
                <a:lnTo>
                  <a:pt x="160" y="231"/>
                </a:lnTo>
                <a:lnTo>
                  <a:pt x="160" y="230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7"/>
                </a:lnTo>
                <a:lnTo>
                  <a:pt x="162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0" y="197"/>
                </a:lnTo>
                <a:lnTo>
                  <a:pt x="161" y="197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1" y="188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1"/>
                </a:lnTo>
                <a:lnTo>
                  <a:pt x="146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2" y="180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8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1" y="177"/>
                </a:lnTo>
                <a:lnTo>
                  <a:pt x="129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5" y="171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0" y="153"/>
                </a:lnTo>
                <a:lnTo>
                  <a:pt x="111" y="153"/>
                </a:lnTo>
                <a:lnTo>
                  <a:pt x="112" y="152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5" y="151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40"/>
                </a:lnTo>
                <a:lnTo>
                  <a:pt x="111" y="139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3" y="134"/>
                </a:lnTo>
                <a:lnTo>
                  <a:pt x="114" y="134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1" y="127"/>
                </a:lnTo>
                <a:lnTo>
                  <a:pt x="111" y="126"/>
                </a:lnTo>
                <a:lnTo>
                  <a:pt x="110" y="126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1"/>
                </a:lnTo>
                <a:lnTo>
                  <a:pt x="103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7"/>
                </a:lnTo>
                <a:lnTo>
                  <a:pt x="105" y="86"/>
                </a:lnTo>
                <a:lnTo>
                  <a:pt x="106" y="86"/>
                </a:lnTo>
                <a:lnTo>
                  <a:pt x="106" y="85"/>
                </a:lnTo>
                <a:lnTo>
                  <a:pt x="107" y="85"/>
                </a:lnTo>
                <a:lnTo>
                  <a:pt x="107" y="83"/>
                </a:lnTo>
                <a:lnTo>
                  <a:pt x="107" y="82"/>
                </a:lnTo>
                <a:lnTo>
                  <a:pt x="108" y="82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5" y="70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0"/>
                </a:lnTo>
                <a:lnTo>
                  <a:pt x="137" y="71"/>
                </a:lnTo>
                <a:lnTo>
                  <a:pt x="137" y="70"/>
                </a:lnTo>
                <a:lnTo>
                  <a:pt x="138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5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6" y="71"/>
                </a:lnTo>
                <a:lnTo>
                  <a:pt x="156" y="70"/>
                </a:lnTo>
                <a:lnTo>
                  <a:pt x="155" y="70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6" y="67"/>
                </a:lnTo>
                <a:lnTo>
                  <a:pt x="166" y="66"/>
                </a:lnTo>
                <a:lnTo>
                  <a:pt x="166" y="65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3"/>
                </a:lnTo>
                <a:lnTo>
                  <a:pt x="161" y="61"/>
                </a:lnTo>
                <a:lnTo>
                  <a:pt x="161" y="60"/>
                </a:lnTo>
                <a:lnTo>
                  <a:pt x="162" y="60"/>
                </a:lnTo>
                <a:lnTo>
                  <a:pt x="162" y="59"/>
                </a:lnTo>
                <a:lnTo>
                  <a:pt x="162" y="58"/>
                </a:lnTo>
                <a:lnTo>
                  <a:pt x="163" y="57"/>
                </a:lnTo>
                <a:lnTo>
                  <a:pt x="162" y="56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3"/>
                </a:lnTo>
                <a:lnTo>
                  <a:pt x="160" y="52"/>
                </a:lnTo>
                <a:lnTo>
                  <a:pt x="159" y="52"/>
                </a:lnTo>
                <a:lnTo>
                  <a:pt x="159" y="51"/>
                </a:lnTo>
                <a:lnTo>
                  <a:pt x="159" y="50"/>
                </a:lnTo>
                <a:lnTo>
                  <a:pt x="160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3" y="40"/>
                </a:lnTo>
                <a:lnTo>
                  <a:pt x="132" y="40"/>
                </a:lnTo>
                <a:lnTo>
                  <a:pt x="131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8"/>
                </a:lnTo>
                <a:lnTo>
                  <a:pt x="126" y="36"/>
                </a:lnTo>
                <a:lnTo>
                  <a:pt x="127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8" y="20"/>
                </a:lnTo>
                <a:lnTo>
                  <a:pt x="128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2" y="16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8" y="3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4" y="0"/>
                </a:lnTo>
                <a:lnTo>
                  <a:pt x="11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25916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1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4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6" y="47"/>
                </a:lnTo>
                <a:lnTo>
                  <a:pt x="297" y="47"/>
                </a:lnTo>
                <a:lnTo>
                  <a:pt x="298" y="47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2" y="49"/>
                </a:lnTo>
                <a:lnTo>
                  <a:pt x="312" y="50"/>
                </a:lnTo>
                <a:lnTo>
                  <a:pt x="312" y="51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7" y="55"/>
                </a:lnTo>
                <a:lnTo>
                  <a:pt x="317" y="56"/>
                </a:lnTo>
                <a:lnTo>
                  <a:pt x="318" y="57"/>
                </a:lnTo>
                <a:lnTo>
                  <a:pt x="318" y="59"/>
                </a:lnTo>
                <a:lnTo>
                  <a:pt x="317" y="59"/>
                </a:lnTo>
                <a:lnTo>
                  <a:pt x="317" y="60"/>
                </a:lnTo>
                <a:lnTo>
                  <a:pt x="317" y="61"/>
                </a:lnTo>
                <a:lnTo>
                  <a:pt x="316" y="61"/>
                </a:lnTo>
                <a:lnTo>
                  <a:pt x="316" y="62"/>
                </a:lnTo>
                <a:lnTo>
                  <a:pt x="316" y="65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9" y="63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60"/>
                </a:lnTo>
                <a:lnTo>
                  <a:pt x="325" y="59"/>
                </a:lnTo>
                <a:lnTo>
                  <a:pt x="326" y="58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8" y="57"/>
                </a:lnTo>
                <a:lnTo>
                  <a:pt x="328" y="56"/>
                </a:lnTo>
                <a:lnTo>
                  <a:pt x="329" y="56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30" y="53"/>
                </a:lnTo>
                <a:lnTo>
                  <a:pt x="330" y="52"/>
                </a:lnTo>
                <a:lnTo>
                  <a:pt x="331" y="52"/>
                </a:lnTo>
                <a:lnTo>
                  <a:pt x="331" y="51"/>
                </a:lnTo>
                <a:lnTo>
                  <a:pt x="332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6" y="52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1" y="54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3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3"/>
                </a:lnTo>
                <a:lnTo>
                  <a:pt x="354" y="52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2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7"/>
                </a:lnTo>
                <a:lnTo>
                  <a:pt x="376" y="47"/>
                </a:lnTo>
                <a:lnTo>
                  <a:pt x="376" y="46"/>
                </a:lnTo>
                <a:lnTo>
                  <a:pt x="377" y="45"/>
                </a:lnTo>
                <a:lnTo>
                  <a:pt x="378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2" y="44"/>
                </a:lnTo>
                <a:lnTo>
                  <a:pt x="381" y="44"/>
                </a:lnTo>
                <a:lnTo>
                  <a:pt x="381" y="45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7" y="50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3" y="56"/>
                </a:lnTo>
                <a:lnTo>
                  <a:pt x="374" y="58"/>
                </a:lnTo>
                <a:lnTo>
                  <a:pt x="374" y="59"/>
                </a:lnTo>
                <a:lnTo>
                  <a:pt x="374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6" y="68"/>
                </a:lnTo>
                <a:lnTo>
                  <a:pt x="377" y="69"/>
                </a:lnTo>
                <a:lnTo>
                  <a:pt x="378" y="69"/>
                </a:lnTo>
                <a:lnTo>
                  <a:pt x="378" y="68"/>
                </a:lnTo>
                <a:lnTo>
                  <a:pt x="378" y="67"/>
                </a:lnTo>
                <a:lnTo>
                  <a:pt x="379" y="67"/>
                </a:lnTo>
                <a:lnTo>
                  <a:pt x="379" y="66"/>
                </a:lnTo>
                <a:lnTo>
                  <a:pt x="380" y="66"/>
                </a:lnTo>
                <a:lnTo>
                  <a:pt x="381" y="64"/>
                </a:lnTo>
                <a:lnTo>
                  <a:pt x="382" y="64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2"/>
                </a:lnTo>
                <a:lnTo>
                  <a:pt x="390" y="72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70"/>
                </a:lnTo>
                <a:lnTo>
                  <a:pt x="395" y="69"/>
                </a:lnTo>
                <a:lnTo>
                  <a:pt x="396" y="68"/>
                </a:lnTo>
                <a:lnTo>
                  <a:pt x="397" y="67"/>
                </a:lnTo>
                <a:lnTo>
                  <a:pt x="397" y="66"/>
                </a:lnTo>
                <a:lnTo>
                  <a:pt x="398" y="66"/>
                </a:lnTo>
                <a:lnTo>
                  <a:pt x="398" y="65"/>
                </a:lnTo>
                <a:lnTo>
                  <a:pt x="399" y="64"/>
                </a:lnTo>
                <a:lnTo>
                  <a:pt x="399" y="63"/>
                </a:lnTo>
                <a:lnTo>
                  <a:pt x="400" y="63"/>
                </a:lnTo>
                <a:lnTo>
                  <a:pt x="400" y="62"/>
                </a:lnTo>
                <a:lnTo>
                  <a:pt x="401" y="62"/>
                </a:lnTo>
                <a:lnTo>
                  <a:pt x="401" y="61"/>
                </a:lnTo>
                <a:lnTo>
                  <a:pt x="402" y="60"/>
                </a:lnTo>
                <a:lnTo>
                  <a:pt x="403" y="59"/>
                </a:lnTo>
                <a:lnTo>
                  <a:pt x="404" y="59"/>
                </a:lnTo>
                <a:lnTo>
                  <a:pt x="404" y="58"/>
                </a:lnTo>
                <a:lnTo>
                  <a:pt x="405" y="58"/>
                </a:lnTo>
                <a:lnTo>
                  <a:pt x="405" y="56"/>
                </a:lnTo>
                <a:lnTo>
                  <a:pt x="406" y="56"/>
                </a:lnTo>
                <a:lnTo>
                  <a:pt x="407" y="54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2" y="47"/>
                </a:lnTo>
                <a:lnTo>
                  <a:pt x="413" y="46"/>
                </a:lnTo>
                <a:lnTo>
                  <a:pt x="414" y="45"/>
                </a:lnTo>
                <a:lnTo>
                  <a:pt x="415" y="44"/>
                </a:lnTo>
                <a:lnTo>
                  <a:pt x="416" y="44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1" y="47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7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9" y="48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2" y="50"/>
                </a:lnTo>
                <a:lnTo>
                  <a:pt x="442" y="51"/>
                </a:lnTo>
                <a:lnTo>
                  <a:pt x="441" y="51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60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7" y="76"/>
                </a:lnTo>
                <a:lnTo>
                  <a:pt x="446" y="76"/>
                </a:lnTo>
                <a:lnTo>
                  <a:pt x="446" y="77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2" y="77"/>
                </a:lnTo>
                <a:lnTo>
                  <a:pt x="441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2"/>
                </a:lnTo>
                <a:lnTo>
                  <a:pt x="440" y="83"/>
                </a:lnTo>
                <a:lnTo>
                  <a:pt x="439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7" y="87"/>
                </a:lnTo>
                <a:lnTo>
                  <a:pt x="436" y="87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2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4"/>
                </a:lnTo>
                <a:lnTo>
                  <a:pt x="441" y="94"/>
                </a:lnTo>
                <a:lnTo>
                  <a:pt x="441" y="93"/>
                </a:lnTo>
                <a:lnTo>
                  <a:pt x="442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3" y="97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1" y="99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3" y="105"/>
                </a:lnTo>
                <a:lnTo>
                  <a:pt x="443" y="106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8" y="111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50" y="108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2" y="106"/>
                </a:lnTo>
                <a:lnTo>
                  <a:pt x="452" y="107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8" y="111"/>
                </a:lnTo>
                <a:lnTo>
                  <a:pt x="458" y="110"/>
                </a:lnTo>
                <a:lnTo>
                  <a:pt x="459" y="110"/>
                </a:lnTo>
                <a:lnTo>
                  <a:pt x="460" y="110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0" y="113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4" y="112"/>
                </a:lnTo>
                <a:lnTo>
                  <a:pt x="465" y="112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9" y="123"/>
                </a:lnTo>
                <a:lnTo>
                  <a:pt x="469" y="122"/>
                </a:lnTo>
                <a:lnTo>
                  <a:pt x="470" y="122"/>
                </a:lnTo>
                <a:lnTo>
                  <a:pt x="470" y="121"/>
                </a:lnTo>
                <a:lnTo>
                  <a:pt x="471" y="121"/>
                </a:lnTo>
                <a:lnTo>
                  <a:pt x="472" y="122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1" y="125"/>
                </a:lnTo>
                <a:lnTo>
                  <a:pt x="472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8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7" y="128"/>
                </a:lnTo>
                <a:lnTo>
                  <a:pt x="477" y="129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4"/>
                </a:lnTo>
                <a:lnTo>
                  <a:pt x="480" y="134"/>
                </a:lnTo>
                <a:lnTo>
                  <a:pt x="480" y="133"/>
                </a:lnTo>
                <a:lnTo>
                  <a:pt x="481" y="133"/>
                </a:lnTo>
                <a:lnTo>
                  <a:pt x="482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5" y="135"/>
                </a:lnTo>
                <a:lnTo>
                  <a:pt x="484" y="136"/>
                </a:lnTo>
                <a:lnTo>
                  <a:pt x="484" y="137"/>
                </a:lnTo>
                <a:lnTo>
                  <a:pt x="484" y="138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5" y="140"/>
                </a:lnTo>
                <a:lnTo>
                  <a:pt x="485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3" y="150"/>
                </a:lnTo>
                <a:lnTo>
                  <a:pt x="482" y="151"/>
                </a:lnTo>
                <a:lnTo>
                  <a:pt x="483" y="151"/>
                </a:lnTo>
                <a:lnTo>
                  <a:pt x="483" y="152"/>
                </a:lnTo>
                <a:lnTo>
                  <a:pt x="482" y="152"/>
                </a:lnTo>
                <a:lnTo>
                  <a:pt x="482" y="153"/>
                </a:lnTo>
                <a:lnTo>
                  <a:pt x="483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2" y="157"/>
                </a:lnTo>
                <a:lnTo>
                  <a:pt x="482" y="158"/>
                </a:lnTo>
                <a:lnTo>
                  <a:pt x="481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1" y="170"/>
                </a:lnTo>
                <a:lnTo>
                  <a:pt x="490" y="171"/>
                </a:lnTo>
                <a:lnTo>
                  <a:pt x="490" y="172"/>
                </a:lnTo>
                <a:lnTo>
                  <a:pt x="489" y="172"/>
                </a:lnTo>
                <a:lnTo>
                  <a:pt x="488" y="173"/>
                </a:lnTo>
                <a:lnTo>
                  <a:pt x="488" y="174"/>
                </a:lnTo>
                <a:lnTo>
                  <a:pt x="487" y="174"/>
                </a:lnTo>
                <a:lnTo>
                  <a:pt x="488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4" y="181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4" y="194"/>
                </a:lnTo>
                <a:lnTo>
                  <a:pt x="484" y="195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1" y="198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8" y="201"/>
                </a:lnTo>
                <a:lnTo>
                  <a:pt x="477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3" y="215"/>
                </a:lnTo>
                <a:lnTo>
                  <a:pt x="472" y="215"/>
                </a:lnTo>
                <a:lnTo>
                  <a:pt x="471" y="215"/>
                </a:lnTo>
                <a:lnTo>
                  <a:pt x="471" y="214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4"/>
                </a:lnTo>
                <a:lnTo>
                  <a:pt x="468" y="215"/>
                </a:lnTo>
                <a:lnTo>
                  <a:pt x="467" y="215"/>
                </a:lnTo>
                <a:lnTo>
                  <a:pt x="467" y="216"/>
                </a:lnTo>
                <a:lnTo>
                  <a:pt x="468" y="217"/>
                </a:lnTo>
                <a:lnTo>
                  <a:pt x="467" y="217"/>
                </a:lnTo>
                <a:lnTo>
                  <a:pt x="466" y="217"/>
                </a:lnTo>
                <a:lnTo>
                  <a:pt x="466" y="218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3" y="220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8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4"/>
                </a:lnTo>
                <a:lnTo>
                  <a:pt x="450" y="224"/>
                </a:lnTo>
                <a:lnTo>
                  <a:pt x="448" y="225"/>
                </a:lnTo>
                <a:lnTo>
                  <a:pt x="448" y="226"/>
                </a:lnTo>
                <a:lnTo>
                  <a:pt x="448" y="227"/>
                </a:lnTo>
                <a:lnTo>
                  <a:pt x="447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5"/>
                </a:lnTo>
                <a:lnTo>
                  <a:pt x="450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7" y="242"/>
                </a:lnTo>
                <a:lnTo>
                  <a:pt x="446" y="243"/>
                </a:lnTo>
                <a:lnTo>
                  <a:pt x="445" y="244"/>
                </a:lnTo>
                <a:lnTo>
                  <a:pt x="443" y="245"/>
                </a:lnTo>
                <a:lnTo>
                  <a:pt x="443" y="246"/>
                </a:lnTo>
                <a:lnTo>
                  <a:pt x="444" y="246"/>
                </a:lnTo>
                <a:lnTo>
                  <a:pt x="444" y="247"/>
                </a:lnTo>
                <a:lnTo>
                  <a:pt x="443" y="248"/>
                </a:lnTo>
                <a:lnTo>
                  <a:pt x="441" y="249"/>
                </a:lnTo>
                <a:lnTo>
                  <a:pt x="441" y="250"/>
                </a:lnTo>
                <a:lnTo>
                  <a:pt x="440" y="251"/>
                </a:lnTo>
                <a:lnTo>
                  <a:pt x="440" y="253"/>
                </a:lnTo>
                <a:lnTo>
                  <a:pt x="439" y="253"/>
                </a:lnTo>
                <a:lnTo>
                  <a:pt x="439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60"/>
                </a:lnTo>
                <a:lnTo>
                  <a:pt x="435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4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7" y="267"/>
                </a:lnTo>
                <a:lnTo>
                  <a:pt x="437" y="269"/>
                </a:lnTo>
                <a:lnTo>
                  <a:pt x="437" y="270"/>
                </a:lnTo>
                <a:lnTo>
                  <a:pt x="436" y="272"/>
                </a:lnTo>
                <a:lnTo>
                  <a:pt x="436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5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6" y="281"/>
                </a:lnTo>
                <a:lnTo>
                  <a:pt x="435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5"/>
                </a:lnTo>
                <a:lnTo>
                  <a:pt x="441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5" y="286"/>
                </a:lnTo>
                <a:lnTo>
                  <a:pt x="445" y="285"/>
                </a:lnTo>
                <a:lnTo>
                  <a:pt x="446" y="285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8" y="285"/>
                </a:lnTo>
                <a:lnTo>
                  <a:pt x="448" y="284"/>
                </a:lnTo>
                <a:lnTo>
                  <a:pt x="448" y="285"/>
                </a:lnTo>
                <a:lnTo>
                  <a:pt x="450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4"/>
                </a:lnTo>
                <a:lnTo>
                  <a:pt x="459" y="283"/>
                </a:lnTo>
                <a:lnTo>
                  <a:pt x="459" y="282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9" y="292"/>
                </a:lnTo>
                <a:lnTo>
                  <a:pt x="458" y="293"/>
                </a:lnTo>
                <a:lnTo>
                  <a:pt x="457" y="296"/>
                </a:lnTo>
                <a:lnTo>
                  <a:pt x="457" y="297"/>
                </a:lnTo>
                <a:lnTo>
                  <a:pt x="457" y="298"/>
                </a:lnTo>
                <a:lnTo>
                  <a:pt x="456" y="299"/>
                </a:lnTo>
                <a:lnTo>
                  <a:pt x="455" y="299"/>
                </a:lnTo>
                <a:lnTo>
                  <a:pt x="455" y="301"/>
                </a:lnTo>
                <a:lnTo>
                  <a:pt x="454" y="303"/>
                </a:lnTo>
                <a:lnTo>
                  <a:pt x="453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4" y="315"/>
                </a:lnTo>
                <a:lnTo>
                  <a:pt x="454" y="316"/>
                </a:lnTo>
                <a:lnTo>
                  <a:pt x="455" y="317"/>
                </a:lnTo>
                <a:lnTo>
                  <a:pt x="456" y="318"/>
                </a:lnTo>
                <a:lnTo>
                  <a:pt x="457" y="318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3" y="328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6"/>
                </a:lnTo>
                <a:lnTo>
                  <a:pt x="458" y="338"/>
                </a:lnTo>
                <a:lnTo>
                  <a:pt x="458" y="339"/>
                </a:lnTo>
                <a:lnTo>
                  <a:pt x="457" y="340"/>
                </a:lnTo>
                <a:lnTo>
                  <a:pt x="456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5" y="361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8" y="373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2"/>
                </a:lnTo>
                <a:lnTo>
                  <a:pt x="476" y="383"/>
                </a:lnTo>
                <a:lnTo>
                  <a:pt x="475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4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2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6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6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9" y="498"/>
                </a:lnTo>
                <a:lnTo>
                  <a:pt x="369" y="499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1"/>
                </a:lnTo>
                <a:lnTo>
                  <a:pt x="381" y="532"/>
                </a:lnTo>
                <a:lnTo>
                  <a:pt x="381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6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9" y="519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1"/>
                </a:lnTo>
                <a:lnTo>
                  <a:pt x="224" y="512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6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5"/>
                </a:lnTo>
                <a:lnTo>
                  <a:pt x="197" y="515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8"/>
                </a:lnTo>
                <a:lnTo>
                  <a:pt x="200" y="387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7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6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6"/>
                </a:lnTo>
                <a:lnTo>
                  <a:pt x="90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8" y="383"/>
                </a:lnTo>
                <a:lnTo>
                  <a:pt x="48" y="382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6"/>
                </a:lnTo>
                <a:lnTo>
                  <a:pt x="53" y="376"/>
                </a:lnTo>
                <a:lnTo>
                  <a:pt x="53" y="375"/>
                </a:lnTo>
                <a:lnTo>
                  <a:pt x="53" y="376"/>
                </a:lnTo>
                <a:lnTo>
                  <a:pt x="52" y="376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5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2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4" y="349"/>
                </a:lnTo>
                <a:lnTo>
                  <a:pt x="55" y="349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1" y="346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3" y="346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4"/>
                </a:lnTo>
                <a:lnTo>
                  <a:pt x="66" y="343"/>
                </a:lnTo>
                <a:lnTo>
                  <a:pt x="66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4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1"/>
                </a:lnTo>
                <a:lnTo>
                  <a:pt x="63" y="330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8" y="329"/>
                </a:lnTo>
                <a:lnTo>
                  <a:pt x="68" y="328"/>
                </a:lnTo>
                <a:lnTo>
                  <a:pt x="67" y="328"/>
                </a:lnTo>
                <a:lnTo>
                  <a:pt x="68" y="327"/>
                </a:lnTo>
                <a:lnTo>
                  <a:pt x="69" y="327"/>
                </a:lnTo>
                <a:lnTo>
                  <a:pt x="70" y="327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8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6"/>
                </a:lnTo>
                <a:lnTo>
                  <a:pt x="66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4" y="315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3"/>
                </a:lnTo>
                <a:lnTo>
                  <a:pt x="61" y="313"/>
                </a:lnTo>
                <a:lnTo>
                  <a:pt x="60" y="312"/>
                </a:lnTo>
                <a:lnTo>
                  <a:pt x="61" y="311"/>
                </a:lnTo>
                <a:lnTo>
                  <a:pt x="61" y="310"/>
                </a:lnTo>
                <a:lnTo>
                  <a:pt x="62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8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6"/>
                </a:lnTo>
                <a:lnTo>
                  <a:pt x="57" y="305"/>
                </a:lnTo>
                <a:lnTo>
                  <a:pt x="56" y="305"/>
                </a:lnTo>
                <a:lnTo>
                  <a:pt x="55" y="305"/>
                </a:lnTo>
                <a:lnTo>
                  <a:pt x="55" y="306"/>
                </a:lnTo>
                <a:lnTo>
                  <a:pt x="54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2" y="305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8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6"/>
                </a:lnTo>
                <a:lnTo>
                  <a:pt x="41" y="307"/>
                </a:lnTo>
                <a:lnTo>
                  <a:pt x="40" y="307"/>
                </a:lnTo>
                <a:lnTo>
                  <a:pt x="40" y="308"/>
                </a:lnTo>
                <a:lnTo>
                  <a:pt x="39" y="308"/>
                </a:lnTo>
                <a:lnTo>
                  <a:pt x="39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5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29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30" y="311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8" y="309"/>
                </a:lnTo>
                <a:lnTo>
                  <a:pt x="27" y="309"/>
                </a:lnTo>
                <a:lnTo>
                  <a:pt x="26" y="309"/>
                </a:lnTo>
                <a:lnTo>
                  <a:pt x="25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7" y="318"/>
                </a:lnTo>
                <a:lnTo>
                  <a:pt x="6" y="317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2" y="313"/>
                </a:lnTo>
                <a:lnTo>
                  <a:pt x="1" y="313"/>
                </a:lnTo>
                <a:lnTo>
                  <a:pt x="0" y="312"/>
                </a:lnTo>
                <a:lnTo>
                  <a:pt x="1" y="312"/>
                </a:lnTo>
                <a:lnTo>
                  <a:pt x="2" y="311"/>
                </a:lnTo>
                <a:lnTo>
                  <a:pt x="3" y="312"/>
                </a:lnTo>
                <a:lnTo>
                  <a:pt x="5" y="311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10"/>
                </a:lnTo>
                <a:lnTo>
                  <a:pt x="9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8"/>
                </a:lnTo>
                <a:lnTo>
                  <a:pt x="10" y="307"/>
                </a:lnTo>
                <a:lnTo>
                  <a:pt x="11" y="307"/>
                </a:lnTo>
                <a:lnTo>
                  <a:pt x="12" y="305"/>
                </a:lnTo>
                <a:lnTo>
                  <a:pt x="13" y="305"/>
                </a:lnTo>
                <a:lnTo>
                  <a:pt x="13" y="304"/>
                </a:lnTo>
                <a:lnTo>
                  <a:pt x="13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3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6"/>
                </a:lnTo>
                <a:lnTo>
                  <a:pt x="17" y="295"/>
                </a:lnTo>
                <a:lnTo>
                  <a:pt x="18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7"/>
                </a:lnTo>
                <a:lnTo>
                  <a:pt x="24" y="287"/>
                </a:lnTo>
                <a:lnTo>
                  <a:pt x="25" y="288"/>
                </a:lnTo>
                <a:lnTo>
                  <a:pt x="26" y="288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9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30" y="283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1" y="280"/>
                </a:lnTo>
                <a:lnTo>
                  <a:pt x="32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8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78"/>
                </a:lnTo>
                <a:lnTo>
                  <a:pt x="30" y="278"/>
                </a:lnTo>
                <a:lnTo>
                  <a:pt x="30" y="277"/>
                </a:lnTo>
                <a:lnTo>
                  <a:pt x="31" y="276"/>
                </a:lnTo>
                <a:lnTo>
                  <a:pt x="32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4" y="277"/>
                </a:lnTo>
                <a:lnTo>
                  <a:pt x="34" y="278"/>
                </a:lnTo>
                <a:lnTo>
                  <a:pt x="33" y="278"/>
                </a:lnTo>
                <a:lnTo>
                  <a:pt x="33" y="279"/>
                </a:lnTo>
                <a:lnTo>
                  <a:pt x="34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8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3" y="277"/>
                </a:lnTo>
                <a:lnTo>
                  <a:pt x="44" y="277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7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8" y="271"/>
                </a:lnTo>
                <a:lnTo>
                  <a:pt x="49" y="271"/>
                </a:lnTo>
                <a:lnTo>
                  <a:pt x="50" y="270"/>
                </a:lnTo>
                <a:lnTo>
                  <a:pt x="51" y="269"/>
                </a:lnTo>
                <a:lnTo>
                  <a:pt x="51" y="268"/>
                </a:lnTo>
                <a:lnTo>
                  <a:pt x="52" y="268"/>
                </a:lnTo>
                <a:lnTo>
                  <a:pt x="52" y="267"/>
                </a:lnTo>
                <a:lnTo>
                  <a:pt x="53" y="267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1" y="264"/>
                </a:lnTo>
                <a:lnTo>
                  <a:pt x="61" y="263"/>
                </a:lnTo>
                <a:lnTo>
                  <a:pt x="60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1" y="259"/>
                </a:lnTo>
                <a:lnTo>
                  <a:pt x="62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7" y="247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4"/>
                </a:lnTo>
                <a:lnTo>
                  <a:pt x="51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50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49" y="232"/>
                </a:lnTo>
                <a:lnTo>
                  <a:pt x="48" y="232"/>
                </a:lnTo>
                <a:lnTo>
                  <a:pt x="48" y="231"/>
                </a:lnTo>
                <a:lnTo>
                  <a:pt x="48" y="230"/>
                </a:lnTo>
                <a:lnTo>
                  <a:pt x="48" y="229"/>
                </a:lnTo>
                <a:lnTo>
                  <a:pt x="47" y="228"/>
                </a:lnTo>
                <a:lnTo>
                  <a:pt x="48" y="227"/>
                </a:lnTo>
                <a:lnTo>
                  <a:pt x="47" y="225"/>
                </a:lnTo>
                <a:lnTo>
                  <a:pt x="46" y="223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9" y="214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8"/>
                </a:lnTo>
                <a:lnTo>
                  <a:pt x="49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3" y="194"/>
                </a:lnTo>
                <a:lnTo>
                  <a:pt x="53" y="193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1" y="191"/>
                </a:lnTo>
                <a:lnTo>
                  <a:pt x="51" y="190"/>
                </a:lnTo>
                <a:lnTo>
                  <a:pt x="52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9" y="190"/>
                </a:lnTo>
                <a:lnTo>
                  <a:pt x="48" y="190"/>
                </a:lnTo>
                <a:lnTo>
                  <a:pt x="47" y="191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7"/>
                </a:lnTo>
                <a:lnTo>
                  <a:pt x="43" y="175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69"/>
                </a:lnTo>
                <a:lnTo>
                  <a:pt x="44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7" y="155"/>
                </a:lnTo>
                <a:lnTo>
                  <a:pt x="46" y="155"/>
                </a:lnTo>
                <a:lnTo>
                  <a:pt x="46" y="154"/>
                </a:lnTo>
                <a:lnTo>
                  <a:pt x="45" y="155"/>
                </a:lnTo>
                <a:lnTo>
                  <a:pt x="44" y="156"/>
                </a:lnTo>
                <a:lnTo>
                  <a:pt x="43" y="156"/>
                </a:lnTo>
                <a:lnTo>
                  <a:pt x="43" y="157"/>
                </a:lnTo>
                <a:lnTo>
                  <a:pt x="42" y="157"/>
                </a:lnTo>
                <a:lnTo>
                  <a:pt x="41" y="156"/>
                </a:lnTo>
                <a:lnTo>
                  <a:pt x="41" y="155"/>
                </a:lnTo>
                <a:lnTo>
                  <a:pt x="40" y="155"/>
                </a:lnTo>
                <a:lnTo>
                  <a:pt x="40" y="156"/>
                </a:lnTo>
                <a:lnTo>
                  <a:pt x="39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9" y="153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1"/>
                </a:lnTo>
                <a:lnTo>
                  <a:pt x="43" y="150"/>
                </a:lnTo>
                <a:lnTo>
                  <a:pt x="44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6" y="145"/>
                </a:lnTo>
                <a:lnTo>
                  <a:pt x="45" y="145"/>
                </a:lnTo>
                <a:lnTo>
                  <a:pt x="45" y="144"/>
                </a:lnTo>
                <a:lnTo>
                  <a:pt x="46" y="144"/>
                </a:lnTo>
                <a:lnTo>
                  <a:pt x="46" y="143"/>
                </a:lnTo>
                <a:lnTo>
                  <a:pt x="46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2" y="127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3" y="121"/>
                </a:lnTo>
                <a:lnTo>
                  <a:pt x="44" y="120"/>
                </a:lnTo>
                <a:lnTo>
                  <a:pt x="45" y="119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5" y="117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4" y="108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4" y="99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5" y="93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8" y="91"/>
                </a:lnTo>
                <a:lnTo>
                  <a:pt x="48" y="90"/>
                </a:lnTo>
                <a:lnTo>
                  <a:pt x="49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8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50" y="82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8"/>
                </a:lnTo>
                <a:lnTo>
                  <a:pt x="52" y="77"/>
                </a:lnTo>
                <a:lnTo>
                  <a:pt x="53" y="77"/>
                </a:lnTo>
                <a:lnTo>
                  <a:pt x="53" y="78"/>
                </a:lnTo>
                <a:lnTo>
                  <a:pt x="54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3" y="74"/>
                </a:lnTo>
                <a:lnTo>
                  <a:pt x="53" y="73"/>
                </a:lnTo>
                <a:lnTo>
                  <a:pt x="54" y="73"/>
                </a:lnTo>
                <a:lnTo>
                  <a:pt x="54" y="72"/>
                </a:lnTo>
                <a:lnTo>
                  <a:pt x="55" y="72"/>
                </a:lnTo>
                <a:lnTo>
                  <a:pt x="56" y="72"/>
                </a:lnTo>
                <a:lnTo>
                  <a:pt x="56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7" y="70"/>
                </a:lnTo>
                <a:lnTo>
                  <a:pt x="57" y="71"/>
                </a:lnTo>
                <a:lnTo>
                  <a:pt x="57" y="70"/>
                </a:lnTo>
                <a:lnTo>
                  <a:pt x="56" y="70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9" y="66"/>
                </a:lnTo>
                <a:lnTo>
                  <a:pt x="58" y="65"/>
                </a:lnTo>
                <a:lnTo>
                  <a:pt x="58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1" y="62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2" y="59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4" y="59"/>
                </a:lnTo>
                <a:lnTo>
                  <a:pt x="63" y="59"/>
                </a:lnTo>
                <a:lnTo>
                  <a:pt x="64" y="58"/>
                </a:lnTo>
                <a:lnTo>
                  <a:pt x="64" y="59"/>
                </a:lnTo>
                <a:lnTo>
                  <a:pt x="64" y="58"/>
                </a:lnTo>
                <a:lnTo>
                  <a:pt x="64" y="57"/>
                </a:lnTo>
                <a:lnTo>
                  <a:pt x="65" y="57"/>
                </a:lnTo>
                <a:lnTo>
                  <a:pt x="65" y="56"/>
                </a:lnTo>
                <a:lnTo>
                  <a:pt x="64" y="56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2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4" y="54"/>
                </a:lnTo>
                <a:lnTo>
                  <a:pt x="84" y="53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4" y="48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8" y="44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5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0"/>
                </a:lnTo>
                <a:lnTo>
                  <a:pt x="146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3"/>
                </a:move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4357440" y="4231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438480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3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437652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4415400" y="4213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428760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4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4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30" y="56"/>
                </a:lnTo>
                <a:lnTo>
                  <a:pt x="429" y="55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2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3"/>
                </a:lnTo>
                <a:lnTo>
                  <a:pt x="412" y="84"/>
                </a:lnTo>
                <a:lnTo>
                  <a:pt x="411" y="83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5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5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7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0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2"/>
                </a:lnTo>
                <a:lnTo>
                  <a:pt x="553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2" y="67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4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1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8" y="105"/>
                </a:lnTo>
                <a:lnTo>
                  <a:pt x="648" y="106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7" y="149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0"/>
                </a:lnTo>
                <a:lnTo>
                  <a:pt x="664" y="171"/>
                </a:lnTo>
                <a:lnTo>
                  <a:pt x="664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7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9"/>
                </a:lnTo>
                <a:lnTo>
                  <a:pt x="622" y="240"/>
                </a:lnTo>
                <a:lnTo>
                  <a:pt x="621" y="241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4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0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4"/>
                </a:lnTo>
                <a:lnTo>
                  <a:pt x="594" y="265"/>
                </a:lnTo>
                <a:lnTo>
                  <a:pt x="593" y="265"/>
                </a:lnTo>
                <a:lnTo>
                  <a:pt x="592" y="266"/>
                </a:lnTo>
                <a:lnTo>
                  <a:pt x="591" y="267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1" y="276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7" y="279"/>
                </a:lnTo>
                <a:lnTo>
                  <a:pt x="567" y="278"/>
                </a:lnTo>
                <a:lnTo>
                  <a:pt x="567" y="277"/>
                </a:lnTo>
                <a:lnTo>
                  <a:pt x="566" y="278"/>
                </a:lnTo>
                <a:lnTo>
                  <a:pt x="565" y="278"/>
                </a:lnTo>
                <a:lnTo>
                  <a:pt x="564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59" y="280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6" y="272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1" y="284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2" y="293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2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5" y="277"/>
                </a:lnTo>
                <a:lnTo>
                  <a:pt x="505" y="276"/>
                </a:lnTo>
                <a:lnTo>
                  <a:pt x="506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9" y="272"/>
                </a:lnTo>
                <a:lnTo>
                  <a:pt x="508" y="272"/>
                </a:lnTo>
                <a:lnTo>
                  <a:pt x="507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5" y="278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8" y="279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3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0"/>
                </a:lnTo>
                <a:lnTo>
                  <a:pt x="478" y="289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1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2"/>
                </a:lnTo>
                <a:lnTo>
                  <a:pt x="474" y="303"/>
                </a:lnTo>
                <a:lnTo>
                  <a:pt x="473" y="304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1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5"/>
                </a:lnTo>
                <a:lnTo>
                  <a:pt x="444" y="286"/>
                </a:lnTo>
                <a:lnTo>
                  <a:pt x="443" y="286"/>
                </a:lnTo>
                <a:lnTo>
                  <a:pt x="442" y="286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39" y="302"/>
                </a:lnTo>
                <a:lnTo>
                  <a:pt x="440" y="302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0" y="311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4" y="304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2" y="302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4" y="298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8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7"/>
                </a:lnTo>
                <a:lnTo>
                  <a:pt x="391" y="307"/>
                </a:lnTo>
                <a:lnTo>
                  <a:pt x="387" y="307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7" y="303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8"/>
                </a:lnTo>
                <a:lnTo>
                  <a:pt x="354" y="299"/>
                </a:lnTo>
                <a:lnTo>
                  <a:pt x="353" y="299"/>
                </a:lnTo>
                <a:lnTo>
                  <a:pt x="353" y="300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1" y="301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6" y="323"/>
                </a:lnTo>
                <a:lnTo>
                  <a:pt x="356" y="322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5"/>
                </a:lnTo>
                <a:lnTo>
                  <a:pt x="354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3"/>
                </a:lnTo>
                <a:lnTo>
                  <a:pt x="349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0" y="344"/>
                </a:lnTo>
                <a:lnTo>
                  <a:pt x="340" y="343"/>
                </a:lnTo>
                <a:lnTo>
                  <a:pt x="338" y="343"/>
                </a:lnTo>
                <a:lnTo>
                  <a:pt x="338" y="345"/>
                </a:lnTo>
                <a:lnTo>
                  <a:pt x="337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0"/>
                </a:lnTo>
                <a:lnTo>
                  <a:pt x="335" y="351"/>
                </a:lnTo>
                <a:lnTo>
                  <a:pt x="335" y="352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0"/>
                </a:lnTo>
                <a:lnTo>
                  <a:pt x="324" y="361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6" y="369"/>
                </a:lnTo>
                <a:lnTo>
                  <a:pt x="326" y="370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2"/>
                </a:lnTo>
                <a:lnTo>
                  <a:pt x="322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7"/>
                </a:lnTo>
                <a:lnTo>
                  <a:pt x="320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60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1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8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2" y="380"/>
                </a:lnTo>
                <a:lnTo>
                  <a:pt x="252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2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2" y="367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5" y="388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3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6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4" y="387"/>
                </a:lnTo>
                <a:lnTo>
                  <a:pt x="185" y="387"/>
                </a:lnTo>
                <a:lnTo>
                  <a:pt x="186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2" y="400"/>
                </a:lnTo>
                <a:lnTo>
                  <a:pt x="191" y="400"/>
                </a:lnTo>
                <a:lnTo>
                  <a:pt x="190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8" y="409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7" y="408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7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30" y="415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3"/>
                </a:lnTo>
                <a:lnTo>
                  <a:pt x="105" y="422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29"/>
                </a:lnTo>
                <a:lnTo>
                  <a:pt x="92" y="431"/>
                </a:lnTo>
                <a:lnTo>
                  <a:pt x="92" y="432"/>
                </a:lnTo>
                <a:lnTo>
                  <a:pt x="91" y="432"/>
                </a:lnTo>
                <a:lnTo>
                  <a:pt x="91" y="433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6" y="440"/>
                </a:lnTo>
                <a:lnTo>
                  <a:pt x="75" y="440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7" y="438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49"/>
                </a:lnTo>
                <a:lnTo>
                  <a:pt x="65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3" y="451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7" y="463"/>
                </a:lnTo>
                <a:lnTo>
                  <a:pt x="46" y="463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3" y="478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5" y="481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9" y="489"/>
                </a:lnTo>
                <a:lnTo>
                  <a:pt x="59" y="490"/>
                </a:lnTo>
                <a:lnTo>
                  <a:pt x="59" y="491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1" y="500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4" y="505"/>
                </a:lnTo>
                <a:lnTo>
                  <a:pt x="73" y="505"/>
                </a:lnTo>
                <a:lnTo>
                  <a:pt x="73" y="506"/>
                </a:lnTo>
                <a:lnTo>
                  <a:pt x="73" y="505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1" y="504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7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9"/>
                </a:lnTo>
                <a:lnTo>
                  <a:pt x="58" y="538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7" y="536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5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3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5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5" y="492"/>
                </a:lnTo>
                <a:lnTo>
                  <a:pt x="14" y="492"/>
                </a:lnTo>
                <a:lnTo>
                  <a:pt x="13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9" y="490"/>
                </a:lnTo>
                <a:lnTo>
                  <a:pt x="8" y="490"/>
                </a:lnTo>
                <a:lnTo>
                  <a:pt x="8" y="489"/>
                </a:lnTo>
                <a:lnTo>
                  <a:pt x="8" y="488"/>
                </a:lnTo>
                <a:lnTo>
                  <a:pt x="9" y="488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1" y="467"/>
                </a:lnTo>
                <a:lnTo>
                  <a:pt x="1" y="466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5" y="456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8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6"/>
                </a:lnTo>
                <a:lnTo>
                  <a:pt x="23" y="426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4" y="415"/>
                </a:lnTo>
                <a:lnTo>
                  <a:pt x="23" y="415"/>
                </a:lnTo>
                <a:lnTo>
                  <a:pt x="22" y="416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3" y="416"/>
                </a:lnTo>
                <a:lnTo>
                  <a:pt x="13" y="415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3" y="413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1" y="408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6" y="398"/>
                </a:lnTo>
                <a:lnTo>
                  <a:pt x="16" y="397"/>
                </a:lnTo>
                <a:lnTo>
                  <a:pt x="18" y="396"/>
                </a:lnTo>
                <a:lnTo>
                  <a:pt x="19" y="396"/>
                </a:lnTo>
                <a:lnTo>
                  <a:pt x="20" y="396"/>
                </a:lnTo>
                <a:lnTo>
                  <a:pt x="21" y="396"/>
                </a:lnTo>
                <a:lnTo>
                  <a:pt x="22" y="396"/>
                </a:lnTo>
                <a:lnTo>
                  <a:pt x="23" y="395"/>
                </a:lnTo>
                <a:lnTo>
                  <a:pt x="23" y="394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4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5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8"/>
                </a:lnTo>
                <a:lnTo>
                  <a:pt x="26" y="377"/>
                </a:lnTo>
                <a:lnTo>
                  <a:pt x="25" y="376"/>
                </a:lnTo>
                <a:lnTo>
                  <a:pt x="26" y="376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0"/>
                </a:lnTo>
                <a:lnTo>
                  <a:pt x="42" y="371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0"/>
                </a:lnTo>
                <a:lnTo>
                  <a:pt x="62" y="341"/>
                </a:lnTo>
                <a:lnTo>
                  <a:pt x="63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0"/>
                </a:lnTo>
                <a:lnTo>
                  <a:pt x="83" y="342"/>
                </a:lnTo>
                <a:lnTo>
                  <a:pt x="84" y="342"/>
                </a:lnTo>
                <a:lnTo>
                  <a:pt x="84" y="341"/>
                </a:lnTo>
                <a:lnTo>
                  <a:pt x="85" y="342"/>
                </a:lnTo>
                <a:lnTo>
                  <a:pt x="85" y="343"/>
                </a:lnTo>
                <a:lnTo>
                  <a:pt x="84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0" y="343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0" y="335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3" y="334"/>
                </a:lnTo>
                <a:lnTo>
                  <a:pt x="92" y="333"/>
                </a:lnTo>
                <a:lnTo>
                  <a:pt x="93" y="333"/>
                </a:lnTo>
                <a:lnTo>
                  <a:pt x="93" y="332"/>
                </a:lnTo>
                <a:lnTo>
                  <a:pt x="94" y="332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8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8"/>
                </a:lnTo>
                <a:lnTo>
                  <a:pt x="99" y="307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2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7" y="275"/>
                </a:lnTo>
                <a:lnTo>
                  <a:pt x="148" y="275"/>
                </a:lnTo>
                <a:lnTo>
                  <a:pt x="148" y="274"/>
                </a:lnTo>
                <a:lnTo>
                  <a:pt x="149" y="273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3" y="191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6" y="189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4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6"/>
                </a:lnTo>
                <a:lnTo>
                  <a:pt x="227" y="34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4" y="63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1" y="58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6"/>
                </a:lnTo>
                <a:lnTo>
                  <a:pt x="289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427640" y="421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451760" y="420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479120" y="419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449240" y="4197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534920" y="417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24512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252320" y="4231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11840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6"/>
                </a:lnTo>
                <a:lnTo>
                  <a:pt x="611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20" y="50"/>
                </a:lnTo>
                <a:lnTo>
                  <a:pt x="621" y="50"/>
                </a:lnTo>
                <a:lnTo>
                  <a:pt x="621" y="49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8" y="66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7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6" y="108"/>
                </a:lnTo>
                <a:lnTo>
                  <a:pt x="605" y="109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0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6" y="123"/>
                </a:lnTo>
                <a:lnTo>
                  <a:pt x="595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90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50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1" y="143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2" y="131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5" y="129"/>
                </a:lnTo>
                <a:lnTo>
                  <a:pt x="615" y="128"/>
                </a:lnTo>
                <a:lnTo>
                  <a:pt x="615" y="127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18" y="130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3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0" y="135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5" y="173"/>
                </a:lnTo>
                <a:lnTo>
                  <a:pt x="646" y="173"/>
                </a:lnTo>
                <a:lnTo>
                  <a:pt x="648" y="173"/>
                </a:lnTo>
                <a:lnTo>
                  <a:pt x="649" y="174"/>
                </a:lnTo>
                <a:lnTo>
                  <a:pt x="649" y="173"/>
                </a:lnTo>
                <a:lnTo>
                  <a:pt x="650" y="172"/>
                </a:lnTo>
                <a:lnTo>
                  <a:pt x="649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5"/>
                </a:lnTo>
                <a:lnTo>
                  <a:pt x="653" y="164"/>
                </a:lnTo>
                <a:lnTo>
                  <a:pt x="654" y="164"/>
                </a:lnTo>
                <a:lnTo>
                  <a:pt x="655" y="163"/>
                </a:lnTo>
                <a:lnTo>
                  <a:pt x="656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7"/>
                </a:lnTo>
                <a:lnTo>
                  <a:pt x="672" y="166"/>
                </a:lnTo>
                <a:lnTo>
                  <a:pt x="672" y="165"/>
                </a:lnTo>
                <a:lnTo>
                  <a:pt x="673" y="165"/>
                </a:lnTo>
                <a:lnTo>
                  <a:pt x="674" y="165"/>
                </a:lnTo>
                <a:lnTo>
                  <a:pt x="675" y="166"/>
                </a:lnTo>
                <a:lnTo>
                  <a:pt x="676" y="166"/>
                </a:lnTo>
                <a:lnTo>
                  <a:pt x="677" y="166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3" y="168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9" y="170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9"/>
                </a:lnTo>
                <a:lnTo>
                  <a:pt x="675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1" y="198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7"/>
                </a:lnTo>
                <a:lnTo>
                  <a:pt x="687" y="210"/>
                </a:lnTo>
                <a:lnTo>
                  <a:pt x="686" y="211"/>
                </a:lnTo>
                <a:lnTo>
                  <a:pt x="686" y="212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1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0"/>
                </a:lnTo>
                <a:lnTo>
                  <a:pt x="674" y="241"/>
                </a:lnTo>
                <a:lnTo>
                  <a:pt x="675" y="243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3" y="250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2"/>
                </a:lnTo>
                <a:lnTo>
                  <a:pt x="669" y="253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2"/>
                </a:lnTo>
                <a:lnTo>
                  <a:pt x="664" y="263"/>
                </a:lnTo>
                <a:lnTo>
                  <a:pt x="664" y="264"/>
                </a:lnTo>
                <a:lnTo>
                  <a:pt x="665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9" y="263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1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6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4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89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299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7" y="303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4" y="314"/>
                </a:lnTo>
                <a:lnTo>
                  <a:pt x="625" y="314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9" y="345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5" y="350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2"/>
                </a:lnTo>
                <a:lnTo>
                  <a:pt x="619" y="363"/>
                </a:lnTo>
                <a:lnTo>
                  <a:pt x="619" y="364"/>
                </a:lnTo>
                <a:lnTo>
                  <a:pt x="618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80" y="389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1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6"/>
                </a:lnTo>
                <a:lnTo>
                  <a:pt x="570" y="397"/>
                </a:lnTo>
                <a:lnTo>
                  <a:pt x="569" y="397"/>
                </a:lnTo>
                <a:lnTo>
                  <a:pt x="569" y="396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09"/>
                </a:lnTo>
                <a:lnTo>
                  <a:pt x="566" y="410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2" y="425"/>
                </a:lnTo>
                <a:lnTo>
                  <a:pt x="561" y="424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5" y="430"/>
                </a:lnTo>
                <a:lnTo>
                  <a:pt x="555" y="431"/>
                </a:lnTo>
                <a:lnTo>
                  <a:pt x="554" y="431"/>
                </a:lnTo>
                <a:lnTo>
                  <a:pt x="552" y="429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3"/>
                </a:lnTo>
                <a:lnTo>
                  <a:pt x="534" y="432"/>
                </a:lnTo>
                <a:lnTo>
                  <a:pt x="533" y="431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8" y="463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6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5" y="484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8" y="507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4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2" y="501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4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1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1" y="475"/>
                </a:lnTo>
                <a:lnTo>
                  <a:pt x="401" y="476"/>
                </a:lnTo>
                <a:lnTo>
                  <a:pt x="400" y="476"/>
                </a:lnTo>
                <a:lnTo>
                  <a:pt x="400" y="475"/>
                </a:lnTo>
                <a:lnTo>
                  <a:pt x="401" y="475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6" y="471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4" y="479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3"/>
                </a:lnTo>
                <a:lnTo>
                  <a:pt x="364" y="492"/>
                </a:lnTo>
                <a:lnTo>
                  <a:pt x="363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6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6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2"/>
                </a:lnTo>
                <a:lnTo>
                  <a:pt x="359" y="481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1" y="497"/>
                </a:lnTo>
                <a:lnTo>
                  <a:pt x="342" y="497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8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5" y="491"/>
                </a:lnTo>
                <a:lnTo>
                  <a:pt x="336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2"/>
                </a:lnTo>
                <a:lnTo>
                  <a:pt x="279" y="491"/>
                </a:lnTo>
                <a:lnTo>
                  <a:pt x="278" y="491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6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1" y="355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6" y="356"/>
                </a:lnTo>
                <a:lnTo>
                  <a:pt x="185" y="356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70" y="360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8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1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7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3" y="297"/>
                </a:lnTo>
                <a:lnTo>
                  <a:pt x="144" y="297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3" y="288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5" y="273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5"/>
                </a:lnTo>
                <a:lnTo>
                  <a:pt x="142" y="234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2" y="238"/>
                </a:lnTo>
                <a:lnTo>
                  <a:pt x="131" y="238"/>
                </a:lnTo>
                <a:lnTo>
                  <a:pt x="131" y="239"/>
                </a:lnTo>
                <a:lnTo>
                  <a:pt x="131" y="240"/>
                </a:lnTo>
                <a:lnTo>
                  <a:pt x="131" y="241"/>
                </a:lnTo>
                <a:lnTo>
                  <a:pt x="130" y="241"/>
                </a:lnTo>
                <a:lnTo>
                  <a:pt x="130" y="240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2" y="242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8"/>
                </a:lnTo>
                <a:lnTo>
                  <a:pt x="113" y="238"/>
                </a:lnTo>
                <a:lnTo>
                  <a:pt x="113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7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8" y="233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90" y="241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6" y="238"/>
                </a:lnTo>
                <a:lnTo>
                  <a:pt x="85" y="238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7"/>
                </a:lnTo>
                <a:lnTo>
                  <a:pt x="76" y="238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4" y="238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8" y="233"/>
                </a:lnTo>
                <a:lnTo>
                  <a:pt x="67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2" y="223"/>
                </a:lnTo>
                <a:lnTo>
                  <a:pt x="71" y="223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8"/>
                </a:lnTo>
                <a:lnTo>
                  <a:pt x="60" y="207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1"/>
                </a:lnTo>
                <a:lnTo>
                  <a:pt x="49" y="202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1"/>
                </a:lnTo>
                <a:lnTo>
                  <a:pt x="41" y="201"/>
                </a:lnTo>
                <a:lnTo>
                  <a:pt x="40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0"/>
                </a:lnTo>
                <a:lnTo>
                  <a:pt x="27" y="200"/>
                </a:lnTo>
                <a:lnTo>
                  <a:pt x="26" y="200"/>
                </a:lnTo>
                <a:lnTo>
                  <a:pt x="26" y="199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20" y="209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8" y="207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8"/>
                </a:lnTo>
                <a:lnTo>
                  <a:pt x="11" y="197"/>
                </a:lnTo>
                <a:lnTo>
                  <a:pt x="11" y="196"/>
                </a:lnTo>
                <a:lnTo>
                  <a:pt x="10" y="196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8" y="190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8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7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2" y="176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8"/>
                </a:lnTo>
                <a:lnTo>
                  <a:pt x="40" y="168"/>
                </a:lnTo>
                <a:lnTo>
                  <a:pt x="40" y="167"/>
                </a:lnTo>
                <a:lnTo>
                  <a:pt x="41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50" y="165"/>
                </a:lnTo>
                <a:lnTo>
                  <a:pt x="50" y="164"/>
                </a:lnTo>
                <a:lnTo>
                  <a:pt x="51" y="164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50"/>
                </a:lnTo>
                <a:lnTo>
                  <a:pt x="58" y="149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6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3" y="148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2" y="162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8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4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7" y="152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2" y="145"/>
                </a:lnTo>
                <a:lnTo>
                  <a:pt x="163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6" y="137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6" y="130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2"/>
                </a:lnTo>
                <a:lnTo>
                  <a:pt x="221" y="119"/>
                </a:lnTo>
                <a:lnTo>
                  <a:pt x="221" y="118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6" y="117"/>
                </a:lnTo>
                <a:lnTo>
                  <a:pt x="227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39" y="84"/>
                </a:lnTo>
                <a:lnTo>
                  <a:pt x="240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0"/>
                </a:lnTo>
                <a:lnTo>
                  <a:pt x="249" y="79"/>
                </a:lnTo>
                <a:lnTo>
                  <a:pt x="250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4"/>
                </a:lnTo>
                <a:lnTo>
                  <a:pt x="250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1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0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9" y="113"/>
                </a:lnTo>
                <a:lnTo>
                  <a:pt x="270" y="113"/>
                </a:lnTo>
                <a:lnTo>
                  <a:pt x="270" y="114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81" y="116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299" y="123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8"/>
                </a:lnTo>
                <a:lnTo>
                  <a:pt x="299" y="129"/>
                </a:lnTo>
                <a:lnTo>
                  <a:pt x="299" y="130"/>
                </a:lnTo>
                <a:lnTo>
                  <a:pt x="300" y="129"/>
                </a:lnTo>
                <a:lnTo>
                  <a:pt x="300" y="130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8"/>
                </a:lnTo>
                <a:lnTo>
                  <a:pt x="308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7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3" y="103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3"/>
                </a:lnTo>
                <a:lnTo>
                  <a:pt x="347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2" y="87"/>
                </a:lnTo>
                <a:lnTo>
                  <a:pt x="352" y="88"/>
                </a:lnTo>
                <a:lnTo>
                  <a:pt x="352" y="89"/>
                </a:lnTo>
                <a:lnTo>
                  <a:pt x="353" y="90"/>
                </a:lnTo>
                <a:lnTo>
                  <a:pt x="356" y="91"/>
                </a:lnTo>
                <a:lnTo>
                  <a:pt x="356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70" y="101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9"/>
                </a:lnTo>
                <a:lnTo>
                  <a:pt x="382" y="88"/>
                </a:lnTo>
                <a:lnTo>
                  <a:pt x="382" y="87"/>
                </a:lnTo>
                <a:lnTo>
                  <a:pt x="381" y="87"/>
                </a:lnTo>
                <a:lnTo>
                  <a:pt x="381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2" y="87"/>
                </a:lnTo>
                <a:lnTo>
                  <a:pt x="393" y="88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4" y="85"/>
                </a:lnTo>
                <a:lnTo>
                  <a:pt x="406" y="85"/>
                </a:lnTo>
                <a:lnTo>
                  <a:pt x="407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4" y="83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8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2" y="68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7"/>
                </a:lnTo>
                <a:lnTo>
                  <a:pt x="405" y="66"/>
                </a:lnTo>
                <a:lnTo>
                  <a:pt x="405" y="67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1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4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6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7"/>
                </a:lnTo>
                <a:lnTo>
                  <a:pt x="433" y="68"/>
                </a:lnTo>
                <a:lnTo>
                  <a:pt x="434" y="68"/>
                </a:lnTo>
                <a:lnTo>
                  <a:pt x="435" y="69"/>
                </a:lnTo>
                <a:lnTo>
                  <a:pt x="437" y="69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0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6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6" y="41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1" y="51"/>
                </a:lnTo>
                <a:lnTo>
                  <a:pt x="472" y="51"/>
                </a:lnTo>
                <a:lnTo>
                  <a:pt x="472" y="52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4" y="47"/>
                </a:lnTo>
                <a:lnTo>
                  <a:pt x="484" y="46"/>
                </a:lnTo>
                <a:lnTo>
                  <a:pt x="483" y="44"/>
                </a:lnTo>
                <a:lnTo>
                  <a:pt x="483" y="43"/>
                </a:lnTo>
                <a:lnTo>
                  <a:pt x="483" y="42"/>
                </a:lnTo>
                <a:lnTo>
                  <a:pt x="484" y="42"/>
                </a:lnTo>
                <a:lnTo>
                  <a:pt x="483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6"/>
                </a:lnTo>
                <a:lnTo>
                  <a:pt x="486" y="36"/>
                </a:lnTo>
                <a:lnTo>
                  <a:pt x="488" y="37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4" y="38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6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1"/>
                </a:lnTo>
                <a:lnTo>
                  <a:pt x="531" y="40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6"/>
                </a:lnTo>
                <a:lnTo>
                  <a:pt x="533" y="35"/>
                </a:lnTo>
                <a:lnTo>
                  <a:pt x="533" y="34"/>
                </a:lnTo>
                <a:lnTo>
                  <a:pt x="532" y="34"/>
                </a:lnTo>
                <a:lnTo>
                  <a:pt x="532" y="33"/>
                </a:lnTo>
                <a:lnTo>
                  <a:pt x="533" y="32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68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268520" y="4235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28868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279680" y="4361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337640" y="429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4"/>
                </a:move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8"/>
                </a:move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2"/>
                </a:move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354200" y="4423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35348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40316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552200" y="447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5493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54932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5"/>
                </a:move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5"/>
                </a:move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14576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3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9" y="16"/>
                </a:lnTo>
                <a:lnTo>
                  <a:pt x="320" y="17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59" y="46"/>
                </a:lnTo>
                <a:lnTo>
                  <a:pt x="360" y="47"/>
                </a:lnTo>
                <a:lnTo>
                  <a:pt x="361" y="47"/>
                </a:lnTo>
                <a:lnTo>
                  <a:pt x="361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9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6" y="50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3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8"/>
                </a:lnTo>
                <a:lnTo>
                  <a:pt x="409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6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4" y="71"/>
                </a:lnTo>
                <a:lnTo>
                  <a:pt x="423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6"/>
                </a:lnTo>
                <a:lnTo>
                  <a:pt x="439" y="87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40" y="94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1" y="100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1" y="111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8" y="125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9" y="133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4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4" y="135"/>
                </a:lnTo>
                <a:lnTo>
                  <a:pt x="423" y="135"/>
                </a:lnTo>
                <a:lnTo>
                  <a:pt x="423" y="134"/>
                </a:lnTo>
                <a:lnTo>
                  <a:pt x="422" y="135"/>
                </a:lnTo>
                <a:lnTo>
                  <a:pt x="421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7" y="138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40"/>
                </a:lnTo>
                <a:lnTo>
                  <a:pt x="403" y="140"/>
                </a:lnTo>
                <a:lnTo>
                  <a:pt x="403" y="141"/>
                </a:lnTo>
                <a:lnTo>
                  <a:pt x="402" y="141"/>
                </a:lnTo>
                <a:lnTo>
                  <a:pt x="402" y="142"/>
                </a:lnTo>
                <a:lnTo>
                  <a:pt x="401" y="143"/>
                </a:lnTo>
                <a:lnTo>
                  <a:pt x="400" y="143"/>
                </a:lnTo>
                <a:lnTo>
                  <a:pt x="400" y="144"/>
                </a:lnTo>
                <a:lnTo>
                  <a:pt x="399" y="145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9" y="146"/>
                </a:lnTo>
                <a:lnTo>
                  <a:pt x="398" y="145"/>
                </a:lnTo>
                <a:lnTo>
                  <a:pt x="397" y="146"/>
                </a:lnTo>
                <a:lnTo>
                  <a:pt x="397" y="147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5" y="149"/>
                </a:lnTo>
                <a:lnTo>
                  <a:pt x="395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3" y="153"/>
                </a:lnTo>
                <a:lnTo>
                  <a:pt x="392" y="153"/>
                </a:lnTo>
                <a:lnTo>
                  <a:pt x="391" y="154"/>
                </a:lnTo>
                <a:lnTo>
                  <a:pt x="391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9"/>
                </a:lnTo>
                <a:lnTo>
                  <a:pt x="384" y="158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7" y="162"/>
                </a:lnTo>
                <a:lnTo>
                  <a:pt x="376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6" y="170"/>
                </a:lnTo>
                <a:lnTo>
                  <a:pt x="368" y="169"/>
                </a:lnTo>
                <a:lnTo>
                  <a:pt x="368" y="168"/>
                </a:lnTo>
                <a:lnTo>
                  <a:pt x="367" y="168"/>
                </a:lnTo>
                <a:lnTo>
                  <a:pt x="367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4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5" y="163"/>
                </a:lnTo>
                <a:lnTo>
                  <a:pt x="365" y="162"/>
                </a:lnTo>
                <a:lnTo>
                  <a:pt x="364" y="162"/>
                </a:lnTo>
                <a:lnTo>
                  <a:pt x="364" y="163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5" y="168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1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4" y="167"/>
                </a:lnTo>
                <a:lnTo>
                  <a:pt x="344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6" y="160"/>
                </a:lnTo>
                <a:lnTo>
                  <a:pt x="344" y="159"/>
                </a:lnTo>
                <a:lnTo>
                  <a:pt x="343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4" y="162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5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1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5"/>
                </a:lnTo>
                <a:lnTo>
                  <a:pt x="318" y="175"/>
                </a:lnTo>
                <a:lnTo>
                  <a:pt x="318" y="174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5" y="174"/>
                </a:lnTo>
                <a:lnTo>
                  <a:pt x="314" y="174"/>
                </a:lnTo>
                <a:lnTo>
                  <a:pt x="313" y="174"/>
                </a:lnTo>
                <a:lnTo>
                  <a:pt x="312" y="175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1" y="173"/>
                </a:lnTo>
                <a:lnTo>
                  <a:pt x="311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10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8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3" y="167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3" y="175"/>
                </a:lnTo>
                <a:lnTo>
                  <a:pt x="294" y="175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2" y="175"/>
                </a:lnTo>
                <a:lnTo>
                  <a:pt x="292" y="174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9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3" y="182"/>
                </a:lnTo>
                <a:lnTo>
                  <a:pt x="284" y="183"/>
                </a:lnTo>
                <a:lnTo>
                  <a:pt x="283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1" y="187"/>
                </a:lnTo>
                <a:lnTo>
                  <a:pt x="283" y="188"/>
                </a:lnTo>
                <a:lnTo>
                  <a:pt x="284" y="188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8" y="191"/>
                </a:lnTo>
                <a:lnTo>
                  <a:pt x="289" y="192"/>
                </a:lnTo>
                <a:lnTo>
                  <a:pt x="290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3" y="194"/>
                </a:lnTo>
                <a:lnTo>
                  <a:pt x="293" y="195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6" y="198"/>
                </a:lnTo>
                <a:lnTo>
                  <a:pt x="296" y="199"/>
                </a:lnTo>
                <a:lnTo>
                  <a:pt x="297" y="199"/>
                </a:lnTo>
                <a:lnTo>
                  <a:pt x="298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5" y="207"/>
                </a:lnTo>
                <a:lnTo>
                  <a:pt x="295" y="208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3"/>
                </a:lnTo>
                <a:lnTo>
                  <a:pt x="294" y="214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2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3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5" y="227"/>
                </a:lnTo>
                <a:lnTo>
                  <a:pt x="295" y="228"/>
                </a:lnTo>
                <a:lnTo>
                  <a:pt x="295" y="227"/>
                </a:lnTo>
                <a:lnTo>
                  <a:pt x="294" y="227"/>
                </a:lnTo>
                <a:lnTo>
                  <a:pt x="294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1" y="238"/>
                </a:lnTo>
                <a:lnTo>
                  <a:pt x="291" y="237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4" y="238"/>
                </a:lnTo>
                <a:lnTo>
                  <a:pt x="283" y="238"/>
                </a:lnTo>
                <a:lnTo>
                  <a:pt x="283" y="239"/>
                </a:lnTo>
                <a:lnTo>
                  <a:pt x="282" y="239"/>
                </a:lnTo>
                <a:lnTo>
                  <a:pt x="282" y="240"/>
                </a:lnTo>
                <a:lnTo>
                  <a:pt x="281" y="240"/>
                </a:lnTo>
                <a:lnTo>
                  <a:pt x="281" y="239"/>
                </a:lnTo>
                <a:lnTo>
                  <a:pt x="280" y="239"/>
                </a:lnTo>
                <a:lnTo>
                  <a:pt x="280" y="240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1" y="244"/>
                </a:lnTo>
                <a:lnTo>
                  <a:pt x="281" y="243"/>
                </a:lnTo>
                <a:lnTo>
                  <a:pt x="281" y="242"/>
                </a:lnTo>
                <a:lnTo>
                  <a:pt x="282" y="242"/>
                </a:lnTo>
                <a:lnTo>
                  <a:pt x="282" y="243"/>
                </a:lnTo>
                <a:lnTo>
                  <a:pt x="282" y="244"/>
                </a:lnTo>
                <a:lnTo>
                  <a:pt x="283" y="244"/>
                </a:lnTo>
                <a:lnTo>
                  <a:pt x="284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4" y="249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9" y="253"/>
                </a:lnTo>
                <a:lnTo>
                  <a:pt x="289" y="254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2"/>
                </a:lnTo>
                <a:lnTo>
                  <a:pt x="292" y="253"/>
                </a:lnTo>
                <a:lnTo>
                  <a:pt x="293" y="253"/>
                </a:lnTo>
                <a:lnTo>
                  <a:pt x="293" y="252"/>
                </a:lnTo>
                <a:lnTo>
                  <a:pt x="294" y="252"/>
                </a:lnTo>
                <a:lnTo>
                  <a:pt x="295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7"/>
                </a:lnTo>
                <a:lnTo>
                  <a:pt x="293" y="247"/>
                </a:lnTo>
                <a:lnTo>
                  <a:pt x="294" y="245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9" y="241"/>
                </a:lnTo>
                <a:lnTo>
                  <a:pt x="299" y="240"/>
                </a:lnTo>
                <a:lnTo>
                  <a:pt x="298" y="240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5" y="240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6" y="243"/>
                </a:lnTo>
                <a:lnTo>
                  <a:pt x="305" y="244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7" y="251"/>
                </a:lnTo>
                <a:lnTo>
                  <a:pt x="307" y="252"/>
                </a:lnTo>
                <a:lnTo>
                  <a:pt x="307" y="253"/>
                </a:lnTo>
                <a:lnTo>
                  <a:pt x="306" y="253"/>
                </a:lnTo>
                <a:lnTo>
                  <a:pt x="306" y="254"/>
                </a:lnTo>
                <a:lnTo>
                  <a:pt x="307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9" y="256"/>
                </a:lnTo>
                <a:lnTo>
                  <a:pt x="310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3" y="257"/>
                </a:lnTo>
                <a:lnTo>
                  <a:pt x="314" y="257"/>
                </a:lnTo>
                <a:lnTo>
                  <a:pt x="314" y="256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59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3"/>
                </a:lnTo>
                <a:lnTo>
                  <a:pt x="325" y="264"/>
                </a:lnTo>
                <a:lnTo>
                  <a:pt x="325" y="265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3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8" y="352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5" y="365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7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5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7" y="381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1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0" y="369"/>
                </a:lnTo>
                <a:lnTo>
                  <a:pt x="301" y="369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0" y="366"/>
                </a:lnTo>
                <a:lnTo>
                  <a:pt x="291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7" y="354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7"/>
                </a:lnTo>
                <a:lnTo>
                  <a:pt x="277" y="345"/>
                </a:lnTo>
                <a:lnTo>
                  <a:pt x="277" y="344"/>
                </a:lnTo>
                <a:lnTo>
                  <a:pt x="276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2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5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2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7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7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7"/>
                </a:lnTo>
                <a:lnTo>
                  <a:pt x="139" y="367"/>
                </a:lnTo>
                <a:lnTo>
                  <a:pt x="138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1"/>
                </a:lnTo>
                <a:lnTo>
                  <a:pt x="119" y="370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3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3"/>
                </a:lnTo>
                <a:lnTo>
                  <a:pt x="107" y="354"/>
                </a:lnTo>
                <a:lnTo>
                  <a:pt x="108" y="354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0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6"/>
                </a:lnTo>
                <a:lnTo>
                  <a:pt x="68" y="335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7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8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8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2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2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7" y="299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7"/>
                </a:lnTo>
                <a:lnTo>
                  <a:pt x="3" y="267"/>
                </a:lnTo>
                <a:lnTo>
                  <a:pt x="3" y="268"/>
                </a:lnTo>
                <a:lnTo>
                  <a:pt x="4" y="267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59"/>
                </a:lnTo>
                <a:lnTo>
                  <a:pt x="8" y="259"/>
                </a:lnTo>
                <a:lnTo>
                  <a:pt x="9" y="259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7" y="254"/>
                </a:lnTo>
                <a:lnTo>
                  <a:pt x="18" y="254"/>
                </a:lnTo>
                <a:lnTo>
                  <a:pt x="19" y="254"/>
                </a:lnTo>
                <a:lnTo>
                  <a:pt x="19" y="255"/>
                </a:lnTo>
                <a:lnTo>
                  <a:pt x="20" y="255"/>
                </a:lnTo>
                <a:lnTo>
                  <a:pt x="21" y="255"/>
                </a:lnTo>
                <a:lnTo>
                  <a:pt x="21" y="256"/>
                </a:lnTo>
                <a:lnTo>
                  <a:pt x="22" y="257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2" y="255"/>
                </a:lnTo>
                <a:lnTo>
                  <a:pt x="23" y="254"/>
                </a:lnTo>
                <a:lnTo>
                  <a:pt x="23" y="253"/>
                </a:lnTo>
                <a:lnTo>
                  <a:pt x="23" y="252"/>
                </a:lnTo>
                <a:lnTo>
                  <a:pt x="24" y="252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7" y="247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6" y="244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9" y="243"/>
                </a:lnTo>
                <a:lnTo>
                  <a:pt x="29" y="242"/>
                </a:lnTo>
                <a:lnTo>
                  <a:pt x="29" y="241"/>
                </a:lnTo>
                <a:lnTo>
                  <a:pt x="30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3" y="241"/>
                </a:lnTo>
                <a:lnTo>
                  <a:pt x="34" y="241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2"/>
                </a:lnTo>
                <a:lnTo>
                  <a:pt x="38" y="241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40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40" y="230"/>
                </a:lnTo>
                <a:lnTo>
                  <a:pt x="40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1" y="222"/>
                </a:lnTo>
                <a:lnTo>
                  <a:pt x="40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8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5" y="218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2" y="215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9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6" y="212"/>
                </a:lnTo>
                <a:lnTo>
                  <a:pt x="26" y="211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4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8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7"/>
                </a:lnTo>
                <a:lnTo>
                  <a:pt x="27" y="206"/>
                </a:lnTo>
                <a:lnTo>
                  <a:pt x="28" y="206"/>
                </a:lnTo>
                <a:lnTo>
                  <a:pt x="28" y="207"/>
                </a:lnTo>
                <a:lnTo>
                  <a:pt x="29" y="207"/>
                </a:lnTo>
                <a:lnTo>
                  <a:pt x="30" y="206"/>
                </a:lnTo>
                <a:lnTo>
                  <a:pt x="31" y="206"/>
                </a:lnTo>
                <a:lnTo>
                  <a:pt x="32" y="206"/>
                </a:lnTo>
                <a:lnTo>
                  <a:pt x="32" y="205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1"/>
                </a:lnTo>
                <a:lnTo>
                  <a:pt x="30" y="200"/>
                </a:lnTo>
                <a:lnTo>
                  <a:pt x="30" y="199"/>
                </a:lnTo>
                <a:lnTo>
                  <a:pt x="30" y="197"/>
                </a:lnTo>
                <a:lnTo>
                  <a:pt x="32" y="197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6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40" y="193"/>
                </a:lnTo>
                <a:lnTo>
                  <a:pt x="40" y="192"/>
                </a:lnTo>
                <a:lnTo>
                  <a:pt x="40" y="193"/>
                </a:lnTo>
                <a:lnTo>
                  <a:pt x="41" y="193"/>
                </a:lnTo>
                <a:lnTo>
                  <a:pt x="41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3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1"/>
                </a:lnTo>
                <a:lnTo>
                  <a:pt x="49" y="182"/>
                </a:lnTo>
                <a:lnTo>
                  <a:pt x="50" y="183"/>
                </a:lnTo>
                <a:lnTo>
                  <a:pt x="49" y="184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3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5" y="184"/>
                </a:lnTo>
                <a:lnTo>
                  <a:pt x="56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4" y="188"/>
                </a:lnTo>
                <a:lnTo>
                  <a:pt x="64" y="187"/>
                </a:lnTo>
                <a:lnTo>
                  <a:pt x="65" y="187"/>
                </a:lnTo>
                <a:lnTo>
                  <a:pt x="66" y="187"/>
                </a:lnTo>
                <a:lnTo>
                  <a:pt x="67" y="188"/>
                </a:lnTo>
                <a:lnTo>
                  <a:pt x="68" y="188"/>
                </a:lnTo>
                <a:lnTo>
                  <a:pt x="68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5"/>
                </a:lnTo>
                <a:lnTo>
                  <a:pt x="88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1" y="202"/>
                </a:lnTo>
                <a:lnTo>
                  <a:pt x="91" y="201"/>
                </a:lnTo>
                <a:lnTo>
                  <a:pt x="92" y="201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3" y="195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5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7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3" y="224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0"/>
                </a:lnTo>
                <a:lnTo>
                  <a:pt x="140" y="221"/>
                </a:lnTo>
                <a:lnTo>
                  <a:pt x="141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50" y="218"/>
                </a:lnTo>
                <a:lnTo>
                  <a:pt x="151" y="218"/>
                </a:lnTo>
                <a:lnTo>
                  <a:pt x="151" y="217"/>
                </a:lnTo>
                <a:lnTo>
                  <a:pt x="152" y="216"/>
                </a:lnTo>
                <a:lnTo>
                  <a:pt x="153" y="216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4" y="215"/>
                </a:lnTo>
                <a:lnTo>
                  <a:pt x="163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2" y="207"/>
                </a:lnTo>
                <a:lnTo>
                  <a:pt x="174" y="205"/>
                </a:lnTo>
                <a:lnTo>
                  <a:pt x="175" y="203"/>
                </a:lnTo>
                <a:lnTo>
                  <a:pt x="175" y="202"/>
                </a:lnTo>
                <a:lnTo>
                  <a:pt x="177" y="201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6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1" y="173"/>
                </a:lnTo>
                <a:lnTo>
                  <a:pt x="192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2"/>
                </a:lnTo>
                <a:lnTo>
                  <a:pt x="195" y="171"/>
                </a:lnTo>
                <a:lnTo>
                  <a:pt x="195" y="170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6" y="167"/>
                </a:lnTo>
                <a:lnTo>
                  <a:pt x="197" y="166"/>
                </a:lnTo>
                <a:lnTo>
                  <a:pt x="197" y="165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199" y="162"/>
                </a:lnTo>
                <a:lnTo>
                  <a:pt x="200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7"/>
                </a:lnTo>
                <a:lnTo>
                  <a:pt x="199" y="157"/>
                </a:lnTo>
                <a:lnTo>
                  <a:pt x="198" y="157"/>
                </a:lnTo>
                <a:lnTo>
                  <a:pt x="197" y="156"/>
                </a:lnTo>
                <a:lnTo>
                  <a:pt x="196" y="155"/>
                </a:lnTo>
                <a:lnTo>
                  <a:pt x="196" y="154"/>
                </a:lnTo>
                <a:lnTo>
                  <a:pt x="197" y="154"/>
                </a:lnTo>
                <a:lnTo>
                  <a:pt x="196" y="154"/>
                </a:lnTo>
                <a:lnTo>
                  <a:pt x="196" y="153"/>
                </a:lnTo>
                <a:lnTo>
                  <a:pt x="195" y="152"/>
                </a:lnTo>
                <a:lnTo>
                  <a:pt x="194" y="152"/>
                </a:lnTo>
                <a:lnTo>
                  <a:pt x="194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9"/>
                </a:lnTo>
                <a:lnTo>
                  <a:pt x="201" y="138"/>
                </a:lnTo>
                <a:lnTo>
                  <a:pt x="202" y="138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9" y="140"/>
                </a:lnTo>
                <a:lnTo>
                  <a:pt x="210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1" y="135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6" y="141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7"/>
                </a:lnTo>
                <a:lnTo>
                  <a:pt x="240" y="137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3"/>
                </a:lnTo>
                <a:lnTo>
                  <a:pt x="245" y="132"/>
                </a:lnTo>
                <a:lnTo>
                  <a:pt x="243" y="132"/>
                </a:lnTo>
                <a:lnTo>
                  <a:pt x="242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1" y="125"/>
                </a:lnTo>
                <a:lnTo>
                  <a:pt x="242" y="125"/>
                </a:lnTo>
                <a:lnTo>
                  <a:pt x="243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6" y="120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8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2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3" y="82"/>
                </a:lnTo>
                <a:lnTo>
                  <a:pt x="263" y="83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9"/>
                </a:lnTo>
                <a:lnTo>
                  <a:pt x="264" y="78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4" y="76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4" y="72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2"/>
                </a:lnTo>
                <a:lnTo>
                  <a:pt x="272" y="71"/>
                </a:lnTo>
                <a:lnTo>
                  <a:pt x="273" y="71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8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80" y="64"/>
                </a:lnTo>
                <a:lnTo>
                  <a:pt x="281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90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7"/>
                </a:lnTo>
                <a:lnTo>
                  <a:pt x="282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80" y="4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3888360" y="376884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3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8"/>
                </a:lnTo>
                <a:lnTo>
                  <a:pt x="522" y="29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3"/>
                </a:lnTo>
                <a:lnTo>
                  <a:pt x="525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2"/>
                </a:lnTo>
                <a:lnTo>
                  <a:pt x="531" y="51"/>
                </a:lnTo>
                <a:lnTo>
                  <a:pt x="532" y="51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8"/>
                </a:lnTo>
                <a:lnTo>
                  <a:pt x="538" y="58"/>
                </a:lnTo>
                <a:lnTo>
                  <a:pt x="539" y="59"/>
                </a:lnTo>
                <a:lnTo>
                  <a:pt x="540" y="59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79" y="66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6"/>
                </a:lnTo>
                <a:lnTo>
                  <a:pt x="614" y="77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5"/>
                </a:lnTo>
                <a:lnTo>
                  <a:pt x="623" y="95"/>
                </a:lnTo>
                <a:lnTo>
                  <a:pt x="623" y="96"/>
                </a:lnTo>
                <a:lnTo>
                  <a:pt x="623" y="97"/>
                </a:lnTo>
                <a:lnTo>
                  <a:pt x="624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5" y="102"/>
                </a:lnTo>
                <a:lnTo>
                  <a:pt x="626" y="102"/>
                </a:lnTo>
                <a:lnTo>
                  <a:pt x="626" y="101"/>
                </a:lnTo>
                <a:lnTo>
                  <a:pt x="627" y="101"/>
                </a:lnTo>
                <a:lnTo>
                  <a:pt x="628" y="102"/>
                </a:lnTo>
                <a:lnTo>
                  <a:pt x="629" y="102"/>
                </a:lnTo>
                <a:lnTo>
                  <a:pt x="630" y="101"/>
                </a:lnTo>
                <a:lnTo>
                  <a:pt x="631" y="100"/>
                </a:lnTo>
                <a:lnTo>
                  <a:pt x="632" y="100"/>
                </a:lnTo>
                <a:lnTo>
                  <a:pt x="633" y="100"/>
                </a:lnTo>
                <a:lnTo>
                  <a:pt x="634" y="101"/>
                </a:lnTo>
                <a:lnTo>
                  <a:pt x="635" y="101"/>
                </a:lnTo>
                <a:lnTo>
                  <a:pt x="636" y="102"/>
                </a:lnTo>
                <a:lnTo>
                  <a:pt x="637" y="102"/>
                </a:lnTo>
                <a:lnTo>
                  <a:pt x="638" y="102"/>
                </a:lnTo>
                <a:lnTo>
                  <a:pt x="638" y="103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5" y="103"/>
                </a:lnTo>
                <a:lnTo>
                  <a:pt x="635" y="104"/>
                </a:lnTo>
                <a:lnTo>
                  <a:pt x="635" y="103"/>
                </a:lnTo>
                <a:lnTo>
                  <a:pt x="634" y="103"/>
                </a:lnTo>
                <a:lnTo>
                  <a:pt x="634" y="104"/>
                </a:lnTo>
                <a:lnTo>
                  <a:pt x="635" y="104"/>
                </a:lnTo>
                <a:lnTo>
                  <a:pt x="635" y="105"/>
                </a:lnTo>
                <a:lnTo>
                  <a:pt x="634" y="105"/>
                </a:lnTo>
                <a:lnTo>
                  <a:pt x="633" y="105"/>
                </a:lnTo>
                <a:lnTo>
                  <a:pt x="632" y="105"/>
                </a:lnTo>
                <a:lnTo>
                  <a:pt x="630" y="105"/>
                </a:lnTo>
                <a:lnTo>
                  <a:pt x="630" y="104"/>
                </a:lnTo>
                <a:lnTo>
                  <a:pt x="629" y="104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7" y="104"/>
                </a:lnTo>
                <a:lnTo>
                  <a:pt x="626" y="104"/>
                </a:lnTo>
                <a:lnTo>
                  <a:pt x="627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1" y="121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2" y="124"/>
                </a:lnTo>
                <a:lnTo>
                  <a:pt x="633" y="124"/>
                </a:lnTo>
                <a:lnTo>
                  <a:pt x="632" y="125"/>
                </a:lnTo>
                <a:lnTo>
                  <a:pt x="631" y="125"/>
                </a:lnTo>
                <a:lnTo>
                  <a:pt x="631" y="126"/>
                </a:lnTo>
                <a:lnTo>
                  <a:pt x="631" y="127"/>
                </a:lnTo>
                <a:lnTo>
                  <a:pt x="632" y="126"/>
                </a:lnTo>
                <a:lnTo>
                  <a:pt x="632" y="127"/>
                </a:lnTo>
                <a:lnTo>
                  <a:pt x="631" y="127"/>
                </a:lnTo>
                <a:lnTo>
                  <a:pt x="631" y="128"/>
                </a:lnTo>
                <a:lnTo>
                  <a:pt x="631" y="129"/>
                </a:lnTo>
                <a:lnTo>
                  <a:pt x="630" y="130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0" y="132"/>
                </a:lnTo>
                <a:lnTo>
                  <a:pt x="631" y="132"/>
                </a:lnTo>
                <a:lnTo>
                  <a:pt x="632" y="132"/>
                </a:lnTo>
                <a:lnTo>
                  <a:pt x="633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3"/>
                </a:lnTo>
                <a:lnTo>
                  <a:pt x="631" y="153"/>
                </a:lnTo>
                <a:lnTo>
                  <a:pt x="632" y="154"/>
                </a:lnTo>
                <a:lnTo>
                  <a:pt x="632" y="155"/>
                </a:lnTo>
                <a:lnTo>
                  <a:pt x="633" y="155"/>
                </a:lnTo>
                <a:lnTo>
                  <a:pt x="634" y="156"/>
                </a:lnTo>
                <a:lnTo>
                  <a:pt x="635" y="156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5" y="162"/>
                </a:lnTo>
                <a:lnTo>
                  <a:pt x="646" y="162"/>
                </a:lnTo>
                <a:lnTo>
                  <a:pt x="646" y="163"/>
                </a:lnTo>
                <a:lnTo>
                  <a:pt x="647" y="163"/>
                </a:lnTo>
                <a:lnTo>
                  <a:pt x="647" y="164"/>
                </a:lnTo>
                <a:lnTo>
                  <a:pt x="647" y="163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1" y="176"/>
                </a:lnTo>
                <a:lnTo>
                  <a:pt x="682" y="175"/>
                </a:lnTo>
                <a:lnTo>
                  <a:pt x="682" y="176"/>
                </a:lnTo>
                <a:lnTo>
                  <a:pt x="682" y="175"/>
                </a:lnTo>
                <a:lnTo>
                  <a:pt x="683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09" y="169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4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3"/>
                </a:lnTo>
                <a:lnTo>
                  <a:pt x="724" y="153"/>
                </a:lnTo>
                <a:lnTo>
                  <a:pt x="724" y="152"/>
                </a:lnTo>
                <a:lnTo>
                  <a:pt x="725" y="152"/>
                </a:lnTo>
                <a:lnTo>
                  <a:pt x="725" y="151"/>
                </a:lnTo>
                <a:lnTo>
                  <a:pt x="724" y="151"/>
                </a:lnTo>
                <a:lnTo>
                  <a:pt x="725" y="151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5" y="147"/>
                </a:lnTo>
                <a:lnTo>
                  <a:pt x="726" y="147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7" y="142"/>
                </a:lnTo>
                <a:lnTo>
                  <a:pt x="728" y="142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5" y="149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8" y="156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0" y="163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0"/>
                </a:lnTo>
                <a:lnTo>
                  <a:pt x="755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9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8" y="152"/>
                </a:lnTo>
                <a:lnTo>
                  <a:pt x="769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4" y="152"/>
                </a:lnTo>
                <a:lnTo>
                  <a:pt x="775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2"/>
                </a:lnTo>
                <a:lnTo>
                  <a:pt x="778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2"/>
                </a:lnTo>
                <a:lnTo>
                  <a:pt x="785" y="153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6" y="168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3" y="171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4"/>
                </a:lnTo>
                <a:lnTo>
                  <a:pt x="816" y="175"/>
                </a:lnTo>
                <a:lnTo>
                  <a:pt x="816" y="174"/>
                </a:lnTo>
                <a:lnTo>
                  <a:pt x="817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29" y="168"/>
                </a:lnTo>
                <a:lnTo>
                  <a:pt x="830" y="169"/>
                </a:lnTo>
                <a:lnTo>
                  <a:pt x="831" y="169"/>
                </a:lnTo>
                <a:lnTo>
                  <a:pt x="831" y="168"/>
                </a:lnTo>
                <a:lnTo>
                  <a:pt x="832" y="168"/>
                </a:lnTo>
                <a:lnTo>
                  <a:pt x="832" y="167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6"/>
                </a:lnTo>
                <a:lnTo>
                  <a:pt x="851" y="165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3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6" y="183"/>
                </a:lnTo>
                <a:lnTo>
                  <a:pt x="877" y="184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2" y="195"/>
                </a:lnTo>
                <a:lnTo>
                  <a:pt x="893" y="195"/>
                </a:lnTo>
                <a:lnTo>
                  <a:pt x="893" y="196"/>
                </a:lnTo>
                <a:lnTo>
                  <a:pt x="894" y="196"/>
                </a:lnTo>
                <a:lnTo>
                  <a:pt x="895" y="196"/>
                </a:lnTo>
                <a:lnTo>
                  <a:pt x="894" y="195"/>
                </a:lnTo>
                <a:lnTo>
                  <a:pt x="894" y="194"/>
                </a:lnTo>
                <a:lnTo>
                  <a:pt x="895" y="195"/>
                </a:lnTo>
                <a:lnTo>
                  <a:pt x="895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3" y="182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0" y="194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8"/>
                </a:lnTo>
                <a:lnTo>
                  <a:pt x="921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8" y="195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0"/>
                </a:lnTo>
                <a:lnTo>
                  <a:pt x="932" y="201"/>
                </a:lnTo>
                <a:lnTo>
                  <a:pt x="933" y="201"/>
                </a:lnTo>
                <a:lnTo>
                  <a:pt x="933" y="202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8" y="205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9"/>
                </a:lnTo>
                <a:lnTo>
                  <a:pt x="942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3" y="215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0" y="213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4" y="211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11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6" y="217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0" y="230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3"/>
                </a:lnTo>
                <a:lnTo>
                  <a:pt x="993" y="234"/>
                </a:lnTo>
                <a:lnTo>
                  <a:pt x="992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8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2"/>
                </a:lnTo>
                <a:lnTo>
                  <a:pt x="1008" y="263"/>
                </a:lnTo>
                <a:lnTo>
                  <a:pt x="1007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7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5"/>
                </a:lnTo>
                <a:lnTo>
                  <a:pt x="999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1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8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8" y="299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2" y="309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6" y="316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7" y="321"/>
                </a:lnTo>
                <a:lnTo>
                  <a:pt x="966" y="322"/>
                </a:lnTo>
                <a:lnTo>
                  <a:pt x="967" y="322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6"/>
                </a:lnTo>
                <a:lnTo>
                  <a:pt x="962" y="337"/>
                </a:lnTo>
                <a:lnTo>
                  <a:pt x="961" y="337"/>
                </a:lnTo>
                <a:lnTo>
                  <a:pt x="961" y="338"/>
                </a:lnTo>
                <a:lnTo>
                  <a:pt x="961" y="337"/>
                </a:lnTo>
                <a:lnTo>
                  <a:pt x="960" y="338"/>
                </a:lnTo>
                <a:lnTo>
                  <a:pt x="960" y="339"/>
                </a:lnTo>
                <a:lnTo>
                  <a:pt x="959" y="341"/>
                </a:lnTo>
                <a:lnTo>
                  <a:pt x="958" y="342"/>
                </a:lnTo>
                <a:lnTo>
                  <a:pt x="957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4" y="343"/>
                </a:lnTo>
                <a:lnTo>
                  <a:pt x="954" y="344"/>
                </a:lnTo>
                <a:lnTo>
                  <a:pt x="955" y="345"/>
                </a:lnTo>
                <a:lnTo>
                  <a:pt x="954" y="346"/>
                </a:lnTo>
                <a:lnTo>
                  <a:pt x="954" y="347"/>
                </a:lnTo>
                <a:lnTo>
                  <a:pt x="955" y="348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2" y="355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8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6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5"/>
                </a:lnTo>
                <a:lnTo>
                  <a:pt x="918" y="355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4" y="360"/>
                </a:lnTo>
                <a:lnTo>
                  <a:pt x="913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9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1" y="371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3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4"/>
                </a:lnTo>
                <a:lnTo>
                  <a:pt x="898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8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19"/>
                </a:lnTo>
                <a:lnTo>
                  <a:pt x="890" y="420"/>
                </a:lnTo>
                <a:lnTo>
                  <a:pt x="889" y="422"/>
                </a:lnTo>
                <a:lnTo>
                  <a:pt x="887" y="424"/>
                </a:lnTo>
                <a:lnTo>
                  <a:pt x="886" y="424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3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4" y="438"/>
                </a:lnTo>
                <a:lnTo>
                  <a:pt x="863" y="439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5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6" y="420"/>
                </a:lnTo>
                <a:lnTo>
                  <a:pt x="837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1" y="411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7" y="417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0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4" y="421"/>
                </a:lnTo>
                <a:lnTo>
                  <a:pt x="805" y="422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799" y="421"/>
                </a:lnTo>
                <a:lnTo>
                  <a:pt x="799" y="422"/>
                </a:lnTo>
                <a:lnTo>
                  <a:pt x="799" y="421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8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5" y="416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7"/>
                </a:lnTo>
                <a:lnTo>
                  <a:pt x="784" y="407"/>
                </a:lnTo>
                <a:lnTo>
                  <a:pt x="784" y="406"/>
                </a:lnTo>
                <a:lnTo>
                  <a:pt x="783" y="406"/>
                </a:lnTo>
                <a:lnTo>
                  <a:pt x="783" y="405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8" y="403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0" y="402"/>
                </a:lnTo>
                <a:lnTo>
                  <a:pt x="771" y="401"/>
                </a:lnTo>
                <a:lnTo>
                  <a:pt x="770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5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3" y="397"/>
                </a:lnTo>
                <a:lnTo>
                  <a:pt x="762" y="397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1"/>
                </a:lnTo>
                <a:lnTo>
                  <a:pt x="759" y="400"/>
                </a:lnTo>
                <a:lnTo>
                  <a:pt x="758" y="401"/>
                </a:lnTo>
                <a:lnTo>
                  <a:pt x="758" y="402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4" y="416"/>
                </a:lnTo>
                <a:lnTo>
                  <a:pt x="753" y="416"/>
                </a:lnTo>
                <a:lnTo>
                  <a:pt x="751" y="416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7" y="420"/>
                </a:lnTo>
                <a:lnTo>
                  <a:pt x="748" y="420"/>
                </a:lnTo>
                <a:lnTo>
                  <a:pt x="748" y="419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3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3" y="423"/>
                </a:lnTo>
                <a:lnTo>
                  <a:pt x="742" y="423"/>
                </a:lnTo>
                <a:lnTo>
                  <a:pt x="742" y="424"/>
                </a:lnTo>
                <a:lnTo>
                  <a:pt x="741" y="424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5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7"/>
                </a:lnTo>
                <a:lnTo>
                  <a:pt x="742" y="428"/>
                </a:lnTo>
                <a:lnTo>
                  <a:pt x="742" y="427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1" y="429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5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4" y="448"/>
                </a:lnTo>
                <a:lnTo>
                  <a:pt x="754" y="449"/>
                </a:lnTo>
                <a:lnTo>
                  <a:pt x="753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8"/>
                </a:lnTo>
                <a:lnTo>
                  <a:pt x="751" y="458"/>
                </a:lnTo>
                <a:lnTo>
                  <a:pt x="751" y="457"/>
                </a:lnTo>
                <a:lnTo>
                  <a:pt x="750" y="457"/>
                </a:lnTo>
                <a:lnTo>
                  <a:pt x="749" y="458"/>
                </a:lnTo>
                <a:lnTo>
                  <a:pt x="748" y="458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1" y="461"/>
                </a:lnTo>
                <a:lnTo>
                  <a:pt x="742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8"/>
                </a:lnTo>
                <a:lnTo>
                  <a:pt x="740" y="468"/>
                </a:lnTo>
                <a:lnTo>
                  <a:pt x="740" y="469"/>
                </a:lnTo>
                <a:lnTo>
                  <a:pt x="740" y="470"/>
                </a:lnTo>
                <a:lnTo>
                  <a:pt x="739" y="470"/>
                </a:lnTo>
                <a:lnTo>
                  <a:pt x="739" y="469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4"/>
                </a:lnTo>
                <a:lnTo>
                  <a:pt x="732" y="475"/>
                </a:lnTo>
                <a:lnTo>
                  <a:pt x="731" y="476"/>
                </a:lnTo>
                <a:lnTo>
                  <a:pt x="730" y="475"/>
                </a:lnTo>
                <a:lnTo>
                  <a:pt x="729" y="475"/>
                </a:lnTo>
                <a:lnTo>
                  <a:pt x="728" y="475"/>
                </a:lnTo>
                <a:lnTo>
                  <a:pt x="727" y="474"/>
                </a:lnTo>
                <a:lnTo>
                  <a:pt x="726" y="474"/>
                </a:lnTo>
                <a:lnTo>
                  <a:pt x="726" y="475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3"/>
                </a:lnTo>
                <a:lnTo>
                  <a:pt x="718" y="484"/>
                </a:lnTo>
                <a:lnTo>
                  <a:pt x="718" y="483"/>
                </a:lnTo>
                <a:lnTo>
                  <a:pt x="719" y="483"/>
                </a:lnTo>
                <a:lnTo>
                  <a:pt x="718" y="482"/>
                </a:lnTo>
                <a:lnTo>
                  <a:pt x="717" y="483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5" y="490"/>
                </a:lnTo>
                <a:lnTo>
                  <a:pt x="716" y="490"/>
                </a:lnTo>
                <a:lnTo>
                  <a:pt x="716" y="491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6"/>
                </a:lnTo>
                <a:lnTo>
                  <a:pt x="719" y="497"/>
                </a:lnTo>
                <a:lnTo>
                  <a:pt x="719" y="498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0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3" y="501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7" y="512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2" y="515"/>
                </a:lnTo>
                <a:lnTo>
                  <a:pt x="732" y="516"/>
                </a:lnTo>
                <a:lnTo>
                  <a:pt x="733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6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5" y="518"/>
                </a:lnTo>
                <a:lnTo>
                  <a:pt x="745" y="517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8"/>
                </a:lnTo>
                <a:lnTo>
                  <a:pt x="748" y="519"/>
                </a:lnTo>
                <a:lnTo>
                  <a:pt x="749" y="519"/>
                </a:lnTo>
                <a:lnTo>
                  <a:pt x="749" y="518"/>
                </a:lnTo>
                <a:lnTo>
                  <a:pt x="750" y="518"/>
                </a:lnTo>
                <a:lnTo>
                  <a:pt x="750" y="517"/>
                </a:lnTo>
                <a:lnTo>
                  <a:pt x="749" y="517"/>
                </a:lnTo>
                <a:lnTo>
                  <a:pt x="748" y="517"/>
                </a:lnTo>
                <a:lnTo>
                  <a:pt x="749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3" y="520"/>
                </a:lnTo>
                <a:lnTo>
                  <a:pt x="753" y="521"/>
                </a:lnTo>
                <a:lnTo>
                  <a:pt x="752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4"/>
                </a:lnTo>
                <a:lnTo>
                  <a:pt x="754" y="525"/>
                </a:lnTo>
                <a:lnTo>
                  <a:pt x="753" y="525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4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5"/>
                </a:lnTo>
                <a:lnTo>
                  <a:pt x="758" y="546"/>
                </a:lnTo>
                <a:lnTo>
                  <a:pt x="759" y="546"/>
                </a:lnTo>
                <a:lnTo>
                  <a:pt x="760" y="546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0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8" y="548"/>
                </a:lnTo>
                <a:lnTo>
                  <a:pt x="777" y="547"/>
                </a:lnTo>
                <a:lnTo>
                  <a:pt x="776" y="547"/>
                </a:lnTo>
                <a:lnTo>
                  <a:pt x="777" y="547"/>
                </a:lnTo>
                <a:lnTo>
                  <a:pt x="777" y="546"/>
                </a:lnTo>
                <a:lnTo>
                  <a:pt x="778" y="546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1"/>
                </a:lnTo>
                <a:lnTo>
                  <a:pt x="783" y="552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89" y="554"/>
                </a:lnTo>
                <a:lnTo>
                  <a:pt x="790" y="554"/>
                </a:lnTo>
                <a:lnTo>
                  <a:pt x="792" y="554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6" y="552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8" y="595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2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5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6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2" y="574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0"/>
                </a:lnTo>
                <a:lnTo>
                  <a:pt x="777" y="569"/>
                </a:lnTo>
                <a:lnTo>
                  <a:pt x="776" y="569"/>
                </a:lnTo>
                <a:lnTo>
                  <a:pt x="776" y="571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7"/>
                </a:lnTo>
                <a:lnTo>
                  <a:pt x="771" y="578"/>
                </a:lnTo>
                <a:lnTo>
                  <a:pt x="770" y="578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3"/>
                </a:lnTo>
                <a:lnTo>
                  <a:pt x="770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6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1" y="589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6" y="593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4" y="599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5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2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7" y="631"/>
                </a:lnTo>
                <a:lnTo>
                  <a:pt x="767" y="632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4"/>
                </a:lnTo>
                <a:lnTo>
                  <a:pt x="770" y="634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4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1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0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3" y="670"/>
                </a:lnTo>
                <a:lnTo>
                  <a:pt x="792" y="670"/>
                </a:lnTo>
                <a:lnTo>
                  <a:pt x="790" y="669"/>
                </a:lnTo>
                <a:lnTo>
                  <a:pt x="789" y="670"/>
                </a:lnTo>
                <a:lnTo>
                  <a:pt x="788" y="669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69"/>
                </a:lnTo>
                <a:lnTo>
                  <a:pt x="785" y="670"/>
                </a:lnTo>
                <a:lnTo>
                  <a:pt x="784" y="670"/>
                </a:lnTo>
                <a:lnTo>
                  <a:pt x="784" y="671"/>
                </a:lnTo>
                <a:lnTo>
                  <a:pt x="785" y="671"/>
                </a:lnTo>
                <a:lnTo>
                  <a:pt x="784" y="671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9" y="672"/>
                </a:lnTo>
                <a:lnTo>
                  <a:pt x="778" y="672"/>
                </a:lnTo>
                <a:lnTo>
                  <a:pt x="777" y="673"/>
                </a:lnTo>
                <a:lnTo>
                  <a:pt x="776" y="673"/>
                </a:lnTo>
                <a:lnTo>
                  <a:pt x="774" y="674"/>
                </a:lnTo>
                <a:lnTo>
                  <a:pt x="773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3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5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3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79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6" y="681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2"/>
                </a:lnTo>
                <a:lnTo>
                  <a:pt x="720" y="673"/>
                </a:lnTo>
                <a:lnTo>
                  <a:pt x="720" y="674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6" y="676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1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2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8" y="647"/>
                </a:lnTo>
                <a:lnTo>
                  <a:pt x="707" y="648"/>
                </a:lnTo>
                <a:lnTo>
                  <a:pt x="707" y="647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2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4" y="639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5" y="638"/>
                </a:lnTo>
                <a:lnTo>
                  <a:pt x="695" y="637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5" y="646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0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4" y="656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7" y="658"/>
                </a:lnTo>
                <a:lnTo>
                  <a:pt x="666" y="658"/>
                </a:lnTo>
                <a:lnTo>
                  <a:pt x="666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1" y="658"/>
                </a:lnTo>
                <a:lnTo>
                  <a:pt x="660" y="659"/>
                </a:lnTo>
                <a:lnTo>
                  <a:pt x="659" y="659"/>
                </a:lnTo>
                <a:lnTo>
                  <a:pt x="659" y="660"/>
                </a:lnTo>
                <a:lnTo>
                  <a:pt x="658" y="661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8" y="659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4" y="657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40" y="654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4" y="650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6" y="641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1"/>
                </a:lnTo>
                <a:lnTo>
                  <a:pt x="633" y="641"/>
                </a:lnTo>
                <a:lnTo>
                  <a:pt x="634" y="641"/>
                </a:lnTo>
                <a:lnTo>
                  <a:pt x="634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29"/>
                </a:lnTo>
                <a:lnTo>
                  <a:pt x="638" y="630"/>
                </a:lnTo>
                <a:lnTo>
                  <a:pt x="637" y="629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5"/>
                </a:lnTo>
                <a:lnTo>
                  <a:pt x="639" y="625"/>
                </a:lnTo>
                <a:lnTo>
                  <a:pt x="639" y="624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6"/>
                </a:lnTo>
                <a:lnTo>
                  <a:pt x="634" y="614"/>
                </a:lnTo>
                <a:lnTo>
                  <a:pt x="634" y="613"/>
                </a:lnTo>
                <a:lnTo>
                  <a:pt x="633" y="613"/>
                </a:lnTo>
                <a:lnTo>
                  <a:pt x="632" y="612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4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0"/>
                </a:lnTo>
                <a:lnTo>
                  <a:pt x="624" y="609"/>
                </a:lnTo>
                <a:lnTo>
                  <a:pt x="623" y="609"/>
                </a:lnTo>
                <a:lnTo>
                  <a:pt x="623" y="608"/>
                </a:lnTo>
                <a:lnTo>
                  <a:pt x="623" y="607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3" y="595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89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1" y="588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1" y="581"/>
                </a:lnTo>
                <a:lnTo>
                  <a:pt x="630" y="581"/>
                </a:lnTo>
                <a:lnTo>
                  <a:pt x="629" y="581"/>
                </a:lnTo>
                <a:lnTo>
                  <a:pt x="629" y="582"/>
                </a:lnTo>
                <a:lnTo>
                  <a:pt x="628" y="583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1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1"/>
                </a:lnTo>
                <a:lnTo>
                  <a:pt x="612" y="582"/>
                </a:lnTo>
                <a:lnTo>
                  <a:pt x="611" y="581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5"/>
                </a:lnTo>
                <a:lnTo>
                  <a:pt x="607" y="585"/>
                </a:lnTo>
                <a:lnTo>
                  <a:pt x="606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0" y="583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90" y="583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8"/>
                </a:lnTo>
                <a:lnTo>
                  <a:pt x="585" y="578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3" y="588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3" y="626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5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2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7"/>
                </a:lnTo>
                <a:lnTo>
                  <a:pt x="558" y="628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4"/>
                </a:lnTo>
                <a:lnTo>
                  <a:pt x="551" y="643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5" y="650"/>
                </a:lnTo>
                <a:lnTo>
                  <a:pt x="557" y="650"/>
                </a:lnTo>
                <a:lnTo>
                  <a:pt x="558" y="650"/>
                </a:lnTo>
                <a:lnTo>
                  <a:pt x="558" y="649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6" y="653"/>
                </a:lnTo>
                <a:lnTo>
                  <a:pt x="556" y="654"/>
                </a:lnTo>
                <a:lnTo>
                  <a:pt x="555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4" y="662"/>
                </a:lnTo>
                <a:lnTo>
                  <a:pt x="555" y="663"/>
                </a:lnTo>
                <a:lnTo>
                  <a:pt x="554" y="664"/>
                </a:lnTo>
                <a:lnTo>
                  <a:pt x="554" y="665"/>
                </a:lnTo>
                <a:lnTo>
                  <a:pt x="554" y="666"/>
                </a:lnTo>
                <a:lnTo>
                  <a:pt x="553" y="667"/>
                </a:lnTo>
                <a:lnTo>
                  <a:pt x="553" y="668"/>
                </a:lnTo>
                <a:lnTo>
                  <a:pt x="552" y="668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3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4" y="676"/>
                </a:lnTo>
                <a:lnTo>
                  <a:pt x="543" y="676"/>
                </a:lnTo>
                <a:lnTo>
                  <a:pt x="542" y="677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0" y="790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6" y="816"/>
                </a:lnTo>
                <a:lnTo>
                  <a:pt x="505" y="817"/>
                </a:lnTo>
                <a:lnTo>
                  <a:pt x="504" y="816"/>
                </a:lnTo>
                <a:lnTo>
                  <a:pt x="503" y="817"/>
                </a:lnTo>
                <a:lnTo>
                  <a:pt x="502" y="817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8"/>
                </a:lnTo>
                <a:lnTo>
                  <a:pt x="476" y="827"/>
                </a:lnTo>
                <a:lnTo>
                  <a:pt x="475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5" y="821"/>
                </a:lnTo>
                <a:lnTo>
                  <a:pt x="476" y="820"/>
                </a:lnTo>
                <a:lnTo>
                  <a:pt x="476" y="819"/>
                </a:lnTo>
                <a:lnTo>
                  <a:pt x="476" y="817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3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5" y="835"/>
                </a:lnTo>
                <a:lnTo>
                  <a:pt x="434" y="836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30" y="843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8" y="844"/>
                </a:lnTo>
                <a:lnTo>
                  <a:pt x="407" y="844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1" y="827"/>
                </a:lnTo>
                <a:lnTo>
                  <a:pt x="390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7" y="828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6"/>
                </a:lnTo>
                <a:lnTo>
                  <a:pt x="364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5" y="789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8" y="789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4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9" y="776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2" y="754"/>
                </a:lnTo>
                <a:lnTo>
                  <a:pt x="353" y="754"/>
                </a:lnTo>
                <a:lnTo>
                  <a:pt x="352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5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2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7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7" y="661"/>
                </a:lnTo>
                <a:lnTo>
                  <a:pt x="278" y="661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1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3" y="660"/>
                </a:lnTo>
                <a:lnTo>
                  <a:pt x="262" y="660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39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3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0"/>
                </a:lnTo>
                <a:lnTo>
                  <a:pt x="241" y="628"/>
                </a:lnTo>
                <a:lnTo>
                  <a:pt x="242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8"/>
                </a:lnTo>
                <a:lnTo>
                  <a:pt x="247" y="627"/>
                </a:lnTo>
                <a:lnTo>
                  <a:pt x="247" y="626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2" y="612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7" y="610"/>
                </a:lnTo>
                <a:lnTo>
                  <a:pt x="247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89"/>
                </a:lnTo>
                <a:lnTo>
                  <a:pt x="234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8"/>
                </a:lnTo>
                <a:lnTo>
                  <a:pt x="221" y="576"/>
                </a:lnTo>
                <a:lnTo>
                  <a:pt x="220" y="575"/>
                </a:lnTo>
                <a:lnTo>
                  <a:pt x="217" y="575"/>
                </a:lnTo>
                <a:lnTo>
                  <a:pt x="216" y="575"/>
                </a:lnTo>
                <a:lnTo>
                  <a:pt x="216" y="574"/>
                </a:lnTo>
                <a:lnTo>
                  <a:pt x="215" y="573"/>
                </a:lnTo>
                <a:lnTo>
                  <a:pt x="214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4" y="569"/>
                </a:lnTo>
                <a:lnTo>
                  <a:pt x="213" y="568"/>
                </a:lnTo>
                <a:lnTo>
                  <a:pt x="214" y="566"/>
                </a:lnTo>
                <a:lnTo>
                  <a:pt x="214" y="563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1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2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4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2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3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90" y="590"/>
                </a:lnTo>
                <a:lnTo>
                  <a:pt x="190" y="591"/>
                </a:lnTo>
                <a:lnTo>
                  <a:pt x="189" y="590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6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7"/>
                </a:lnTo>
                <a:lnTo>
                  <a:pt x="186" y="608"/>
                </a:lnTo>
                <a:lnTo>
                  <a:pt x="187" y="608"/>
                </a:lnTo>
                <a:lnTo>
                  <a:pt x="187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8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4" y="630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2" y="616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5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3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5" y="510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4" y="501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3" y="486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7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49" y="429"/>
                </a:lnTo>
                <a:lnTo>
                  <a:pt x="150" y="428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8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2" y="387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2" y="380"/>
                </a:lnTo>
                <a:lnTo>
                  <a:pt x="141" y="380"/>
                </a:lnTo>
                <a:lnTo>
                  <a:pt x="141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0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6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2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4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6"/>
                </a:lnTo>
                <a:lnTo>
                  <a:pt x="134" y="305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0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7"/>
                </a:lnTo>
                <a:lnTo>
                  <a:pt x="112" y="276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6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7" y="236"/>
                </a:lnTo>
                <a:lnTo>
                  <a:pt x="96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4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2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7" y="196"/>
                </a:lnTo>
                <a:lnTo>
                  <a:pt x="67" y="197"/>
                </a:lnTo>
                <a:lnTo>
                  <a:pt x="66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1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5" y="190"/>
                </a:lnTo>
                <a:lnTo>
                  <a:pt x="54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40" y="184"/>
                </a:lnTo>
                <a:lnTo>
                  <a:pt x="39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6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4" y="133"/>
                </a:lnTo>
                <a:lnTo>
                  <a:pt x="15" y="133"/>
                </a:lnTo>
                <a:lnTo>
                  <a:pt x="16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3" y="125"/>
                </a:lnTo>
                <a:lnTo>
                  <a:pt x="12" y="125"/>
                </a:lnTo>
                <a:lnTo>
                  <a:pt x="12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2" y="121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3" y="118"/>
                </a:lnTo>
                <a:lnTo>
                  <a:pt x="14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5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19" y="113"/>
                </a:lnTo>
                <a:lnTo>
                  <a:pt x="20" y="113"/>
                </a:lnTo>
                <a:lnTo>
                  <a:pt x="20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1"/>
                </a:lnTo>
                <a:lnTo>
                  <a:pt x="28" y="101"/>
                </a:lnTo>
                <a:lnTo>
                  <a:pt x="28" y="100"/>
                </a:lnTo>
                <a:lnTo>
                  <a:pt x="29" y="100"/>
                </a:lnTo>
                <a:lnTo>
                  <a:pt x="29" y="101"/>
                </a:lnTo>
                <a:lnTo>
                  <a:pt x="29" y="100"/>
                </a:lnTo>
                <a:lnTo>
                  <a:pt x="30" y="100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0"/>
                </a:lnTo>
                <a:lnTo>
                  <a:pt x="25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5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5"/>
                </a:lnTo>
                <a:lnTo>
                  <a:pt x="126" y="96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8" y="102"/>
                </a:lnTo>
                <a:lnTo>
                  <a:pt x="127" y="102"/>
                </a:lnTo>
                <a:lnTo>
                  <a:pt x="127" y="103"/>
                </a:lnTo>
                <a:lnTo>
                  <a:pt x="128" y="104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29" y="108"/>
                </a:lnTo>
                <a:lnTo>
                  <a:pt x="130" y="108"/>
                </a:lnTo>
                <a:lnTo>
                  <a:pt x="131" y="108"/>
                </a:lnTo>
                <a:lnTo>
                  <a:pt x="131" y="109"/>
                </a:lnTo>
                <a:lnTo>
                  <a:pt x="132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1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3" y="116"/>
                </a:lnTo>
                <a:lnTo>
                  <a:pt x="133" y="117"/>
                </a:lnTo>
                <a:lnTo>
                  <a:pt x="134" y="118"/>
                </a:lnTo>
                <a:lnTo>
                  <a:pt x="135" y="119"/>
                </a:lnTo>
                <a:lnTo>
                  <a:pt x="135" y="120"/>
                </a:lnTo>
                <a:lnTo>
                  <a:pt x="136" y="120"/>
                </a:lnTo>
                <a:lnTo>
                  <a:pt x="137" y="120"/>
                </a:lnTo>
                <a:lnTo>
                  <a:pt x="137" y="121"/>
                </a:lnTo>
                <a:lnTo>
                  <a:pt x="138" y="121"/>
                </a:lnTo>
                <a:lnTo>
                  <a:pt x="139" y="122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5" y="124"/>
                </a:lnTo>
                <a:lnTo>
                  <a:pt x="146" y="124"/>
                </a:lnTo>
                <a:lnTo>
                  <a:pt x="146" y="125"/>
                </a:lnTo>
                <a:lnTo>
                  <a:pt x="147" y="126"/>
                </a:lnTo>
                <a:lnTo>
                  <a:pt x="148" y="126"/>
                </a:lnTo>
                <a:lnTo>
                  <a:pt x="148" y="127"/>
                </a:lnTo>
                <a:lnTo>
                  <a:pt x="149" y="127"/>
                </a:lnTo>
                <a:lnTo>
                  <a:pt x="150" y="127"/>
                </a:lnTo>
                <a:lnTo>
                  <a:pt x="150" y="126"/>
                </a:lnTo>
                <a:lnTo>
                  <a:pt x="151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7" y="129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1"/>
                </a:lnTo>
                <a:lnTo>
                  <a:pt x="160" y="130"/>
                </a:lnTo>
                <a:lnTo>
                  <a:pt x="161" y="130"/>
                </a:lnTo>
                <a:lnTo>
                  <a:pt x="162" y="130"/>
                </a:lnTo>
                <a:lnTo>
                  <a:pt x="164" y="131"/>
                </a:lnTo>
                <a:lnTo>
                  <a:pt x="165" y="131"/>
                </a:lnTo>
                <a:lnTo>
                  <a:pt x="165" y="132"/>
                </a:lnTo>
                <a:lnTo>
                  <a:pt x="166" y="132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1" y="146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7" y="131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0" y="132"/>
                </a:lnTo>
                <a:lnTo>
                  <a:pt x="230" y="133"/>
                </a:lnTo>
                <a:lnTo>
                  <a:pt x="231" y="133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7" y="141"/>
                </a:lnTo>
                <a:lnTo>
                  <a:pt x="238" y="142"/>
                </a:lnTo>
                <a:lnTo>
                  <a:pt x="239" y="141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49" y="152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2"/>
                </a:lnTo>
                <a:lnTo>
                  <a:pt x="251" y="163"/>
                </a:lnTo>
                <a:lnTo>
                  <a:pt x="251" y="164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8" y="166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3" y="161"/>
                </a:lnTo>
                <a:lnTo>
                  <a:pt x="274" y="161"/>
                </a:lnTo>
                <a:lnTo>
                  <a:pt x="275" y="160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4" y="173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79"/>
                </a:lnTo>
                <a:lnTo>
                  <a:pt x="289" y="180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0" y="180"/>
                </a:lnTo>
                <a:lnTo>
                  <a:pt x="290" y="181"/>
                </a:lnTo>
                <a:lnTo>
                  <a:pt x="291" y="181"/>
                </a:lnTo>
                <a:lnTo>
                  <a:pt x="291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3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3" y="171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5"/>
                </a:lnTo>
                <a:lnTo>
                  <a:pt x="320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8" y="173"/>
                </a:lnTo>
                <a:lnTo>
                  <a:pt x="329" y="173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2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8" y="151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7" y="148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3" y="145"/>
                </a:lnTo>
                <a:lnTo>
                  <a:pt x="341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8"/>
                </a:lnTo>
                <a:lnTo>
                  <a:pt x="340" y="137"/>
                </a:lnTo>
                <a:lnTo>
                  <a:pt x="340" y="136"/>
                </a:lnTo>
                <a:lnTo>
                  <a:pt x="341" y="136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5" y="135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2"/>
                </a:lnTo>
                <a:lnTo>
                  <a:pt x="345" y="131"/>
                </a:lnTo>
                <a:lnTo>
                  <a:pt x="344" y="131"/>
                </a:lnTo>
                <a:lnTo>
                  <a:pt x="344" y="130"/>
                </a:lnTo>
                <a:lnTo>
                  <a:pt x="343" y="130"/>
                </a:lnTo>
                <a:lnTo>
                  <a:pt x="342" y="130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1" y="127"/>
                </a:lnTo>
                <a:lnTo>
                  <a:pt x="342" y="126"/>
                </a:lnTo>
                <a:lnTo>
                  <a:pt x="343" y="126"/>
                </a:lnTo>
                <a:lnTo>
                  <a:pt x="344" y="125"/>
                </a:lnTo>
                <a:lnTo>
                  <a:pt x="344" y="124"/>
                </a:lnTo>
                <a:lnTo>
                  <a:pt x="343" y="123"/>
                </a:lnTo>
                <a:lnTo>
                  <a:pt x="342" y="123"/>
                </a:lnTo>
                <a:lnTo>
                  <a:pt x="342" y="122"/>
                </a:lnTo>
                <a:lnTo>
                  <a:pt x="343" y="122"/>
                </a:lnTo>
                <a:lnTo>
                  <a:pt x="343" y="121"/>
                </a:lnTo>
                <a:lnTo>
                  <a:pt x="343" y="120"/>
                </a:lnTo>
                <a:lnTo>
                  <a:pt x="342" y="120"/>
                </a:lnTo>
                <a:lnTo>
                  <a:pt x="342" y="119"/>
                </a:lnTo>
                <a:lnTo>
                  <a:pt x="341" y="119"/>
                </a:lnTo>
                <a:lnTo>
                  <a:pt x="340" y="118"/>
                </a:lnTo>
                <a:lnTo>
                  <a:pt x="340" y="117"/>
                </a:lnTo>
                <a:lnTo>
                  <a:pt x="341" y="117"/>
                </a:lnTo>
                <a:lnTo>
                  <a:pt x="341" y="116"/>
                </a:lnTo>
                <a:lnTo>
                  <a:pt x="340" y="116"/>
                </a:lnTo>
                <a:lnTo>
                  <a:pt x="339" y="115"/>
                </a:lnTo>
                <a:lnTo>
                  <a:pt x="340" y="115"/>
                </a:lnTo>
                <a:lnTo>
                  <a:pt x="340" y="114"/>
                </a:lnTo>
                <a:lnTo>
                  <a:pt x="340" y="113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2" y="111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4" y="108"/>
                </a:lnTo>
                <a:lnTo>
                  <a:pt x="345" y="108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08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9"/>
                </a:lnTo>
                <a:lnTo>
                  <a:pt x="356" y="109"/>
                </a:lnTo>
                <a:lnTo>
                  <a:pt x="356" y="110"/>
                </a:lnTo>
                <a:lnTo>
                  <a:pt x="357" y="110"/>
                </a:lnTo>
                <a:lnTo>
                  <a:pt x="357" y="111"/>
                </a:lnTo>
                <a:lnTo>
                  <a:pt x="358" y="111"/>
                </a:lnTo>
                <a:lnTo>
                  <a:pt x="358" y="112"/>
                </a:lnTo>
                <a:lnTo>
                  <a:pt x="358" y="113"/>
                </a:lnTo>
                <a:lnTo>
                  <a:pt x="359" y="113"/>
                </a:lnTo>
                <a:lnTo>
                  <a:pt x="360" y="114"/>
                </a:lnTo>
                <a:lnTo>
                  <a:pt x="360" y="115"/>
                </a:lnTo>
                <a:lnTo>
                  <a:pt x="361" y="116"/>
                </a:lnTo>
                <a:lnTo>
                  <a:pt x="361" y="117"/>
                </a:lnTo>
                <a:lnTo>
                  <a:pt x="361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2" y="119"/>
                </a:lnTo>
                <a:lnTo>
                  <a:pt x="363" y="119"/>
                </a:lnTo>
                <a:lnTo>
                  <a:pt x="363" y="120"/>
                </a:lnTo>
                <a:lnTo>
                  <a:pt x="364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3" y="114"/>
                </a:lnTo>
                <a:lnTo>
                  <a:pt x="364" y="114"/>
                </a:lnTo>
                <a:lnTo>
                  <a:pt x="364" y="113"/>
                </a:lnTo>
                <a:lnTo>
                  <a:pt x="365" y="113"/>
                </a:lnTo>
                <a:lnTo>
                  <a:pt x="365" y="112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69" y="113"/>
                </a:lnTo>
                <a:lnTo>
                  <a:pt x="370" y="113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2" y="112"/>
                </a:lnTo>
                <a:lnTo>
                  <a:pt x="373" y="112"/>
                </a:lnTo>
                <a:lnTo>
                  <a:pt x="373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5" y="116"/>
                </a:lnTo>
                <a:lnTo>
                  <a:pt x="376" y="116"/>
                </a:lnTo>
                <a:lnTo>
                  <a:pt x="376" y="117"/>
                </a:lnTo>
                <a:lnTo>
                  <a:pt x="377" y="117"/>
                </a:lnTo>
                <a:lnTo>
                  <a:pt x="378" y="117"/>
                </a:lnTo>
                <a:lnTo>
                  <a:pt x="378" y="118"/>
                </a:lnTo>
                <a:lnTo>
                  <a:pt x="379" y="118"/>
                </a:lnTo>
                <a:lnTo>
                  <a:pt x="379" y="119"/>
                </a:lnTo>
                <a:lnTo>
                  <a:pt x="380" y="120"/>
                </a:lnTo>
                <a:lnTo>
                  <a:pt x="381" y="120"/>
                </a:lnTo>
                <a:lnTo>
                  <a:pt x="381" y="121"/>
                </a:lnTo>
                <a:lnTo>
                  <a:pt x="382" y="122"/>
                </a:lnTo>
                <a:lnTo>
                  <a:pt x="383" y="122"/>
                </a:lnTo>
                <a:lnTo>
                  <a:pt x="383" y="123"/>
                </a:lnTo>
                <a:lnTo>
                  <a:pt x="384" y="124"/>
                </a:lnTo>
                <a:lnTo>
                  <a:pt x="385" y="125"/>
                </a:lnTo>
                <a:lnTo>
                  <a:pt x="386" y="125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7" y="122"/>
                </a:lnTo>
                <a:lnTo>
                  <a:pt x="388" y="122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9" y="118"/>
                </a:lnTo>
                <a:lnTo>
                  <a:pt x="390" y="118"/>
                </a:lnTo>
                <a:lnTo>
                  <a:pt x="390" y="117"/>
                </a:lnTo>
                <a:lnTo>
                  <a:pt x="391" y="117"/>
                </a:lnTo>
                <a:lnTo>
                  <a:pt x="391" y="116"/>
                </a:lnTo>
                <a:lnTo>
                  <a:pt x="390" y="116"/>
                </a:lnTo>
                <a:lnTo>
                  <a:pt x="390" y="115"/>
                </a:lnTo>
                <a:lnTo>
                  <a:pt x="391" y="115"/>
                </a:lnTo>
                <a:lnTo>
                  <a:pt x="392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3" y="106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0" y="105"/>
                </a:lnTo>
                <a:lnTo>
                  <a:pt x="389" y="105"/>
                </a:lnTo>
                <a:lnTo>
                  <a:pt x="389" y="104"/>
                </a:lnTo>
                <a:lnTo>
                  <a:pt x="388" y="104"/>
                </a:lnTo>
                <a:lnTo>
                  <a:pt x="387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8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9" y="96"/>
                </a:lnTo>
                <a:lnTo>
                  <a:pt x="389" y="95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3"/>
                </a:lnTo>
                <a:lnTo>
                  <a:pt x="410" y="93"/>
                </a:lnTo>
                <a:lnTo>
                  <a:pt x="410" y="95"/>
                </a:lnTo>
                <a:lnTo>
                  <a:pt x="409" y="95"/>
                </a:lnTo>
                <a:lnTo>
                  <a:pt x="409" y="96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8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7" y="102"/>
                </a:lnTo>
                <a:lnTo>
                  <a:pt x="408" y="102"/>
                </a:lnTo>
                <a:lnTo>
                  <a:pt x="408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3" y="108"/>
                </a:lnTo>
                <a:lnTo>
                  <a:pt x="402" y="107"/>
                </a:lnTo>
                <a:lnTo>
                  <a:pt x="402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8" y="111"/>
                </a:lnTo>
                <a:lnTo>
                  <a:pt x="399" y="112"/>
                </a:lnTo>
                <a:lnTo>
                  <a:pt x="400" y="112"/>
                </a:lnTo>
                <a:lnTo>
                  <a:pt x="401" y="112"/>
                </a:lnTo>
                <a:lnTo>
                  <a:pt x="402" y="113"/>
                </a:lnTo>
                <a:lnTo>
                  <a:pt x="403" y="114"/>
                </a:lnTo>
                <a:lnTo>
                  <a:pt x="404" y="115"/>
                </a:lnTo>
                <a:lnTo>
                  <a:pt x="404" y="116"/>
                </a:lnTo>
                <a:lnTo>
                  <a:pt x="404" y="117"/>
                </a:lnTo>
                <a:lnTo>
                  <a:pt x="405" y="117"/>
                </a:lnTo>
                <a:lnTo>
                  <a:pt x="404" y="117"/>
                </a:lnTo>
                <a:lnTo>
                  <a:pt x="404" y="119"/>
                </a:lnTo>
                <a:lnTo>
                  <a:pt x="404" y="120"/>
                </a:lnTo>
                <a:lnTo>
                  <a:pt x="404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4"/>
                </a:lnTo>
                <a:lnTo>
                  <a:pt x="406" y="124"/>
                </a:lnTo>
                <a:lnTo>
                  <a:pt x="406" y="125"/>
                </a:lnTo>
                <a:lnTo>
                  <a:pt x="407" y="125"/>
                </a:lnTo>
                <a:lnTo>
                  <a:pt x="408" y="124"/>
                </a:lnTo>
                <a:lnTo>
                  <a:pt x="408" y="123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8"/>
                </a:lnTo>
                <a:lnTo>
                  <a:pt x="413" y="117"/>
                </a:lnTo>
                <a:lnTo>
                  <a:pt x="413" y="116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1" y="116"/>
                </a:lnTo>
                <a:lnTo>
                  <a:pt x="422" y="115"/>
                </a:lnTo>
                <a:lnTo>
                  <a:pt x="423" y="115"/>
                </a:lnTo>
                <a:lnTo>
                  <a:pt x="424" y="116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6"/>
                </a:lnTo>
                <a:lnTo>
                  <a:pt x="426" y="115"/>
                </a:lnTo>
                <a:lnTo>
                  <a:pt x="426" y="114"/>
                </a:lnTo>
                <a:lnTo>
                  <a:pt x="427" y="115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7" y="110"/>
                </a:lnTo>
                <a:lnTo>
                  <a:pt x="428" y="109"/>
                </a:lnTo>
                <a:lnTo>
                  <a:pt x="429" y="109"/>
                </a:lnTo>
                <a:lnTo>
                  <a:pt x="429" y="108"/>
                </a:lnTo>
                <a:lnTo>
                  <a:pt x="428" y="108"/>
                </a:lnTo>
                <a:lnTo>
                  <a:pt x="428" y="107"/>
                </a:lnTo>
                <a:lnTo>
                  <a:pt x="429" y="106"/>
                </a:lnTo>
                <a:lnTo>
                  <a:pt x="428" y="105"/>
                </a:lnTo>
                <a:lnTo>
                  <a:pt x="429" y="105"/>
                </a:lnTo>
                <a:lnTo>
                  <a:pt x="429" y="106"/>
                </a:lnTo>
                <a:lnTo>
                  <a:pt x="429" y="107"/>
                </a:lnTo>
                <a:lnTo>
                  <a:pt x="429" y="106"/>
                </a:lnTo>
                <a:lnTo>
                  <a:pt x="429" y="107"/>
                </a:lnTo>
                <a:lnTo>
                  <a:pt x="430" y="107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10"/>
                </a:lnTo>
                <a:lnTo>
                  <a:pt x="433" y="111"/>
                </a:lnTo>
                <a:lnTo>
                  <a:pt x="434" y="111"/>
                </a:lnTo>
                <a:lnTo>
                  <a:pt x="434" y="112"/>
                </a:lnTo>
                <a:lnTo>
                  <a:pt x="435" y="112"/>
                </a:lnTo>
                <a:lnTo>
                  <a:pt x="436" y="112"/>
                </a:lnTo>
                <a:lnTo>
                  <a:pt x="437" y="112"/>
                </a:lnTo>
                <a:lnTo>
                  <a:pt x="437" y="113"/>
                </a:lnTo>
                <a:lnTo>
                  <a:pt x="438" y="113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7" y="105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39" y="97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9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5"/>
                </a:lnTo>
                <a:lnTo>
                  <a:pt x="452" y="95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0" y="87"/>
                </a:lnTo>
                <a:lnTo>
                  <a:pt x="459" y="87"/>
                </a:lnTo>
                <a:lnTo>
                  <a:pt x="459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5" y="54"/>
                </a:lnTo>
                <a:lnTo>
                  <a:pt x="444" y="54"/>
                </a:lnTo>
                <a:lnTo>
                  <a:pt x="443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6" y="34"/>
                </a:lnTo>
                <a:lnTo>
                  <a:pt x="437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5"/>
                </a:lnTo>
                <a:lnTo>
                  <a:pt x="437" y="36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5" y="35"/>
                </a:lnTo>
                <a:lnTo>
                  <a:pt x="445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4"/>
                </a:lnTo>
                <a:lnTo>
                  <a:pt x="463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3" y="16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2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5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2" y="1"/>
                </a:lnTo>
                <a:lnTo>
                  <a:pt x="503" y="1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409104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7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5"/>
                </a:lnTo>
                <a:lnTo>
                  <a:pt x="460" y="84"/>
                </a:lnTo>
                <a:lnTo>
                  <a:pt x="459" y="83"/>
                </a:lnTo>
                <a:lnTo>
                  <a:pt x="459" y="82"/>
                </a:lnTo>
                <a:lnTo>
                  <a:pt x="458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4"/>
                </a:lnTo>
                <a:lnTo>
                  <a:pt x="466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7"/>
                </a:lnTo>
                <a:lnTo>
                  <a:pt x="462" y="97"/>
                </a:lnTo>
                <a:lnTo>
                  <a:pt x="462" y="99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2"/>
                </a:lnTo>
                <a:lnTo>
                  <a:pt x="464" y="103"/>
                </a:lnTo>
                <a:lnTo>
                  <a:pt x="464" y="102"/>
                </a:lnTo>
                <a:lnTo>
                  <a:pt x="465" y="103"/>
                </a:lnTo>
                <a:lnTo>
                  <a:pt x="466" y="104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6"/>
                </a:lnTo>
                <a:lnTo>
                  <a:pt x="466" y="105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9" y="104"/>
                </a:lnTo>
                <a:lnTo>
                  <a:pt x="480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7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7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6" y="98"/>
                </a:lnTo>
                <a:lnTo>
                  <a:pt x="497" y="98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0" y="81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90"/>
                </a:lnTo>
                <a:lnTo>
                  <a:pt x="512" y="91"/>
                </a:lnTo>
                <a:lnTo>
                  <a:pt x="511" y="91"/>
                </a:lnTo>
                <a:lnTo>
                  <a:pt x="511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1" y="100"/>
                </a:lnTo>
                <a:lnTo>
                  <a:pt x="521" y="101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20" y="102"/>
                </a:lnTo>
                <a:lnTo>
                  <a:pt x="520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10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4" y="118"/>
                </a:lnTo>
                <a:lnTo>
                  <a:pt x="514" y="119"/>
                </a:lnTo>
                <a:lnTo>
                  <a:pt x="515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30"/>
                </a:lnTo>
                <a:lnTo>
                  <a:pt x="515" y="132"/>
                </a:lnTo>
                <a:lnTo>
                  <a:pt x="516" y="134"/>
                </a:lnTo>
                <a:lnTo>
                  <a:pt x="515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6" y="139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8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6"/>
                </a:lnTo>
                <a:lnTo>
                  <a:pt x="529" y="167"/>
                </a:lnTo>
                <a:lnTo>
                  <a:pt x="528" y="167"/>
                </a:lnTo>
                <a:lnTo>
                  <a:pt x="528" y="168"/>
                </a:lnTo>
                <a:lnTo>
                  <a:pt x="528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4"/>
                </a:lnTo>
                <a:lnTo>
                  <a:pt x="520" y="175"/>
                </a:lnTo>
                <a:lnTo>
                  <a:pt x="519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10" y="184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3"/>
                </a:lnTo>
                <a:lnTo>
                  <a:pt x="498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2" y="194"/>
                </a:lnTo>
                <a:lnTo>
                  <a:pt x="491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6" y="201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5"/>
                </a:lnTo>
                <a:lnTo>
                  <a:pt x="477" y="216"/>
                </a:lnTo>
                <a:lnTo>
                  <a:pt x="477" y="217"/>
                </a:lnTo>
                <a:lnTo>
                  <a:pt x="476" y="217"/>
                </a:lnTo>
                <a:lnTo>
                  <a:pt x="476" y="216"/>
                </a:lnTo>
                <a:lnTo>
                  <a:pt x="475" y="216"/>
                </a:lnTo>
                <a:lnTo>
                  <a:pt x="474" y="217"/>
                </a:lnTo>
                <a:lnTo>
                  <a:pt x="473" y="218"/>
                </a:lnTo>
                <a:lnTo>
                  <a:pt x="471" y="219"/>
                </a:lnTo>
                <a:lnTo>
                  <a:pt x="470" y="218"/>
                </a:lnTo>
                <a:lnTo>
                  <a:pt x="469" y="219"/>
                </a:lnTo>
                <a:lnTo>
                  <a:pt x="468" y="219"/>
                </a:lnTo>
                <a:lnTo>
                  <a:pt x="469" y="220"/>
                </a:lnTo>
                <a:lnTo>
                  <a:pt x="470" y="220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7"/>
                </a:lnTo>
                <a:lnTo>
                  <a:pt x="494" y="216"/>
                </a:lnTo>
                <a:lnTo>
                  <a:pt x="495" y="216"/>
                </a:lnTo>
                <a:lnTo>
                  <a:pt x="496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7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5" y="219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8" y="219"/>
                </a:lnTo>
                <a:lnTo>
                  <a:pt x="529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3"/>
                </a:lnTo>
                <a:lnTo>
                  <a:pt x="534" y="225"/>
                </a:lnTo>
                <a:lnTo>
                  <a:pt x="535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5" y="235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1" y="237"/>
                </a:lnTo>
                <a:lnTo>
                  <a:pt x="530" y="238"/>
                </a:lnTo>
                <a:lnTo>
                  <a:pt x="529" y="238"/>
                </a:lnTo>
                <a:lnTo>
                  <a:pt x="527" y="239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1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6"/>
                </a:lnTo>
                <a:lnTo>
                  <a:pt x="522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0" y="283"/>
                </a:lnTo>
                <a:lnTo>
                  <a:pt x="521" y="283"/>
                </a:lnTo>
                <a:lnTo>
                  <a:pt x="521" y="282"/>
                </a:lnTo>
                <a:lnTo>
                  <a:pt x="521" y="283"/>
                </a:lnTo>
                <a:lnTo>
                  <a:pt x="522" y="283"/>
                </a:lnTo>
                <a:lnTo>
                  <a:pt x="521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1"/>
                </a:lnTo>
                <a:lnTo>
                  <a:pt x="514" y="291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5"/>
                </a:lnTo>
                <a:lnTo>
                  <a:pt x="532" y="316"/>
                </a:lnTo>
                <a:lnTo>
                  <a:pt x="533" y="317"/>
                </a:lnTo>
                <a:lnTo>
                  <a:pt x="534" y="317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4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3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3" y="383"/>
                </a:lnTo>
                <a:lnTo>
                  <a:pt x="433" y="382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7" y="375"/>
                </a:lnTo>
                <a:lnTo>
                  <a:pt x="316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8" y="409"/>
                </a:lnTo>
                <a:lnTo>
                  <a:pt x="298" y="410"/>
                </a:lnTo>
                <a:lnTo>
                  <a:pt x="298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1" y="445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6" y="449"/>
                </a:lnTo>
                <a:lnTo>
                  <a:pt x="87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4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9" y="403"/>
                </a:lnTo>
                <a:lnTo>
                  <a:pt x="98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8" y="358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4" y="339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3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6"/>
                </a:lnTo>
                <a:lnTo>
                  <a:pt x="83" y="315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6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6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2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6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3"/>
                </a:lnTo>
                <a:lnTo>
                  <a:pt x="14" y="232"/>
                </a:lnTo>
                <a:lnTo>
                  <a:pt x="14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6"/>
                </a:lnTo>
                <a:lnTo>
                  <a:pt x="11" y="225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3"/>
                </a:lnTo>
                <a:lnTo>
                  <a:pt x="0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7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6"/>
                </a:lnTo>
                <a:lnTo>
                  <a:pt x="24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4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8" y="186"/>
                </a:lnTo>
                <a:lnTo>
                  <a:pt x="38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0"/>
                </a:lnTo>
                <a:lnTo>
                  <a:pt x="51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5" y="198"/>
                </a:lnTo>
                <a:lnTo>
                  <a:pt x="55" y="197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2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0"/>
                </a:lnTo>
                <a:lnTo>
                  <a:pt x="69" y="181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5" y="184"/>
                </a:lnTo>
                <a:lnTo>
                  <a:pt x="77" y="185"/>
                </a:lnTo>
                <a:lnTo>
                  <a:pt x="80" y="186"/>
                </a:lnTo>
                <a:lnTo>
                  <a:pt x="81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0" y="196"/>
                </a:lnTo>
                <a:lnTo>
                  <a:pt x="91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3"/>
                </a:lnTo>
                <a:lnTo>
                  <a:pt x="109" y="192"/>
                </a:lnTo>
                <a:lnTo>
                  <a:pt x="110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5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3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8" y="187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2" y="186"/>
                </a:lnTo>
                <a:lnTo>
                  <a:pt x="132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6"/>
                </a:lnTo>
                <a:lnTo>
                  <a:pt x="140" y="186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1" y="187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2" y="190"/>
                </a:lnTo>
                <a:lnTo>
                  <a:pt x="143" y="190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5" y="186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6" y="182"/>
                </a:lnTo>
                <a:lnTo>
                  <a:pt x="147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8" y="178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7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1" y="151"/>
                </a:lnTo>
                <a:lnTo>
                  <a:pt x="162" y="151"/>
                </a:lnTo>
                <a:lnTo>
                  <a:pt x="163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6" y="152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4" y="161"/>
                </a:lnTo>
                <a:lnTo>
                  <a:pt x="185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0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2" y="156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3"/>
                </a:lnTo>
                <a:lnTo>
                  <a:pt x="206" y="152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1" y="153"/>
                </a:lnTo>
                <a:lnTo>
                  <a:pt x="211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6" y="151"/>
                </a:lnTo>
                <a:lnTo>
                  <a:pt x="217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0"/>
                </a:lnTo>
                <a:lnTo>
                  <a:pt x="223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4" y="148"/>
                </a:lnTo>
                <a:lnTo>
                  <a:pt x="224" y="149"/>
                </a:lnTo>
                <a:lnTo>
                  <a:pt x="225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8" y="148"/>
                </a:lnTo>
                <a:lnTo>
                  <a:pt x="229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2" y="150"/>
                </a:lnTo>
                <a:lnTo>
                  <a:pt x="233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3"/>
                </a:lnTo>
                <a:lnTo>
                  <a:pt x="245" y="143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7" y="138"/>
                </a:lnTo>
                <a:lnTo>
                  <a:pt x="246" y="138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9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5" y="108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7" y="104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4" y="100"/>
                </a:lnTo>
                <a:lnTo>
                  <a:pt x="203" y="99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1"/>
                </a:lnTo>
                <a:lnTo>
                  <a:pt x="186" y="91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5" y="86"/>
                </a:lnTo>
                <a:lnTo>
                  <a:pt x="184" y="85"/>
                </a:lnTo>
                <a:lnTo>
                  <a:pt x="185" y="85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1"/>
                </a:lnTo>
                <a:lnTo>
                  <a:pt x="184" y="82"/>
                </a:lnTo>
                <a:lnTo>
                  <a:pt x="183" y="81"/>
                </a:lnTo>
                <a:lnTo>
                  <a:pt x="182" y="81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9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2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79" y="78"/>
                </a:lnTo>
                <a:lnTo>
                  <a:pt x="280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3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1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9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389412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3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4" y="51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5" y="59"/>
                </a:lnTo>
                <a:lnTo>
                  <a:pt x="146" y="59"/>
                </a:lnTo>
                <a:lnTo>
                  <a:pt x="147" y="60"/>
                </a:lnTo>
                <a:lnTo>
                  <a:pt x="147" y="61"/>
                </a:lnTo>
                <a:lnTo>
                  <a:pt x="148" y="62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71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8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1" y="87"/>
                </a:lnTo>
                <a:lnTo>
                  <a:pt x="171" y="86"/>
                </a:lnTo>
                <a:lnTo>
                  <a:pt x="170" y="86"/>
                </a:lnTo>
                <a:lnTo>
                  <a:pt x="171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4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8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4" y="65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60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2" y="52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0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1"/>
                </a:lnTo>
                <a:lnTo>
                  <a:pt x="198" y="44"/>
                </a:lnTo>
                <a:lnTo>
                  <a:pt x="197" y="46"/>
                </a:lnTo>
                <a:lnTo>
                  <a:pt x="198" y="47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8" y="51"/>
                </a:lnTo>
                <a:lnTo>
                  <a:pt x="199" y="51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4" y="53"/>
                </a:lnTo>
                <a:lnTo>
                  <a:pt x="205" y="54"/>
                </a:lnTo>
                <a:lnTo>
                  <a:pt x="207" y="56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8" y="66"/>
                </a:lnTo>
                <a:lnTo>
                  <a:pt x="219" y="67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4"/>
                </a:lnTo>
                <a:lnTo>
                  <a:pt x="231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6" y="106"/>
                </a:lnTo>
                <a:lnTo>
                  <a:pt x="225" y="106"/>
                </a:lnTo>
                <a:lnTo>
                  <a:pt x="225" y="108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1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9" y="117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8"/>
                </a:lnTo>
                <a:lnTo>
                  <a:pt x="247" y="138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3" y="152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49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39"/>
                </a:lnTo>
                <a:lnTo>
                  <a:pt x="261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7" y="139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5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7" y="160"/>
                </a:lnTo>
                <a:lnTo>
                  <a:pt x="298" y="161"/>
                </a:lnTo>
                <a:lnTo>
                  <a:pt x="299" y="161"/>
                </a:lnTo>
                <a:lnTo>
                  <a:pt x="299" y="163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7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3" y="193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4" y="197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2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19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8"/>
                </a:lnTo>
                <a:lnTo>
                  <a:pt x="327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4"/>
                </a:lnTo>
                <a:lnTo>
                  <a:pt x="325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3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9" y="239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2" y="240"/>
                </a:lnTo>
                <a:lnTo>
                  <a:pt x="343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3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6" y="249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50" y="257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3" y="259"/>
                </a:lnTo>
                <a:lnTo>
                  <a:pt x="354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5" y="263"/>
                </a:lnTo>
                <a:lnTo>
                  <a:pt x="354" y="265"/>
                </a:lnTo>
                <a:lnTo>
                  <a:pt x="354" y="266"/>
                </a:lnTo>
                <a:lnTo>
                  <a:pt x="355" y="266"/>
                </a:lnTo>
                <a:lnTo>
                  <a:pt x="355" y="267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9"/>
                </a:lnTo>
                <a:lnTo>
                  <a:pt x="349" y="268"/>
                </a:lnTo>
                <a:lnTo>
                  <a:pt x="349" y="269"/>
                </a:lnTo>
                <a:lnTo>
                  <a:pt x="348" y="269"/>
                </a:lnTo>
                <a:lnTo>
                  <a:pt x="348" y="270"/>
                </a:lnTo>
                <a:lnTo>
                  <a:pt x="349" y="271"/>
                </a:lnTo>
                <a:lnTo>
                  <a:pt x="348" y="273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8" y="275"/>
                </a:lnTo>
                <a:lnTo>
                  <a:pt x="349" y="275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80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59" y="281"/>
                </a:lnTo>
                <a:lnTo>
                  <a:pt x="360" y="282"/>
                </a:lnTo>
                <a:lnTo>
                  <a:pt x="360" y="283"/>
                </a:lnTo>
                <a:lnTo>
                  <a:pt x="362" y="283"/>
                </a:lnTo>
                <a:lnTo>
                  <a:pt x="362" y="284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69" y="293"/>
                </a:lnTo>
                <a:lnTo>
                  <a:pt x="369" y="294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69" y="298"/>
                </a:lnTo>
                <a:lnTo>
                  <a:pt x="367" y="299"/>
                </a:lnTo>
                <a:lnTo>
                  <a:pt x="366" y="299"/>
                </a:lnTo>
                <a:lnTo>
                  <a:pt x="366" y="301"/>
                </a:lnTo>
                <a:lnTo>
                  <a:pt x="365" y="301"/>
                </a:lnTo>
                <a:lnTo>
                  <a:pt x="365" y="302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9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3"/>
                </a:lnTo>
                <a:lnTo>
                  <a:pt x="392" y="323"/>
                </a:lnTo>
                <a:lnTo>
                  <a:pt x="393" y="321"/>
                </a:lnTo>
                <a:lnTo>
                  <a:pt x="393" y="320"/>
                </a:lnTo>
                <a:lnTo>
                  <a:pt x="394" y="320"/>
                </a:lnTo>
                <a:lnTo>
                  <a:pt x="395" y="319"/>
                </a:lnTo>
                <a:lnTo>
                  <a:pt x="397" y="320"/>
                </a:lnTo>
                <a:lnTo>
                  <a:pt x="399" y="322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2"/>
                </a:lnTo>
                <a:lnTo>
                  <a:pt x="408" y="323"/>
                </a:lnTo>
                <a:lnTo>
                  <a:pt x="409" y="324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4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6" y="295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59" y="296"/>
                </a:lnTo>
                <a:lnTo>
                  <a:pt x="460" y="296"/>
                </a:lnTo>
                <a:lnTo>
                  <a:pt x="460" y="298"/>
                </a:lnTo>
                <a:lnTo>
                  <a:pt x="460" y="299"/>
                </a:lnTo>
                <a:lnTo>
                  <a:pt x="459" y="300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0" y="307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3" y="296"/>
                </a:lnTo>
                <a:lnTo>
                  <a:pt x="484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6" y="296"/>
                </a:lnTo>
                <a:lnTo>
                  <a:pt x="487" y="296"/>
                </a:lnTo>
                <a:lnTo>
                  <a:pt x="488" y="295"/>
                </a:lnTo>
                <a:lnTo>
                  <a:pt x="489" y="296"/>
                </a:lnTo>
                <a:lnTo>
                  <a:pt x="490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2" y="285"/>
                </a:lnTo>
                <a:lnTo>
                  <a:pt x="493" y="285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4"/>
                </a:lnTo>
                <a:lnTo>
                  <a:pt x="496" y="273"/>
                </a:lnTo>
                <a:lnTo>
                  <a:pt x="496" y="272"/>
                </a:lnTo>
                <a:lnTo>
                  <a:pt x="495" y="271"/>
                </a:lnTo>
                <a:lnTo>
                  <a:pt x="495" y="270"/>
                </a:lnTo>
                <a:lnTo>
                  <a:pt x="494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9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1" y="252"/>
                </a:lnTo>
                <a:lnTo>
                  <a:pt x="492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1" y="226"/>
                </a:lnTo>
                <a:lnTo>
                  <a:pt x="481" y="225"/>
                </a:lnTo>
                <a:lnTo>
                  <a:pt x="482" y="224"/>
                </a:lnTo>
                <a:lnTo>
                  <a:pt x="482" y="223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2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7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7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6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7" y="146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39" y="142"/>
                </a:lnTo>
                <a:lnTo>
                  <a:pt x="540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6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0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1" y="83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6" y="73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59"/>
                </a:lnTo>
                <a:lnTo>
                  <a:pt x="597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59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1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19" y="94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6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0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3" y="125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0"/>
                </a:lnTo>
                <a:lnTo>
                  <a:pt x="700" y="132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6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5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2" y="159"/>
                </a:lnTo>
                <a:lnTo>
                  <a:pt x="702" y="160"/>
                </a:lnTo>
                <a:lnTo>
                  <a:pt x="701" y="161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7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90"/>
                </a:lnTo>
                <a:lnTo>
                  <a:pt x="673" y="191"/>
                </a:lnTo>
                <a:lnTo>
                  <a:pt x="671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4" y="198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7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7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4"/>
                </a:lnTo>
                <a:lnTo>
                  <a:pt x="632" y="194"/>
                </a:lnTo>
                <a:lnTo>
                  <a:pt x="632" y="193"/>
                </a:lnTo>
                <a:lnTo>
                  <a:pt x="631" y="192"/>
                </a:lnTo>
                <a:lnTo>
                  <a:pt x="630" y="189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7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6" y="195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1" y="200"/>
                </a:lnTo>
                <a:lnTo>
                  <a:pt x="599" y="201"/>
                </a:lnTo>
                <a:lnTo>
                  <a:pt x="599" y="200"/>
                </a:lnTo>
                <a:lnTo>
                  <a:pt x="598" y="200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2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3"/>
                </a:lnTo>
                <a:lnTo>
                  <a:pt x="574" y="193"/>
                </a:lnTo>
                <a:lnTo>
                  <a:pt x="574" y="194"/>
                </a:lnTo>
                <a:lnTo>
                  <a:pt x="573" y="194"/>
                </a:lnTo>
                <a:lnTo>
                  <a:pt x="572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200"/>
                </a:lnTo>
                <a:lnTo>
                  <a:pt x="569" y="201"/>
                </a:lnTo>
                <a:lnTo>
                  <a:pt x="568" y="201"/>
                </a:lnTo>
                <a:lnTo>
                  <a:pt x="566" y="201"/>
                </a:lnTo>
                <a:lnTo>
                  <a:pt x="566" y="202"/>
                </a:lnTo>
                <a:lnTo>
                  <a:pt x="566" y="203"/>
                </a:lnTo>
                <a:lnTo>
                  <a:pt x="565" y="202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9" y="212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4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6"/>
                </a:lnTo>
                <a:lnTo>
                  <a:pt x="611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2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5"/>
                </a:lnTo>
                <a:lnTo>
                  <a:pt x="630" y="316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1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9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7" y="403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5" y="449"/>
                </a:lnTo>
                <a:lnTo>
                  <a:pt x="634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9"/>
                </a:lnTo>
                <a:lnTo>
                  <a:pt x="654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9" y="505"/>
                </a:lnTo>
                <a:lnTo>
                  <a:pt x="689" y="506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4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8" y="528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5" y="521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8"/>
                </a:lnTo>
                <a:lnTo>
                  <a:pt x="732" y="528"/>
                </a:lnTo>
                <a:lnTo>
                  <a:pt x="732" y="529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5" y="530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5" y="529"/>
                </a:lnTo>
                <a:lnTo>
                  <a:pt x="755" y="528"/>
                </a:lnTo>
                <a:lnTo>
                  <a:pt x="756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69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3" y="746"/>
                </a:lnTo>
                <a:lnTo>
                  <a:pt x="374" y="746"/>
                </a:lnTo>
                <a:lnTo>
                  <a:pt x="374" y="745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0" y="782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1" y="784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1" y="790"/>
                </a:lnTo>
                <a:lnTo>
                  <a:pt x="381" y="791"/>
                </a:lnTo>
                <a:lnTo>
                  <a:pt x="380" y="791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79" y="803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8" y="816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3" y="822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5" y="817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1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0" y="822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5"/>
                </a:lnTo>
                <a:lnTo>
                  <a:pt x="326" y="774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8"/>
                </a:lnTo>
                <a:lnTo>
                  <a:pt x="296" y="779"/>
                </a:lnTo>
                <a:lnTo>
                  <a:pt x="295" y="779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0" y="785"/>
                </a:lnTo>
                <a:lnTo>
                  <a:pt x="290" y="786"/>
                </a:lnTo>
                <a:lnTo>
                  <a:pt x="290" y="787"/>
                </a:lnTo>
                <a:lnTo>
                  <a:pt x="289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59" y="787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3" y="782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6" y="775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0" y="748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7" y="733"/>
                </a:lnTo>
                <a:lnTo>
                  <a:pt x="216" y="734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0" y="733"/>
                </a:lnTo>
                <a:lnTo>
                  <a:pt x="210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4" y="726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1" y="726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7" y="722"/>
                </a:lnTo>
                <a:lnTo>
                  <a:pt x="147" y="723"/>
                </a:lnTo>
                <a:lnTo>
                  <a:pt x="148" y="723"/>
                </a:lnTo>
                <a:lnTo>
                  <a:pt x="148" y="722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8" y="721"/>
                </a:lnTo>
                <a:lnTo>
                  <a:pt x="148" y="720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6" y="627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3"/>
                </a:lnTo>
                <a:lnTo>
                  <a:pt x="81" y="522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70" y="524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2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1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6" y="317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0" y="260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0" y="240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7" y="205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7" y="203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8" y="194"/>
                </a:lnTo>
                <a:lnTo>
                  <a:pt x="108" y="193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5" y="186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5" y="184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5" y="171"/>
                </a:lnTo>
                <a:lnTo>
                  <a:pt x="104" y="171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99" y="170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3" y="164"/>
                </a:lnTo>
                <a:lnTo>
                  <a:pt x="93" y="163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4" y="163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1" y="161"/>
                </a:lnTo>
                <a:lnTo>
                  <a:pt x="81" y="163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4" y="176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9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1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6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7" y="106"/>
                </a:lnTo>
                <a:lnTo>
                  <a:pt x="57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0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9"/>
                </a:lnTo>
                <a:lnTo>
                  <a:pt x="63" y="87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4"/>
                </a:lnTo>
                <a:lnTo>
                  <a:pt x="68" y="85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69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2" y="91"/>
                </a:lnTo>
                <a:lnTo>
                  <a:pt x="71" y="91"/>
                </a:lnTo>
                <a:lnTo>
                  <a:pt x="71" y="92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7" y="108"/>
                </a:lnTo>
                <a:lnTo>
                  <a:pt x="78" y="109"/>
                </a:lnTo>
                <a:lnTo>
                  <a:pt x="78" y="112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6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100"/>
                </a:lnTo>
                <a:lnTo>
                  <a:pt x="106" y="98"/>
                </a:lnTo>
                <a:lnTo>
                  <a:pt x="107" y="96"/>
                </a:lnTo>
                <a:lnTo>
                  <a:pt x="106" y="95"/>
                </a:lnTo>
                <a:lnTo>
                  <a:pt x="107" y="93"/>
                </a:lnTo>
                <a:lnTo>
                  <a:pt x="108" y="92"/>
                </a:lnTo>
                <a:lnTo>
                  <a:pt x="108" y="93"/>
                </a:lnTo>
                <a:lnTo>
                  <a:pt x="108" y="92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8" y="74"/>
                </a:lnTo>
                <a:lnTo>
                  <a:pt x="98" y="72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7" y="60"/>
                </a:lnTo>
                <a:lnTo>
                  <a:pt x="97" y="57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3"/>
                </a:lnTo>
                <a:lnTo>
                  <a:pt x="101" y="31"/>
                </a:lnTo>
                <a:lnTo>
                  <a:pt x="101" y="30"/>
                </a:lnTo>
                <a:lnTo>
                  <a:pt x="102" y="30"/>
                </a:lnTo>
                <a:lnTo>
                  <a:pt x="101" y="29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4" y="26"/>
                </a:lnTo>
                <a:lnTo>
                  <a:pt x="105" y="26"/>
                </a:lnTo>
                <a:lnTo>
                  <a:pt x="106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5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7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FF8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327348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4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6" y="2"/>
                </a:lnTo>
                <a:lnTo>
                  <a:pt x="917" y="2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7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39" y="14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0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09" y="38"/>
                </a:lnTo>
                <a:lnTo>
                  <a:pt x="1010" y="38"/>
                </a:lnTo>
                <a:lnTo>
                  <a:pt x="1011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1" y="92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7"/>
                </a:lnTo>
                <a:lnTo>
                  <a:pt x="1018" y="97"/>
                </a:lnTo>
                <a:lnTo>
                  <a:pt x="1018" y="98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19" y="101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2"/>
                </a:lnTo>
                <a:lnTo>
                  <a:pt x="1023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2" y="105"/>
                </a:lnTo>
                <a:lnTo>
                  <a:pt x="1021" y="105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9" y="108"/>
                </a:lnTo>
                <a:lnTo>
                  <a:pt x="1020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10"/>
                </a:lnTo>
                <a:lnTo>
                  <a:pt x="1016" y="110"/>
                </a:lnTo>
                <a:lnTo>
                  <a:pt x="1015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0" y="112"/>
                </a:lnTo>
                <a:lnTo>
                  <a:pt x="1009" y="112"/>
                </a:lnTo>
                <a:lnTo>
                  <a:pt x="1009" y="113"/>
                </a:lnTo>
                <a:lnTo>
                  <a:pt x="1009" y="114"/>
                </a:lnTo>
                <a:lnTo>
                  <a:pt x="1008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1" y="115"/>
                </a:lnTo>
                <a:lnTo>
                  <a:pt x="1000" y="116"/>
                </a:lnTo>
                <a:lnTo>
                  <a:pt x="1000" y="117"/>
                </a:lnTo>
                <a:lnTo>
                  <a:pt x="1001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1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0" y="124"/>
                </a:lnTo>
                <a:lnTo>
                  <a:pt x="1001" y="124"/>
                </a:lnTo>
                <a:lnTo>
                  <a:pt x="1002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8"/>
                </a:lnTo>
                <a:lnTo>
                  <a:pt x="996" y="129"/>
                </a:lnTo>
                <a:lnTo>
                  <a:pt x="996" y="130"/>
                </a:lnTo>
                <a:lnTo>
                  <a:pt x="997" y="130"/>
                </a:lnTo>
                <a:lnTo>
                  <a:pt x="997" y="131"/>
                </a:lnTo>
                <a:lnTo>
                  <a:pt x="998" y="131"/>
                </a:lnTo>
                <a:lnTo>
                  <a:pt x="998" y="132"/>
                </a:lnTo>
                <a:lnTo>
                  <a:pt x="999" y="133"/>
                </a:lnTo>
                <a:lnTo>
                  <a:pt x="999" y="134"/>
                </a:lnTo>
                <a:lnTo>
                  <a:pt x="1000" y="135"/>
                </a:lnTo>
                <a:lnTo>
                  <a:pt x="1000" y="136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1" y="139"/>
                </a:lnTo>
                <a:lnTo>
                  <a:pt x="1002" y="139"/>
                </a:lnTo>
                <a:lnTo>
                  <a:pt x="1003" y="140"/>
                </a:lnTo>
                <a:lnTo>
                  <a:pt x="1004" y="140"/>
                </a:lnTo>
                <a:lnTo>
                  <a:pt x="1005" y="141"/>
                </a:lnTo>
                <a:lnTo>
                  <a:pt x="1006" y="141"/>
                </a:lnTo>
                <a:lnTo>
                  <a:pt x="1006" y="140"/>
                </a:lnTo>
                <a:lnTo>
                  <a:pt x="1007" y="140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7" y="147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1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5"/>
                </a:lnTo>
                <a:lnTo>
                  <a:pt x="1006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1" y="162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1"/>
                </a:lnTo>
                <a:lnTo>
                  <a:pt x="1028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1" y="182"/>
                </a:lnTo>
                <a:lnTo>
                  <a:pt x="1021" y="183"/>
                </a:lnTo>
                <a:lnTo>
                  <a:pt x="1020" y="183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89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4"/>
                </a:lnTo>
                <a:lnTo>
                  <a:pt x="1025" y="195"/>
                </a:lnTo>
                <a:lnTo>
                  <a:pt x="1026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9" y="201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30" y="218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8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8" y="259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4" y="271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6" y="286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6" y="299"/>
                </a:lnTo>
                <a:lnTo>
                  <a:pt x="1046" y="300"/>
                </a:lnTo>
                <a:lnTo>
                  <a:pt x="1047" y="301"/>
                </a:lnTo>
                <a:lnTo>
                  <a:pt x="1048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6" y="310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5" y="312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9" y="329"/>
                </a:lnTo>
                <a:lnTo>
                  <a:pt x="1079" y="330"/>
                </a:lnTo>
                <a:lnTo>
                  <a:pt x="1080" y="330"/>
                </a:lnTo>
                <a:lnTo>
                  <a:pt x="1081" y="330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0"/>
                </a:lnTo>
                <a:lnTo>
                  <a:pt x="1086" y="330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1" y="338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3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5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5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1" y="345"/>
                </a:lnTo>
                <a:lnTo>
                  <a:pt x="1132" y="345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6" y="349"/>
                </a:lnTo>
                <a:lnTo>
                  <a:pt x="1147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4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5" y="350"/>
                </a:lnTo>
                <a:lnTo>
                  <a:pt x="1175" y="351"/>
                </a:lnTo>
                <a:lnTo>
                  <a:pt x="1175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7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4" y="377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4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2" y="383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1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8" y="385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2" y="410"/>
                </a:lnTo>
                <a:lnTo>
                  <a:pt x="1403" y="410"/>
                </a:lnTo>
                <a:lnTo>
                  <a:pt x="1404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5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4" y="398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3" y="392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5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7" y="411"/>
                </a:lnTo>
                <a:lnTo>
                  <a:pt x="1487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3" y="417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4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1" y="439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30" y="443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5" y="486"/>
                </a:lnTo>
                <a:lnTo>
                  <a:pt x="1547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3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90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8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0" y="493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6" y="500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09" y="494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5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3" y="481"/>
                </a:lnTo>
                <a:lnTo>
                  <a:pt x="1604" y="481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0" y="467"/>
                </a:lnTo>
                <a:lnTo>
                  <a:pt x="1622" y="467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0" y="458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2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5" y="450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8" y="401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8" y="407"/>
                </a:lnTo>
                <a:lnTo>
                  <a:pt x="1749" y="406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2" y="408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69" y="413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6" y="418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4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6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8"/>
                </a:lnTo>
                <a:lnTo>
                  <a:pt x="1821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2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6" y="525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38" y="536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1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6" y="558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2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0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0"/>
                </a:lnTo>
                <a:lnTo>
                  <a:pt x="1858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700"/>
                </a:lnTo>
                <a:lnTo>
                  <a:pt x="1857" y="700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3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8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1" y="770"/>
                </a:lnTo>
                <a:lnTo>
                  <a:pt x="1830" y="770"/>
                </a:lnTo>
                <a:lnTo>
                  <a:pt x="1829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6" y="773"/>
                </a:lnTo>
                <a:lnTo>
                  <a:pt x="1827" y="774"/>
                </a:lnTo>
                <a:lnTo>
                  <a:pt x="1826" y="774"/>
                </a:lnTo>
                <a:lnTo>
                  <a:pt x="1826" y="775"/>
                </a:lnTo>
                <a:lnTo>
                  <a:pt x="1825" y="777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8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1"/>
                </a:lnTo>
                <a:lnTo>
                  <a:pt x="1822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6"/>
                </a:lnTo>
                <a:lnTo>
                  <a:pt x="1823" y="818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29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6"/>
                </a:lnTo>
                <a:lnTo>
                  <a:pt x="1833" y="837"/>
                </a:lnTo>
                <a:lnTo>
                  <a:pt x="1833" y="836"/>
                </a:lnTo>
                <a:lnTo>
                  <a:pt x="1832" y="837"/>
                </a:lnTo>
                <a:lnTo>
                  <a:pt x="1831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4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5" y="850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6"/>
                </a:lnTo>
                <a:lnTo>
                  <a:pt x="1796" y="835"/>
                </a:lnTo>
                <a:lnTo>
                  <a:pt x="1797" y="835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4" y="830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28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1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7" y="814"/>
                </a:lnTo>
                <a:lnTo>
                  <a:pt x="1735" y="814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8" y="882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0" y="844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0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8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8" y="926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1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4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59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6" y="911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7"/>
                </a:lnTo>
                <a:lnTo>
                  <a:pt x="942" y="877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9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5" y="866"/>
                </a:lnTo>
                <a:lnTo>
                  <a:pt x="913" y="866"/>
                </a:lnTo>
                <a:lnTo>
                  <a:pt x="913" y="865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7" y="868"/>
                </a:lnTo>
                <a:lnTo>
                  <a:pt x="907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2"/>
                </a:lnTo>
                <a:lnTo>
                  <a:pt x="892" y="873"/>
                </a:lnTo>
                <a:lnTo>
                  <a:pt x="891" y="873"/>
                </a:lnTo>
                <a:lnTo>
                  <a:pt x="891" y="872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3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3"/>
                </a:lnTo>
                <a:lnTo>
                  <a:pt x="887" y="872"/>
                </a:lnTo>
                <a:lnTo>
                  <a:pt x="886" y="872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2"/>
                </a:lnTo>
                <a:lnTo>
                  <a:pt x="876" y="883"/>
                </a:lnTo>
                <a:lnTo>
                  <a:pt x="875" y="883"/>
                </a:lnTo>
                <a:lnTo>
                  <a:pt x="874" y="883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1" y="880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79"/>
                </a:lnTo>
                <a:lnTo>
                  <a:pt x="866" y="880"/>
                </a:lnTo>
                <a:lnTo>
                  <a:pt x="865" y="880"/>
                </a:lnTo>
                <a:lnTo>
                  <a:pt x="864" y="881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1" y="859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8" y="875"/>
                </a:lnTo>
                <a:lnTo>
                  <a:pt x="727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2" y="877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7" y="875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6" y="873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7" y="833"/>
                </a:lnTo>
                <a:lnTo>
                  <a:pt x="656" y="833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6" y="838"/>
                </a:lnTo>
                <a:lnTo>
                  <a:pt x="646" y="837"/>
                </a:lnTo>
                <a:lnTo>
                  <a:pt x="645" y="837"/>
                </a:lnTo>
                <a:lnTo>
                  <a:pt x="644" y="837"/>
                </a:lnTo>
                <a:lnTo>
                  <a:pt x="644" y="836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4" y="838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7" y="836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5" y="823"/>
                </a:lnTo>
                <a:lnTo>
                  <a:pt x="605" y="824"/>
                </a:lnTo>
                <a:lnTo>
                  <a:pt x="605" y="823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0" y="814"/>
                </a:lnTo>
                <a:lnTo>
                  <a:pt x="611" y="814"/>
                </a:lnTo>
                <a:lnTo>
                  <a:pt x="611" y="815"/>
                </a:lnTo>
                <a:lnTo>
                  <a:pt x="611" y="814"/>
                </a:lnTo>
                <a:lnTo>
                  <a:pt x="612" y="815"/>
                </a:lnTo>
                <a:lnTo>
                  <a:pt x="612" y="814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1" y="800"/>
                </a:lnTo>
                <a:lnTo>
                  <a:pt x="601" y="799"/>
                </a:lnTo>
                <a:lnTo>
                  <a:pt x="601" y="800"/>
                </a:lnTo>
                <a:lnTo>
                  <a:pt x="601" y="799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6" y="808"/>
                </a:lnTo>
                <a:lnTo>
                  <a:pt x="586" y="809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3" y="810"/>
                </a:lnTo>
                <a:lnTo>
                  <a:pt x="583" y="809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2" y="810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6" y="799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7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4" y="792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9" y="793"/>
                </a:lnTo>
                <a:lnTo>
                  <a:pt x="548" y="793"/>
                </a:lnTo>
                <a:lnTo>
                  <a:pt x="548" y="792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5" y="790"/>
                </a:lnTo>
                <a:lnTo>
                  <a:pt x="544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8" y="777"/>
                </a:lnTo>
                <a:lnTo>
                  <a:pt x="528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1" y="751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1" y="742"/>
                </a:lnTo>
                <a:lnTo>
                  <a:pt x="520" y="742"/>
                </a:lnTo>
                <a:lnTo>
                  <a:pt x="518" y="742"/>
                </a:lnTo>
                <a:lnTo>
                  <a:pt x="518" y="743"/>
                </a:lnTo>
                <a:lnTo>
                  <a:pt x="518" y="742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5" y="736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5" y="734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3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7" y="738"/>
                </a:lnTo>
                <a:lnTo>
                  <a:pt x="486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3" y="750"/>
                </a:lnTo>
                <a:lnTo>
                  <a:pt x="472" y="750"/>
                </a:lnTo>
                <a:lnTo>
                  <a:pt x="472" y="751"/>
                </a:lnTo>
                <a:lnTo>
                  <a:pt x="471" y="750"/>
                </a:lnTo>
                <a:lnTo>
                  <a:pt x="471" y="749"/>
                </a:lnTo>
                <a:lnTo>
                  <a:pt x="470" y="749"/>
                </a:lnTo>
                <a:lnTo>
                  <a:pt x="470" y="748"/>
                </a:lnTo>
                <a:lnTo>
                  <a:pt x="469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1" y="740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7" y="739"/>
                </a:lnTo>
                <a:lnTo>
                  <a:pt x="456" y="738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4" y="734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3" y="730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5" y="715"/>
                </a:lnTo>
                <a:lnTo>
                  <a:pt x="444" y="715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2" y="715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6" y="707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4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4"/>
                </a:lnTo>
                <a:lnTo>
                  <a:pt x="432" y="704"/>
                </a:lnTo>
                <a:lnTo>
                  <a:pt x="432" y="705"/>
                </a:lnTo>
                <a:lnTo>
                  <a:pt x="432" y="704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2" y="704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20" y="702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4" y="698"/>
                </a:lnTo>
                <a:lnTo>
                  <a:pt x="413" y="698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3" y="696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8" y="686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2" y="678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3" y="667"/>
                </a:lnTo>
                <a:lnTo>
                  <a:pt x="372" y="667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4" y="665"/>
                </a:lnTo>
                <a:lnTo>
                  <a:pt x="364" y="666"/>
                </a:lnTo>
                <a:lnTo>
                  <a:pt x="364" y="665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59" y="662"/>
                </a:lnTo>
                <a:lnTo>
                  <a:pt x="359" y="663"/>
                </a:lnTo>
                <a:lnTo>
                  <a:pt x="358" y="663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4" y="659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2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1" y="652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1"/>
                </a:lnTo>
                <a:lnTo>
                  <a:pt x="343" y="650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3" y="648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2" y="646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2"/>
                </a:lnTo>
                <a:lnTo>
                  <a:pt x="335" y="641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8" y="622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5" y="620"/>
                </a:lnTo>
                <a:lnTo>
                  <a:pt x="294" y="620"/>
                </a:lnTo>
                <a:lnTo>
                  <a:pt x="293" y="620"/>
                </a:lnTo>
                <a:lnTo>
                  <a:pt x="293" y="619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0" y="621"/>
                </a:lnTo>
                <a:lnTo>
                  <a:pt x="290" y="622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4" y="626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5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6"/>
                </a:lnTo>
                <a:lnTo>
                  <a:pt x="270" y="626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1" y="635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59" y="658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49" y="663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9" y="637"/>
                </a:lnTo>
                <a:lnTo>
                  <a:pt x="228" y="637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6" y="635"/>
                </a:lnTo>
                <a:lnTo>
                  <a:pt x="226" y="634"/>
                </a:lnTo>
                <a:lnTo>
                  <a:pt x="226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0" y="617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3" y="609"/>
                </a:lnTo>
                <a:lnTo>
                  <a:pt x="173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29" y="577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0" y="566"/>
                </a:lnTo>
                <a:lnTo>
                  <a:pt x="79" y="566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4" y="506"/>
                </a:lnTo>
                <a:lnTo>
                  <a:pt x="34" y="505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0" y="500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6" y="492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0" y="463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7" y="453"/>
                </a:lnTo>
                <a:lnTo>
                  <a:pt x="16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5" y="444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8" y="431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7" y="422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8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9"/>
                </a:lnTo>
                <a:lnTo>
                  <a:pt x="74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6" y="366"/>
                </a:lnTo>
                <a:lnTo>
                  <a:pt x="76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4" y="361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8" y="329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0" y="299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89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3" y="285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0" y="259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1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9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6" y="208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1" y="194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1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2" y="186"/>
                </a:lnTo>
                <a:lnTo>
                  <a:pt x="134" y="186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7" y="161"/>
                </a:lnTo>
                <a:lnTo>
                  <a:pt x="147" y="160"/>
                </a:lnTo>
                <a:lnTo>
                  <a:pt x="148" y="160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7" y="152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1"/>
                </a:lnTo>
                <a:lnTo>
                  <a:pt x="174" y="130"/>
                </a:lnTo>
                <a:lnTo>
                  <a:pt x="174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1" y="126"/>
                </a:lnTo>
                <a:lnTo>
                  <a:pt x="170" y="124"/>
                </a:lnTo>
                <a:lnTo>
                  <a:pt x="169" y="123"/>
                </a:lnTo>
                <a:lnTo>
                  <a:pt x="169" y="121"/>
                </a:lnTo>
                <a:lnTo>
                  <a:pt x="169" y="120"/>
                </a:lnTo>
                <a:lnTo>
                  <a:pt x="169" y="119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4" y="109"/>
                </a:lnTo>
                <a:lnTo>
                  <a:pt x="184" y="110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7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3" y="112"/>
                </a:lnTo>
                <a:lnTo>
                  <a:pt x="204" y="113"/>
                </a:lnTo>
                <a:lnTo>
                  <a:pt x="204" y="114"/>
                </a:lnTo>
                <a:lnTo>
                  <a:pt x="203" y="114"/>
                </a:lnTo>
                <a:lnTo>
                  <a:pt x="203" y="115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6" y="119"/>
                </a:lnTo>
                <a:lnTo>
                  <a:pt x="207" y="119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19"/>
                </a:lnTo>
                <a:lnTo>
                  <a:pt x="213" y="119"/>
                </a:lnTo>
                <a:lnTo>
                  <a:pt x="215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4" y="119"/>
                </a:lnTo>
                <a:lnTo>
                  <a:pt x="224" y="120"/>
                </a:lnTo>
                <a:lnTo>
                  <a:pt x="225" y="120"/>
                </a:lnTo>
                <a:lnTo>
                  <a:pt x="226" y="120"/>
                </a:lnTo>
                <a:lnTo>
                  <a:pt x="227" y="120"/>
                </a:lnTo>
                <a:lnTo>
                  <a:pt x="227" y="119"/>
                </a:lnTo>
                <a:lnTo>
                  <a:pt x="228" y="119"/>
                </a:lnTo>
                <a:lnTo>
                  <a:pt x="229" y="120"/>
                </a:lnTo>
                <a:lnTo>
                  <a:pt x="229" y="121"/>
                </a:lnTo>
                <a:lnTo>
                  <a:pt x="230" y="121"/>
                </a:lnTo>
                <a:lnTo>
                  <a:pt x="231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7" y="121"/>
                </a:lnTo>
                <a:lnTo>
                  <a:pt x="236" y="121"/>
                </a:lnTo>
                <a:lnTo>
                  <a:pt x="235" y="120"/>
                </a:lnTo>
                <a:lnTo>
                  <a:pt x="235" y="119"/>
                </a:lnTo>
                <a:lnTo>
                  <a:pt x="237" y="119"/>
                </a:lnTo>
                <a:lnTo>
                  <a:pt x="237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8" y="112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3" y="113"/>
                </a:lnTo>
                <a:lnTo>
                  <a:pt x="243" y="114"/>
                </a:lnTo>
                <a:lnTo>
                  <a:pt x="244" y="114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8" y="116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20"/>
                </a:lnTo>
                <a:lnTo>
                  <a:pt x="258" y="120"/>
                </a:lnTo>
                <a:lnTo>
                  <a:pt x="258" y="119"/>
                </a:lnTo>
                <a:lnTo>
                  <a:pt x="259" y="118"/>
                </a:lnTo>
                <a:lnTo>
                  <a:pt x="259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5" y="117"/>
                </a:lnTo>
                <a:lnTo>
                  <a:pt x="266" y="118"/>
                </a:lnTo>
                <a:lnTo>
                  <a:pt x="266" y="117"/>
                </a:lnTo>
                <a:lnTo>
                  <a:pt x="267" y="117"/>
                </a:lnTo>
                <a:lnTo>
                  <a:pt x="268" y="117"/>
                </a:lnTo>
                <a:lnTo>
                  <a:pt x="268" y="118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1" y="119"/>
                </a:lnTo>
                <a:lnTo>
                  <a:pt x="272" y="119"/>
                </a:lnTo>
                <a:lnTo>
                  <a:pt x="273" y="119"/>
                </a:lnTo>
                <a:lnTo>
                  <a:pt x="274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8" y="123"/>
                </a:lnTo>
                <a:lnTo>
                  <a:pt x="279" y="123"/>
                </a:lnTo>
                <a:lnTo>
                  <a:pt x="279" y="124"/>
                </a:lnTo>
                <a:lnTo>
                  <a:pt x="280" y="124"/>
                </a:lnTo>
                <a:lnTo>
                  <a:pt x="280" y="125"/>
                </a:lnTo>
                <a:lnTo>
                  <a:pt x="280" y="126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0" y="128"/>
                </a:lnTo>
                <a:lnTo>
                  <a:pt x="281" y="129"/>
                </a:lnTo>
                <a:lnTo>
                  <a:pt x="282" y="129"/>
                </a:lnTo>
                <a:lnTo>
                  <a:pt x="283" y="128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6" y="129"/>
                </a:lnTo>
                <a:lnTo>
                  <a:pt x="288" y="129"/>
                </a:lnTo>
                <a:lnTo>
                  <a:pt x="289" y="129"/>
                </a:lnTo>
                <a:lnTo>
                  <a:pt x="290" y="129"/>
                </a:lnTo>
                <a:lnTo>
                  <a:pt x="291" y="129"/>
                </a:lnTo>
                <a:lnTo>
                  <a:pt x="293" y="129"/>
                </a:lnTo>
                <a:lnTo>
                  <a:pt x="296" y="129"/>
                </a:lnTo>
                <a:lnTo>
                  <a:pt x="297" y="128"/>
                </a:lnTo>
                <a:lnTo>
                  <a:pt x="298" y="128"/>
                </a:lnTo>
                <a:lnTo>
                  <a:pt x="298" y="127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5"/>
                </a:lnTo>
                <a:lnTo>
                  <a:pt x="306" y="125"/>
                </a:lnTo>
                <a:lnTo>
                  <a:pt x="307" y="125"/>
                </a:lnTo>
                <a:lnTo>
                  <a:pt x="308" y="125"/>
                </a:lnTo>
                <a:lnTo>
                  <a:pt x="308" y="126"/>
                </a:lnTo>
                <a:lnTo>
                  <a:pt x="309" y="126"/>
                </a:lnTo>
                <a:lnTo>
                  <a:pt x="312" y="126"/>
                </a:lnTo>
                <a:lnTo>
                  <a:pt x="313" y="126"/>
                </a:lnTo>
                <a:lnTo>
                  <a:pt x="315" y="125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2" y="121"/>
                </a:lnTo>
                <a:lnTo>
                  <a:pt x="323" y="122"/>
                </a:lnTo>
                <a:lnTo>
                  <a:pt x="324" y="122"/>
                </a:lnTo>
                <a:lnTo>
                  <a:pt x="325" y="121"/>
                </a:lnTo>
                <a:lnTo>
                  <a:pt x="326" y="121"/>
                </a:lnTo>
                <a:lnTo>
                  <a:pt x="326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8" y="112"/>
                </a:lnTo>
                <a:lnTo>
                  <a:pt x="328" y="111"/>
                </a:lnTo>
                <a:lnTo>
                  <a:pt x="327" y="110"/>
                </a:lnTo>
                <a:lnTo>
                  <a:pt x="327" y="109"/>
                </a:lnTo>
                <a:lnTo>
                  <a:pt x="327" y="107"/>
                </a:lnTo>
                <a:lnTo>
                  <a:pt x="328" y="107"/>
                </a:lnTo>
                <a:lnTo>
                  <a:pt x="328" y="106"/>
                </a:lnTo>
                <a:lnTo>
                  <a:pt x="328" y="107"/>
                </a:lnTo>
                <a:lnTo>
                  <a:pt x="329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3" y="106"/>
                </a:lnTo>
                <a:lnTo>
                  <a:pt x="333" y="105"/>
                </a:lnTo>
                <a:lnTo>
                  <a:pt x="334" y="105"/>
                </a:lnTo>
                <a:lnTo>
                  <a:pt x="334" y="104"/>
                </a:lnTo>
                <a:lnTo>
                  <a:pt x="336" y="104"/>
                </a:lnTo>
                <a:lnTo>
                  <a:pt x="337" y="104"/>
                </a:lnTo>
                <a:lnTo>
                  <a:pt x="338" y="103"/>
                </a:lnTo>
                <a:lnTo>
                  <a:pt x="338" y="102"/>
                </a:lnTo>
                <a:lnTo>
                  <a:pt x="339" y="102"/>
                </a:lnTo>
                <a:lnTo>
                  <a:pt x="340" y="102"/>
                </a:lnTo>
                <a:lnTo>
                  <a:pt x="340" y="103"/>
                </a:lnTo>
                <a:lnTo>
                  <a:pt x="341" y="103"/>
                </a:lnTo>
                <a:lnTo>
                  <a:pt x="341" y="101"/>
                </a:lnTo>
                <a:lnTo>
                  <a:pt x="342" y="101"/>
                </a:lnTo>
                <a:lnTo>
                  <a:pt x="342" y="100"/>
                </a:lnTo>
                <a:lnTo>
                  <a:pt x="343" y="100"/>
                </a:lnTo>
                <a:lnTo>
                  <a:pt x="344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8" y="98"/>
                </a:lnTo>
                <a:lnTo>
                  <a:pt x="348" y="97"/>
                </a:lnTo>
                <a:lnTo>
                  <a:pt x="349" y="97"/>
                </a:lnTo>
                <a:lnTo>
                  <a:pt x="350" y="97"/>
                </a:lnTo>
                <a:lnTo>
                  <a:pt x="350" y="98"/>
                </a:lnTo>
                <a:lnTo>
                  <a:pt x="352" y="98"/>
                </a:lnTo>
                <a:lnTo>
                  <a:pt x="353" y="97"/>
                </a:lnTo>
                <a:lnTo>
                  <a:pt x="354" y="95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6" y="80"/>
                </a:lnTo>
                <a:lnTo>
                  <a:pt x="376" y="81"/>
                </a:lnTo>
                <a:lnTo>
                  <a:pt x="377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6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7"/>
                </a:lnTo>
                <a:lnTo>
                  <a:pt x="412" y="97"/>
                </a:lnTo>
                <a:lnTo>
                  <a:pt x="412" y="98"/>
                </a:lnTo>
                <a:lnTo>
                  <a:pt x="413" y="99"/>
                </a:lnTo>
                <a:lnTo>
                  <a:pt x="413" y="100"/>
                </a:lnTo>
                <a:lnTo>
                  <a:pt x="413" y="101"/>
                </a:lnTo>
                <a:lnTo>
                  <a:pt x="414" y="102"/>
                </a:lnTo>
                <a:lnTo>
                  <a:pt x="415" y="102"/>
                </a:lnTo>
                <a:lnTo>
                  <a:pt x="415" y="103"/>
                </a:lnTo>
                <a:lnTo>
                  <a:pt x="415" y="104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6"/>
                </a:lnTo>
                <a:lnTo>
                  <a:pt x="422" y="107"/>
                </a:lnTo>
                <a:lnTo>
                  <a:pt x="422" y="108"/>
                </a:lnTo>
                <a:lnTo>
                  <a:pt x="422" y="109"/>
                </a:lnTo>
                <a:lnTo>
                  <a:pt x="423" y="109"/>
                </a:lnTo>
                <a:lnTo>
                  <a:pt x="423" y="110"/>
                </a:lnTo>
                <a:lnTo>
                  <a:pt x="424" y="110"/>
                </a:lnTo>
                <a:lnTo>
                  <a:pt x="424" y="111"/>
                </a:lnTo>
                <a:lnTo>
                  <a:pt x="425" y="112"/>
                </a:lnTo>
                <a:lnTo>
                  <a:pt x="426" y="112"/>
                </a:lnTo>
                <a:lnTo>
                  <a:pt x="428" y="112"/>
                </a:lnTo>
                <a:lnTo>
                  <a:pt x="429" y="113"/>
                </a:lnTo>
                <a:lnTo>
                  <a:pt x="430" y="113"/>
                </a:lnTo>
                <a:lnTo>
                  <a:pt x="431" y="113"/>
                </a:lnTo>
                <a:lnTo>
                  <a:pt x="433" y="113"/>
                </a:lnTo>
                <a:lnTo>
                  <a:pt x="434" y="112"/>
                </a:lnTo>
                <a:lnTo>
                  <a:pt x="435" y="111"/>
                </a:lnTo>
                <a:lnTo>
                  <a:pt x="436" y="111"/>
                </a:lnTo>
                <a:lnTo>
                  <a:pt x="436" y="110"/>
                </a:lnTo>
                <a:lnTo>
                  <a:pt x="437" y="110"/>
                </a:lnTo>
                <a:lnTo>
                  <a:pt x="438" y="111"/>
                </a:lnTo>
                <a:lnTo>
                  <a:pt x="440" y="111"/>
                </a:lnTo>
                <a:lnTo>
                  <a:pt x="440" y="112"/>
                </a:lnTo>
                <a:lnTo>
                  <a:pt x="441" y="112"/>
                </a:lnTo>
                <a:lnTo>
                  <a:pt x="442" y="112"/>
                </a:lnTo>
                <a:lnTo>
                  <a:pt x="443" y="113"/>
                </a:lnTo>
                <a:lnTo>
                  <a:pt x="444" y="113"/>
                </a:lnTo>
                <a:lnTo>
                  <a:pt x="445" y="112"/>
                </a:lnTo>
                <a:lnTo>
                  <a:pt x="446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5"/>
                </a:lnTo>
                <a:lnTo>
                  <a:pt x="450" y="114"/>
                </a:lnTo>
                <a:lnTo>
                  <a:pt x="451" y="114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8" y="116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3" y="116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5" y="117"/>
                </a:lnTo>
                <a:lnTo>
                  <a:pt x="466" y="117"/>
                </a:lnTo>
                <a:lnTo>
                  <a:pt x="467" y="117"/>
                </a:lnTo>
                <a:lnTo>
                  <a:pt x="470" y="117"/>
                </a:lnTo>
                <a:lnTo>
                  <a:pt x="470" y="118"/>
                </a:lnTo>
                <a:lnTo>
                  <a:pt x="470" y="119"/>
                </a:lnTo>
                <a:lnTo>
                  <a:pt x="472" y="118"/>
                </a:lnTo>
                <a:lnTo>
                  <a:pt x="473" y="118"/>
                </a:lnTo>
                <a:lnTo>
                  <a:pt x="475" y="117"/>
                </a:lnTo>
                <a:lnTo>
                  <a:pt x="476" y="116"/>
                </a:lnTo>
                <a:lnTo>
                  <a:pt x="477" y="116"/>
                </a:lnTo>
                <a:lnTo>
                  <a:pt x="480" y="115"/>
                </a:lnTo>
                <a:lnTo>
                  <a:pt x="481" y="115"/>
                </a:lnTo>
                <a:lnTo>
                  <a:pt x="481" y="116"/>
                </a:lnTo>
                <a:lnTo>
                  <a:pt x="482" y="116"/>
                </a:lnTo>
                <a:lnTo>
                  <a:pt x="484" y="116"/>
                </a:lnTo>
                <a:lnTo>
                  <a:pt x="485" y="116"/>
                </a:lnTo>
                <a:lnTo>
                  <a:pt x="486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1" y="116"/>
                </a:lnTo>
                <a:lnTo>
                  <a:pt x="492" y="116"/>
                </a:lnTo>
                <a:lnTo>
                  <a:pt x="494" y="116"/>
                </a:lnTo>
                <a:lnTo>
                  <a:pt x="495" y="114"/>
                </a:lnTo>
                <a:lnTo>
                  <a:pt x="495" y="113"/>
                </a:lnTo>
                <a:lnTo>
                  <a:pt x="496" y="112"/>
                </a:lnTo>
                <a:lnTo>
                  <a:pt x="497" y="111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2" y="111"/>
                </a:lnTo>
                <a:lnTo>
                  <a:pt x="505" y="110"/>
                </a:lnTo>
                <a:lnTo>
                  <a:pt x="506" y="110"/>
                </a:lnTo>
                <a:lnTo>
                  <a:pt x="506" y="111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09" y="110"/>
                </a:lnTo>
                <a:lnTo>
                  <a:pt x="510" y="111"/>
                </a:lnTo>
                <a:lnTo>
                  <a:pt x="511" y="111"/>
                </a:lnTo>
                <a:lnTo>
                  <a:pt x="511" y="112"/>
                </a:lnTo>
                <a:lnTo>
                  <a:pt x="512" y="112"/>
                </a:lnTo>
                <a:lnTo>
                  <a:pt x="512" y="113"/>
                </a:lnTo>
                <a:lnTo>
                  <a:pt x="512" y="114"/>
                </a:lnTo>
                <a:lnTo>
                  <a:pt x="513" y="114"/>
                </a:lnTo>
                <a:lnTo>
                  <a:pt x="513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5"/>
                </a:lnTo>
                <a:lnTo>
                  <a:pt x="515" y="115"/>
                </a:lnTo>
                <a:lnTo>
                  <a:pt x="516" y="115"/>
                </a:lnTo>
                <a:lnTo>
                  <a:pt x="517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2" y="115"/>
                </a:lnTo>
                <a:lnTo>
                  <a:pt x="523" y="114"/>
                </a:lnTo>
                <a:lnTo>
                  <a:pt x="524" y="114"/>
                </a:lnTo>
                <a:lnTo>
                  <a:pt x="525" y="113"/>
                </a:lnTo>
                <a:lnTo>
                  <a:pt x="526" y="112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2"/>
                </a:lnTo>
                <a:lnTo>
                  <a:pt x="530" y="112"/>
                </a:lnTo>
                <a:lnTo>
                  <a:pt x="531" y="111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5" y="110"/>
                </a:lnTo>
                <a:lnTo>
                  <a:pt x="536" y="110"/>
                </a:lnTo>
                <a:lnTo>
                  <a:pt x="536" y="109"/>
                </a:lnTo>
                <a:lnTo>
                  <a:pt x="537" y="109"/>
                </a:lnTo>
                <a:lnTo>
                  <a:pt x="537" y="108"/>
                </a:lnTo>
                <a:lnTo>
                  <a:pt x="538" y="108"/>
                </a:lnTo>
                <a:lnTo>
                  <a:pt x="539" y="108"/>
                </a:lnTo>
                <a:lnTo>
                  <a:pt x="540" y="108"/>
                </a:lnTo>
                <a:lnTo>
                  <a:pt x="540" y="107"/>
                </a:lnTo>
                <a:lnTo>
                  <a:pt x="541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5"/>
                </a:lnTo>
                <a:lnTo>
                  <a:pt x="546" y="104"/>
                </a:lnTo>
                <a:lnTo>
                  <a:pt x="545" y="104"/>
                </a:lnTo>
                <a:lnTo>
                  <a:pt x="546" y="103"/>
                </a:lnTo>
                <a:lnTo>
                  <a:pt x="546" y="102"/>
                </a:lnTo>
                <a:lnTo>
                  <a:pt x="547" y="102"/>
                </a:lnTo>
                <a:lnTo>
                  <a:pt x="547" y="101"/>
                </a:lnTo>
                <a:lnTo>
                  <a:pt x="548" y="100"/>
                </a:lnTo>
                <a:lnTo>
                  <a:pt x="548" y="99"/>
                </a:lnTo>
                <a:lnTo>
                  <a:pt x="547" y="99"/>
                </a:lnTo>
                <a:lnTo>
                  <a:pt x="546" y="99"/>
                </a:lnTo>
                <a:lnTo>
                  <a:pt x="545" y="99"/>
                </a:lnTo>
                <a:lnTo>
                  <a:pt x="545" y="98"/>
                </a:lnTo>
                <a:lnTo>
                  <a:pt x="545" y="97"/>
                </a:lnTo>
                <a:lnTo>
                  <a:pt x="546" y="97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2" y="79"/>
                </a:lnTo>
                <a:lnTo>
                  <a:pt x="593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3"/>
                </a:lnTo>
                <a:lnTo>
                  <a:pt x="622" y="74"/>
                </a:lnTo>
                <a:lnTo>
                  <a:pt x="623" y="74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1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3" y="85"/>
                </a:lnTo>
                <a:lnTo>
                  <a:pt x="644" y="85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4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1"/>
                </a:lnTo>
                <a:lnTo>
                  <a:pt x="682" y="70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6" y="35"/>
                </a:lnTo>
                <a:lnTo>
                  <a:pt x="707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1" y="32"/>
                </a:lnTo>
                <a:lnTo>
                  <a:pt x="711" y="33"/>
                </a:lnTo>
                <a:lnTo>
                  <a:pt x="711" y="32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1" y="15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2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4"/>
                </a:lnTo>
                <a:lnTo>
                  <a:pt x="819" y="14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2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7" y="14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1" y="5"/>
                </a:lnTo>
                <a:lnTo>
                  <a:pt x="872" y="5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2" y="3"/>
                </a:lnTo>
                <a:lnTo>
                  <a:pt x="883" y="4"/>
                </a:lnTo>
                <a:lnTo>
                  <a:pt x="883" y="3"/>
                </a:lnTo>
                <a:lnTo>
                  <a:pt x="884" y="4"/>
                </a:lnTo>
                <a:lnTo>
                  <a:pt x="885" y="4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6" y="2"/>
                </a:lnTo>
                <a:lnTo>
                  <a:pt x="896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4152240" y="357480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1" y="6"/>
                </a:lnTo>
                <a:lnTo>
                  <a:pt x="510" y="6"/>
                </a:lnTo>
                <a:lnTo>
                  <a:pt x="510" y="7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2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9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8" y="142"/>
                </a:lnTo>
                <a:lnTo>
                  <a:pt x="457" y="142"/>
                </a:lnTo>
                <a:lnTo>
                  <a:pt x="456" y="142"/>
                </a:lnTo>
                <a:lnTo>
                  <a:pt x="455" y="142"/>
                </a:lnTo>
                <a:lnTo>
                  <a:pt x="454" y="142"/>
                </a:lnTo>
                <a:lnTo>
                  <a:pt x="454" y="143"/>
                </a:lnTo>
                <a:lnTo>
                  <a:pt x="453" y="143"/>
                </a:lnTo>
                <a:lnTo>
                  <a:pt x="453" y="144"/>
                </a:lnTo>
                <a:lnTo>
                  <a:pt x="453" y="147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4" y="152"/>
                </a:lnTo>
                <a:lnTo>
                  <a:pt x="453" y="152"/>
                </a:lnTo>
                <a:lnTo>
                  <a:pt x="453" y="153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3" y="159"/>
                </a:lnTo>
                <a:lnTo>
                  <a:pt x="452" y="159"/>
                </a:lnTo>
                <a:lnTo>
                  <a:pt x="452" y="160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5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8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1"/>
                </a:lnTo>
                <a:lnTo>
                  <a:pt x="461" y="172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4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7" y="184"/>
                </a:lnTo>
                <a:lnTo>
                  <a:pt x="468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2" y="186"/>
                </a:lnTo>
                <a:lnTo>
                  <a:pt x="474" y="187"/>
                </a:lnTo>
                <a:lnTo>
                  <a:pt x="475" y="188"/>
                </a:lnTo>
                <a:lnTo>
                  <a:pt x="475" y="189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1" y="192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9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79" y="208"/>
                </a:lnTo>
                <a:lnTo>
                  <a:pt x="479" y="209"/>
                </a:lnTo>
                <a:lnTo>
                  <a:pt x="478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7" y="213"/>
                </a:lnTo>
                <a:lnTo>
                  <a:pt x="476" y="213"/>
                </a:lnTo>
                <a:lnTo>
                  <a:pt x="476" y="214"/>
                </a:lnTo>
                <a:lnTo>
                  <a:pt x="475" y="215"/>
                </a:lnTo>
                <a:lnTo>
                  <a:pt x="475" y="216"/>
                </a:lnTo>
                <a:lnTo>
                  <a:pt x="476" y="216"/>
                </a:lnTo>
                <a:lnTo>
                  <a:pt x="476" y="217"/>
                </a:lnTo>
                <a:lnTo>
                  <a:pt x="475" y="219"/>
                </a:lnTo>
                <a:lnTo>
                  <a:pt x="474" y="219"/>
                </a:lnTo>
                <a:lnTo>
                  <a:pt x="473" y="220"/>
                </a:lnTo>
                <a:lnTo>
                  <a:pt x="472" y="220"/>
                </a:lnTo>
                <a:lnTo>
                  <a:pt x="470" y="220"/>
                </a:lnTo>
                <a:lnTo>
                  <a:pt x="469" y="220"/>
                </a:lnTo>
                <a:lnTo>
                  <a:pt x="468" y="220"/>
                </a:lnTo>
                <a:lnTo>
                  <a:pt x="467" y="220"/>
                </a:lnTo>
                <a:lnTo>
                  <a:pt x="466" y="220"/>
                </a:lnTo>
                <a:lnTo>
                  <a:pt x="466" y="221"/>
                </a:lnTo>
                <a:lnTo>
                  <a:pt x="465" y="221"/>
                </a:lnTo>
                <a:lnTo>
                  <a:pt x="465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5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6" y="240"/>
                </a:lnTo>
                <a:lnTo>
                  <a:pt x="465" y="240"/>
                </a:lnTo>
                <a:lnTo>
                  <a:pt x="465" y="241"/>
                </a:lnTo>
                <a:lnTo>
                  <a:pt x="464" y="242"/>
                </a:lnTo>
                <a:lnTo>
                  <a:pt x="463" y="243"/>
                </a:lnTo>
                <a:lnTo>
                  <a:pt x="462" y="244"/>
                </a:lnTo>
                <a:lnTo>
                  <a:pt x="462" y="245"/>
                </a:lnTo>
                <a:lnTo>
                  <a:pt x="461" y="245"/>
                </a:lnTo>
                <a:lnTo>
                  <a:pt x="461" y="246"/>
                </a:lnTo>
                <a:lnTo>
                  <a:pt x="460" y="246"/>
                </a:lnTo>
                <a:lnTo>
                  <a:pt x="460" y="247"/>
                </a:lnTo>
                <a:lnTo>
                  <a:pt x="459" y="248"/>
                </a:lnTo>
                <a:lnTo>
                  <a:pt x="458" y="249"/>
                </a:lnTo>
                <a:lnTo>
                  <a:pt x="457" y="250"/>
                </a:lnTo>
                <a:lnTo>
                  <a:pt x="456" y="250"/>
                </a:lnTo>
                <a:lnTo>
                  <a:pt x="456" y="251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5" y="255"/>
                </a:lnTo>
                <a:lnTo>
                  <a:pt x="454" y="255"/>
                </a:lnTo>
                <a:lnTo>
                  <a:pt x="453" y="256"/>
                </a:lnTo>
                <a:lnTo>
                  <a:pt x="452" y="256"/>
                </a:lnTo>
                <a:lnTo>
                  <a:pt x="452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5" y="283"/>
                </a:lnTo>
                <a:lnTo>
                  <a:pt x="444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5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90"/>
                </a:lnTo>
                <a:lnTo>
                  <a:pt x="444" y="290"/>
                </a:lnTo>
                <a:lnTo>
                  <a:pt x="445" y="290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6" y="294"/>
                </a:lnTo>
                <a:lnTo>
                  <a:pt x="446" y="293"/>
                </a:lnTo>
                <a:lnTo>
                  <a:pt x="447" y="293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8" y="294"/>
                </a:lnTo>
                <a:lnTo>
                  <a:pt x="446" y="295"/>
                </a:lnTo>
                <a:lnTo>
                  <a:pt x="446" y="297"/>
                </a:lnTo>
                <a:lnTo>
                  <a:pt x="447" y="297"/>
                </a:lnTo>
                <a:lnTo>
                  <a:pt x="447" y="298"/>
                </a:lnTo>
                <a:lnTo>
                  <a:pt x="446" y="298"/>
                </a:lnTo>
                <a:lnTo>
                  <a:pt x="445" y="298"/>
                </a:lnTo>
                <a:lnTo>
                  <a:pt x="445" y="297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8" y="305"/>
                </a:lnTo>
                <a:lnTo>
                  <a:pt x="449" y="306"/>
                </a:lnTo>
                <a:lnTo>
                  <a:pt x="450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2" y="310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3" y="317"/>
                </a:lnTo>
                <a:lnTo>
                  <a:pt x="453" y="318"/>
                </a:lnTo>
                <a:lnTo>
                  <a:pt x="452" y="318"/>
                </a:lnTo>
                <a:lnTo>
                  <a:pt x="452" y="319"/>
                </a:lnTo>
                <a:lnTo>
                  <a:pt x="452" y="320"/>
                </a:lnTo>
                <a:lnTo>
                  <a:pt x="451" y="320"/>
                </a:lnTo>
                <a:lnTo>
                  <a:pt x="450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2" y="325"/>
                </a:lnTo>
                <a:lnTo>
                  <a:pt x="451" y="326"/>
                </a:lnTo>
                <a:lnTo>
                  <a:pt x="451" y="327"/>
                </a:lnTo>
                <a:lnTo>
                  <a:pt x="451" y="328"/>
                </a:lnTo>
                <a:lnTo>
                  <a:pt x="450" y="329"/>
                </a:lnTo>
                <a:lnTo>
                  <a:pt x="450" y="330"/>
                </a:lnTo>
                <a:lnTo>
                  <a:pt x="449" y="330"/>
                </a:lnTo>
                <a:lnTo>
                  <a:pt x="449" y="331"/>
                </a:lnTo>
                <a:lnTo>
                  <a:pt x="450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49" y="335"/>
                </a:lnTo>
                <a:lnTo>
                  <a:pt x="450" y="336"/>
                </a:lnTo>
                <a:lnTo>
                  <a:pt x="450" y="337"/>
                </a:lnTo>
                <a:lnTo>
                  <a:pt x="449" y="337"/>
                </a:lnTo>
                <a:lnTo>
                  <a:pt x="449" y="338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50" y="343"/>
                </a:lnTo>
                <a:lnTo>
                  <a:pt x="449" y="343"/>
                </a:lnTo>
                <a:lnTo>
                  <a:pt x="449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9" y="347"/>
                </a:lnTo>
                <a:lnTo>
                  <a:pt x="449" y="348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7" y="351"/>
                </a:lnTo>
                <a:lnTo>
                  <a:pt x="448" y="352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50" y="358"/>
                </a:lnTo>
                <a:lnTo>
                  <a:pt x="450" y="359"/>
                </a:lnTo>
                <a:lnTo>
                  <a:pt x="450" y="360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3" y="370"/>
                </a:lnTo>
                <a:lnTo>
                  <a:pt x="454" y="370"/>
                </a:lnTo>
                <a:lnTo>
                  <a:pt x="454" y="371"/>
                </a:lnTo>
                <a:lnTo>
                  <a:pt x="454" y="372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4" y="379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5" y="381"/>
                </a:lnTo>
                <a:lnTo>
                  <a:pt x="455" y="380"/>
                </a:lnTo>
                <a:lnTo>
                  <a:pt x="456" y="380"/>
                </a:lnTo>
                <a:lnTo>
                  <a:pt x="457" y="380"/>
                </a:lnTo>
                <a:lnTo>
                  <a:pt x="457" y="381"/>
                </a:lnTo>
                <a:lnTo>
                  <a:pt x="457" y="382"/>
                </a:lnTo>
                <a:lnTo>
                  <a:pt x="457" y="384"/>
                </a:lnTo>
                <a:lnTo>
                  <a:pt x="457" y="385"/>
                </a:lnTo>
                <a:lnTo>
                  <a:pt x="458" y="386"/>
                </a:lnTo>
                <a:lnTo>
                  <a:pt x="459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0"/>
                </a:lnTo>
                <a:lnTo>
                  <a:pt x="461" y="400"/>
                </a:lnTo>
                <a:lnTo>
                  <a:pt x="461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3" y="404"/>
                </a:lnTo>
                <a:lnTo>
                  <a:pt x="463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2" y="412"/>
                </a:lnTo>
                <a:lnTo>
                  <a:pt x="461" y="412"/>
                </a:lnTo>
                <a:lnTo>
                  <a:pt x="460" y="412"/>
                </a:lnTo>
                <a:lnTo>
                  <a:pt x="460" y="413"/>
                </a:lnTo>
                <a:lnTo>
                  <a:pt x="459" y="413"/>
                </a:lnTo>
                <a:lnTo>
                  <a:pt x="459" y="414"/>
                </a:lnTo>
                <a:lnTo>
                  <a:pt x="458" y="415"/>
                </a:lnTo>
                <a:lnTo>
                  <a:pt x="458" y="417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7" y="420"/>
                </a:lnTo>
                <a:lnTo>
                  <a:pt x="456" y="420"/>
                </a:lnTo>
                <a:lnTo>
                  <a:pt x="456" y="421"/>
                </a:lnTo>
                <a:lnTo>
                  <a:pt x="456" y="422"/>
                </a:lnTo>
                <a:lnTo>
                  <a:pt x="455" y="422"/>
                </a:lnTo>
                <a:lnTo>
                  <a:pt x="455" y="423"/>
                </a:lnTo>
                <a:lnTo>
                  <a:pt x="454" y="425"/>
                </a:lnTo>
                <a:lnTo>
                  <a:pt x="453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7" y="433"/>
                </a:lnTo>
                <a:lnTo>
                  <a:pt x="446" y="433"/>
                </a:lnTo>
                <a:lnTo>
                  <a:pt x="446" y="434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5" y="438"/>
                </a:lnTo>
                <a:lnTo>
                  <a:pt x="445" y="439"/>
                </a:lnTo>
                <a:lnTo>
                  <a:pt x="444" y="439"/>
                </a:lnTo>
                <a:lnTo>
                  <a:pt x="444" y="440"/>
                </a:lnTo>
                <a:lnTo>
                  <a:pt x="444" y="441"/>
                </a:lnTo>
                <a:lnTo>
                  <a:pt x="443" y="441"/>
                </a:lnTo>
                <a:lnTo>
                  <a:pt x="442" y="441"/>
                </a:lnTo>
                <a:lnTo>
                  <a:pt x="442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1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0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5"/>
                </a:lnTo>
                <a:lnTo>
                  <a:pt x="441" y="456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6" y="544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2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1" y="563"/>
                </a:lnTo>
                <a:lnTo>
                  <a:pt x="461" y="565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9"/>
                </a:lnTo>
                <a:lnTo>
                  <a:pt x="481" y="600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5" y="612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7" y="615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8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7" y="648"/>
                </a:lnTo>
                <a:lnTo>
                  <a:pt x="497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2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49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4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4" y="656"/>
                </a:lnTo>
                <a:lnTo>
                  <a:pt x="443" y="657"/>
                </a:lnTo>
                <a:lnTo>
                  <a:pt x="443" y="656"/>
                </a:lnTo>
                <a:lnTo>
                  <a:pt x="441" y="656"/>
                </a:lnTo>
                <a:lnTo>
                  <a:pt x="441" y="655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3"/>
                </a:lnTo>
                <a:lnTo>
                  <a:pt x="416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3" y="652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9" y="650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6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7" y="692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0" y="699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1" y="716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6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2"/>
                </a:lnTo>
                <a:lnTo>
                  <a:pt x="371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2" y="804"/>
                </a:lnTo>
                <a:lnTo>
                  <a:pt x="343" y="804"/>
                </a:lnTo>
                <a:lnTo>
                  <a:pt x="343" y="803"/>
                </a:lnTo>
                <a:lnTo>
                  <a:pt x="342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5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8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8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49"/>
                </a:lnTo>
                <a:lnTo>
                  <a:pt x="208" y="748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4"/>
                </a:lnTo>
                <a:lnTo>
                  <a:pt x="205" y="742"/>
                </a:lnTo>
                <a:lnTo>
                  <a:pt x="204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1"/>
                </a:lnTo>
                <a:lnTo>
                  <a:pt x="200" y="740"/>
                </a:lnTo>
                <a:lnTo>
                  <a:pt x="199" y="740"/>
                </a:lnTo>
                <a:lnTo>
                  <a:pt x="199" y="739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7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8" y="733"/>
                </a:lnTo>
                <a:lnTo>
                  <a:pt x="177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5" y="722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2" y="734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4" y="722"/>
                </a:lnTo>
                <a:lnTo>
                  <a:pt x="144" y="723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9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2"/>
                </a:lnTo>
                <a:lnTo>
                  <a:pt x="113" y="702"/>
                </a:lnTo>
                <a:lnTo>
                  <a:pt x="113" y="701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3"/>
                </a:lnTo>
                <a:lnTo>
                  <a:pt x="84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2" y="713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5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2" y="700"/>
                </a:lnTo>
                <a:lnTo>
                  <a:pt x="22" y="699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1" y="683"/>
                </a:lnTo>
                <a:lnTo>
                  <a:pt x="2" y="683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2" y="687"/>
                </a:lnTo>
                <a:lnTo>
                  <a:pt x="13" y="687"/>
                </a:lnTo>
                <a:lnTo>
                  <a:pt x="13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8" y="647"/>
                </a:lnTo>
                <a:lnTo>
                  <a:pt x="27" y="647"/>
                </a:lnTo>
                <a:lnTo>
                  <a:pt x="27" y="646"/>
                </a:lnTo>
                <a:lnTo>
                  <a:pt x="27" y="645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39" y="617"/>
                </a:lnTo>
                <a:lnTo>
                  <a:pt x="40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6" y="612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7"/>
                </a:lnTo>
                <a:lnTo>
                  <a:pt x="61" y="618"/>
                </a:lnTo>
                <a:lnTo>
                  <a:pt x="62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1"/>
                </a:lnTo>
                <a:lnTo>
                  <a:pt x="80" y="611"/>
                </a:lnTo>
                <a:lnTo>
                  <a:pt x="82" y="611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89" y="620"/>
                </a:lnTo>
                <a:lnTo>
                  <a:pt x="90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7" y="618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1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8" y="589"/>
                </a:lnTo>
                <a:lnTo>
                  <a:pt x="89" y="589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90" y="586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8" y="584"/>
                </a:lnTo>
                <a:lnTo>
                  <a:pt x="88" y="585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5" y="543"/>
                </a:lnTo>
                <a:lnTo>
                  <a:pt x="96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0" y="545"/>
                </a:lnTo>
                <a:lnTo>
                  <a:pt x="102" y="545"/>
                </a:lnTo>
                <a:lnTo>
                  <a:pt x="103" y="546"/>
                </a:lnTo>
                <a:lnTo>
                  <a:pt x="104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2" y="526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6" y="513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6" y="511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6"/>
                </a:lnTo>
                <a:lnTo>
                  <a:pt x="84" y="505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5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1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4" y="460"/>
                </a:lnTo>
                <a:lnTo>
                  <a:pt x="126" y="460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1"/>
                </a:lnTo>
                <a:lnTo>
                  <a:pt x="132" y="461"/>
                </a:lnTo>
                <a:lnTo>
                  <a:pt x="132" y="462"/>
                </a:lnTo>
                <a:lnTo>
                  <a:pt x="133" y="462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0"/>
                </a:lnTo>
                <a:lnTo>
                  <a:pt x="146" y="471"/>
                </a:lnTo>
                <a:lnTo>
                  <a:pt x="145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6"/>
                </a:lnTo>
                <a:lnTo>
                  <a:pt x="151" y="476"/>
                </a:lnTo>
                <a:lnTo>
                  <a:pt x="152" y="476"/>
                </a:lnTo>
                <a:lnTo>
                  <a:pt x="153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79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7" y="482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7"/>
                </a:lnTo>
                <a:lnTo>
                  <a:pt x="176" y="478"/>
                </a:lnTo>
                <a:lnTo>
                  <a:pt x="177" y="478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2" y="479"/>
                </a:lnTo>
                <a:lnTo>
                  <a:pt x="182" y="480"/>
                </a:lnTo>
                <a:lnTo>
                  <a:pt x="182" y="479"/>
                </a:lnTo>
                <a:lnTo>
                  <a:pt x="185" y="479"/>
                </a:lnTo>
                <a:lnTo>
                  <a:pt x="185" y="478"/>
                </a:lnTo>
                <a:lnTo>
                  <a:pt x="184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3" y="478"/>
                </a:lnTo>
                <a:lnTo>
                  <a:pt x="194" y="478"/>
                </a:lnTo>
                <a:lnTo>
                  <a:pt x="195" y="478"/>
                </a:lnTo>
                <a:lnTo>
                  <a:pt x="195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6"/>
                </a:lnTo>
                <a:lnTo>
                  <a:pt x="198" y="475"/>
                </a:lnTo>
                <a:lnTo>
                  <a:pt x="200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2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2" y="468"/>
                </a:lnTo>
                <a:lnTo>
                  <a:pt x="211" y="468"/>
                </a:lnTo>
                <a:lnTo>
                  <a:pt x="210" y="467"/>
                </a:lnTo>
                <a:lnTo>
                  <a:pt x="209" y="466"/>
                </a:lnTo>
                <a:lnTo>
                  <a:pt x="208" y="465"/>
                </a:lnTo>
                <a:lnTo>
                  <a:pt x="208" y="464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5"/>
                </a:lnTo>
                <a:lnTo>
                  <a:pt x="202" y="454"/>
                </a:lnTo>
                <a:lnTo>
                  <a:pt x="201" y="454"/>
                </a:lnTo>
                <a:lnTo>
                  <a:pt x="201" y="452"/>
                </a:lnTo>
                <a:lnTo>
                  <a:pt x="202" y="452"/>
                </a:lnTo>
                <a:lnTo>
                  <a:pt x="201" y="451"/>
                </a:lnTo>
                <a:lnTo>
                  <a:pt x="200" y="450"/>
                </a:lnTo>
                <a:lnTo>
                  <a:pt x="199" y="450"/>
                </a:lnTo>
                <a:lnTo>
                  <a:pt x="199" y="449"/>
                </a:lnTo>
                <a:lnTo>
                  <a:pt x="199" y="448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4"/>
                </a:lnTo>
                <a:lnTo>
                  <a:pt x="201" y="445"/>
                </a:lnTo>
                <a:lnTo>
                  <a:pt x="202" y="445"/>
                </a:lnTo>
                <a:lnTo>
                  <a:pt x="202" y="444"/>
                </a:lnTo>
                <a:lnTo>
                  <a:pt x="201" y="444"/>
                </a:lnTo>
                <a:lnTo>
                  <a:pt x="201" y="443"/>
                </a:lnTo>
                <a:lnTo>
                  <a:pt x="202" y="444"/>
                </a:lnTo>
                <a:lnTo>
                  <a:pt x="203" y="443"/>
                </a:lnTo>
                <a:lnTo>
                  <a:pt x="202" y="443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3" y="442"/>
                </a:lnTo>
                <a:lnTo>
                  <a:pt x="203" y="443"/>
                </a:lnTo>
                <a:lnTo>
                  <a:pt x="204" y="442"/>
                </a:lnTo>
                <a:lnTo>
                  <a:pt x="204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0"/>
                </a:lnTo>
                <a:lnTo>
                  <a:pt x="203" y="439"/>
                </a:lnTo>
                <a:lnTo>
                  <a:pt x="202" y="439"/>
                </a:lnTo>
                <a:lnTo>
                  <a:pt x="202" y="440"/>
                </a:lnTo>
                <a:lnTo>
                  <a:pt x="201" y="440"/>
                </a:lnTo>
                <a:lnTo>
                  <a:pt x="201" y="439"/>
                </a:lnTo>
                <a:lnTo>
                  <a:pt x="202" y="439"/>
                </a:lnTo>
                <a:lnTo>
                  <a:pt x="203" y="439"/>
                </a:lnTo>
                <a:lnTo>
                  <a:pt x="203" y="438"/>
                </a:lnTo>
                <a:lnTo>
                  <a:pt x="204" y="438"/>
                </a:lnTo>
                <a:lnTo>
                  <a:pt x="205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41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1" y="442"/>
                </a:lnTo>
                <a:lnTo>
                  <a:pt x="212" y="442"/>
                </a:lnTo>
                <a:lnTo>
                  <a:pt x="213" y="442"/>
                </a:lnTo>
                <a:lnTo>
                  <a:pt x="214" y="442"/>
                </a:lnTo>
                <a:lnTo>
                  <a:pt x="214" y="443"/>
                </a:lnTo>
                <a:lnTo>
                  <a:pt x="215" y="443"/>
                </a:lnTo>
                <a:lnTo>
                  <a:pt x="215" y="444"/>
                </a:lnTo>
                <a:lnTo>
                  <a:pt x="216" y="444"/>
                </a:lnTo>
                <a:lnTo>
                  <a:pt x="216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3" y="443"/>
                </a:lnTo>
                <a:lnTo>
                  <a:pt x="224" y="443"/>
                </a:lnTo>
                <a:lnTo>
                  <a:pt x="223" y="444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7" y="445"/>
                </a:lnTo>
                <a:lnTo>
                  <a:pt x="228" y="445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4"/>
                </a:lnTo>
                <a:lnTo>
                  <a:pt x="233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6" y="442"/>
                </a:lnTo>
                <a:lnTo>
                  <a:pt x="237" y="441"/>
                </a:lnTo>
                <a:lnTo>
                  <a:pt x="238" y="441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41"/>
                </a:lnTo>
                <a:lnTo>
                  <a:pt x="241" y="441"/>
                </a:lnTo>
                <a:lnTo>
                  <a:pt x="241" y="440"/>
                </a:lnTo>
                <a:lnTo>
                  <a:pt x="242" y="440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40"/>
                </a:lnTo>
                <a:lnTo>
                  <a:pt x="247" y="439"/>
                </a:lnTo>
                <a:lnTo>
                  <a:pt x="247" y="440"/>
                </a:lnTo>
                <a:lnTo>
                  <a:pt x="248" y="441"/>
                </a:lnTo>
                <a:lnTo>
                  <a:pt x="247" y="441"/>
                </a:lnTo>
                <a:lnTo>
                  <a:pt x="248" y="442"/>
                </a:lnTo>
                <a:lnTo>
                  <a:pt x="249" y="443"/>
                </a:lnTo>
                <a:lnTo>
                  <a:pt x="249" y="444"/>
                </a:lnTo>
                <a:lnTo>
                  <a:pt x="250" y="444"/>
                </a:lnTo>
                <a:lnTo>
                  <a:pt x="250" y="443"/>
                </a:lnTo>
                <a:lnTo>
                  <a:pt x="251" y="442"/>
                </a:lnTo>
                <a:lnTo>
                  <a:pt x="251" y="443"/>
                </a:lnTo>
                <a:lnTo>
                  <a:pt x="252" y="443"/>
                </a:lnTo>
                <a:lnTo>
                  <a:pt x="254" y="443"/>
                </a:lnTo>
                <a:lnTo>
                  <a:pt x="255" y="441"/>
                </a:lnTo>
                <a:lnTo>
                  <a:pt x="255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41"/>
                </a:lnTo>
                <a:lnTo>
                  <a:pt x="256" y="441"/>
                </a:lnTo>
                <a:lnTo>
                  <a:pt x="257" y="441"/>
                </a:lnTo>
                <a:lnTo>
                  <a:pt x="257" y="440"/>
                </a:lnTo>
                <a:lnTo>
                  <a:pt x="257" y="439"/>
                </a:lnTo>
                <a:lnTo>
                  <a:pt x="258" y="439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2"/>
                </a:lnTo>
                <a:lnTo>
                  <a:pt x="260" y="441"/>
                </a:lnTo>
                <a:lnTo>
                  <a:pt x="261" y="441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71" y="442"/>
                </a:lnTo>
                <a:lnTo>
                  <a:pt x="271" y="441"/>
                </a:lnTo>
                <a:lnTo>
                  <a:pt x="272" y="441"/>
                </a:lnTo>
                <a:lnTo>
                  <a:pt x="274" y="441"/>
                </a:lnTo>
                <a:lnTo>
                  <a:pt x="275" y="440"/>
                </a:lnTo>
                <a:lnTo>
                  <a:pt x="276" y="439"/>
                </a:lnTo>
                <a:lnTo>
                  <a:pt x="277" y="439"/>
                </a:lnTo>
                <a:lnTo>
                  <a:pt x="277" y="440"/>
                </a:lnTo>
                <a:lnTo>
                  <a:pt x="278" y="440"/>
                </a:lnTo>
                <a:lnTo>
                  <a:pt x="279" y="440"/>
                </a:lnTo>
                <a:lnTo>
                  <a:pt x="280" y="440"/>
                </a:lnTo>
                <a:lnTo>
                  <a:pt x="280" y="439"/>
                </a:lnTo>
                <a:lnTo>
                  <a:pt x="281" y="438"/>
                </a:lnTo>
                <a:lnTo>
                  <a:pt x="282" y="438"/>
                </a:lnTo>
                <a:lnTo>
                  <a:pt x="282" y="437"/>
                </a:lnTo>
                <a:lnTo>
                  <a:pt x="283" y="437"/>
                </a:lnTo>
                <a:lnTo>
                  <a:pt x="283" y="436"/>
                </a:lnTo>
                <a:lnTo>
                  <a:pt x="282" y="436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2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4" y="430"/>
                </a:lnTo>
                <a:lnTo>
                  <a:pt x="284" y="429"/>
                </a:lnTo>
                <a:lnTo>
                  <a:pt x="285" y="429"/>
                </a:lnTo>
                <a:lnTo>
                  <a:pt x="285" y="428"/>
                </a:lnTo>
                <a:lnTo>
                  <a:pt x="284" y="428"/>
                </a:lnTo>
                <a:lnTo>
                  <a:pt x="284" y="427"/>
                </a:lnTo>
                <a:lnTo>
                  <a:pt x="283" y="426"/>
                </a:lnTo>
                <a:lnTo>
                  <a:pt x="284" y="426"/>
                </a:lnTo>
                <a:lnTo>
                  <a:pt x="284" y="424"/>
                </a:lnTo>
                <a:lnTo>
                  <a:pt x="283" y="424"/>
                </a:lnTo>
                <a:lnTo>
                  <a:pt x="283" y="422"/>
                </a:lnTo>
                <a:lnTo>
                  <a:pt x="283" y="421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3" y="417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2" y="413"/>
                </a:lnTo>
                <a:lnTo>
                  <a:pt x="282" y="412"/>
                </a:lnTo>
                <a:lnTo>
                  <a:pt x="281" y="412"/>
                </a:lnTo>
                <a:lnTo>
                  <a:pt x="280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6" y="409"/>
                </a:lnTo>
                <a:lnTo>
                  <a:pt x="276" y="408"/>
                </a:lnTo>
                <a:lnTo>
                  <a:pt x="276" y="407"/>
                </a:lnTo>
                <a:lnTo>
                  <a:pt x="275" y="407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2"/>
                </a:lnTo>
                <a:lnTo>
                  <a:pt x="275" y="401"/>
                </a:lnTo>
                <a:lnTo>
                  <a:pt x="275" y="400"/>
                </a:lnTo>
                <a:lnTo>
                  <a:pt x="274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4" y="392"/>
                </a:lnTo>
                <a:lnTo>
                  <a:pt x="274" y="391"/>
                </a:lnTo>
                <a:lnTo>
                  <a:pt x="275" y="391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6"/>
                </a:lnTo>
                <a:lnTo>
                  <a:pt x="274" y="386"/>
                </a:lnTo>
                <a:lnTo>
                  <a:pt x="274" y="385"/>
                </a:lnTo>
                <a:lnTo>
                  <a:pt x="274" y="384"/>
                </a:lnTo>
                <a:lnTo>
                  <a:pt x="273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4" y="377"/>
                </a:lnTo>
                <a:lnTo>
                  <a:pt x="275" y="377"/>
                </a:lnTo>
                <a:lnTo>
                  <a:pt x="276" y="377"/>
                </a:lnTo>
                <a:lnTo>
                  <a:pt x="277" y="376"/>
                </a:lnTo>
                <a:lnTo>
                  <a:pt x="278" y="376"/>
                </a:lnTo>
                <a:lnTo>
                  <a:pt x="278" y="375"/>
                </a:lnTo>
                <a:lnTo>
                  <a:pt x="278" y="374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2" y="373"/>
                </a:lnTo>
                <a:lnTo>
                  <a:pt x="283" y="374"/>
                </a:lnTo>
                <a:lnTo>
                  <a:pt x="284" y="374"/>
                </a:lnTo>
                <a:lnTo>
                  <a:pt x="284" y="373"/>
                </a:lnTo>
                <a:lnTo>
                  <a:pt x="285" y="373"/>
                </a:lnTo>
                <a:lnTo>
                  <a:pt x="285" y="374"/>
                </a:lnTo>
                <a:lnTo>
                  <a:pt x="286" y="374"/>
                </a:lnTo>
                <a:lnTo>
                  <a:pt x="286" y="373"/>
                </a:lnTo>
                <a:lnTo>
                  <a:pt x="286" y="372"/>
                </a:lnTo>
                <a:lnTo>
                  <a:pt x="286" y="370"/>
                </a:lnTo>
                <a:lnTo>
                  <a:pt x="286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6"/>
                </a:lnTo>
                <a:lnTo>
                  <a:pt x="289" y="365"/>
                </a:lnTo>
                <a:lnTo>
                  <a:pt x="289" y="364"/>
                </a:lnTo>
                <a:lnTo>
                  <a:pt x="288" y="363"/>
                </a:lnTo>
                <a:lnTo>
                  <a:pt x="288" y="362"/>
                </a:lnTo>
                <a:lnTo>
                  <a:pt x="289" y="359"/>
                </a:lnTo>
                <a:lnTo>
                  <a:pt x="290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4"/>
                </a:lnTo>
                <a:lnTo>
                  <a:pt x="291" y="353"/>
                </a:lnTo>
                <a:lnTo>
                  <a:pt x="291" y="352"/>
                </a:lnTo>
                <a:lnTo>
                  <a:pt x="290" y="351"/>
                </a:lnTo>
                <a:lnTo>
                  <a:pt x="289" y="349"/>
                </a:lnTo>
                <a:lnTo>
                  <a:pt x="287" y="347"/>
                </a:lnTo>
                <a:lnTo>
                  <a:pt x="286" y="346"/>
                </a:lnTo>
                <a:lnTo>
                  <a:pt x="286" y="345"/>
                </a:lnTo>
                <a:lnTo>
                  <a:pt x="286" y="343"/>
                </a:lnTo>
                <a:lnTo>
                  <a:pt x="286" y="341"/>
                </a:lnTo>
                <a:lnTo>
                  <a:pt x="286" y="340"/>
                </a:lnTo>
                <a:lnTo>
                  <a:pt x="285" y="338"/>
                </a:lnTo>
                <a:lnTo>
                  <a:pt x="285" y="336"/>
                </a:lnTo>
                <a:lnTo>
                  <a:pt x="285" y="335"/>
                </a:lnTo>
                <a:lnTo>
                  <a:pt x="285" y="331"/>
                </a:lnTo>
                <a:lnTo>
                  <a:pt x="286" y="329"/>
                </a:lnTo>
                <a:lnTo>
                  <a:pt x="286" y="328"/>
                </a:lnTo>
                <a:lnTo>
                  <a:pt x="285" y="327"/>
                </a:lnTo>
                <a:lnTo>
                  <a:pt x="284" y="325"/>
                </a:lnTo>
                <a:lnTo>
                  <a:pt x="284" y="324"/>
                </a:lnTo>
                <a:lnTo>
                  <a:pt x="283" y="323"/>
                </a:lnTo>
                <a:lnTo>
                  <a:pt x="282" y="323"/>
                </a:lnTo>
                <a:lnTo>
                  <a:pt x="281" y="324"/>
                </a:lnTo>
                <a:lnTo>
                  <a:pt x="280" y="324"/>
                </a:lnTo>
                <a:lnTo>
                  <a:pt x="279" y="323"/>
                </a:lnTo>
                <a:lnTo>
                  <a:pt x="278" y="323"/>
                </a:lnTo>
                <a:lnTo>
                  <a:pt x="276" y="322"/>
                </a:lnTo>
                <a:lnTo>
                  <a:pt x="274" y="320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3" y="323"/>
                </a:lnTo>
                <a:lnTo>
                  <a:pt x="272" y="324"/>
                </a:lnTo>
                <a:lnTo>
                  <a:pt x="272" y="325"/>
                </a:lnTo>
                <a:lnTo>
                  <a:pt x="270" y="324"/>
                </a:lnTo>
                <a:lnTo>
                  <a:pt x="266" y="323"/>
                </a:lnTo>
                <a:lnTo>
                  <a:pt x="264" y="322"/>
                </a:lnTo>
                <a:lnTo>
                  <a:pt x="263" y="322"/>
                </a:lnTo>
                <a:lnTo>
                  <a:pt x="264" y="320"/>
                </a:lnTo>
                <a:lnTo>
                  <a:pt x="264" y="319"/>
                </a:lnTo>
                <a:lnTo>
                  <a:pt x="263" y="317"/>
                </a:lnTo>
                <a:lnTo>
                  <a:pt x="261" y="315"/>
                </a:lnTo>
                <a:lnTo>
                  <a:pt x="260" y="314"/>
                </a:lnTo>
                <a:lnTo>
                  <a:pt x="259" y="312"/>
                </a:lnTo>
                <a:lnTo>
                  <a:pt x="259" y="311"/>
                </a:lnTo>
                <a:lnTo>
                  <a:pt x="256" y="311"/>
                </a:lnTo>
                <a:lnTo>
                  <a:pt x="254" y="310"/>
                </a:lnTo>
                <a:lnTo>
                  <a:pt x="254" y="311"/>
                </a:lnTo>
                <a:lnTo>
                  <a:pt x="253" y="311"/>
                </a:lnTo>
                <a:lnTo>
                  <a:pt x="252" y="310"/>
                </a:lnTo>
                <a:lnTo>
                  <a:pt x="251" y="310"/>
                </a:lnTo>
                <a:lnTo>
                  <a:pt x="251" y="311"/>
                </a:lnTo>
                <a:lnTo>
                  <a:pt x="251" y="312"/>
                </a:lnTo>
                <a:lnTo>
                  <a:pt x="250" y="312"/>
                </a:lnTo>
                <a:lnTo>
                  <a:pt x="250" y="311"/>
                </a:lnTo>
                <a:lnTo>
                  <a:pt x="249" y="310"/>
                </a:lnTo>
                <a:lnTo>
                  <a:pt x="249" y="309"/>
                </a:lnTo>
                <a:lnTo>
                  <a:pt x="247" y="309"/>
                </a:lnTo>
                <a:lnTo>
                  <a:pt x="246" y="309"/>
                </a:lnTo>
                <a:lnTo>
                  <a:pt x="246" y="307"/>
                </a:lnTo>
                <a:lnTo>
                  <a:pt x="246" y="306"/>
                </a:lnTo>
                <a:lnTo>
                  <a:pt x="247" y="304"/>
                </a:lnTo>
                <a:lnTo>
                  <a:pt x="247" y="303"/>
                </a:lnTo>
                <a:lnTo>
                  <a:pt x="246" y="303"/>
                </a:lnTo>
                <a:lnTo>
                  <a:pt x="245" y="304"/>
                </a:lnTo>
                <a:lnTo>
                  <a:pt x="244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9"/>
                </a:lnTo>
                <a:lnTo>
                  <a:pt x="242" y="309"/>
                </a:lnTo>
                <a:lnTo>
                  <a:pt x="241" y="311"/>
                </a:lnTo>
                <a:lnTo>
                  <a:pt x="241" y="310"/>
                </a:lnTo>
                <a:lnTo>
                  <a:pt x="240" y="310"/>
                </a:lnTo>
                <a:lnTo>
                  <a:pt x="239" y="310"/>
                </a:lnTo>
                <a:lnTo>
                  <a:pt x="239" y="309"/>
                </a:lnTo>
                <a:lnTo>
                  <a:pt x="240" y="309"/>
                </a:lnTo>
                <a:lnTo>
                  <a:pt x="240" y="308"/>
                </a:lnTo>
                <a:lnTo>
                  <a:pt x="239" y="308"/>
                </a:lnTo>
                <a:lnTo>
                  <a:pt x="237" y="307"/>
                </a:lnTo>
                <a:lnTo>
                  <a:pt x="236" y="308"/>
                </a:lnTo>
                <a:lnTo>
                  <a:pt x="235" y="308"/>
                </a:lnTo>
                <a:lnTo>
                  <a:pt x="235" y="307"/>
                </a:lnTo>
                <a:lnTo>
                  <a:pt x="235" y="306"/>
                </a:lnTo>
                <a:lnTo>
                  <a:pt x="236" y="306"/>
                </a:lnTo>
                <a:lnTo>
                  <a:pt x="235" y="306"/>
                </a:lnTo>
                <a:lnTo>
                  <a:pt x="235" y="305"/>
                </a:lnTo>
                <a:lnTo>
                  <a:pt x="234" y="305"/>
                </a:lnTo>
                <a:lnTo>
                  <a:pt x="234" y="306"/>
                </a:lnTo>
                <a:lnTo>
                  <a:pt x="232" y="307"/>
                </a:lnTo>
                <a:lnTo>
                  <a:pt x="231" y="306"/>
                </a:lnTo>
                <a:lnTo>
                  <a:pt x="230" y="305"/>
                </a:lnTo>
                <a:lnTo>
                  <a:pt x="228" y="303"/>
                </a:lnTo>
                <a:lnTo>
                  <a:pt x="227" y="303"/>
                </a:lnTo>
                <a:lnTo>
                  <a:pt x="227" y="302"/>
                </a:lnTo>
                <a:lnTo>
                  <a:pt x="228" y="302"/>
                </a:lnTo>
                <a:lnTo>
                  <a:pt x="229" y="302"/>
                </a:lnTo>
                <a:lnTo>
                  <a:pt x="229" y="301"/>
                </a:lnTo>
                <a:lnTo>
                  <a:pt x="229" y="300"/>
                </a:lnTo>
                <a:lnTo>
                  <a:pt x="229" y="299"/>
                </a:lnTo>
                <a:lnTo>
                  <a:pt x="228" y="298"/>
                </a:lnTo>
                <a:lnTo>
                  <a:pt x="227" y="298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6" y="301"/>
                </a:lnTo>
                <a:lnTo>
                  <a:pt x="225" y="301"/>
                </a:lnTo>
                <a:lnTo>
                  <a:pt x="225" y="300"/>
                </a:lnTo>
                <a:lnTo>
                  <a:pt x="224" y="300"/>
                </a:lnTo>
                <a:lnTo>
                  <a:pt x="223" y="300"/>
                </a:lnTo>
                <a:lnTo>
                  <a:pt x="222" y="301"/>
                </a:lnTo>
                <a:lnTo>
                  <a:pt x="221" y="300"/>
                </a:lnTo>
                <a:lnTo>
                  <a:pt x="222" y="299"/>
                </a:lnTo>
                <a:lnTo>
                  <a:pt x="222" y="298"/>
                </a:lnTo>
                <a:lnTo>
                  <a:pt x="222" y="296"/>
                </a:lnTo>
                <a:lnTo>
                  <a:pt x="221" y="295"/>
                </a:lnTo>
                <a:lnTo>
                  <a:pt x="220" y="295"/>
                </a:lnTo>
                <a:lnTo>
                  <a:pt x="220" y="294"/>
                </a:lnTo>
                <a:lnTo>
                  <a:pt x="220" y="293"/>
                </a:lnTo>
                <a:lnTo>
                  <a:pt x="219" y="293"/>
                </a:lnTo>
                <a:lnTo>
                  <a:pt x="219" y="292"/>
                </a:lnTo>
                <a:lnTo>
                  <a:pt x="218" y="291"/>
                </a:lnTo>
                <a:lnTo>
                  <a:pt x="216" y="291"/>
                </a:lnTo>
                <a:lnTo>
                  <a:pt x="215" y="290"/>
                </a:lnTo>
                <a:lnTo>
                  <a:pt x="215" y="289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8"/>
                </a:lnTo>
                <a:lnTo>
                  <a:pt x="207" y="287"/>
                </a:lnTo>
                <a:lnTo>
                  <a:pt x="207" y="286"/>
                </a:lnTo>
                <a:lnTo>
                  <a:pt x="206" y="286"/>
                </a:lnTo>
                <a:lnTo>
                  <a:pt x="206" y="287"/>
                </a:lnTo>
                <a:lnTo>
                  <a:pt x="205" y="286"/>
                </a:lnTo>
                <a:lnTo>
                  <a:pt x="204" y="285"/>
                </a:lnTo>
                <a:lnTo>
                  <a:pt x="203" y="285"/>
                </a:lnTo>
                <a:lnTo>
                  <a:pt x="202" y="286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9" y="283"/>
                </a:lnTo>
                <a:lnTo>
                  <a:pt x="198" y="283"/>
                </a:lnTo>
                <a:lnTo>
                  <a:pt x="197" y="283"/>
                </a:lnTo>
                <a:lnTo>
                  <a:pt x="196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1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2"/>
                </a:lnTo>
                <a:lnTo>
                  <a:pt x="188" y="282"/>
                </a:lnTo>
                <a:lnTo>
                  <a:pt x="188" y="283"/>
                </a:lnTo>
                <a:lnTo>
                  <a:pt x="187" y="283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1"/>
                </a:lnTo>
                <a:lnTo>
                  <a:pt x="184" y="281"/>
                </a:lnTo>
                <a:lnTo>
                  <a:pt x="185" y="280"/>
                </a:lnTo>
                <a:lnTo>
                  <a:pt x="185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1" y="275"/>
                </a:lnTo>
                <a:lnTo>
                  <a:pt x="181" y="274"/>
                </a:lnTo>
                <a:lnTo>
                  <a:pt x="179" y="275"/>
                </a:lnTo>
                <a:lnTo>
                  <a:pt x="178" y="275"/>
                </a:lnTo>
                <a:lnTo>
                  <a:pt x="178" y="276"/>
                </a:lnTo>
                <a:lnTo>
                  <a:pt x="177" y="277"/>
                </a:lnTo>
                <a:lnTo>
                  <a:pt x="177" y="275"/>
                </a:lnTo>
                <a:lnTo>
                  <a:pt x="176" y="275"/>
                </a:lnTo>
                <a:lnTo>
                  <a:pt x="175" y="275"/>
                </a:lnTo>
                <a:lnTo>
                  <a:pt x="175" y="276"/>
                </a:lnTo>
                <a:lnTo>
                  <a:pt x="174" y="276"/>
                </a:lnTo>
                <a:lnTo>
                  <a:pt x="173" y="275"/>
                </a:lnTo>
                <a:lnTo>
                  <a:pt x="172" y="275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9" y="274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7" y="273"/>
                </a:lnTo>
                <a:lnTo>
                  <a:pt x="167" y="274"/>
                </a:lnTo>
                <a:lnTo>
                  <a:pt x="166" y="274"/>
                </a:lnTo>
                <a:lnTo>
                  <a:pt x="165" y="274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3" y="268"/>
                </a:lnTo>
                <a:lnTo>
                  <a:pt x="163" y="266"/>
                </a:lnTo>
                <a:lnTo>
                  <a:pt x="163" y="264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3" y="260"/>
                </a:lnTo>
                <a:lnTo>
                  <a:pt x="162" y="259"/>
                </a:lnTo>
                <a:lnTo>
                  <a:pt x="162" y="258"/>
                </a:lnTo>
                <a:lnTo>
                  <a:pt x="162" y="256"/>
                </a:lnTo>
                <a:lnTo>
                  <a:pt x="161" y="255"/>
                </a:lnTo>
                <a:lnTo>
                  <a:pt x="162" y="256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5"/>
                </a:lnTo>
                <a:lnTo>
                  <a:pt x="165" y="255"/>
                </a:lnTo>
                <a:lnTo>
                  <a:pt x="166" y="253"/>
                </a:lnTo>
                <a:lnTo>
                  <a:pt x="166" y="252"/>
                </a:lnTo>
                <a:lnTo>
                  <a:pt x="167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6" y="247"/>
                </a:lnTo>
                <a:lnTo>
                  <a:pt x="166" y="246"/>
                </a:lnTo>
                <a:lnTo>
                  <a:pt x="166" y="245"/>
                </a:lnTo>
                <a:lnTo>
                  <a:pt x="165" y="245"/>
                </a:lnTo>
                <a:lnTo>
                  <a:pt x="164" y="244"/>
                </a:lnTo>
                <a:lnTo>
                  <a:pt x="163" y="243"/>
                </a:lnTo>
                <a:lnTo>
                  <a:pt x="162" y="243"/>
                </a:lnTo>
                <a:lnTo>
                  <a:pt x="161" y="242"/>
                </a:lnTo>
                <a:lnTo>
                  <a:pt x="160" y="242"/>
                </a:lnTo>
                <a:lnTo>
                  <a:pt x="161" y="242"/>
                </a:lnTo>
                <a:lnTo>
                  <a:pt x="162" y="241"/>
                </a:lnTo>
                <a:lnTo>
                  <a:pt x="163" y="241"/>
                </a:lnTo>
                <a:lnTo>
                  <a:pt x="165" y="242"/>
                </a:lnTo>
                <a:lnTo>
                  <a:pt x="165" y="241"/>
                </a:lnTo>
                <a:lnTo>
                  <a:pt x="165" y="240"/>
                </a:lnTo>
                <a:lnTo>
                  <a:pt x="165" y="239"/>
                </a:lnTo>
                <a:lnTo>
                  <a:pt x="164" y="238"/>
                </a:lnTo>
                <a:lnTo>
                  <a:pt x="163" y="237"/>
                </a:lnTo>
                <a:lnTo>
                  <a:pt x="162" y="235"/>
                </a:lnTo>
                <a:lnTo>
                  <a:pt x="161" y="235"/>
                </a:lnTo>
                <a:lnTo>
                  <a:pt x="161" y="234"/>
                </a:lnTo>
                <a:lnTo>
                  <a:pt x="160" y="231"/>
                </a:lnTo>
                <a:lnTo>
                  <a:pt x="161" y="230"/>
                </a:lnTo>
                <a:lnTo>
                  <a:pt x="161" y="227"/>
                </a:lnTo>
                <a:lnTo>
                  <a:pt x="161" y="226"/>
                </a:lnTo>
                <a:lnTo>
                  <a:pt x="161" y="225"/>
                </a:lnTo>
                <a:lnTo>
                  <a:pt x="162" y="225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3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5"/>
                </a:lnTo>
                <a:lnTo>
                  <a:pt x="167" y="215"/>
                </a:lnTo>
                <a:lnTo>
                  <a:pt x="167" y="214"/>
                </a:lnTo>
                <a:lnTo>
                  <a:pt x="167" y="213"/>
                </a:lnTo>
                <a:lnTo>
                  <a:pt x="168" y="212"/>
                </a:lnTo>
                <a:lnTo>
                  <a:pt x="169" y="211"/>
                </a:lnTo>
                <a:lnTo>
                  <a:pt x="169" y="210"/>
                </a:lnTo>
                <a:lnTo>
                  <a:pt x="170" y="208"/>
                </a:lnTo>
                <a:lnTo>
                  <a:pt x="170" y="206"/>
                </a:lnTo>
                <a:lnTo>
                  <a:pt x="170" y="205"/>
                </a:lnTo>
                <a:lnTo>
                  <a:pt x="169" y="206"/>
                </a:lnTo>
                <a:lnTo>
                  <a:pt x="168" y="206"/>
                </a:lnTo>
                <a:lnTo>
                  <a:pt x="167" y="206"/>
                </a:lnTo>
                <a:lnTo>
                  <a:pt x="165" y="204"/>
                </a:lnTo>
                <a:lnTo>
                  <a:pt x="165" y="203"/>
                </a:lnTo>
                <a:lnTo>
                  <a:pt x="166" y="203"/>
                </a:lnTo>
                <a:lnTo>
                  <a:pt x="167" y="203"/>
                </a:lnTo>
                <a:lnTo>
                  <a:pt x="168" y="203"/>
                </a:lnTo>
                <a:lnTo>
                  <a:pt x="169" y="203"/>
                </a:lnTo>
                <a:lnTo>
                  <a:pt x="170" y="202"/>
                </a:lnTo>
                <a:lnTo>
                  <a:pt x="171" y="200"/>
                </a:lnTo>
                <a:lnTo>
                  <a:pt x="173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2" y="197"/>
                </a:lnTo>
                <a:lnTo>
                  <a:pt x="172" y="196"/>
                </a:lnTo>
                <a:lnTo>
                  <a:pt x="172" y="195"/>
                </a:lnTo>
                <a:lnTo>
                  <a:pt x="173" y="195"/>
                </a:lnTo>
                <a:lnTo>
                  <a:pt x="174" y="196"/>
                </a:lnTo>
                <a:lnTo>
                  <a:pt x="175" y="196"/>
                </a:lnTo>
                <a:lnTo>
                  <a:pt x="176" y="196"/>
                </a:lnTo>
                <a:lnTo>
                  <a:pt x="177" y="195"/>
                </a:lnTo>
                <a:lnTo>
                  <a:pt x="179" y="195"/>
                </a:lnTo>
                <a:lnTo>
                  <a:pt x="179" y="194"/>
                </a:lnTo>
                <a:lnTo>
                  <a:pt x="180" y="193"/>
                </a:lnTo>
                <a:lnTo>
                  <a:pt x="181" y="192"/>
                </a:lnTo>
                <a:lnTo>
                  <a:pt x="182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7"/>
                </a:lnTo>
                <a:lnTo>
                  <a:pt x="185" y="186"/>
                </a:lnTo>
                <a:lnTo>
                  <a:pt x="186" y="187"/>
                </a:lnTo>
                <a:lnTo>
                  <a:pt x="188" y="187"/>
                </a:lnTo>
                <a:lnTo>
                  <a:pt x="188" y="186"/>
                </a:lnTo>
                <a:lnTo>
                  <a:pt x="189" y="186"/>
                </a:lnTo>
                <a:lnTo>
                  <a:pt x="190" y="186"/>
                </a:lnTo>
                <a:lnTo>
                  <a:pt x="190" y="185"/>
                </a:lnTo>
                <a:lnTo>
                  <a:pt x="189" y="185"/>
                </a:lnTo>
                <a:lnTo>
                  <a:pt x="190" y="184"/>
                </a:lnTo>
                <a:lnTo>
                  <a:pt x="190" y="185"/>
                </a:lnTo>
                <a:lnTo>
                  <a:pt x="191" y="185"/>
                </a:lnTo>
                <a:lnTo>
                  <a:pt x="192" y="186"/>
                </a:lnTo>
                <a:lnTo>
                  <a:pt x="193" y="187"/>
                </a:lnTo>
                <a:lnTo>
                  <a:pt x="194" y="187"/>
                </a:lnTo>
                <a:lnTo>
                  <a:pt x="194" y="185"/>
                </a:lnTo>
                <a:lnTo>
                  <a:pt x="195" y="183"/>
                </a:lnTo>
                <a:lnTo>
                  <a:pt x="196" y="184"/>
                </a:lnTo>
                <a:lnTo>
                  <a:pt x="196" y="183"/>
                </a:lnTo>
                <a:lnTo>
                  <a:pt x="195" y="183"/>
                </a:lnTo>
                <a:lnTo>
                  <a:pt x="196" y="181"/>
                </a:lnTo>
                <a:lnTo>
                  <a:pt x="196" y="180"/>
                </a:lnTo>
                <a:lnTo>
                  <a:pt x="197" y="180"/>
                </a:lnTo>
                <a:lnTo>
                  <a:pt x="197" y="178"/>
                </a:lnTo>
                <a:lnTo>
                  <a:pt x="196" y="177"/>
                </a:lnTo>
                <a:lnTo>
                  <a:pt x="198" y="176"/>
                </a:lnTo>
                <a:lnTo>
                  <a:pt x="199" y="175"/>
                </a:lnTo>
                <a:lnTo>
                  <a:pt x="200" y="175"/>
                </a:lnTo>
                <a:lnTo>
                  <a:pt x="199" y="176"/>
                </a:lnTo>
                <a:lnTo>
                  <a:pt x="201" y="177"/>
                </a:lnTo>
                <a:lnTo>
                  <a:pt x="203" y="179"/>
                </a:lnTo>
                <a:lnTo>
                  <a:pt x="204" y="179"/>
                </a:lnTo>
                <a:lnTo>
                  <a:pt x="205" y="179"/>
                </a:lnTo>
                <a:lnTo>
                  <a:pt x="207" y="180"/>
                </a:lnTo>
                <a:lnTo>
                  <a:pt x="208" y="180"/>
                </a:lnTo>
                <a:lnTo>
                  <a:pt x="209" y="180"/>
                </a:lnTo>
                <a:lnTo>
                  <a:pt x="211" y="181"/>
                </a:lnTo>
                <a:lnTo>
                  <a:pt x="211" y="180"/>
                </a:lnTo>
                <a:lnTo>
                  <a:pt x="212" y="180"/>
                </a:lnTo>
                <a:lnTo>
                  <a:pt x="213" y="181"/>
                </a:lnTo>
                <a:lnTo>
                  <a:pt x="214" y="181"/>
                </a:lnTo>
                <a:lnTo>
                  <a:pt x="217" y="183"/>
                </a:lnTo>
                <a:lnTo>
                  <a:pt x="217" y="182"/>
                </a:lnTo>
                <a:lnTo>
                  <a:pt x="218" y="182"/>
                </a:lnTo>
                <a:lnTo>
                  <a:pt x="220" y="183"/>
                </a:lnTo>
                <a:lnTo>
                  <a:pt x="221" y="184"/>
                </a:lnTo>
                <a:lnTo>
                  <a:pt x="225" y="185"/>
                </a:lnTo>
                <a:lnTo>
                  <a:pt x="225" y="187"/>
                </a:lnTo>
                <a:lnTo>
                  <a:pt x="227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8" y="192"/>
                </a:lnTo>
                <a:lnTo>
                  <a:pt x="229" y="194"/>
                </a:lnTo>
                <a:lnTo>
                  <a:pt x="229" y="195"/>
                </a:lnTo>
                <a:lnTo>
                  <a:pt x="229" y="196"/>
                </a:lnTo>
                <a:lnTo>
                  <a:pt x="228" y="197"/>
                </a:lnTo>
                <a:lnTo>
                  <a:pt x="228" y="198"/>
                </a:lnTo>
                <a:lnTo>
                  <a:pt x="229" y="199"/>
                </a:lnTo>
                <a:lnTo>
                  <a:pt x="230" y="199"/>
                </a:lnTo>
                <a:lnTo>
                  <a:pt x="232" y="199"/>
                </a:lnTo>
                <a:lnTo>
                  <a:pt x="234" y="200"/>
                </a:lnTo>
                <a:lnTo>
                  <a:pt x="235" y="200"/>
                </a:lnTo>
                <a:lnTo>
                  <a:pt x="237" y="200"/>
                </a:lnTo>
                <a:lnTo>
                  <a:pt x="238" y="201"/>
                </a:lnTo>
                <a:lnTo>
                  <a:pt x="239" y="202"/>
                </a:lnTo>
                <a:lnTo>
                  <a:pt x="240" y="202"/>
                </a:lnTo>
                <a:lnTo>
                  <a:pt x="241" y="202"/>
                </a:lnTo>
                <a:lnTo>
                  <a:pt x="244" y="201"/>
                </a:lnTo>
                <a:lnTo>
                  <a:pt x="245" y="199"/>
                </a:lnTo>
                <a:lnTo>
                  <a:pt x="246" y="198"/>
                </a:lnTo>
                <a:lnTo>
                  <a:pt x="249" y="197"/>
                </a:lnTo>
                <a:lnTo>
                  <a:pt x="251" y="198"/>
                </a:lnTo>
                <a:lnTo>
                  <a:pt x="253" y="198"/>
                </a:lnTo>
                <a:lnTo>
                  <a:pt x="254" y="199"/>
                </a:lnTo>
                <a:lnTo>
                  <a:pt x="254" y="200"/>
                </a:lnTo>
                <a:lnTo>
                  <a:pt x="255" y="200"/>
                </a:lnTo>
                <a:lnTo>
                  <a:pt x="255" y="201"/>
                </a:lnTo>
                <a:lnTo>
                  <a:pt x="257" y="201"/>
                </a:lnTo>
                <a:lnTo>
                  <a:pt x="258" y="201"/>
                </a:lnTo>
                <a:lnTo>
                  <a:pt x="260" y="200"/>
                </a:lnTo>
                <a:lnTo>
                  <a:pt x="263" y="199"/>
                </a:lnTo>
                <a:lnTo>
                  <a:pt x="264" y="199"/>
                </a:lnTo>
                <a:lnTo>
                  <a:pt x="266" y="199"/>
                </a:lnTo>
                <a:lnTo>
                  <a:pt x="267" y="199"/>
                </a:lnTo>
                <a:lnTo>
                  <a:pt x="267" y="198"/>
                </a:lnTo>
                <a:lnTo>
                  <a:pt x="269" y="197"/>
                </a:lnTo>
                <a:lnTo>
                  <a:pt x="270" y="197"/>
                </a:lnTo>
                <a:lnTo>
                  <a:pt x="271" y="196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80" y="197"/>
                </a:lnTo>
                <a:lnTo>
                  <a:pt x="281" y="198"/>
                </a:lnTo>
                <a:lnTo>
                  <a:pt x="282" y="198"/>
                </a:lnTo>
                <a:lnTo>
                  <a:pt x="284" y="199"/>
                </a:lnTo>
                <a:lnTo>
                  <a:pt x="287" y="198"/>
                </a:lnTo>
                <a:lnTo>
                  <a:pt x="289" y="198"/>
                </a:lnTo>
                <a:lnTo>
                  <a:pt x="290" y="197"/>
                </a:lnTo>
                <a:lnTo>
                  <a:pt x="291" y="196"/>
                </a:lnTo>
                <a:lnTo>
                  <a:pt x="292" y="196"/>
                </a:lnTo>
                <a:lnTo>
                  <a:pt x="293" y="195"/>
                </a:lnTo>
                <a:lnTo>
                  <a:pt x="294" y="195"/>
                </a:lnTo>
                <a:lnTo>
                  <a:pt x="295" y="196"/>
                </a:lnTo>
                <a:lnTo>
                  <a:pt x="296" y="196"/>
                </a:lnTo>
                <a:lnTo>
                  <a:pt x="297" y="196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8"/>
                </a:lnTo>
                <a:lnTo>
                  <a:pt x="298" y="187"/>
                </a:lnTo>
                <a:lnTo>
                  <a:pt x="299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0"/>
                </a:lnTo>
                <a:lnTo>
                  <a:pt x="298" y="177"/>
                </a:lnTo>
                <a:lnTo>
                  <a:pt x="298" y="175"/>
                </a:lnTo>
                <a:lnTo>
                  <a:pt x="299" y="172"/>
                </a:lnTo>
                <a:lnTo>
                  <a:pt x="299" y="171"/>
                </a:lnTo>
                <a:lnTo>
                  <a:pt x="299" y="169"/>
                </a:lnTo>
                <a:lnTo>
                  <a:pt x="301" y="165"/>
                </a:lnTo>
                <a:lnTo>
                  <a:pt x="302" y="165"/>
                </a:lnTo>
                <a:lnTo>
                  <a:pt x="301" y="162"/>
                </a:lnTo>
                <a:lnTo>
                  <a:pt x="301" y="161"/>
                </a:lnTo>
                <a:lnTo>
                  <a:pt x="300" y="160"/>
                </a:lnTo>
                <a:lnTo>
                  <a:pt x="299" y="159"/>
                </a:lnTo>
                <a:lnTo>
                  <a:pt x="299" y="158"/>
                </a:lnTo>
                <a:lnTo>
                  <a:pt x="302" y="158"/>
                </a:lnTo>
                <a:lnTo>
                  <a:pt x="303" y="158"/>
                </a:lnTo>
                <a:lnTo>
                  <a:pt x="306" y="160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08" y="166"/>
                </a:lnTo>
                <a:lnTo>
                  <a:pt x="310" y="169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5" y="170"/>
                </a:lnTo>
                <a:lnTo>
                  <a:pt x="315" y="169"/>
                </a:lnTo>
                <a:lnTo>
                  <a:pt x="316" y="169"/>
                </a:lnTo>
                <a:lnTo>
                  <a:pt x="315" y="168"/>
                </a:lnTo>
                <a:lnTo>
                  <a:pt x="316" y="167"/>
                </a:lnTo>
                <a:lnTo>
                  <a:pt x="317" y="167"/>
                </a:lnTo>
                <a:lnTo>
                  <a:pt x="319" y="165"/>
                </a:lnTo>
                <a:lnTo>
                  <a:pt x="320" y="164"/>
                </a:lnTo>
                <a:lnTo>
                  <a:pt x="321" y="163"/>
                </a:lnTo>
                <a:lnTo>
                  <a:pt x="323" y="161"/>
                </a:lnTo>
                <a:lnTo>
                  <a:pt x="323" y="160"/>
                </a:lnTo>
                <a:lnTo>
                  <a:pt x="322" y="159"/>
                </a:lnTo>
                <a:lnTo>
                  <a:pt x="322" y="158"/>
                </a:lnTo>
                <a:lnTo>
                  <a:pt x="321" y="158"/>
                </a:lnTo>
                <a:lnTo>
                  <a:pt x="322" y="156"/>
                </a:lnTo>
                <a:lnTo>
                  <a:pt x="323" y="154"/>
                </a:lnTo>
                <a:lnTo>
                  <a:pt x="323" y="153"/>
                </a:lnTo>
                <a:lnTo>
                  <a:pt x="321" y="152"/>
                </a:lnTo>
                <a:lnTo>
                  <a:pt x="319" y="150"/>
                </a:lnTo>
                <a:lnTo>
                  <a:pt x="318" y="149"/>
                </a:lnTo>
                <a:lnTo>
                  <a:pt x="315" y="148"/>
                </a:lnTo>
                <a:lnTo>
                  <a:pt x="314" y="147"/>
                </a:lnTo>
                <a:lnTo>
                  <a:pt x="313" y="146"/>
                </a:lnTo>
                <a:lnTo>
                  <a:pt x="312" y="145"/>
                </a:lnTo>
                <a:lnTo>
                  <a:pt x="312" y="141"/>
                </a:lnTo>
                <a:lnTo>
                  <a:pt x="313" y="140"/>
                </a:lnTo>
                <a:lnTo>
                  <a:pt x="314" y="140"/>
                </a:lnTo>
                <a:lnTo>
                  <a:pt x="314" y="139"/>
                </a:lnTo>
                <a:lnTo>
                  <a:pt x="315" y="138"/>
                </a:lnTo>
                <a:lnTo>
                  <a:pt x="315" y="137"/>
                </a:lnTo>
                <a:lnTo>
                  <a:pt x="314" y="137"/>
                </a:lnTo>
                <a:lnTo>
                  <a:pt x="314" y="135"/>
                </a:lnTo>
                <a:lnTo>
                  <a:pt x="315" y="134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9" y="101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80"/>
                </a:lnTo>
                <a:lnTo>
                  <a:pt x="363" y="77"/>
                </a:lnTo>
                <a:lnTo>
                  <a:pt x="364" y="77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8" y="68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8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7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4" y="23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6"/>
                </a:lnTo>
                <a:lnTo>
                  <a:pt x="419" y="14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3" y="32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372564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1" y="30"/>
                </a:lnTo>
                <a:lnTo>
                  <a:pt x="460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3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9" y="62"/>
                </a:lnTo>
                <a:lnTo>
                  <a:pt x="469" y="64"/>
                </a:lnTo>
                <a:lnTo>
                  <a:pt x="471" y="68"/>
                </a:lnTo>
                <a:lnTo>
                  <a:pt x="472" y="68"/>
                </a:lnTo>
                <a:lnTo>
                  <a:pt x="472" y="69"/>
                </a:lnTo>
                <a:lnTo>
                  <a:pt x="473" y="70"/>
                </a:lnTo>
                <a:lnTo>
                  <a:pt x="475" y="74"/>
                </a:lnTo>
                <a:lnTo>
                  <a:pt x="475" y="75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80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1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3" y="91"/>
                </a:lnTo>
                <a:lnTo>
                  <a:pt x="484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100"/>
                </a:lnTo>
                <a:lnTo>
                  <a:pt x="489" y="101"/>
                </a:lnTo>
                <a:lnTo>
                  <a:pt x="489" y="102"/>
                </a:lnTo>
                <a:lnTo>
                  <a:pt x="490" y="103"/>
                </a:lnTo>
                <a:lnTo>
                  <a:pt x="490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0"/>
                </a:lnTo>
                <a:lnTo>
                  <a:pt x="494" y="111"/>
                </a:lnTo>
                <a:lnTo>
                  <a:pt x="495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6" y="117"/>
                </a:lnTo>
                <a:lnTo>
                  <a:pt x="494" y="118"/>
                </a:lnTo>
                <a:lnTo>
                  <a:pt x="494" y="119"/>
                </a:lnTo>
                <a:lnTo>
                  <a:pt x="493" y="119"/>
                </a:lnTo>
                <a:lnTo>
                  <a:pt x="492" y="120"/>
                </a:lnTo>
                <a:lnTo>
                  <a:pt x="492" y="121"/>
                </a:lnTo>
                <a:lnTo>
                  <a:pt x="491" y="121"/>
                </a:lnTo>
                <a:lnTo>
                  <a:pt x="490" y="122"/>
                </a:lnTo>
                <a:lnTo>
                  <a:pt x="488" y="124"/>
                </a:lnTo>
                <a:lnTo>
                  <a:pt x="487" y="125"/>
                </a:lnTo>
                <a:lnTo>
                  <a:pt x="486" y="125"/>
                </a:lnTo>
                <a:lnTo>
                  <a:pt x="486" y="126"/>
                </a:lnTo>
                <a:lnTo>
                  <a:pt x="484" y="127"/>
                </a:lnTo>
                <a:lnTo>
                  <a:pt x="483" y="128"/>
                </a:lnTo>
                <a:lnTo>
                  <a:pt x="482" y="129"/>
                </a:lnTo>
                <a:lnTo>
                  <a:pt x="481" y="129"/>
                </a:lnTo>
                <a:lnTo>
                  <a:pt x="480" y="130"/>
                </a:lnTo>
                <a:lnTo>
                  <a:pt x="480" y="131"/>
                </a:lnTo>
                <a:lnTo>
                  <a:pt x="479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7"/>
                </a:lnTo>
                <a:lnTo>
                  <a:pt x="477" y="138"/>
                </a:lnTo>
                <a:lnTo>
                  <a:pt x="486" y="149"/>
                </a:lnTo>
                <a:lnTo>
                  <a:pt x="487" y="149"/>
                </a:lnTo>
                <a:lnTo>
                  <a:pt x="488" y="151"/>
                </a:lnTo>
                <a:lnTo>
                  <a:pt x="502" y="166"/>
                </a:lnTo>
                <a:lnTo>
                  <a:pt x="502" y="167"/>
                </a:lnTo>
                <a:lnTo>
                  <a:pt x="508" y="173"/>
                </a:lnTo>
                <a:lnTo>
                  <a:pt x="510" y="175"/>
                </a:lnTo>
                <a:lnTo>
                  <a:pt x="511" y="175"/>
                </a:lnTo>
                <a:lnTo>
                  <a:pt x="514" y="178"/>
                </a:lnTo>
                <a:lnTo>
                  <a:pt x="516" y="179"/>
                </a:lnTo>
                <a:lnTo>
                  <a:pt x="519" y="180"/>
                </a:lnTo>
                <a:lnTo>
                  <a:pt x="521" y="182"/>
                </a:lnTo>
                <a:lnTo>
                  <a:pt x="522" y="182"/>
                </a:lnTo>
                <a:lnTo>
                  <a:pt x="523" y="183"/>
                </a:lnTo>
                <a:lnTo>
                  <a:pt x="524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9" y="186"/>
                </a:lnTo>
                <a:lnTo>
                  <a:pt x="530" y="187"/>
                </a:lnTo>
                <a:lnTo>
                  <a:pt x="531" y="188"/>
                </a:lnTo>
                <a:lnTo>
                  <a:pt x="532" y="188"/>
                </a:lnTo>
                <a:lnTo>
                  <a:pt x="532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9" y="191"/>
                </a:lnTo>
                <a:lnTo>
                  <a:pt x="540" y="192"/>
                </a:lnTo>
                <a:lnTo>
                  <a:pt x="540" y="197"/>
                </a:lnTo>
                <a:lnTo>
                  <a:pt x="541" y="198"/>
                </a:lnTo>
                <a:lnTo>
                  <a:pt x="541" y="202"/>
                </a:lnTo>
                <a:lnTo>
                  <a:pt x="541" y="203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1" y="215"/>
                </a:lnTo>
                <a:lnTo>
                  <a:pt x="541" y="216"/>
                </a:lnTo>
                <a:lnTo>
                  <a:pt x="541" y="217"/>
                </a:lnTo>
                <a:lnTo>
                  <a:pt x="541" y="221"/>
                </a:lnTo>
                <a:lnTo>
                  <a:pt x="541" y="225"/>
                </a:lnTo>
                <a:lnTo>
                  <a:pt x="541" y="228"/>
                </a:lnTo>
                <a:lnTo>
                  <a:pt x="549" y="224"/>
                </a:lnTo>
                <a:lnTo>
                  <a:pt x="555" y="221"/>
                </a:lnTo>
                <a:lnTo>
                  <a:pt x="556" y="221"/>
                </a:lnTo>
                <a:lnTo>
                  <a:pt x="557" y="221"/>
                </a:lnTo>
                <a:lnTo>
                  <a:pt x="558" y="220"/>
                </a:lnTo>
                <a:lnTo>
                  <a:pt x="559" y="220"/>
                </a:lnTo>
                <a:lnTo>
                  <a:pt x="561" y="219"/>
                </a:lnTo>
                <a:lnTo>
                  <a:pt x="562" y="218"/>
                </a:lnTo>
                <a:lnTo>
                  <a:pt x="564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7"/>
                </a:lnTo>
                <a:lnTo>
                  <a:pt x="567" y="216"/>
                </a:lnTo>
                <a:lnTo>
                  <a:pt x="566" y="215"/>
                </a:lnTo>
                <a:lnTo>
                  <a:pt x="566" y="214"/>
                </a:lnTo>
                <a:lnTo>
                  <a:pt x="565" y="214"/>
                </a:lnTo>
                <a:lnTo>
                  <a:pt x="565" y="213"/>
                </a:lnTo>
                <a:lnTo>
                  <a:pt x="563" y="212"/>
                </a:lnTo>
                <a:lnTo>
                  <a:pt x="562" y="210"/>
                </a:lnTo>
                <a:lnTo>
                  <a:pt x="562" y="209"/>
                </a:lnTo>
                <a:lnTo>
                  <a:pt x="564" y="209"/>
                </a:lnTo>
                <a:lnTo>
                  <a:pt x="566" y="208"/>
                </a:lnTo>
                <a:lnTo>
                  <a:pt x="567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1" y="208"/>
                </a:lnTo>
                <a:lnTo>
                  <a:pt x="571" y="210"/>
                </a:lnTo>
                <a:lnTo>
                  <a:pt x="572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4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1" y="216"/>
                </a:lnTo>
                <a:lnTo>
                  <a:pt x="581" y="215"/>
                </a:lnTo>
                <a:lnTo>
                  <a:pt x="582" y="215"/>
                </a:lnTo>
                <a:lnTo>
                  <a:pt x="582" y="214"/>
                </a:lnTo>
                <a:lnTo>
                  <a:pt x="582" y="213"/>
                </a:lnTo>
                <a:lnTo>
                  <a:pt x="583" y="213"/>
                </a:lnTo>
                <a:lnTo>
                  <a:pt x="585" y="212"/>
                </a:lnTo>
                <a:lnTo>
                  <a:pt x="587" y="211"/>
                </a:lnTo>
                <a:lnTo>
                  <a:pt x="589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7" y="207"/>
                </a:lnTo>
                <a:lnTo>
                  <a:pt x="599" y="206"/>
                </a:lnTo>
                <a:lnTo>
                  <a:pt x="600" y="207"/>
                </a:lnTo>
                <a:lnTo>
                  <a:pt x="601" y="208"/>
                </a:lnTo>
                <a:lnTo>
                  <a:pt x="601" y="210"/>
                </a:lnTo>
                <a:lnTo>
                  <a:pt x="602" y="211"/>
                </a:lnTo>
                <a:lnTo>
                  <a:pt x="603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1" y="213"/>
                </a:lnTo>
                <a:lnTo>
                  <a:pt x="612" y="213"/>
                </a:lnTo>
                <a:lnTo>
                  <a:pt x="616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6" y="198"/>
                </a:lnTo>
                <a:lnTo>
                  <a:pt x="633" y="199"/>
                </a:lnTo>
                <a:lnTo>
                  <a:pt x="640" y="199"/>
                </a:lnTo>
                <a:lnTo>
                  <a:pt x="651" y="199"/>
                </a:lnTo>
                <a:lnTo>
                  <a:pt x="661" y="190"/>
                </a:lnTo>
                <a:lnTo>
                  <a:pt x="668" y="191"/>
                </a:lnTo>
                <a:lnTo>
                  <a:pt x="675" y="191"/>
                </a:lnTo>
                <a:lnTo>
                  <a:pt x="689" y="193"/>
                </a:lnTo>
                <a:lnTo>
                  <a:pt x="691" y="193"/>
                </a:lnTo>
                <a:lnTo>
                  <a:pt x="696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1" y="211"/>
                </a:lnTo>
                <a:lnTo>
                  <a:pt x="712" y="212"/>
                </a:lnTo>
                <a:lnTo>
                  <a:pt x="712" y="217"/>
                </a:lnTo>
                <a:lnTo>
                  <a:pt x="712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1" y="260"/>
                </a:lnTo>
                <a:lnTo>
                  <a:pt x="698" y="261"/>
                </a:lnTo>
                <a:lnTo>
                  <a:pt x="697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5"/>
                </a:lnTo>
                <a:lnTo>
                  <a:pt x="691" y="265"/>
                </a:lnTo>
                <a:lnTo>
                  <a:pt x="691" y="266"/>
                </a:lnTo>
                <a:lnTo>
                  <a:pt x="690" y="266"/>
                </a:lnTo>
                <a:lnTo>
                  <a:pt x="689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0"/>
                </a:lnTo>
                <a:lnTo>
                  <a:pt x="682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79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5"/>
                </a:lnTo>
                <a:lnTo>
                  <a:pt x="674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7"/>
                </a:lnTo>
                <a:lnTo>
                  <a:pt x="666" y="288"/>
                </a:lnTo>
                <a:lnTo>
                  <a:pt x="665" y="288"/>
                </a:lnTo>
                <a:lnTo>
                  <a:pt x="665" y="289"/>
                </a:lnTo>
                <a:lnTo>
                  <a:pt x="664" y="289"/>
                </a:lnTo>
                <a:lnTo>
                  <a:pt x="663" y="290"/>
                </a:lnTo>
                <a:lnTo>
                  <a:pt x="662" y="290"/>
                </a:lnTo>
                <a:lnTo>
                  <a:pt x="661" y="291"/>
                </a:lnTo>
                <a:lnTo>
                  <a:pt x="660" y="291"/>
                </a:lnTo>
                <a:lnTo>
                  <a:pt x="658" y="292"/>
                </a:lnTo>
                <a:lnTo>
                  <a:pt x="657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6"/>
                </a:lnTo>
                <a:lnTo>
                  <a:pt x="649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2" y="296"/>
                </a:lnTo>
                <a:lnTo>
                  <a:pt x="641" y="296"/>
                </a:lnTo>
                <a:lnTo>
                  <a:pt x="641" y="297"/>
                </a:lnTo>
                <a:lnTo>
                  <a:pt x="640" y="297"/>
                </a:lnTo>
                <a:lnTo>
                  <a:pt x="641" y="298"/>
                </a:lnTo>
                <a:lnTo>
                  <a:pt x="659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0" y="299"/>
                </a:lnTo>
                <a:lnTo>
                  <a:pt x="673" y="299"/>
                </a:lnTo>
                <a:lnTo>
                  <a:pt x="674" y="299"/>
                </a:lnTo>
                <a:lnTo>
                  <a:pt x="674" y="300"/>
                </a:lnTo>
                <a:lnTo>
                  <a:pt x="680" y="306"/>
                </a:lnTo>
                <a:lnTo>
                  <a:pt x="682" y="308"/>
                </a:lnTo>
                <a:lnTo>
                  <a:pt x="687" y="310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0"/>
                </a:lnTo>
                <a:lnTo>
                  <a:pt x="715" y="321"/>
                </a:lnTo>
                <a:lnTo>
                  <a:pt x="720" y="327"/>
                </a:lnTo>
                <a:lnTo>
                  <a:pt x="719" y="330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0" y="394"/>
                </a:lnTo>
                <a:lnTo>
                  <a:pt x="785" y="393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800" y="393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4"/>
                </a:lnTo>
                <a:lnTo>
                  <a:pt x="809" y="404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2"/>
                </a:lnTo>
                <a:lnTo>
                  <a:pt x="818" y="412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5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4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89"/>
                </a:lnTo>
                <a:lnTo>
                  <a:pt x="866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2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4"/>
                </a:lnTo>
                <a:lnTo>
                  <a:pt x="985" y="362"/>
                </a:lnTo>
                <a:lnTo>
                  <a:pt x="988" y="359"/>
                </a:lnTo>
                <a:lnTo>
                  <a:pt x="993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2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5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8"/>
                </a:lnTo>
                <a:lnTo>
                  <a:pt x="1023" y="513"/>
                </a:lnTo>
                <a:lnTo>
                  <a:pt x="1035" y="525"/>
                </a:lnTo>
                <a:lnTo>
                  <a:pt x="1038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8" y="550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0" y="550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0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10" y="563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1" y="576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89"/>
                </a:lnTo>
                <a:lnTo>
                  <a:pt x="1139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2"/>
                </a:lnTo>
                <a:lnTo>
                  <a:pt x="1145" y="593"/>
                </a:lnTo>
                <a:lnTo>
                  <a:pt x="1146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3"/>
                </a:lnTo>
                <a:lnTo>
                  <a:pt x="1152" y="593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4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4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9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3" y="631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1"/>
                </a:lnTo>
                <a:lnTo>
                  <a:pt x="1167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2" y="662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3"/>
                </a:lnTo>
                <a:lnTo>
                  <a:pt x="1187" y="685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2" y="706"/>
                </a:lnTo>
                <a:lnTo>
                  <a:pt x="1172" y="707"/>
                </a:lnTo>
                <a:lnTo>
                  <a:pt x="1173" y="708"/>
                </a:lnTo>
                <a:lnTo>
                  <a:pt x="1174" y="708"/>
                </a:lnTo>
                <a:lnTo>
                  <a:pt x="1175" y="708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6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4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3"/>
                </a:lnTo>
                <a:lnTo>
                  <a:pt x="1192" y="724"/>
                </a:lnTo>
                <a:lnTo>
                  <a:pt x="1193" y="724"/>
                </a:lnTo>
                <a:lnTo>
                  <a:pt x="1193" y="725"/>
                </a:lnTo>
                <a:lnTo>
                  <a:pt x="1192" y="726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3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8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1" y="733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6"/>
                </a:lnTo>
                <a:lnTo>
                  <a:pt x="1212" y="737"/>
                </a:lnTo>
                <a:lnTo>
                  <a:pt x="1213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19" y="745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4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0"/>
                </a:lnTo>
                <a:lnTo>
                  <a:pt x="1254" y="761"/>
                </a:lnTo>
                <a:lnTo>
                  <a:pt x="1254" y="762"/>
                </a:lnTo>
                <a:lnTo>
                  <a:pt x="1255" y="762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4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8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6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8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2" y="742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4" y="724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2"/>
                </a:lnTo>
                <a:lnTo>
                  <a:pt x="1278" y="722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4" y="723"/>
                </a:lnTo>
                <a:lnTo>
                  <a:pt x="1285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9" y="725"/>
                </a:lnTo>
                <a:lnTo>
                  <a:pt x="1290" y="725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18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5" y="715"/>
                </a:lnTo>
                <a:lnTo>
                  <a:pt x="1316" y="715"/>
                </a:lnTo>
                <a:lnTo>
                  <a:pt x="1315" y="715"/>
                </a:lnTo>
                <a:lnTo>
                  <a:pt x="1315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09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6"/>
                </a:lnTo>
                <a:lnTo>
                  <a:pt x="1311" y="705"/>
                </a:lnTo>
                <a:lnTo>
                  <a:pt x="1312" y="704"/>
                </a:lnTo>
                <a:lnTo>
                  <a:pt x="1313" y="704"/>
                </a:lnTo>
                <a:lnTo>
                  <a:pt x="1314" y="705"/>
                </a:lnTo>
                <a:lnTo>
                  <a:pt x="1314" y="704"/>
                </a:lnTo>
                <a:lnTo>
                  <a:pt x="1313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7" y="692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3" y="678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1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5" y="667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6" y="666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7" y="662"/>
                </a:lnTo>
                <a:lnTo>
                  <a:pt x="1278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80" y="657"/>
                </a:lnTo>
                <a:lnTo>
                  <a:pt x="1279" y="656"/>
                </a:lnTo>
                <a:lnTo>
                  <a:pt x="1279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7" y="652"/>
                </a:lnTo>
                <a:lnTo>
                  <a:pt x="1277" y="653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8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80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4" y="619"/>
                </a:lnTo>
                <a:lnTo>
                  <a:pt x="1286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90" y="605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4" y="600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2" y="591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0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1"/>
                </a:lnTo>
                <a:lnTo>
                  <a:pt x="1295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78"/>
                </a:lnTo>
                <a:lnTo>
                  <a:pt x="1302" y="577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3" y="579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8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2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9" y="580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9" y="600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2" y="601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3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0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8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8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61" y="650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8" y="651"/>
                </a:lnTo>
                <a:lnTo>
                  <a:pt x="1469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3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7" y="709"/>
                </a:lnTo>
                <a:lnTo>
                  <a:pt x="1458" y="709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4" y="767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8"/>
                </a:lnTo>
                <a:lnTo>
                  <a:pt x="1440" y="769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1" y="769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9" y="770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6" y="769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8" y="767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69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2"/>
                </a:lnTo>
                <a:lnTo>
                  <a:pt x="1387" y="782"/>
                </a:lnTo>
                <a:lnTo>
                  <a:pt x="1387" y="783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3" y="792"/>
                </a:lnTo>
                <a:lnTo>
                  <a:pt x="1393" y="793"/>
                </a:lnTo>
                <a:lnTo>
                  <a:pt x="1394" y="794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5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80" y="804"/>
                </a:lnTo>
                <a:lnTo>
                  <a:pt x="1379" y="805"/>
                </a:lnTo>
                <a:lnTo>
                  <a:pt x="1380" y="805"/>
                </a:lnTo>
                <a:lnTo>
                  <a:pt x="1380" y="806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6"/>
                </a:lnTo>
                <a:lnTo>
                  <a:pt x="1370" y="806"/>
                </a:lnTo>
                <a:lnTo>
                  <a:pt x="1370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9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8" y="804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1" y="799"/>
                </a:lnTo>
                <a:lnTo>
                  <a:pt x="1331" y="798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8" y="790"/>
                </a:lnTo>
                <a:lnTo>
                  <a:pt x="1317" y="790"/>
                </a:lnTo>
                <a:lnTo>
                  <a:pt x="1317" y="789"/>
                </a:lnTo>
                <a:lnTo>
                  <a:pt x="1316" y="789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11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3"/>
                </a:lnTo>
                <a:lnTo>
                  <a:pt x="1270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4"/>
                </a:lnTo>
                <a:lnTo>
                  <a:pt x="1288" y="873"/>
                </a:lnTo>
                <a:lnTo>
                  <a:pt x="1286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4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3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3"/>
                </a:lnTo>
                <a:lnTo>
                  <a:pt x="1274" y="912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5" y="917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29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4" y="943"/>
                </a:lnTo>
                <a:lnTo>
                  <a:pt x="1283" y="943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7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3" y="942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8" y="946"/>
                </a:lnTo>
                <a:lnTo>
                  <a:pt x="1247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40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2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6" y="964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30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4"/>
                </a:lnTo>
                <a:lnTo>
                  <a:pt x="1226" y="995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199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0"/>
                </a:lnTo>
                <a:lnTo>
                  <a:pt x="1188" y="1011"/>
                </a:lnTo>
                <a:lnTo>
                  <a:pt x="1187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0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4"/>
                </a:lnTo>
                <a:lnTo>
                  <a:pt x="1178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8"/>
                </a:lnTo>
                <a:lnTo>
                  <a:pt x="1177" y="1018"/>
                </a:lnTo>
                <a:lnTo>
                  <a:pt x="1178" y="1018"/>
                </a:lnTo>
                <a:lnTo>
                  <a:pt x="1178" y="1019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5" y="1042"/>
                </a:lnTo>
                <a:lnTo>
                  <a:pt x="1134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29"/>
                </a:lnTo>
                <a:lnTo>
                  <a:pt x="1098" y="1029"/>
                </a:lnTo>
                <a:lnTo>
                  <a:pt x="1098" y="1028"/>
                </a:lnTo>
                <a:lnTo>
                  <a:pt x="1098" y="1027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1" y="1026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8" y="1023"/>
                </a:lnTo>
                <a:lnTo>
                  <a:pt x="1087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5" y="993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3"/>
                </a:lnTo>
                <a:lnTo>
                  <a:pt x="1083" y="982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8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0" y="969"/>
                </a:lnTo>
                <a:lnTo>
                  <a:pt x="1091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2" y="934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9" y="933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9" y="928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1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19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7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4"/>
                </a:lnTo>
                <a:lnTo>
                  <a:pt x="988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5"/>
                </a:lnTo>
                <a:lnTo>
                  <a:pt x="977" y="914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3"/>
                </a:lnTo>
                <a:lnTo>
                  <a:pt x="974" y="894"/>
                </a:lnTo>
                <a:lnTo>
                  <a:pt x="975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1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8" y="871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30" y="891"/>
                </a:lnTo>
                <a:lnTo>
                  <a:pt x="929" y="891"/>
                </a:lnTo>
                <a:lnTo>
                  <a:pt x="928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4" y="902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8" y="903"/>
                </a:lnTo>
                <a:lnTo>
                  <a:pt x="898" y="902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4"/>
                </a:lnTo>
                <a:lnTo>
                  <a:pt x="890" y="903"/>
                </a:lnTo>
                <a:lnTo>
                  <a:pt x="889" y="903"/>
                </a:lnTo>
                <a:lnTo>
                  <a:pt x="890" y="903"/>
                </a:lnTo>
                <a:lnTo>
                  <a:pt x="890" y="902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6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8" y="907"/>
                </a:lnTo>
                <a:lnTo>
                  <a:pt x="889" y="907"/>
                </a:lnTo>
                <a:lnTo>
                  <a:pt x="889" y="908"/>
                </a:lnTo>
                <a:lnTo>
                  <a:pt x="890" y="909"/>
                </a:lnTo>
                <a:lnTo>
                  <a:pt x="890" y="910"/>
                </a:lnTo>
                <a:lnTo>
                  <a:pt x="891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2"/>
                </a:lnTo>
                <a:lnTo>
                  <a:pt x="892" y="913"/>
                </a:lnTo>
                <a:lnTo>
                  <a:pt x="893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4" y="954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90" y="969"/>
                </a:lnTo>
                <a:lnTo>
                  <a:pt x="890" y="970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90" y="979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6" y="977"/>
                </a:lnTo>
                <a:lnTo>
                  <a:pt x="885" y="976"/>
                </a:lnTo>
                <a:lnTo>
                  <a:pt x="885" y="975"/>
                </a:lnTo>
                <a:lnTo>
                  <a:pt x="885" y="974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6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4" y="983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60" y="970"/>
                </a:lnTo>
                <a:lnTo>
                  <a:pt x="861" y="970"/>
                </a:lnTo>
                <a:lnTo>
                  <a:pt x="861" y="969"/>
                </a:lnTo>
                <a:lnTo>
                  <a:pt x="860" y="969"/>
                </a:lnTo>
                <a:lnTo>
                  <a:pt x="861" y="968"/>
                </a:lnTo>
                <a:lnTo>
                  <a:pt x="861" y="967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6"/>
                </a:lnTo>
                <a:lnTo>
                  <a:pt x="854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6" y="951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1" y="932"/>
                </a:lnTo>
                <a:lnTo>
                  <a:pt x="831" y="931"/>
                </a:lnTo>
                <a:lnTo>
                  <a:pt x="830" y="931"/>
                </a:lnTo>
                <a:lnTo>
                  <a:pt x="829" y="932"/>
                </a:lnTo>
                <a:lnTo>
                  <a:pt x="828" y="931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10" y="934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8" y="927"/>
                </a:lnTo>
                <a:lnTo>
                  <a:pt x="799" y="926"/>
                </a:lnTo>
                <a:lnTo>
                  <a:pt x="799" y="925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9" y="921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5"/>
                </a:lnTo>
                <a:lnTo>
                  <a:pt x="792" y="916"/>
                </a:lnTo>
                <a:lnTo>
                  <a:pt x="792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9" y="905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70" y="891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6" y="886"/>
                </a:lnTo>
                <a:lnTo>
                  <a:pt x="765" y="886"/>
                </a:lnTo>
                <a:lnTo>
                  <a:pt x="765" y="885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2"/>
                </a:lnTo>
                <a:lnTo>
                  <a:pt x="760" y="882"/>
                </a:lnTo>
                <a:lnTo>
                  <a:pt x="761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1"/>
                </a:lnTo>
                <a:lnTo>
                  <a:pt x="778" y="861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2" y="866"/>
                </a:lnTo>
                <a:lnTo>
                  <a:pt x="803" y="867"/>
                </a:lnTo>
                <a:lnTo>
                  <a:pt x="803" y="868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1" y="879"/>
                </a:lnTo>
                <a:lnTo>
                  <a:pt x="832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2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1" y="885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6"/>
                </a:lnTo>
                <a:lnTo>
                  <a:pt x="863" y="886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8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0"/>
                </a:lnTo>
                <a:lnTo>
                  <a:pt x="879" y="870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7" y="869"/>
                </a:lnTo>
                <a:lnTo>
                  <a:pt x="887" y="868"/>
                </a:lnTo>
                <a:lnTo>
                  <a:pt x="887" y="867"/>
                </a:lnTo>
                <a:lnTo>
                  <a:pt x="887" y="866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90" y="856"/>
                </a:lnTo>
                <a:lnTo>
                  <a:pt x="889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7" y="850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4"/>
                </a:lnTo>
                <a:lnTo>
                  <a:pt x="869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8" y="840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6" y="813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6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8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6"/>
                </a:lnTo>
                <a:lnTo>
                  <a:pt x="884" y="797"/>
                </a:lnTo>
                <a:lnTo>
                  <a:pt x="885" y="797"/>
                </a:lnTo>
                <a:lnTo>
                  <a:pt x="885" y="796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6" y="774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8" y="760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3"/>
                </a:lnTo>
                <a:lnTo>
                  <a:pt x="932" y="744"/>
                </a:lnTo>
                <a:lnTo>
                  <a:pt x="932" y="743"/>
                </a:lnTo>
                <a:lnTo>
                  <a:pt x="933" y="744"/>
                </a:lnTo>
                <a:lnTo>
                  <a:pt x="934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5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6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4"/>
                </a:lnTo>
                <a:lnTo>
                  <a:pt x="939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8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1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9" y="695"/>
                </a:lnTo>
                <a:lnTo>
                  <a:pt x="958" y="695"/>
                </a:lnTo>
                <a:lnTo>
                  <a:pt x="958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4" y="688"/>
                </a:lnTo>
                <a:lnTo>
                  <a:pt x="953" y="688"/>
                </a:lnTo>
                <a:lnTo>
                  <a:pt x="953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6"/>
                </a:lnTo>
                <a:lnTo>
                  <a:pt x="953" y="686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3"/>
                </a:lnTo>
                <a:lnTo>
                  <a:pt x="957" y="682"/>
                </a:lnTo>
                <a:lnTo>
                  <a:pt x="958" y="682"/>
                </a:lnTo>
                <a:lnTo>
                  <a:pt x="958" y="681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5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8" y="666"/>
                </a:lnTo>
                <a:lnTo>
                  <a:pt x="957" y="666"/>
                </a:lnTo>
                <a:lnTo>
                  <a:pt x="956" y="666"/>
                </a:lnTo>
                <a:lnTo>
                  <a:pt x="956" y="665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1" y="661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7"/>
                </a:lnTo>
                <a:lnTo>
                  <a:pt x="946" y="656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2" y="649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8" y="627"/>
                </a:lnTo>
                <a:lnTo>
                  <a:pt x="927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0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5" y="614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9" y="608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2"/>
                </a:lnTo>
                <a:lnTo>
                  <a:pt x="922" y="602"/>
                </a:lnTo>
                <a:lnTo>
                  <a:pt x="922" y="601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8"/>
                </a:lnTo>
                <a:lnTo>
                  <a:pt x="926" y="577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6" y="570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5"/>
                </a:lnTo>
                <a:lnTo>
                  <a:pt x="910" y="564"/>
                </a:lnTo>
                <a:lnTo>
                  <a:pt x="910" y="563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58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5" y="552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5"/>
                </a:lnTo>
                <a:lnTo>
                  <a:pt x="880" y="534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0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6" y="526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50" y="521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4" y="519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8" y="511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6" y="511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5" y="501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80" y="490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6" y="474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7" y="476"/>
                </a:lnTo>
                <a:lnTo>
                  <a:pt x="767" y="475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1" y="460"/>
                </a:lnTo>
                <a:lnTo>
                  <a:pt x="730" y="460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59"/>
                </a:lnTo>
                <a:lnTo>
                  <a:pt x="722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2" y="457"/>
                </a:lnTo>
                <a:lnTo>
                  <a:pt x="722" y="456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9" y="451"/>
                </a:lnTo>
                <a:lnTo>
                  <a:pt x="718" y="451"/>
                </a:lnTo>
                <a:lnTo>
                  <a:pt x="718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5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0" y="440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49"/>
                </a:lnTo>
                <a:lnTo>
                  <a:pt x="699" y="450"/>
                </a:lnTo>
                <a:lnTo>
                  <a:pt x="699" y="451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7" y="454"/>
                </a:lnTo>
                <a:lnTo>
                  <a:pt x="676" y="454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4" y="453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70" y="449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60" y="445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40" y="426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8" y="390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8" y="394"/>
                </a:lnTo>
                <a:lnTo>
                  <a:pt x="558" y="393"/>
                </a:lnTo>
                <a:lnTo>
                  <a:pt x="557" y="394"/>
                </a:lnTo>
                <a:lnTo>
                  <a:pt x="557" y="393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5" y="393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69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2" y="437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39"/>
                </a:lnTo>
                <a:lnTo>
                  <a:pt x="393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3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7" y="455"/>
                </a:lnTo>
                <a:lnTo>
                  <a:pt x="386" y="456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8" y="465"/>
                </a:lnTo>
                <a:lnTo>
                  <a:pt x="377" y="464"/>
                </a:lnTo>
                <a:lnTo>
                  <a:pt x="376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2"/>
                </a:lnTo>
                <a:lnTo>
                  <a:pt x="366" y="462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6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1" y="461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8" y="459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4"/>
                </a:lnTo>
                <a:lnTo>
                  <a:pt x="257" y="453"/>
                </a:lnTo>
                <a:lnTo>
                  <a:pt x="257" y="452"/>
                </a:lnTo>
                <a:lnTo>
                  <a:pt x="256" y="452"/>
                </a:lnTo>
                <a:lnTo>
                  <a:pt x="256" y="453"/>
                </a:lnTo>
                <a:lnTo>
                  <a:pt x="255" y="452"/>
                </a:lnTo>
                <a:lnTo>
                  <a:pt x="255" y="451"/>
                </a:lnTo>
                <a:lnTo>
                  <a:pt x="253" y="451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5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1"/>
                </a:lnTo>
                <a:lnTo>
                  <a:pt x="227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7"/>
                </a:lnTo>
                <a:lnTo>
                  <a:pt x="140" y="417"/>
                </a:lnTo>
                <a:lnTo>
                  <a:pt x="139" y="418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3" y="415"/>
                </a:lnTo>
                <a:lnTo>
                  <a:pt x="132" y="414"/>
                </a:lnTo>
                <a:lnTo>
                  <a:pt x="131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7" y="397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3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7" y="382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3" y="378"/>
                </a:lnTo>
                <a:lnTo>
                  <a:pt x="73" y="379"/>
                </a:lnTo>
                <a:lnTo>
                  <a:pt x="73" y="378"/>
                </a:lnTo>
                <a:lnTo>
                  <a:pt x="72" y="378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9" y="373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4" y="377"/>
                </a:lnTo>
                <a:lnTo>
                  <a:pt x="23" y="377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2" y="382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4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9"/>
                </a:lnTo>
                <a:lnTo>
                  <a:pt x="1" y="368"/>
                </a:lnTo>
                <a:lnTo>
                  <a:pt x="1" y="367"/>
                </a:lnTo>
                <a:lnTo>
                  <a:pt x="1" y="366"/>
                </a:lnTo>
                <a:lnTo>
                  <a:pt x="0" y="365"/>
                </a:lnTo>
                <a:lnTo>
                  <a:pt x="1" y="364"/>
                </a:lnTo>
                <a:lnTo>
                  <a:pt x="2" y="363"/>
                </a:lnTo>
                <a:lnTo>
                  <a:pt x="4" y="363"/>
                </a:lnTo>
                <a:lnTo>
                  <a:pt x="4" y="362"/>
                </a:lnTo>
                <a:lnTo>
                  <a:pt x="5" y="362"/>
                </a:lnTo>
                <a:lnTo>
                  <a:pt x="5" y="361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5"/>
                </a:lnTo>
                <a:lnTo>
                  <a:pt x="36" y="303"/>
                </a:lnTo>
                <a:lnTo>
                  <a:pt x="37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3" y="246"/>
                </a:lnTo>
                <a:lnTo>
                  <a:pt x="53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6" y="156"/>
                </a:lnTo>
                <a:lnTo>
                  <a:pt x="175" y="149"/>
                </a:lnTo>
                <a:lnTo>
                  <a:pt x="198" y="132"/>
                </a:lnTo>
                <a:lnTo>
                  <a:pt x="213" y="129"/>
                </a:lnTo>
                <a:lnTo>
                  <a:pt x="217" y="128"/>
                </a:lnTo>
                <a:lnTo>
                  <a:pt x="220" y="125"/>
                </a:lnTo>
                <a:lnTo>
                  <a:pt x="223" y="120"/>
                </a:lnTo>
                <a:lnTo>
                  <a:pt x="224" y="119"/>
                </a:lnTo>
                <a:lnTo>
                  <a:pt x="228" y="115"/>
                </a:lnTo>
                <a:lnTo>
                  <a:pt x="237" y="110"/>
                </a:lnTo>
                <a:lnTo>
                  <a:pt x="241" y="109"/>
                </a:lnTo>
                <a:lnTo>
                  <a:pt x="250" y="105"/>
                </a:lnTo>
                <a:lnTo>
                  <a:pt x="252" y="104"/>
                </a:lnTo>
                <a:lnTo>
                  <a:pt x="252" y="105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8" y="110"/>
                </a:lnTo>
                <a:lnTo>
                  <a:pt x="258" y="111"/>
                </a:lnTo>
                <a:lnTo>
                  <a:pt x="257" y="111"/>
                </a:lnTo>
                <a:lnTo>
                  <a:pt x="257" y="112"/>
                </a:lnTo>
                <a:lnTo>
                  <a:pt x="258" y="113"/>
                </a:lnTo>
                <a:lnTo>
                  <a:pt x="259" y="114"/>
                </a:lnTo>
                <a:lnTo>
                  <a:pt x="259" y="115"/>
                </a:lnTo>
                <a:lnTo>
                  <a:pt x="260" y="116"/>
                </a:lnTo>
                <a:lnTo>
                  <a:pt x="260" y="117"/>
                </a:lnTo>
                <a:lnTo>
                  <a:pt x="262" y="121"/>
                </a:lnTo>
                <a:lnTo>
                  <a:pt x="263" y="122"/>
                </a:lnTo>
                <a:lnTo>
                  <a:pt x="266" y="125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7"/>
                </a:lnTo>
                <a:lnTo>
                  <a:pt x="271" y="116"/>
                </a:lnTo>
                <a:lnTo>
                  <a:pt x="273" y="115"/>
                </a:lnTo>
                <a:lnTo>
                  <a:pt x="274" y="114"/>
                </a:lnTo>
                <a:lnTo>
                  <a:pt x="274" y="113"/>
                </a:lnTo>
                <a:lnTo>
                  <a:pt x="276" y="113"/>
                </a:lnTo>
                <a:lnTo>
                  <a:pt x="276" y="112"/>
                </a:lnTo>
                <a:lnTo>
                  <a:pt x="278" y="111"/>
                </a:lnTo>
                <a:lnTo>
                  <a:pt x="280" y="110"/>
                </a:lnTo>
                <a:lnTo>
                  <a:pt x="282" y="108"/>
                </a:lnTo>
                <a:lnTo>
                  <a:pt x="283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6"/>
                </a:lnTo>
                <a:lnTo>
                  <a:pt x="287" y="106"/>
                </a:lnTo>
                <a:lnTo>
                  <a:pt x="288" y="104"/>
                </a:lnTo>
                <a:lnTo>
                  <a:pt x="290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8" y="100"/>
                </a:lnTo>
                <a:lnTo>
                  <a:pt x="299" y="99"/>
                </a:lnTo>
                <a:lnTo>
                  <a:pt x="301" y="99"/>
                </a:lnTo>
                <a:lnTo>
                  <a:pt x="303" y="99"/>
                </a:lnTo>
                <a:lnTo>
                  <a:pt x="304" y="98"/>
                </a:lnTo>
                <a:lnTo>
                  <a:pt x="305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1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7" y="97"/>
                </a:lnTo>
                <a:lnTo>
                  <a:pt x="317" y="96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2" y="94"/>
                </a:lnTo>
                <a:lnTo>
                  <a:pt x="324" y="93"/>
                </a:lnTo>
                <a:lnTo>
                  <a:pt x="326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7" y="86"/>
                </a:lnTo>
                <a:lnTo>
                  <a:pt x="338" y="85"/>
                </a:lnTo>
                <a:lnTo>
                  <a:pt x="339" y="84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78"/>
                </a:lnTo>
                <a:lnTo>
                  <a:pt x="342" y="78"/>
                </a:lnTo>
                <a:lnTo>
                  <a:pt x="343" y="76"/>
                </a:lnTo>
                <a:lnTo>
                  <a:pt x="337" y="66"/>
                </a:lnTo>
                <a:lnTo>
                  <a:pt x="340" y="64"/>
                </a:lnTo>
                <a:lnTo>
                  <a:pt x="342" y="62"/>
                </a:lnTo>
                <a:lnTo>
                  <a:pt x="346" y="59"/>
                </a:lnTo>
                <a:lnTo>
                  <a:pt x="334" y="48"/>
                </a:lnTo>
                <a:lnTo>
                  <a:pt x="334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30" y="35"/>
                </a:lnTo>
                <a:lnTo>
                  <a:pt x="330" y="34"/>
                </a:lnTo>
                <a:lnTo>
                  <a:pt x="332" y="32"/>
                </a:lnTo>
                <a:lnTo>
                  <a:pt x="332" y="30"/>
                </a:lnTo>
                <a:lnTo>
                  <a:pt x="332" y="26"/>
                </a:lnTo>
                <a:lnTo>
                  <a:pt x="333" y="26"/>
                </a:lnTo>
                <a:lnTo>
                  <a:pt x="333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9" y="20"/>
                </a:lnTo>
                <a:lnTo>
                  <a:pt x="339" y="19"/>
                </a:lnTo>
                <a:lnTo>
                  <a:pt x="340" y="19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2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5" y="7"/>
                </a:lnTo>
                <a:lnTo>
                  <a:pt x="369" y="7"/>
                </a:lnTo>
                <a:lnTo>
                  <a:pt x="371" y="6"/>
                </a:lnTo>
                <a:lnTo>
                  <a:pt x="373" y="6"/>
                </a:lnTo>
                <a:lnTo>
                  <a:pt x="375" y="6"/>
                </a:lnTo>
                <a:lnTo>
                  <a:pt x="376" y="6"/>
                </a:lnTo>
                <a:lnTo>
                  <a:pt x="378" y="6"/>
                </a:lnTo>
                <a:lnTo>
                  <a:pt x="380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8" y="5"/>
                </a:lnTo>
                <a:lnTo>
                  <a:pt x="398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3" y="3"/>
                </a:lnTo>
                <a:lnTo>
                  <a:pt x="424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2" y="1"/>
                </a:lnTo>
                <a:lnTo>
                  <a:pt x="435" y="0"/>
                </a:lnTo>
                <a:lnTo>
                  <a:pt x="436" y="0"/>
                </a:lnTo>
                <a:lnTo>
                  <a:pt x="437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3630600" y="358848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2" y="27"/>
                </a:lnTo>
                <a:lnTo>
                  <a:pt x="823" y="26"/>
                </a:lnTo>
                <a:lnTo>
                  <a:pt x="823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3" y="23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6" y="80"/>
                </a:lnTo>
                <a:lnTo>
                  <a:pt x="927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39" y="86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0" y="86"/>
                </a:lnTo>
                <a:lnTo>
                  <a:pt x="981" y="86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5" y="245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5"/>
                </a:lnTo>
                <a:lnTo>
                  <a:pt x="1197" y="266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0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0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7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0"/>
                </a:lnTo>
                <a:lnTo>
                  <a:pt x="1205" y="281"/>
                </a:lnTo>
                <a:lnTo>
                  <a:pt x="1205" y="282"/>
                </a:lnTo>
                <a:lnTo>
                  <a:pt x="1206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09" y="289"/>
                </a:lnTo>
                <a:lnTo>
                  <a:pt x="1210" y="289"/>
                </a:lnTo>
                <a:lnTo>
                  <a:pt x="1210" y="290"/>
                </a:lnTo>
                <a:lnTo>
                  <a:pt x="1211" y="291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3" y="295"/>
                </a:lnTo>
                <a:lnTo>
                  <a:pt x="1214" y="295"/>
                </a:lnTo>
                <a:lnTo>
                  <a:pt x="1214" y="294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6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6" y="308"/>
                </a:lnTo>
                <a:lnTo>
                  <a:pt x="1226" y="309"/>
                </a:lnTo>
                <a:lnTo>
                  <a:pt x="1225" y="309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1" y="313"/>
                </a:lnTo>
                <a:lnTo>
                  <a:pt x="1221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5" y="320"/>
                </a:lnTo>
                <a:lnTo>
                  <a:pt x="1215" y="321"/>
                </a:lnTo>
                <a:lnTo>
                  <a:pt x="1216" y="321"/>
                </a:lnTo>
                <a:lnTo>
                  <a:pt x="1217" y="322"/>
                </a:lnTo>
                <a:lnTo>
                  <a:pt x="1217" y="321"/>
                </a:lnTo>
                <a:lnTo>
                  <a:pt x="1218" y="321"/>
                </a:lnTo>
                <a:lnTo>
                  <a:pt x="1218" y="322"/>
                </a:lnTo>
                <a:lnTo>
                  <a:pt x="1219" y="323"/>
                </a:lnTo>
                <a:lnTo>
                  <a:pt x="1219" y="324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5"/>
                </a:lnTo>
                <a:lnTo>
                  <a:pt x="1222" y="326"/>
                </a:lnTo>
                <a:lnTo>
                  <a:pt x="1221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2" y="331"/>
                </a:lnTo>
                <a:lnTo>
                  <a:pt x="1221" y="332"/>
                </a:lnTo>
                <a:lnTo>
                  <a:pt x="1221" y="334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2"/>
                </a:lnTo>
                <a:lnTo>
                  <a:pt x="1222" y="343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19" y="346"/>
                </a:lnTo>
                <a:lnTo>
                  <a:pt x="1218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7" y="345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2" y="343"/>
                </a:lnTo>
                <a:lnTo>
                  <a:pt x="1210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8" y="349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4" y="367"/>
                </a:lnTo>
                <a:lnTo>
                  <a:pt x="1204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2"/>
                </a:lnTo>
                <a:lnTo>
                  <a:pt x="1208" y="373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2" y="376"/>
                </a:lnTo>
                <a:lnTo>
                  <a:pt x="1201" y="377"/>
                </a:lnTo>
                <a:lnTo>
                  <a:pt x="1202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6"/>
                </a:lnTo>
                <a:lnTo>
                  <a:pt x="1206" y="376"/>
                </a:lnTo>
                <a:lnTo>
                  <a:pt x="1206" y="377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9"/>
                </a:lnTo>
                <a:lnTo>
                  <a:pt x="1200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6" y="376"/>
                </a:lnTo>
                <a:lnTo>
                  <a:pt x="1196" y="377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7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5" y="383"/>
                </a:lnTo>
                <a:lnTo>
                  <a:pt x="1175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4" y="387"/>
                </a:lnTo>
                <a:lnTo>
                  <a:pt x="1174" y="388"/>
                </a:lnTo>
                <a:lnTo>
                  <a:pt x="1173" y="388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2" y="388"/>
                </a:lnTo>
                <a:lnTo>
                  <a:pt x="1162" y="389"/>
                </a:lnTo>
                <a:lnTo>
                  <a:pt x="1162" y="390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9"/>
                </a:lnTo>
                <a:lnTo>
                  <a:pt x="1163" y="399"/>
                </a:lnTo>
                <a:lnTo>
                  <a:pt x="1162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6"/>
                </a:lnTo>
                <a:lnTo>
                  <a:pt x="1168" y="407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3"/>
                </a:lnTo>
                <a:lnTo>
                  <a:pt x="1171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6" y="416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2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5"/>
                </a:lnTo>
                <a:lnTo>
                  <a:pt x="1155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3" y="427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29"/>
                </a:lnTo>
                <a:lnTo>
                  <a:pt x="1150" y="430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5" y="431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2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1" y="437"/>
                </a:lnTo>
                <a:lnTo>
                  <a:pt x="1141" y="438"/>
                </a:lnTo>
                <a:lnTo>
                  <a:pt x="1140" y="438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1" y="441"/>
                </a:lnTo>
                <a:lnTo>
                  <a:pt x="1142" y="442"/>
                </a:lnTo>
                <a:lnTo>
                  <a:pt x="1141" y="442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8" y="442"/>
                </a:lnTo>
                <a:lnTo>
                  <a:pt x="1138" y="441"/>
                </a:lnTo>
                <a:lnTo>
                  <a:pt x="1136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0" y="442"/>
                </a:lnTo>
                <a:lnTo>
                  <a:pt x="1129" y="443"/>
                </a:lnTo>
                <a:lnTo>
                  <a:pt x="1129" y="444"/>
                </a:lnTo>
                <a:lnTo>
                  <a:pt x="1128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29" y="451"/>
                </a:lnTo>
                <a:lnTo>
                  <a:pt x="1128" y="452"/>
                </a:lnTo>
                <a:lnTo>
                  <a:pt x="1128" y="454"/>
                </a:lnTo>
                <a:lnTo>
                  <a:pt x="1129" y="454"/>
                </a:lnTo>
                <a:lnTo>
                  <a:pt x="1128" y="455"/>
                </a:lnTo>
                <a:lnTo>
                  <a:pt x="1129" y="455"/>
                </a:lnTo>
                <a:lnTo>
                  <a:pt x="1129" y="456"/>
                </a:lnTo>
                <a:lnTo>
                  <a:pt x="1128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3"/>
                </a:lnTo>
                <a:lnTo>
                  <a:pt x="1131" y="474"/>
                </a:lnTo>
                <a:lnTo>
                  <a:pt x="1131" y="473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4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9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49" y="481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4" y="492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6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7"/>
                </a:lnTo>
                <a:lnTo>
                  <a:pt x="1152" y="497"/>
                </a:lnTo>
                <a:lnTo>
                  <a:pt x="1152" y="498"/>
                </a:lnTo>
                <a:lnTo>
                  <a:pt x="1152" y="499"/>
                </a:lnTo>
                <a:lnTo>
                  <a:pt x="1151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3"/>
                </a:lnTo>
                <a:lnTo>
                  <a:pt x="1149" y="503"/>
                </a:lnTo>
                <a:lnTo>
                  <a:pt x="1149" y="504"/>
                </a:lnTo>
                <a:lnTo>
                  <a:pt x="1149" y="505"/>
                </a:lnTo>
                <a:lnTo>
                  <a:pt x="1148" y="505"/>
                </a:lnTo>
                <a:lnTo>
                  <a:pt x="1147" y="505"/>
                </a:lnTo>
                <a:lnTo>
                  <a:pt x="1145" y="504"/>
                </a:lnTo>
                <a:lnTo>
                  <a:pt x="1144" y="504"/>
                </a:lnTo>
                <a:lnTo>
                  <a:pt x="1143" y="503"/>
                </a:lnTo>
                <a:lnTo>
                  <a:pt x="1142" y="503"/>
                </a:lnTo>
                <a:lnTo>
                  <a:pt x="1141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0"/>
                </a:lnTo>
                <a:lnTo>
                  <a:pt x="1137" y="511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6"/>
                </a:lnTo>
                <a:lnTo>
                  <a:pt x="1136" y="517"/>
                </a:lnTo>
                <a:lnTo>
                  <a:pt x="1135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30" y="521"/>
                </a:lnTo>
                <a:lnTo>
                  <a:pt x="1128" y="521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1" y="520"/>
                </a:lnTo>
                <a:lnTo>
                  <a:pt x="1120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3" y="524"/>
                </a:lnTo>
                <a:lnTo>
                  <a:pt x="1112" y="524"/>
                </a:lnTo>
                <a:lnTo>
                  <a:pt x="1112" y="525"/>
                </a:lnTo>
                <a:lnTo>
                  <a:pt x="1111" y="524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8" y="522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4" y="511"/>
                </a:lnTo>
                <a:lnTo>
                  <a:pt x="1093" y="512"/>
                </a:lnTo>
                <a:lnTo>
                  <a:pt x="1092" y="512"/>
                </a:lnTo>
                <a:lnTo>
                  <a:pt x="1092" y="513"/>
                </a:lnTo>
                <a:lnTo>
                  <a:pt x="1091" y="513"/>
                </a:lnTo>
                <a:lnTo>
                  <a:pt x="1090" y="513"/>
                </a:lnTo>
                <a:lnTo>
                  <a:pt x="1089" y="513"/>
                </a:lnTo>
                <a:lnTo>
                  <a:pt x="1089" y="512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5" y="511"/>
                </a:lnTo>
                <a:lnTo>
                  <a:pt x="1084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6"/>
                </a:lnTo>
                <a:lnTo>
                  <a:pt x="1072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6" y="503"/>
                </a:lnTo>
                <a:lnTo>
                  <a:pt x="1066" y="502"/>
                </a:lnTo>
                <a:lnTo>
                  <a:pt x="1066" y="501"/>
                </a:lnTo>
                <a:lnTo>
                  <a:pt x="1067" y="501"/>
                </a:lnTo>
                <a:lnTo>
                  <a:pt x="1067" y="500"/>
                </a:lnTo>
                <a:lnTo>
                  <a:pt x="1066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2" y="500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499"/>
                </a:lnTo>
                <a:lnTo>
                  <a:pt x="1058" y="500"/>
                </a:lnTo>
                <a:lnTo>
                  <a:pt x="1056" y="500"/>
                </a:lnTo>
                <a:lnTo>
                  <a:pt x="1056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2" y="500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0" y="500"/>
                </a:lnTo>
                <a:lnTo>
                  <a:pt x="1050" y="499"/>
                </a:lnTo>
                <a:lnTo>
                  <a:pt x="1050" y="498"/>
                </a:lnTo>
                <a:lnTo>
                  <a:pt x="1049" y="498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4" y="498"/>
                </a:lnTo>
                <a:lnTo>
                  <a:pt x="1034" y="499"/>
                </a:lnTo>
                <a:lnTo>
                  <a:pt x="1033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0"/>
                </a:lnTo>
                <a:lnTo>
                  <a:pt x="1030" y="501"/>
                </a:lnTo>
                <a:lnTo>
                  <a:pt x="1029" y="501"/>
                </a:lnTo>
                <a:lnTo>
                  <a:pt x="1029" y="502"/>
                </a:lnTo>
                <a:lnTo>
                  <a:pt x="1029" y="503"/>
                </a:lnTo>
                <a:lnTo>
                  <a:pt x="1028" y="503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7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8" y="509"/>
                </a:lnTo>
                <a:lnTo>
                  <a:pt x="1027" y="509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4" y="515"/>
                </a:lnTo>
                <a:lnTo>
                  <a:pt x="1025" y="515"/>
                </a:lnTo>
                <a:lnTo>
                  <a:pt x="1026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8" y="517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0"/>
                </a:lnTo>
                <a:lnTo>
                  <a:pt x="1036" y="529"/>
                </a:lnTo>
                <a:lnTo>
                  <a:pt x="1036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4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0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2" y="568"/>
                </a:lnTo>
                <a:lnTo>
                  <a:pt x="1063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6"/>
                </a:lnTo>
                <a:lnTo>
                  <a:pt x="1085" y="567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3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5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7" y="567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0"/>
                </a:lnTo>
                <a:lnTo>
                  <a:pt x="1098" y="571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3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2" y="609"/>
                </a:lnTo>
                <a:lnTo>
                  <a:pt x="1061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8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8" y="637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1"/>
                </a:lnTo>
                <a:lnTo>
                  <a:pt x="1058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60" y="646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5"/>
                </a:lnTo>
                <a:lnTo>
                  <a:pt x="1037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8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7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81"/>
                </a:lnTo>
                <a:lnTo>
                  <a:pt x="1005" y="680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1" y="674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2"/>
                </a:lnTo>
                <a:lnTo>
                  <a:pt x="990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6" y="653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6" y="642"/>
                </a:lnTo>
                <a:lnTo>
                  <a:pt x="955" y="643"/>
                </a:lnTo>
                <a:lnTo>
                  <a:pt x="954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8" y="634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8" y="642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4" y="643"/>
                </a:lnTo>
                <a:lnTo>
                  <a:pt x="935" y="643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4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1" y="628"/>
                </a:lnTo>
                <a:lnTo>
                  <a:pt x="871" y="627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19"/>
                </a:lnTo>
                <a:lnTo>
                  <a:pt x="850" y="618"/>
                </a:lnTo>
                <a:lnTo>
                  <a:pt x="850" y="617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0"/>
                </a:lnTo>
                <a:lnTo>
                  <a:pt x="848" y="609"/>
                </a:lnTo>
                <a:lnTo>
                  <a:pt x="847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4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7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39"/>
                </a:lnTo>
                <a:lnTo>
                  <a:pt x="812" y="539"/>
                </a:lnTo>
                <a:lnTo>
                  <a:pt x="813" y="538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4"/>
                </a:lnTo>
                <a:lnTo>
                  <a:pt x="814" y="534"/>
                </a:lnTo>
                <a:lnTo>
                  <a:pt x="814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4" y="524"/>
                </a:lnTo>
                <a:lnTo>
                  <a:pt x="803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8" y="525"/>
                </a:lnTo>
                <a:lnTo>
                  <a:pt x="797" y="525"/>
                </a:lnTo>
                <a:lnTo>
                  <a:pt x="796" y="524"/>
                </a:lnTo>
                <a:lnTo>
                  <a:pt x="795" y="525"/>
                </a:lnTo>
                <a:lnTo>
                  <a:pt x="794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8" y="523"/>
                </a:lnTo>
                <a:lnTo>
                  <a:pt x="787" y="522"/>
                </a:lnTo>
                <a:lnTo>
                  <a:pt x="786" y="521"/>
                </a:lnTo>
                <a:lnTo>
                  <a:pt x="784" y="521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5" y="517"/>
                </a:lnTo>
                <a:lnTo>
                  <a:pt x="774" y="516"/>
                </a:lnTo>
                <a:lnTo>
                  <a:pt x="773" y="516"/>
                </a:lnTo>
                <a:lnTo>
                  <a:pt x="773" y="515"/>
                </a:lnTo>
                <a:lnTo>
                  <a:pt x="772" y="515"/>
                </a:lnTo>
                <a:lnTo>
                  <a:pt x="771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3" y="512"/>
                </a:lnTo>
                <a:lnTo>
                  <a:pt x="761" y="512"/>
                </a:lnTo>
                <a:lnTo>
                  <a:pt x="759" y="512"/>
                </a:lnTo>
                <a:lnTo>
                  <a:pt x="758" y="512"/>
                </a:lnTo>
                <a:lnTo>
                  <a:pt x="757" y="513"/>
                </a:lnTo>
                <a:lnTo>
                  <a:pt x="756" y="515"/>
                </a:lnTo>
                <a:lnTo>
                  <a:pt x="756" y="516"/>
                </a:lnTo>
                <a:lnTo>
                  <a:pt x="755" y="516"/>
                </a:lnTo>
                <a:lnTo>
                  <a:pt x="755" y="517"/>
                </a:lnTo>
                <a:lnTo>
                  <a:pt x="754" y="517"/>
                </a:lnTo>
                <a:lnTo>
                  <a:pt x="752" y="517"/>
                </a:lnTo>
                <a:lnTo>
                  <a:pt x="752" y="518"/>
                </a:lnTo>
                <a:lnTo>
                  <a:pt x="749" y="519"/>
                </a:lnTo>
                <a:lnTo>
                  <a:pt x="748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4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8" y="530"/>
                </a:lnTo>
                <a:lnTo>
                  <a:pt x="748" y="531"/>
                </a:lnTo>
                <a:lnTo>
                  <a:pt x="747" y="531"/>
                </a:lnTo>
                <a:lnTo>
                  <a:pt x="746" y="532"/>
                </a:lnTo>
                <a:lnTo>
                  <a:pt x="745" y="532"/>
                </a:lnTo>
                <a:lnTo>
                  <a:pt x="744" y="532"/>
                </a:lnTo>
                <a:lnTo>
                  <a:pt x="744" y="533"/>
                </a:lnTo>
                <a:lnTo>
                  <a:pt x="744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2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8" y="542"/>
                </a:lnTo>
                <a:lnTo>
                  <a:pt x="737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7" y="588"/>
                </a:lnTo>
                <a:lnTo>
                  <a:pt x="738" y="588"/>
                </a:lnTo>
                <a:lnTo>
                  <a:pt x="738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1"/>
                </a:lnTo>
                <a:lnTo>
                  <a:pt x="746" y="602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2" y="634"/>
                </a:lnTo>
                <a:lnTo>
                  <a:pt x="731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1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7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4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2" y="709"/>
                </a:lnTo>
                <a:lnTo>
                  <a:pt x="722" y="708"/>
                </a:lnTo>
                <a:lnTo>
                  <a:pt x="721" y="709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6"/>
                </a:lnTo>
                <a:lnTo>
                  <a:pt x="681" y="737"/>
                </a:lnTo>
                <a:lnTo>
                  <a:pt x="681" y="736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8"/>
                </a:lnTo>
                <a:lnTo>
                  <a:pt x="676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1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4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4" y="757"/>
                </a:lnTo>
                <a:lnTo>
                  <a:pt x="664" y="758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6" y="767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4"/>
                </a:lnTo>
                <a:lnTo>
                  <a:pt x="632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8" y="746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3"/>
                </a:lnTo>
                <a:lnTo>
                  <a:pt x="614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7"/>
                </a:lnTo>
                <a:lnTo>
                  <a:pt x="611" y="758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4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69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5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5"/>
                </a:lnTo>
                <a:lnTo>
                  <a:pt x="545" y="724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4" y="695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2"/>
                </a:lnTo>
                <a:lnTo>
                  <a:pt x="496" y="692"/>
                </a:lnTo>
                <a:lnTo>
                  <a:pt x="495" y="691"/>
                </a:lnTo>
                <a:lnTo>
                  <a:pt x="495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8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7"/>
                </a:lnTo>
                <a:lnTo>
                  <a:pt x="462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6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1"/>
                </a:lnTo>
                <a:lnTo>
                  <a:pt x="345" y="671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4" y="672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0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7" y="669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7" y="668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6" y="660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2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1" y="656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4" y="648"/>
                </a:lnTo>
                <a:lnTo>
                  <a:pt x="225" y="648"/>
                </a:lnTo>
                <a:lnTo>
                  <a:pt x="225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1" y="624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1" y="624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4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3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3" y="570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4" y="565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8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1" y="528"/>
                </a:lnTo>
                <a:lnTo>
                  <a:pt x="22" y="528"/>
                </a:lnTo>
                <a:lnTo>
                  <a:pt x="22" y="527"/>
                </a:lnTo>
                <a:lnTo>
                  <a:pt x="22" y="525"/>
                </a:lnTo>
                <a:lnTo>
                  <a:pt x="22" y="524"/>
                </a:lnTo>
                <a:lnTo>
                  <a:pt x="22" y="523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5" y="522"/>
                </a:lnTo>
                <a:lnTo>
                  <a:pt x="25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1" y="518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6" y="513"/>
                </a:lnTo>
                <a:lnTo>
                  <a:pt x="37" y="513"/>
                </a:lnTo>
                <a:lnTo>
                  <a:pt x="37" y="512"/>
                </a:lnTo>
                <a:lnTo>
                  <a:pt x="38" y="512"/>
                </a:lnTo>
                <a:lnTo>
                  <a:pt x="38" y="511"/>
                </a:lnTo>
                <a:lnTo>
                  <a:pt x="37" y="510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8" y="507"/>
                </a:lnTo>
                <a:lnTo>
                  <a:pt x="39" y="507"/>
                </a:lnTo>
                <a:lnTo>
                  <a:pt x="39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8" y="496"/>
                </a:lnTo>
                <a:lnTo>
                  <a:pt x="37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5" y="493"/>
                </a:lnTo>
                <a:lnTo>
                  <a:pt x="36" y="492"/>
                </a:lnTo>
                <a:lnTo>
                  <a:pt x="36" y="491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6" y="485"/>
                </a:lnTo>
                <a:lnTo>
                  <a:pt x="36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4"/>
                </a:lnTo>
                <a:lnTo>
                  <a:pt x="34" y="473"/>
                </a:lnTo>
                <a:lnTo>
                  <a:pt x="33" y="473"/>
                </a:lnTo>
                <a:lnTo>
                  <a:pt x="33" y="472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29" y="464"/>
                </a:lnTo>
                <a:lnTo>
                  <a:pt x="30" y="464"/>
                </a:lnTo>
                <a:lnTo>
                  <a:pt x="30" y="463"/>
                </a:lnTo>
                <a:lnTo>
                  <a:pt x="29" y="462"/>
                </a:lnTo>
                <a:lnTo>
                  <a:pt x="28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29" y="458"/>
                </a:lnTo>
                <a:lnTo>
                  <a:pt x="30" y="458"/>
                </a:lnTo>
                <a:lnTo>
                  <a:pt x="31" y="458"/>
                </a:lnTo>
                <a:lnTo>
                  <a:pt x="32" y="457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6" y="454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0" y="450"/>
                </a:lnTo>
                <a:lnTo>
                  <a:pt x="41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6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0"/>
                </a:lnTo>
                <a:lnTo>
                  <a:pt x="36" y="439"/>
                </a:lnTo>
                <a:lnTo>
                  <a:pt x="35" y="439"/>
                </a:lnTo>
                <a:lnTo>
                  <a:pt x="34" y="439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0"/>
                </a:lnTo>
                <a:lnTo>
                  <a:pt x="31" y="441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9" y="441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6" y="440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2" y="442"/>
                </a:lnTo>
                <a:lnTo>
                  <a:pt x="22" y="443"/>
                </a:lnTo>
                <a:lnTo>
                  <a:pt x="21" y="443"/>
                </a:lnTo>
                <a:lnTo>
                  <a:pt x="19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8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4" y="436"/>
                </a:lnTo>
                <a:lnTo>
                  <a:pt x="15" y="436"/>
                </a:lnTo>
                <a:lnTo>
                  <a:pt x="15" y="435"/>
                </a:lnTo>
                <a:lnTo>
                  <a:pt x="14" y="435"/>
                </a:lnTo>
                <a:lnTo>
                  <a:pt x="14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4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6"/>
                </a:lnTo>
                <a:lnTo>
                  <a:pt x="15" y="425"/>
                </a:lnTo>
                <a:lnTo>
                  <a:pt x="16" y="425"/>
                </a:lnTo>
                <a:lnTo>
                  <a:pt x="17" y="425"/>
                </a:lnTo>
                <a:lnTo>
                  <a:pt x="16" y="425"/>
                </a:lnTo>
                <a:lnTo>
                  <a:pt x="16" y="424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6" y="420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8"/>
                </a:lnTo>
                <a:lnTo>
                  <a:pt x="14" y="419"/>
                </a:lnTo>
                <a:lnTo>
                  <a:pt x="13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7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4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8" y="399"/>
                </a:lnTo>
                <a:lnTo>
                  <a:pt x="9" y="398"/>
                </a:lnTo>
                <a:lnTo>
                  <a:pt x="9" y="397"/>
                </a:lnTo>
                <a:lnTo>
                  <a:pt x="10" y="397"/>
                </a:lnTo>
                <a:lnTo>
                  <a:pt x="10" y="396"/>
                </a:lnTo>
                <a:lnTo>
                  <a:pt x="9" y="395"/>
                </a:lnTo>
                <a:lnTo>
                  <a:pt x="8" y="395"/>
                </a:lnTo>
                <a:lnTo>
                  <a:pt x="8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2"/>
                </a:lnTo>
                <a:lnTo>
                  <a:pt x="14" y="392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7" y="390"/>
                </a:lnTo>
                <a:lnTo>
                  <a:pt x="18" y="390"/>
                </a:lnTo>
                <a:lnTo>
                  <a:pt x="19" y="389"/>
                </a:lnTo>
                <a:lnTo>
                  <a:pt x="20" y="388"/>
                </a:lnTo>
                <a:lnTo>
                  <a:pt x="21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7"/>
                </a:lnTo>
                <a:lnTo>
                  <a:pt x="27" y="387"/>
                </a:lnTo>
                <a:lnTo>
                  <a:pt x="26" y="387"/>
                </a:lnTo>
                <a:lnTo>
                  <a:pt x="26" y="386"/>
                </a:lnTo>
                <a:lnTo>
                  <a:pt x="27" y="386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9" y="385"/>
                </a:lnTo>
                <a:lnTo>
                  <a:pt x="29" y="384"/>
                </a:lnTo>
                <a:lnTo>
                  <a:pt x="29" y="383"/>
                </a:lnTo>
                <a:lnTo>
                  <a:pt x="30" y="383"/>
                </a:lnTo>
                <a:lnTo>
                  <a:pt x="30" y="382"/>
                </a:lnTo>
                <a:lnTo>
                  <a:pt x="31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6" y="376"/>
                </a:lnTo>
                <a:lnTo>
                  <a:pt x="26" y="375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8" y="371"/>
                </a:lnTo>
                <a:lnTo>
                  <a:pt x="29" y="371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1"/>
                </a:lnTo>
                <a:lnTo>
                  <a:pt x="32" y="371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0" y="359"/>
                </a:lnTo>
                <a:lnTo>
                  <a:pt x="31" y="359"/>
                </a:lnTo>
                <a:lnTo>
                  <a:pt x="31" y="358"/>
                </a:lnTo>
                <a:lnTo>
                  <a:pt x="30" y="358"/>
                </a:lnTo>
                <a:lnTo>
                  <a:pt x="30" y="357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1"/>
                </a:lnTo>
                <a:lnTo>
                  <a:pt x="33" y="350"/>
                </a:lnTo>
                <a:lnTo>
                  <a:pt x="32" y="350"/>
                </a:lnTo>
                <a:lnTo>
                  <a:pt x="32" y="349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4"/>
                </a:lnTo>
                <a:lnTo>
                  <a:pt x="35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4"/>
                </a:lnTo>
                <a:lnTo>
                  <a:pt x="30" y="344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8" y="343"/>
                </a:lnTo>
                <a:lnTo>
                  <a:pt x="17" y="343"/>
                </a:lnTo>
                <a:lnTo>
                  <a:pt x="17" y="344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40"/>
                </a:lnTo>
                <a:lnTo>
                  <a:pt x="9" y="339"/>
                </a:lnTo>
                <a:lnTo>
                  <a:pt x="8" y="339"/>
                </a:lnTo>
                <a:lnTo>
                  <a:pt x="6" y="339"/>
                </a:lnTo>
                <a:lnTo>
                  <a:pt x="5" y="339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1" y="337"/>
                </a:lnTo>
                <a:lnTo>
                  <a:pt x="1" y="336"/>
                </a:lnTo>
                <a:lnTo>
                  <a:pt x="1" y="335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4"/>
                </a:lnTo>
                <a:lnTo>
                  <a:pt x="2" y="324"/>
                </a:lnTo>
                <a:lnTo>
                  <a:pt x="2" y="325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3" y="325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7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0"/>
                </a:lnTo>
                <a:lnTo>
                  <a:pt x="25" y="320"/>
                </a:lnTo>
                <a:lnTo>
                  <a:pt x="25" y="319"/>
                </a:lnTo>
                <a:lnTo>
                  <a:pt x="26" y="319"/>
                </a:lnTo>
                <a:lnTo>
                  <a:pt x="27" y="320"/>
                </a:lnTo>
                <a:lnTo>
                  <a:pt x="27" y="319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1" y="321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0" y="320"/>
                </a:lnTo>
                <a:lnTo>
                  <a:pt x="41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8" y="314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4" y="300"/>
                </a:lnTo>
                <a:lnTo>
                  <a:pt x="55" y="301"/>
                </a:lnTo>
                <a:lnTo>
                  <a:pt x="56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3" y="303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5" y="306"/>
                </a:lnTo>
                <a:lnTo>
                  <a:pt x="65" y="307"/>
                </a:lnTo>
                <a:lnTo>
                  <a:pt x="65" y="308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11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3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0" y="314"/>
                </a:lnTo>
                <a:lnTo>
                  <a:pt x="91" y="315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5"/>
                </a:lnTo>
                <a:lnTo>
                  <a:pt x="98" y="314"/>
                </a:lnTo>
                <a:lnTo>
                  <a:pt x="100" y="314"/>
                </a:lnTo>
                <a:lnTo>
                  <a:pt x="101" y="313"/>
                </a:lnTo>
                <a:lnTo>
                  <a:pt x="102" y="314"/>
                </a:lnTo>
                <a:lnTo>
                  <a:pt x="103" y="314"/>
                </a:lnTo>
                <a:lnTo>
                  <a:pt x="104" y="314"/>
                </a:lnTo>
                <a:lnTo>
                  <a:pt x="104" y="315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09" y="315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7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4"/>
                </a:lnTo>
                <a:lnTo>
                  <a:pt x="139" y="323"/>
                </a:lnTo>
                <a:lnTo>
                  <a:pt x="139" y="322"/>
                </a:lnTo>
                <a:lnTo>
                  <a:pt x="139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1" y="320"/>
                </a:lnTo>
                <a:lnTo>
                  <a:pt x="152" y="320"/>
                </a:lnTo>
                <a:lnTo>
                  <a:pt x="153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7"/>
                </a:lnTo>
                <a:lnTo>
                  <a:pt x="154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2"/>
                </a:lnTo>
                <a:lnTo>
                  <a:pt x="152" y="311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2" y="306"/>
                </a:lnTo>
                <a:lnTo>
                  <a:pt x="151" y="306"/>
                </a:lnTo>
                <a:lnTo>
                  <a:pt x="150" y="305"/>
                </a:lnTo>
                <a:lnTo>
                  <a:pt x="149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1"/>
                </a:lnTo>
                <a:lnTo>
                  <a:pt x="150" y="300"/>
                </a:lnTo>
                <a:lnTo>
                  <a:pt x="150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6" y="293"/>
                </a:lnTo>
                <a:lnTo>
                  <a:pt x="146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7" y="286"/>
                </a:lnTo>
                <a:lnTo>
                  <a:pt x="148" y="286"/>
                </a:lnTo>
                <a:lnTo>
                  <a:pt x="148" y="285"/>
                </a:lnTo>
                <a:lnTo>
                  <a:pt x="148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4" y="274"/>
                </a:lnTo>
                <a:lnTo>
                  <a:pt x="144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3"/>
                </a:lnTo>
                <a:lnTo>
                  <a:pt x="136" y="272"/>
                </a:lnTo>
                <a:lnTo>
                  <a:pt x="135" y="271"/>
                </a:lnTo>
                <a:lnTo>
                  <a:pt x="134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2"/>
                </a:lnTo>
                <a:lnTo>
                  <a:pt x="128" y="271"/>
                </a:lnTo>
                <a:lnTo>
                  <a:pt x="127" y="271"/>
                </a:lnTo>
                <a:lnTo>
                  <a:pt x="127" y="270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8" y="235"/>
                </a:lnTo>
                <a:lnTo>
                  <a:pt x="139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3" y="226"/>
                </a:lnTo>
                <a:lnTo>
                  <a:pt x="164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59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7" y="48"/>
                </a:lnTo>
                <a:lnTo>
                  <a:pt x="168" y="48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2"/>
                </a:lnTo>
                <a:lnTo>
                  <a:pt x="280" y="11"/>
                </a:lnTo>
                <a:lnTo>
                  <a:pt x="281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6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1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4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0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5" y="99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5"/>
                </a:lnTo>
                <a:lnTo>
                  <a:pt x="632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2" y="89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0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4165200" y="3725640"/>
            <a:ext cx="5760" cy="3600"/>
          </a:xfrm>
          <a:custGeom>
            <a:avLst/>
            <a:gdLst/>
            <a:ahLst/>
            <a:rect l="0" t="0" r="r" b="b"/>
            <a:pathLst>
              <a:path w="16" h="10">
                <a:moveTo>
                  <a:pt x="16" y="2"/>
                </a:moveTo>
                <a:lnTo>
                  <a:pt x="16" y="3"/>
                </a:lnTo>
                <a:lnTo>
                  <a:pt x="15" y="4"/>
                </a:lnTo>
                <a:lnTo>
                  <a:pt x="16" y="5"/>
                </a:lnTo>
                <a:lnTo>
                  <a:pt x="15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411336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5"/>
                </a:lnTo>
                <a:lnTo>
                  <a:pt x="225" y="15"/>
                </a:lnTo>
                <a:lnTo>
                  <a:pt x="225" y="16"/>
                </a:lnTo>
                <a:lnTo>
                  <a:pt x="225" y="17"/>
                </a:lnTo>
                <a:lnTo>
                  <a:pt x="226" y="17"/>
                </a:lnTo>
                <a:lnTo>
                  <a:pt x="226" y="18"/>
                </a:lnTo>
                <a:lnTo>
                  <a:pt x="227" y="18"/>
                </a:lnTo>
                <a:lnTo>
                  <a:pt x="227" y="19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8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4"/>
                </a:lnTo>
                <a:lnTo>
                  <a:pt x="229" y="25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9"/>
                </a:lnTo>
                <a:lnTo>
                  <a:pt x="231" y="30"/>
                </a:lnTo>
                <a:lnTo>
                  <a:pt x="232" y="31"/>
                </a:lnTo>
                <a:lnTo>
                  <a:pt x="232" y="32"/>
                </a:lnTo>
                <a:lnTo>
                  <a:pt x="233" y="32"/>
                </a:lnTo>
                <a:lnTo>
                  <a:pt x="235" y="32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40" y="35"/>
                </a:lnTo>
                <a:lnTo>
                  <a:pt x="241" y="35"/>
                </a:lnTo>
                <a:lnTo>
                  <a:pt x="241" y="36"/>
                </a:lnTo>
                <a:lnTo>
                  <a:pt x="241" y="38"/>
                </a:lnTo>
                <a:lnTo>
                  <a:pt x="240" y="47"/>
                </a:lnTo>
                <a:lnTo>
                  <a:pt x="228" y="57"/>
                </a:lnTo>
                <a:lnTo>
                  <a:pt x="226" y="61"/>
                </a:lnTo>
                <a:lnTo>
                  <a:pt x="222" y="66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89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0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2"/>
                </a:lnTo>
                <a:lnTo>
                  <a:pt x="221" y="123"/>
                </a:lnTo>
                <a:lnTo>
                  <a:pt x="221" y="124"/>
                </a:lnTo>
                <a:lnTo>
                  <a:pt x="222" y="125"/>
                </a:lnTo>
                <a:lnTo>
                  <a:pt x="223" y="125"/>
                </a:lnTo>
                <a:lnTo>
                  <a:pt x="224" y="126"/>
                </a:lnTo>
                <a:lnTo>
                  <a:pt x="227" y="126"/>
                </a:lnTo>
                <a:lnTo>
                  <a:pt x="228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1"/>
                </a:lnTo>
                <a:lnTo>
                  <a:pt x="248" y="130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2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302" y="156"/>
                </a:lnTo>
                <a:lnTo>
                  <a:pt x="303" y="157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0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5"/>
                </a:lnTo>
                <a:lnTo>
                  <a:pt x="277" y="186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1"/>
                </a:lnTo>
                <a:lnTo>
                  <a:pt x="268" y="214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8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5" y="235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4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29"/>
                </a:lnTo>
                <a:lnTo>
                  <a:pt x="224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09" y="232"/>
                </a:lnTo>
                <a:lnTo>
                  <a:pt x="208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5" y="253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6"/>
                </a:lnTo>
                <a:lnTo>
                  <a:pt x="194" y="297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200" y="313"/>
                </a:lnTo>
                <a:lnTo>
                  <a:pt x="199" y="314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1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7" y="351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6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7"/>
                </a:lnTo>
                <a:lnTo>
                  <a:pt x="232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5" y="366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4" y="367"/>
                </a:lnTo>
                <a:lnTo>
                  <a:pt x="235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7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7" y="376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200" y="374"/>
                </a:lnTo>
                <a:lnTo>
                  <a:pt x="199" y="374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6" y="377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5" y="419"/>
                </a:lnTo>
                <a:lnTo>
                  <a:pt x="194" y="419"/>
                </a:lnTo>
                <a:lnTo>
                  <a:pt x="193" y="419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2" y="420"/>
                </a:lnTo>
                <a:lnTo>
                  <a:pt x="181" y="421"/>
                </a:lnTo>
                <a:lnTo>
                  <a:pt x="181" y="420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6"/>
                </a:lnTo>
                <a:lnTo>
                  <a:pt x="142" y="397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0" y="379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5" y="380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3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5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4"/>
                </a:lnTo>
                <a:lnTo>
                  <a:pt x="103" y="315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8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2"/>
                </a:lnTo>
                <a:lnTo>
                  <a:pt x="22" y="201"/>
                </a:lnTo>
                <a:lnTo>
                  <a:pt x="21" y="201"/>
                </a:lnTo>
                <a:lnTo>
                  <a:pt x="19" y="202"/>
                </a:lnTo>
                <a:lnTo>
                  <a:pt x="18" y="202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6"/>
                </a:lnTo>
                <a:lnTo>
                  <a:pt x="72" y="182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4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8"/>
                </a:lnTo>
                <a:lnTo>
                  <a:pt x="136" y="157"/>
                </a:lnTo>
                <a:lnTo>
                  <a:pt x="137" y="156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9" y="144"/>
                </a:lnTo>
                <a:lnTo>
                  <a:pt x="140" y="143"/>
                </a:lnTo>
                <a:lnTo>
                  <a:pt x="140" y="142"/>
                </a:lnTo>
                <a:lnTo>
                  <a:pt x="139" y="141"/>
                </a:lnTo>
                <a:lnTo>
                  <a:pt x="138" y="140"/>
                </a:lnTo>
                <a:lnTo>
                  <a:pt x="137" y="140"/>
                </a:lnTo>
                <a:lnTo>
                  <a:pt x="137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3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8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6"/>
                </a:lnTo>
                <a:lnTo>
                  <a:pt x="142" y="76"/>
                </a:lnTo>
                <a:lnTo>
                  <a:pt x="143" y="76"/>
                </a:lnTo>
                <a:lnTo>
                  <a:pt x="142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8" y="60"/>
                </a:lnTo>
                <a:lnTo>
                  <a:pt x="149" y="59"/>
                </a:lnTo>
                <a:lnTo>
                  <a:pt x="152" y="57"/>
                </a:lnTo>
                <a:lnTo>
                  <a:pt x="152" y="56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2" y="36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3"/>
                </a:lnTo>
                <a:lnTo>
                  <a:pt x="163" y="32"/>
                </a:lnTo>
                <a:lnTo>
                  <a:pt x="164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6"/>
                </a:lnTo>
                <a:lnTo>
                  <a:pt x="167" y="25"/>
                </a:lnTo>
                <a:lnTo>
                  <a:pt x="168" y="25"/>
                </a:lnTo>
                <a:lnTo>
                  <a:pt x="169" y="25"/>
                </a:lnTo>
                <a:lnTo>
                  <a:pt x="170" y="25"/>
                </a:lnTo>
                <a:lnTo>
                  <a:pt x="170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7" y="27"/>
                </a:lnTo>
                <a:lnTo>
                  <a:pt x="178" y="27"/>
                </a:lnTo>
                <a:lnTo>
                  <a:pt x="179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2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3" y="11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2"/>
                </a:lnTo>
                <a:lnTo>
                  <a:pt x="211" y="3"/>
                </a:lnTo>
                <a:lnTo>
                  <a:pt x="212" y="3"/>
                </a:lnTo>
                <a:lnTo>
                  <a:pt x="214" y="4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311472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8" y="663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1"/>
                </a:lnTo>
                <a:lnTo>
                  <a:pt x="2042" y="672"/>
                </a:lnTo>
                <a:lnTo>
                  <a:pt x="2040" y="672"/>
                </a:lnTo>
                <a:lnTo>
                  <a:pt x="2040" y="673"/>
                </a:lnTo>
                <a:lnTo>
                  <a:pt x="2039" y="673"/>
                </a:lnTo>
                <a:lnTo>
                  <a:pt x="2038" y="673"/>
                </a:lnTo>
                <a:lnTo>
                  <a:pt x="2037" y="673"/>
                </a:lnTo>
                <a:lnTo>
                  <a:pt x="2037" y="674"/>
                </a:lnTo>
                <a:lnTo>
                  <a:pt x="2035" y="677"/>
                </a:lnTo>
                <a:lnTo>
                  <a:pt x="2034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1" y="679"/>
                </a:lnTo>
                <a:lnTo>
                  <a:pt x="2031" y="680"/>
                </a:lnTo>
                <a:lnTo>
                  <a:pt x="2030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8" y="688"/>
                </a:lnTo>
                <a:lnTo>
                  <a:pt x="2028" y="689"/>
                </a:lnTo>
                <a:lnTo>
                  <a:pt x="2026" y="690"/>
                </a:lnTo>
                <a:lnTo>
                  <a:pt x="2028" y="691"/>
                </a:lnTo>
                <a:lnTo>
                  <a:pt x="2034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4" y="713"/>
                </a:lnTo>
                <a:lnTo>
                  <a:pt x="2040" y="716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0" y="732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4" y="747"/>
                </a:lnTo>
                <a:lnTo>
                  <a:pt x="2022" y="747"/>
                </a:lnTo>
                <a:lnTo>
                  <a:pt x="2020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0"/>
                </a:lnTo>
                <a:lnTo>
                  <a:pt x="2015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10" y="751"/>
                </a:lnTo>
                <a:lnTo>
                  <a:pt x="2009" y="751"/>
                </a:lnTo>
                <a:lnTo>
                  <a:pt x="2007" y="752"/>
                </a:lnTo>
                <a:lnTo>
                  <a:pt x="2006" y="752"/>
                </a:lnTo>
                <a:lnTo>
                  <a:pt x="2005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1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6" y="754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8"/>
                </a:lnTo>
                <a:lnTo>
                  <a:pt x="1986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1" y="762"/>
                </a:lnTo>
                <a:lnTo>
                  <a:pt x="1980" y="762"/>
                </a:lnTo>
                <a:lnTo>
                  <a:pt x="1978" y="764"/>
                </a:lnTo>
                <a:lnTo>
                  <a:pt x="1976" y="765"/>
                </a:lnTo>
                <a:lnTo>
                  <a:pt x="1974" y="766"/>
                </a:lnTo>
                <a:lnTo>
                  <a:pt x="1974" y="767"/>
                </a:lnTo>
                <a:lnTo>
                  <a:pt x="1972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4" y="779"/>
                </a:lnTo>
                <a:lnTo>
                  <a:pt x="1961" y="776"/>
                </a:lnTo>
                <a:lnTo>
                  <a:pt x="1960" y="775"/>
                </a:lnTo>
                <a:lnTo>
                  <a:pt x="1958" y="771"/>
                </a:lnTo>
                <a:lnTo>
                  <a:pt x="1958" y="770"/>
                </a:lnTo>
                <a:lnTo>
                  <a:pt x="1957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5"/>
                </a:lnTo>
                <a:lnTo>
                  <a:pt x="1956" y="764"/>
                </a:lnTo>
                <a:lnTo>
                  <a:pt x="1954" y="763"/>
                </a:lnTo>
                <a:lnTo>
                  <a:pt x="1953" y="763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0" y="759"/>
                </a:lnTo>
                <a:lnTo>
                  <a:pt x="1950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5" y="764"/>
                </a:lnTo>
                <a:lnTo>
                  <a:pt x="1926" y="769"/>
                </a:lnTo>
                <a:lnTo>
                  <a:pt x="1922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5" y="782"/>
                </a:lnTo>
                <a:lnTo>
                  <a:pt x="1911" y="783"/>
                </a:lnTo>
                <a:lnTo>
                  <a:pt x="1896" y="786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6" y="871"/>
                </a:lnTo>
                <a:lnTo>
                  <a:pt x="1826" y="872"/>
                </a:lnTo>
                <a:lnTo>
                  <a:pt x="1803" y="873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3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1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5" y="990"/>
                </a:lnTo>
                <a:lnTo>
                  <a:pt x="1724" y="992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2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8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8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699" y="1030"/>
                </a:lnTo>
                <a:lnTo>
                  <a:pt x="1699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8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4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50"/>
                </a:lnTo>
                <a:lnTo>
                  <a:pt x="1665" y="1050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0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60"/>
                </a:lnTo>
                <a:lnTo>
                  <a:pt x="1632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4" y="1079"/>
                </a:lnTo>
                <a:lnTo>
                  <a:pt x="1545" y="1079"/>
                </a:lnTo>
                <a:lnTo>
                  <a:pt x="1545" y="1080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5"/>
                </a:lnTo>
                <a:lnTo>
                  <a:pt x="1539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5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3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6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4" y="1113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20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24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8" y="1174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8" y="1178"/>
                </a:lnTo>
                <a:lnTo>
                  <a:pt x="1549" y="1178"/>
                </a:lnTo>
                <a:lnTo>
                  <a:pt x="1551" y="1178"/>
                </a:lnTo>
                <a:lnTo>
                  <a:pt x="1551" y="1179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1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8" y="1182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1" y="1185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8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3" y="1199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1" y="1198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6" y="1202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89" y="1211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3" y="1219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4" y="1244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7"/>
                </a:lnTo>
                <a:lnTo>
                  <a:pt x="1597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8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4" y="1275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3" y="1289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2" y="1293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3"/>
                </a:lnTo>
                <a:lnTo>
                  <a:pt x="1570" y="1294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8" y="1294"/>
                </a:lnTo>
                <a:lnTo>
                  <a:pt x="1578" y="1295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3"/>
                </a:lnTo>
                <a:lnTo>
                  <a:pt x="1580" y="1314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1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4"/>
                </a:lnTo>
                <a:lnTo>
                  <a:pt x="1587" y="1335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7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5"/>
                </a:lnTo>
                <a:lnTo>
                  <a:pt x="1535" y="1334"/>
                </a:lnTo>
                <a:lnTo>
                  <a:pt x="1534" y="1335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4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0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7" y="1332"/>
                </a:lnTo>
                <a:lnTo>
                  <a:pt x="1506" y="1332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9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7" y="1325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8" y="1321"/>
                </a:lnTo>
                <a:lnTo>
                  <a:pt x="1488" y="1322"/>
                </a:lnTo>
                <a:lnTo>
                  <a:pt x="1488" y="1323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8"/>
                </a:lnTo>
                <a:lnTo>
                  <a:pt x="1451" y="1337"/>
                </a:lnTo>
                <a:lnTo>
                  <a:pt x="1450" y="1337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4" y="1336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0" y="1334"/>
                </a:lnTo>
                <a:lnTo>
                  <a:pt x="1440" y="1333"/>
                </a:lnTo>
                <a:lnTo>
                  <a:pt x="1439" y="1332"/>
                </a:lnTo>
                <a:lnTo>
                  <a:pt x="1438" y="1332"/>
                </a:lnTo>
                <a:lnTo>
                  <a:pt x="1437" y="1332"/>
                </a:lnTo>
                <a:lnTo>
                  <a:pt x="1437" y="1331"/>
                </a:lnTo>
                <a:lnTo>
                  <a:pt x="1436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0" y="1327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2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8" y="1318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4" y="1318"/>
                </a:lnTo>
                <a:lnTo>
                  <a:pt x="1394" y="1317"/>
                </a:lnTo>
                <a:lnTo>
                  <a:pt x="1393" y="1317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4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2" y="1308"/>
                </a:lnTo>
                <a:lnTo>
                  <a:pt x="1363" y="1307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0" y="1304"/>
                </a:lnTo>
                <a:lnTo>
                  <a:pt x="1360" y="1303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5" y="1303"/>
                </a:lnTo>
                <a:lnTo>
                  <a:pt x="1325" y="1304"/>
                </a:lnTo>
                <a:lnTo>
                  <a:pt x="1324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3"/>
                </a:lnTo>
                <a:lnTo>
                  <a:pt x="1243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29" y="1320"/>
                </a:lnTo>
                <a:lnTo>
                  <a:pt x="1228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0" y="1320"/>
                </a:lnTo>
                <a:lnTo>
                  <a:pt x="1220" y="1319"/>
                </a:lnTo>
                <a:lnTo>
                  <a:pt x="1220" y="1320"/>
                </a:lnTo>
                <a:lnTo>
                  <a:pt x="1219" y="1320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5" y="1320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5" y="1321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90" y="1325"/>
                </a:lnTo>
                <a:lnTo>
                  <a:pt x="1189" y="1325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6" y="1327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3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2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4" y="1374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4" y="1384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1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4" y="1413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4" y="1414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8" y="1383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3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0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8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8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5"/>
                </a:lnTo>
                <a:lnTo>
                  <a:pt x="774" y="1406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70" y="1419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1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8"/>
                </a:lnTo>
                <a:lnTo>
                  <a:pt x="700" y="1419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79" y="1417"/>
                </a:lnTo>
                <a:lnTo>
                  <a:pt x="679" y="1418"/>
                </a:lnTo>
                <a:lnTo>
                  <a:pt x="677" y="1418"/>
                </a:lnTo>
                <a:lnTo>
                  <a:pt x="677" y="1419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2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9" y="1418"/>
                </a:lnTo>
                <a:lnTo>
                  <a:pt x="648" y="1418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29" y="1410"/>
                </a:lnTo>
                <a:lnTo>
                  <a:pt x="628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30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5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0" y="1446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3" y="1485"/>
                </a:lnTo>
                <a:lnTo>
                  <a:pt x="573" y="1486"/>
                </a:lnTo>
                <a:lnTo>
                  <a:pt x="573" y="1487"/>
                </a:lnTo>
                <a:lnTo>
                  <a:pt x="574" y="1487"/>
                </a:lnTo>
                <a:lnTo>
                  <a:pt x="575" y="1488"/>
                </a:lnTo>
                <a:lnTo>
                  <a:pt x="576" y="1488"/>
                </a:lnTo>
                <a:lnTo>
                  <a:pt x="576" y="1489"/>
                </a:lnTo>
                <a:lnTo>
                  <a:pt x="575" y="1489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2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2" y="1500"/>
                </a:lnTo>
                <a:lnTo>
                  <a:pt x="572" y="1499"/>
                </a:lnTo>
                <a:lnTo>
                  <a:pt x="571" y="1499"/>
                </a:lnTo>
                <a:lnTo>
                  <a:pt x="571" y="1500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9"/>
                </a:lnTo>
                <a:lnTo>
                  <a:pt x="538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9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2"/>
                </a:lnTo>
                <a:lnTo>
                  <a:pt x="516" y="1511"/>
                </a:lnTo>
                <a:lnTo>
                  <a:pt x="515" y="1511"/>
                </a:lnTo>
                <a:lnTo>
                  <a:pt x="515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8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7" y="1520"/>
                </a:lnTo>
                <a:lnTo>
                  <a:pt x="497" y="1519"/>
                </a:lnTo>
                <a:lnTo>
                  <a:pt x="496" y="1519"/>
                </a:lnTo>
                <a:lnTo>
                  <a:pt x="495" y="1519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2" y="1516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5" y="1518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3" y="1516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79" y="1512"/>
                </a:lnTo>
                <a:lnTo>
                  <a:pt x="479" y="1511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3" y="1509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8" y="1501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3"/>
                </a:lnTo>
                <a:lnTo>
                  <a:pt x="457" y="1503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6"/>
                </a:lnTo>
                <a:lnTo>
                  <a:pt x="451" y="1496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3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5" y="1493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1" y="1460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1" y="1454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7" y="1451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7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3" y="1404"/>
                </a:lnTo>
                <a:lnTo>
                  <a:pt x="352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2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9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6"/>
                </a:lnTo>
                <a:lnTo>
                  <a:pt x="326" y="1395"/>
                </a:lnTo>
                <a:lnTo>
                  <a:pt x="325" y="1395"/>
                </a:lnTo>
                <a:lnTo>
                  <a:pt x="324" y="1394"/>
                </a:lnTo>
                <a:lnTo>
                  <a:pt x="323" y="1393"/>
                </a:lnTo>
                <a:lnTo>
                  <a:pt x="321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1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5" y="1388"/>
                </a:lnTo>
                <a:lnTo>
                  <a:pt x="304" y="1387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1"/>
                </a:lnTo>
                <a:lnTo>
                  <a:pt x="291" y="1380"/>
                </a:lnTo>
                <a:lnTo>
                  <a:pt x="290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4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5"/>
                </a:lnTo>
                <a:lnTo>
                  <a:pt x="262" y="1365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7" y="1366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8"/>
                </a:lnTo>
                <a:lnTo>
                  <a:pt x="241" y="1368"/>
                </a:lnTo>
                <a:lnTo>
                  <a:pt x="239" y="1368"/>
                </a:lnTo>
                <a:lnTo>
                  <a:pt x="239" y="1367"/>
                </a:lnTo>
                <a:lnTo>
                  <a:pt x="238" y="1367"/>
                </a:lnTo>
                <a:lnTo>
                  <a:pt x="238" y="1366"/>
                </a:lnTo>
                <a:lnTo>
                  <a:pt x="239" y="1364"/>
                </a:lnTo>
                <a:lnTo>
                  <a:pt x="239" y="1362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3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7"/>
                </a:lnTo>
                <a:lnTo>
                  <a:pt x="222" y="1346"/>
                </a:lnTo>
                <a:lnTo>
                  <a:pt x="222" y="1345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29" y="1323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7" y="1306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2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0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8"/>
                </a:lnTo>
                <a:lnTo>
                  <a:pt x="219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9"/>
                </a:lnTo>
                <a:lnTo>
                  <a:pt x="208" y="1278"/>
                </a:lnTo>
                <a:lnTo>
                  <a:pt x="207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1" y="1274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5"/>
                </a:lnTo>
                <a:lnTo>
                  <a:pt x="180" y="1274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8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3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1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5" y="1250"/>
                </a:lnTo>
                <a:lnTo>
                  <a:pt x="154" y="1250"/>
                </a:lnTo>
                <a:lnTo>
                  <a:pt x="151" y="1249"/>
                </a:lnTo>
                <a:lnTo>
                  <a:pt x="150" y="1249"/>
                </a:lnTo>
                <a:lnTo>
                  <a:pt x="150" y="1248"/>
                </a:lnTo>
                <a:lnTo>
                  <a:pt x="150" y="1246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4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2" y="1247"/>
                </a:lnTo>
                <a:lnTo>
                  <a:pt x="122" y="1246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9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5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4"/>
                </a:lnTo>
                <a:lnTo>
                  <a:pt x="97" y="1244"/>
                </a:lnTo>
                <a:lnTo>
                  <a:pt x="96" y="1244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4"/>
                </a:lnTo>
                <a:lnTo>
                  <a:pt x="98" y="1224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40" y="1196"/>
                </a:lnTo>
                <a:lnTo>
                  <a:pt x="138" y="1196"/>
                </a:lnTo>
                <a:lnTo>
                  <a:pt x="136" y="1196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8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29" y="1157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2" y="1139"/>
                </a:lnTo>
                <a:lnTo>
                  <a:pt x="122" y="1138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9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5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2" y="1091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1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0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2" y="1077"/>
                </a:lnTo>
                <a:lnTo>
                  <a:pt x="60" y="1077"/>
                </a:lnTo>
                <a:lnTo>
                  <a:pt x="59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3"/>
                </a:lnTo>
                <a:lnTo>
                  <a:pt x="54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0" y="1086"/>
                </a:lnTo>
                <a:lnTo>
                  <a:pt x="51" y="1086"/>
                </a:lnTo>
                <a:lnTo>
                  <a:pt x="51" y="1087"/>
                </a:lnTo>
                <a:lnTo>
                  <a:pt x="52" y="1089"/>
                </a:lnTo>
                <a:lnTo>
                  <a:pt x="52" y="1090"/>
                </a:lnTo>
                <a:lnTo>
                  <a:pt x="51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1"/>
                </a:lnTo>
                <a:lnTo>
                  <a:pt x="42" y="1090"/>
                </a:lnTo>
                <a:lnTo>
                  <a:pt x="41" y="1091"/>
                </a:lnTo>
                <a:lnTo>
                  <a:pt x="40" y="1091"/>
                </a:lnTo>
                <a:lnTo>
                  <a:pt x="39" y="1091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5" y="1086"/>
                </a:lnTo>
                <a:lnTo>
                  <a:pt x="33" y="1086"/>
                </a:lnTo>
                <a:lnTo>
                  <a:pt x="32" y="1086"/>
                </a:lnTo>
                <a:lnTo>
                  <a:pt x="30" y="1085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6"/>
                </a:lnTo>
                <a:lnTo>
                  <a:pt x="24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7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0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4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0"/>
                </a:lnTo>
                <a:lnTo>
                  <a:pt x="35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9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8" y="969"/>
                </a:lnTo>
                <a:lnTo>
                  <a:pt x="37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2" y="957"/>
                </a:lnTo>
                <a:lnTo>
                  <a:pt x="33" y="956"/>
                </a:lnTo>
                <a:lnTo>
                  <a:pt x="35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9" y="929"/>
                </a:lnTo>
                <a:lnTo>
                  <a:pt x="61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69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0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0" y="920"/>
                </a:lnTo>
                <a:lnTo>
                  <a:pt x="93" y="918"/>
                </a:lnTo>
                <a:lnTo>
                  <a:pt x="93" y="917"/>
                </a:lnTo>
                <a:lnTo>
                  <a:pt x="94" y="917"/>
                </a:lnTo>
                <a:lnTo>
                  <a:pt x="95" y="915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0"/>
                </a:lnTo>
                <a:lnTo>
                  <a:pt x="107" y="910"/>
                </a:lnTo>
                <a:lnTo>
                  <a:pt x="107" y="909"/>
                </a:lnTo>
                <a:lnTo>
                  <a:pt x="107" y="908"/>
                </a:lnTo>
                <a:lnTo>
                  <a:pt x="108" y="906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6" y="893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89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0" y="886"/>
                </a:lnTo>
                <a:lnTo>
                  <a:pt x="121" y="886"/>
                </a:lnTo>
                <a:lnTo>
                  <a:pt x="122" y="887"/>
                </a:lnTo>
                <a:lnTo>
                  <a:pt x="123" y="887"/>
                </a:lnTo>
                <a:lnTo>
                  <a:pt x="124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3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2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0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9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1" y="900"/>
                </a:lnTo>
                <a:lnTo>
                  <a:pt x="242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3"/>
                </a:lnTo>
                <a:lnTo>
                  <a:pt x="273" y="892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1"/>
                </a:lnTo>
                <a:lnTo>
                  <a:pt x="278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4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4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2" y="831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2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7" y="836"/>
                </a:lnTo>
                <a:lnTo>
                  <a:pt x="357" y="837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7"/>
                </a:lnTo>
                <a:lnTo>
                  <a:pt x="362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6" y="832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1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6" y="818"/>
                </a:lnTo>
                <a:lnTo>
                  <a:pt x="397" y="818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7" y="811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19" y="799"/>
                </a:lnTo>
                <a:lnTo>
                  <a:pt x="420" y="799"/>
                </a:lnTo>
                <a:lnTo>
                  <a:pt x="421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29" y="797"/>
                </a:lnTo>
                <a:lnTo>
                  <a:pt x="430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8"/>
                </a:lnTo>
                <a:lnTo>
                  <a:pt x="435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0" y="796"/>
                </a:lnTo>
                <a:lnTo>
                  <a:pt x="441" y="795"/>
                </a:lnTo>
                <a:lnTo>
                  <a:pt x="442" y="795"/>
                </a:lnTo>
                <a:lnTo>
                  <a:pt x="444" y="795"/>
                </a:lnTo>
                <a:lnTo>
                  <a:pt x="445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2" y="792"/>
                </a:lnTo>
                <a:lnTo>
                  <a:pt x="453" y="792"/>
                </a:lnTo>
                <a:lnTo>
                  <a:pt x="453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8" y="784"/>
                </a:lnTo>
                <a:lnTo>
                  <a:pt x="469" y="784"/>
                </a:lnTo>
                <a:lnTo>
                  <a:pt x="468" y="783"/>
                </a:lnTo>
                <a:lnTo>
                  <a:pt x="468" y="782"/>
                </a:lnTo>
                <a:lnTo>
                  <a:pt x="469" y="781"/>
                </a:lnTo>
                <a:lnTo>
                  <a:pt x="471" y="781"/>
                </a:lnTo>
                <a:lnTo>
                  <a:pt x="472" y="780"/>
                </a:lnTo>
                <a:lnTo>
                  <a:pt x="474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0" y="771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4" y="770"/>
                </a:lnTo>
                <a:lnTo>
                  <a:pt x="495" y="769"/>
                </a:lnTo>
                <a:lnTo>
                  <a:pt x="495" y="770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8" y="769"/>
                </a:lnTo>
                <a:lnTo>
                  <a:pt x="498" y="768"/>
                </a:lnTo>
                <a:lnTo>
                  <a:pt x="499" y="768"/>
                </a:lnTo>
                <a:lnTo>
                  <a:pt x="500" y="767"/>
                </a:lnTo>
                <a:lnTo>
                  <a:pt x="504" y="766"/>
                </a:lnTo>
                <a:lnTo>
                  <a:pt x="505" y="766"/>
                </a:lnTo>
                <a:lnTo>
                  <a:pt x="506" y="765"/>
                </a:lnTo>
                <a:lnTo>
                  <a:pt x="506" y="764"/>
                </a:lnTo>
                <a:lnTo>
                  <a:pt x="508" y="763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59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6" y="756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5" y="751"/>
                </a:lnTo>
                <a:lnTo>
                  <a:pt x="536" y="751"/>
                </a:lnTo>
                <a:lnTo>
                  <a:pt x="537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1"/>
                </a:lnTo>
                <a:lnTo>
                  <a:pt x="549" y="750"/>
                </a:lnTo>
                <a:lnTo>
                  <a:pt x="550" y="750"/>
                </a:lnTo>
                <a:lnTo>
                  <a:pt x="551" y="750"/>
                </a:lnTo>
                <a:lnTo>
                  <a:pt x="551" y="748"/>
                </a:lnTo>
                <a:lnTo>
                  <a:pt x="552" y="747"/>
                </a:lnTo>
                <a:lnTo>
                  <a:pt x="553" y="747"/>
                </a:lnTo>
                <a:lnTo>
                  <a:pt x="555" y="747"/>
                </a:lnTo>
                <a:lnTo>
                  <a:pt x="557" y="746"/>
                </a:lnTo>
                <a:lnTo>
                  <a:pt x="558" y="746"/>
                </a:lnTo>
                <a:lnTo>
                  <a:pt x="559" y="746"/>
                </a:lnTo>
                <a:lnTo>
                  <a:pt x="560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5" y="745"/>
                </a:lnTo>
                <a:lnTo>
                  <a:pt x="566" y="745"/>
                </a:lnTo>
                <a:lnTo>
                  <a:pt x="567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8" y="730"/>
                </a:lnTo>
                <a:lnTo>
                  <a:pt x="593" y="730"/>
                </a:lnTo>
                <a:lnTo>
                  <a:pt x="594" y="731"/>
                </a:lnTo>
                <a:lnTo>
                  <a:pt x="595" y="731"/>
                </a:lnTo>
                <a:lnTo>
                  <a:pt x="597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2" y="727"/>
                </a:lnTo>
                <a:lnTo>
                  <a:pt x="603" y="727"/>
                </a:lnTo>
                <a:lnTo>
                  <a:pt x="602" y="726"/>
                </a:lnTo>
                <a:lnTo>
                  <a:pt x="601" y="726"/>
                </a:lnTo>
                <a:lnTo>
                  <a:pt x="600" y="725"/>
                </a:lnTo>
                <a:lnTo>
                  <a:pt x="600" y="724"/>
                </a:lnTo>
                <a:lnTo>
                  <a:pt x="599" y="722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0" y="716"/>
                </a:lnTo>
                <a:lnTo>
                  <a:pt x="601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0" y="712"/>
                </a:lnTo>
                <a:lnTo>
                  <a:pt x="611" y="711"/>
                </a:lnTo>
                <a:lnTo>
                  <a:pt x="612" y="709"/>
                </a:lnTo>
                <a:lnTo>
                  <a:pt x="611" y="708"/>
                </a:lnTo>
                <a:lnTo>
                  <a:pt x="611" y="707"/>
                </a:lnTo>
                <a:lnTo>
                  <a:pt x="610" y="706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7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7"/>
                </a:lnTo>
                <a:lnTo>
                  <a:pt x="606" y="695"/>
                </a:lnTo>
                <a:lnTo>
                  <a:pt x="606" y="694"/>
                </a:lnTo>
                <a:lnTo>
                  <a:pt x="604" y="692"/>
                </a:lnTo>
                <a:lnTo>
                  <a:pt x="604" y="691"/>
                </a:lnTo>
                <a:lnTo>
                  <a:pt x="604" y="689"/>
                </a:lnTo>
                <a:lnTo>
                  <a:pt x="604" y="687"/>
                </a:lnTo>
                <a:lnTo>
                  <a:pt x="605" y="686"/>
                </a:lnTo>
                <a:lnTo>
                  <a:pt x="607" y="685"/>
                </a:lnTo>
                <a:lnTo>
                  <a:pt x="610" y="683"/>
                </a:lnTo>
                <a:lnTo>
                  <a:pt x="611" y="683"/>
                </a:lnTo>
                <a:lnTo>
                  <a:pt x="610" y="683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1"/>
                </a:lnTo>
                <a:lnTo>
                  <a:pt x="605" y="681"/>
                </a:lnTo>
                <a:lnTo>
                  <a:pt x="605" y="680"/>
                </a:lnTo>
                <a:lnTo>
                  <a:pt x="604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1" y="670"/>
                </a:lnTo>
                <a:lnTo>
                  <a:pt x="601" y="668"/>
                </a:lnTo>
                <a:lnTo>
                  <a:pt x="601" y="667"/>
                </a:lnTo>
                <a:lnTo>
                  <a:pt x="601" y="666"/>
                </a:lnTo>
                <a:lnTo>
                  <a:pt x="602" y="666"/>
                </a:lnTo>
                <a:lnTo>
                  <a:pt x="604" y="665"/>
                </a:lnTo>
                <a:lnTo>
                  <a:pt x="606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7" y="650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50"/>
                </a:lnTo>
                <a:lnTo>
                  <a:pt x="622" y="650"/>
                </a:lnTo>
                <a:lnTo>
                  <a:pt x="624" y="649"/>
                </a:lnTo>
                <a:lnTo>
                  <a:pt x="624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6" y="644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3" y="639"/>
                </a:lnTo>
                <a:lnTo>
                  <a:pt x="631" y="639"/>
                </a:lnTo>
                <a:lnTo>
                  <a:pt x="630" y="639"/>
                </a:lnTo>
                <a:lnTo>
                  <a:pt x="629" y="638"/>
                </a:lnTo>
                <a:lnTo>
                  <a:pt x="627" y="637"/>
                </a:lnTo>
                <a:lnTo>
                  <a:pt x="626" y="636"/>
                </a:lnTo>
                <a:lnTo>
                  <a:pt x="625" y="636"/>
                </a:lnTo>
                <a:lnTo>
                  <a:pt x="624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3"/>
                </a:lnTo>
                <a:lnTo>
                  <a:pt x="620" y="632"/>
                </a:lnTo>
                <a:lnTo>
                  <a:pt x="620" y="631"/>
                </a:lnTo>
                <a:lnTo>
                  <a:pt x="619" y="631"/>
                </a:lnTo>
                <a:lnTo>
                  <a:pt x="619" y="630"/>
                </a:lnTo>
                <a:lnTo>
                  <a:pt x="620" y="629"/>
                </a:lnTo>
                <a:lnTo>
                  <a:pt x="621" y="628"/>
                </a:lnTo>
                <a:lnTo>
                  <a:pt x="624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30" y="626"/>
                </a:lnTo>
                <a:lnTo>
                  <a:pt x="632" y="624"/>
                </a:lnTo>
                <a:lnTo>
                  <a:pt x="634" y="623"/>
                </a:lnTo>
                <a:lnTo>
                  <a:pt x="635" y="623"/>
                </a:lnTo>
                <a:lnTo>
                  <a:pt x="636" y="622"/>
                </a:lnTo>
                <a:lnTo>
                  <a:pt x="638" y="621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1" y="619"/>
                </a:lnTo>
                <a:lnTo>
                  <a:pt x="642" y="619"/>
                </a:lnTo>
                <a:lnTo>
                  <a:pt x="643" y="618"/>
                </a:lnTo>
                <a:lnTo>
                  <a:pt x="645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19"/>
                </a:lnTo>
                <a:lnTo>
                  <a:pt x="652" y="620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7"/>
                </a:lnTo>
                <a:lnTo>
                  <a:pt x="658" y="616"/>
                </a:lnTo>
                <a:lnTo>
                  <a:pt x="659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7"/>
                </a:lnTo>
                <a:lnTo>
                  <a:pt x="656" y="606"/>
                </a:lnTo>
                <a:lnTo>
                  <a:pt x="655" y="606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3" y="601"/>
                </a:lnTo>
                <a:lnTo>
                  <a:pt x="651" y="601"/>
                </a:lnTo>
                <a:lnTo>
                  <a:pt x="650" y="601"/>
                </a:lnTo>
                <a:lnTo>
                  <a:pt x="649" y="600"/>
                </a:lnTo>
                <a:lnTo>
                  <a:pt x="648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4"/>
                </a:lnTo>
                <a:lnTo>
                  <a:pt x="652" y="593"/>
                </a:lnTo>
                <a:lnTo>
                  <a:pt x="653" y="592"/>
                </a:lnTo>
                <a:lnTo>
                  <a:pt x="653" y="590"/>
                </a:lnTo>
                <a:lnTo>
                  <a:pt x="653" y="588"/>
                </a:lnTo>
                <a:lnTo>
                  <a:pt x="654" y="588"/>
                </a:lnTo>
                <a:lnTo>
                  <a:pt x="654" y="587"/>
                </a:lnTo>
                <a:lnTo>
                  <a:pt x="655" y="587"/>
                </a:lnTo>
                <a:lnTo>
                  <a:pt x="654" y="583"/>
                </a:lnTo>
                <a:lnTo>
                  <a:pt x="648" y="574"/>
                </a:lnTo>
                <a:lnTo>
                  <a:pt x="642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4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7" y="530"/>
                </a:lnTo>
                <a:lnTo>
                  <a:pt x="627" y="529"/>
                </a:lnTo>
                <a:lnTo>
                  <a:pt x="628" y="528"/>
                </a:lnTo>
                <a:lnTo>
                  <a:pt x="628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6" y="521"/>
                </a:lnTo>
                <a:lnTo>
                  <a:pt x="624" y="521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1" y="500"/>
                </a:lnTo>
                <a:lnTo>
                  <a:pt x="621" y="499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70"/>
                </a:lnTo>
                <a:lnTo>
                  <a:pt x="622" y="468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4" y="458"/>
                </a:lnTo>
                <a:lnTo>
                  <a:pt x="613" y="458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5"/>
                </a:lnTo>
                <a:lnTo>
                  <a:pt x="581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2" y="440"/>
                </a:lnTo>
                <a:lnTo>
                  <a:pt x="581" y="440"/>
                </a:lnTo>
                <a:lnTo>
                  <a:pt x="579" y="439"/>
                </a:lnTo>
                <a:lnTo>
                  <a:pt x="578" y="439"/>
                </a:lnTo>
                <a:lnTo>
                  <a:pt x="576" y="439"/>
                </a:lnTo>
                <a:lnTo>
                  <a:pt x="576" y="438"/>
                </a:lnTo>
                <a:lnTo>
                  <a:pt x="575" y="438"/>
                </a:lnTo>
                <a:lnTo>
                  <a:pt x="576" y="437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4" y="432"/>
                </a:lnTo>
                <a:lnTo>
                  <a:pt x="585" y="431"/>
                </a:lnTo>
                <a:lnTo>
                  <a:pt x="586" y="430"/>
                </a:lnTo>
                <a:lnTo>
                  <a:pt x="587" y="429"/>
                </a:lnTo>
                <a:lnTo>
                  <a:pt x="588" y="429"/>
                </a:lnTo>
                <a:lnTo>
                  <a:pt x="590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7" y="424"/>
                </a:lnTo>
                <a:lnTo>
                  <a:pt x="598" y="424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0" y="423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4"/>
                </a:lnTo>
                <a:lnTo>
                  <a:pt x="619" y="424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8"/>
                </a:lnTo>
                <a:lnTo>
                  <a:pt x="627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8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1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5" y="415"/>
                </a:lnTo>
                <a:lnTo>
                  <a:pt x="667" y="415"/>
                </a:lnTo>
                <a:lnTo>
                  <a:pt x="669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2"/>
                </a:lnTo>
                <a:lnTo>
                  <a:pt x="676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7" y="405"/>
                </a:lnTo>
                <a:lnTo>
                  <a:pt x="688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6"/>
                </a:lnTo>
                <a:lnTo>
                  <a:pt x="691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2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1"/>
                </a:lnTo>
                <a:lnTo>
                  <a:pt x="721" y="400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1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4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4" y="404"/>
                </a:lnTo>
                <a:lnTo>
                  <a:pt x="766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3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0" y="410"/>
                </a:lnTo>
                <a:lnTo>
                  <a:pt x="816" y="408"/>
                </a:lnTo>
                <a:lnTo>
                  <a:pt x="819" y="405"/>
                </a:lnTo>
                <a:lnTo>
                  <a:pt x="821" y="393"/>
                </a:lnTo>
                <a:lnTo>
                  <a:pt x="817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50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5"/>
                </a:lnTo>
                <a:lnTo>
                  <a:pt x="837" y="257"/>
                </a:lnTo>
                <a:lnTo>
                  <a:pt x="841" y="247"/>
                </a:lnTo>
                <a:lnTo>
                  <a:pt x="846" y="244"/>
                </a:lnTo>
                <a:lnTo>
                  <a:pt x="845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1" y="223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8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2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2" y="201"/>
                </a:lnTo>
                <a:lnTo>
                  <a:pt x="873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0" y="206"/>
                </a:lnTo>
                <a:lnTo>
                  <a:pt x="882" y="206"/>
                </a:lnTo>
                <a:lnTo>
                  <a:pt x="884" y="205"/>
                </a:lnTo>
                <a:lnTo>
                  <a:pt x="885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3" y="209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10" y="217"/>
                </a:lnTo>
                <a:lnTo>
                  <a:pt x="911" y="218"/>
                </a:lnTo>
                <a:lnTo>
                  <a:pt x="912" y="219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2"/>
                </a:lnTo>
                <a:lnTo>
                  <a:pt x="920" y="222"/>
                </a:lnTo>
                <a:lnTo>
                  <a:pt x="921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2" y="227"/>
                </a:lnTo>
                <a:lnTo>
                  <a:pt x="955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4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7" y="223"/>
                </a:lnTo>
                <a:lnTo>
                  <a:pt x="978" y="224"/>
                </a:lnTo>
                <a:lnTo>
                  <a:pt x="981" y="224"/>
                </a:lnTo>
                <a:lnTo>
                  <a:pt x="982" y="224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5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6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6" y="224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8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2" y="217"/>
                </a:lnTo>
                <a:lnTo>
                  <a:pt x="1064" y="217"/>
                </a:lnTo>
                <a:lnTo>
                  <a:pt x="1064" y="218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9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6" y="202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4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9"/>
                </a:lnTo>
                <a:lnTo>
                  <a:pt x="1089" y="139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2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9"/>
                </a:lnTo>
                <a:lnTo>
                  <a:pt x="1110" y="78"/>
                </a:lnTo>
                <a:lnTo>
                  <a:pt x="1111" y="78"/>
                </a:lnTo>
                <a:lnTo>
                  <a:pt x="1112" y="78"/>
                </a:lnTo>
                <a:lnTo>
                  <a:pt x="1112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50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199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2" y="6"/>
                </a:lnTo>
                <a:lnTo>
                  <a:pt x="1213" y="5"/>
                </a:lnTo>
                <a:lnTo>
                  <a:pt x="1214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5"/>
                </a:lnTo>
                <a:lnTo>
                  <a:pt x="1220" y="5"/>
                </a:lnTo>
                <a:lnTo>
                  <a:pt x="1221" y="5"/>
                </a:lnTo>
                <a:lnTo>
                  <a:pt x="1221" y="6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5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7"/>
                </a:lnTo>
                <a:lnTo>
                  <a:pt x="1245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2" y="10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6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4"/>
                </a:lnTo>
                <a:lnTo>
                  <a:pt x="1274" y="4"/>
                </a:lnTo>
                <a:lnTo>
                  <a:pt x="1275" y="3"/>
                </a:lnTo>
                <a:lnTo>
                  <a:pt x="1276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5" y="9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3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3" y="25"/>
                </a:lnTo>
                <a:lnTo>
                  <a:pt x="1292" y="24"/>
                </a:lnTo>
                <a:lnTo>
                  <a:pt x="1291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7"/>
                </a:lnTo>
                <a:lnTo>
                  <a:pt x="1286" y="26"/>
                </a:lnTo>
                <a:lnTo>
                  <a:pt x="1285" y="27"/>
                </a:lnTo>
                <a:lnTo>
                  <a:pt x="1285" y="28"/>
                </a:lnTo>
                <a:lnTo>
                  <a:pt x="1285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7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89" y="38"/>
                </a:lnTo>
                <a:lnTo>
                  <a:pt x="1290" y="39"/>
                </a:lnTo>
                <a:lnTo>
                  <a:pt x="1291" y="39"/>
                </a:lnTo>
                <a:lnTo>
                  <a:pt x="1292" y="40"/>
                </a:lnTo>
                <a:lnTo>
                  <a:pt x="1293" y="39"/>
                </a:lnTo>
                <a:lnTo>
                  <a:pt x="1295" y="39"/>
                </a:lnTo>
                <a:lnTo>
                  <a:pt x="1296" y="40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3"/>
                </a:lnTo>
                <a:lnTo>
                  <a:pt x="1307" y="44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7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50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4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09" y="65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7" y="66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20" y="67"/>
                </a:lnTo>
                <a:lnTo>
                  <a:pt x="1321" y="68"/>
                </a:lnTo>
                <a:lnTo>
                  <a:pt x="1323" y="70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3"/>
                </a:lnTo>
                <a:lnTo>
                  <a:pt x="1355" y="84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9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4"/>
                </a:lnTo>
                <a:lnTo>
                  <a:pt x="1368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7"/>
                </a:lnTo>
                <a:lnTo>
                  <a:pt x="1377" y="107"/>
                </a:lnTo>
                <a:lnTo>
                  <a:pt x="1378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5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3" y="123"/>
                </a:lnTo>
                <a:lnTo>
                  <a:pt x="1404" y="123"/>
                </a:lnTo>
                <a:lnTo>
                  <a:pt x="1406" y="123"/>
                </a:lnTo>
                <a:lnTo>
                  <a:pt x="1408" y="123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5" y="137"/>
                </a:lnTo>
                <a:lnTo>
                  <a:pt x="1466" y="138"/>
                </a:lnTo>
                <a:lnTo>
                  <a:pt x="1466" y="139"/>
                </a:lnTo>
                <a:lnTo>
                  <a:pt x="1468" y="139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40"/>
                </a:lnTo>
                <a:lnTo>
                  <a:pt x="1494" y="141"/>
                </a:lnTo>
                <a:lnTo>
                  <a:pt x="1494" y="143"/>
                </a:lnTo>
                <a:lnTo>
                  <a:pt x="1494" y="144"/>
                </a:lnTo>
                <a:lnTo>
                  <a:pt x="1495" y="145"/>
                </a:lnTo>
                <a:lnTo>
                  <a:pt x="1497" y="147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0" y="152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4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3"/>
                </a:lnTo>
                <a:lnTo>
                  <a:pt x="1533" y="183"/>
                </a:lnTo>
                <a:lnTo>
                  <a:pt x="1534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5" y="196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8"/>
                </a:lnTo>
                <a:lnTo>
                  <a:pt x="1544" y="208"/>
                </a:lnTo>
                <a:lnTo>
                  <a:pt x="1544" y="210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7" y="214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59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69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6"/>
                </a:lnTo>
                <a:lnTo>
                  <a:pt x="1574" y="236"/>
                </a:lnTo>
                <a:lnTo>
                  <a:pt x="1573" y="239"/>
                </a:lnTo>
                <a:lnTo>
                  <a:pt x="1573" y="240"/>
                </a:lnTo>
                <a:lnTo>
                  <a:pt x="1572" y="241"/>
                </a:lnTo>
                <a:lnTo>
                  <a:pt x="1572" y="242"/>
                </a:lnTo>
                <a:lnTo>
                  <a:pt x="1575" y="244"/>
                </a:lnTo>
                <a:lnTo>
                  <a:pt x="1576" y="245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7"/>
                </a:lnTo>
                <a:lnTo>
                  <a:pt x="1583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79" y="279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6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3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3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1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6" y="400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5"/>
                </a:lnTo>
                <a:lnTo>
                  <a:pt x="1602" y="415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7"/>
                </a:lnTo>
                <a:lnTo>
                  <a:pt x="1612" y="415"/>
                </a:lnTo>
                <a:lnTo>
                  <a:pt x="1616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6"/>
                </a:lnTo>
                <a:lnTo>
                  <a:pt x="1622" y="418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20"/>
                </a:lnTo>
                <a:lnTo>
                  <a:pt x="1676" y="420"/>
                </a:lnTo>
                <a:lnTo>
                  <a:pt x="1681" y="422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5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9" y="424"/>
                </a:lnTo>
                <a:lnTo>
                  <a:pt x="1751" y="425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5" y="427"/>
                </a:lnTo>
                <a:lnTo>
                  <a:pt x="1766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79" y="429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5" y="432"/>
                </a:lnTo>
                <a:lnTo>
                  <a:pt x="1796" y="433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7"/>
                </a:lnTo>
                <a:lnTo>
                  <a:pt x="1818" y="438"/>
                </a:lnTo>
                <a:lnTo>
                  <a:pt x="1820" y="439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3"/>
                </a:lnTo>
                <a:lnTo>
                  <a:pt x="1826" y="444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9"/>
                </a:lnTo>
                <a:lnTo>
                  <a:pt x="1877" y="471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9"/>
                </a:lnTo>
                <a:lnTo>
                  <a:pt x="1928" y="499"/>
                </a:lnTo>
                <a:lnTo>
                  <a:pt x="1929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3" y="502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2"/>
                </a:lnTo>
                <a:lnTo>
                  <a:pt x="1976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2"/>
                </a:lnTo>
                <a:lnTo>
                  <a:pt x="1967" y="528"/>
                </a:lnTo>
                <a:lnTo>
                  <a:pt x="1972" y="528"/>
                </a:lnTo>
                <a:lnTo>
                  <a:pt x="1976" y="530"/>
                </a:lnTo>
                <a:lnTo>
                  <a:pt x="1981" y="530"/>
                </a:lnTo>
                <a:lnTo>
                  <a:pt x="1985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2" y="542"/>
                </a:lnTo>
                <a:lnTo>
                  <a:pt x="1994" y="546"/>
                </a:lnTo>
                <a:lnTo>
                  <a:pt x="1996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2" y="566"/>
                </a:lnTo>
                <a:lnTo>
                  <a:pt x="2004" y="570"/>
                </a:lnTo>
                <a:lnTo>
                  <a:pt x="2004" y="572"/>
                </a:lnTo>
                <a:lnTo>
                  <a:pt x="2011" y="584"/>
                </a:lnTo>
                <a:lnTo>
                  <a:pt x="2015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2" y="611"/>
                </a:lnTo>
                <a:lnTo>
                  <a:pt x="2028" y="615"/>
                </a:lnTo>
                <a:lnTo>
                  <a:pt x="2028" y="616"/>
                </a:lnTo>
                <a:lnTo>
                  <a:pt x="2038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40316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5493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552200" y="447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54932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3"/>
                </a:move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354200" y="4423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35348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5"/>
                </a:move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28868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279680" y="4361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fill="none" w="12" h="11">
                <a:moveTo>
                  <a:pt x="6" y="11"/>
                </a:move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337640" y="429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5"/>
                </a:move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24512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268520" y="4235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252320" y="4231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38480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357440" y="4231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2"/>
                </a:move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37652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5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4427640" y="421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4414320" y="421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4437720" y="42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4415400" y="4213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442980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4440240" y="421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440240" y="4209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451760" y="420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449240" y="4197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479120" y="419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534920" y="4175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624560" y="418068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60692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55004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591440" y="411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591800" y="410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609800" y="4104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61124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60224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615200" y="410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2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4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63536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63212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65948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65804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4660200" y="401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466236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4676760" y="399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685040" y="3986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467460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469512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467424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46753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4687920" y="394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4695480" y="3939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4694760" y="393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4"/>
                </a:move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468756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4689720" y="3929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469224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4691160" y="392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4702320" y="392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fill="none" w="19" h="13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4620600" y="372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4617000" y="365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4598640" y="3639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464364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2"/>
                </a:move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476388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4642920" y="354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4762440" y="3562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476316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4762080" y="3560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476460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4763880" y="3556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4766760" y="355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476712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4767480" y="3553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476892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477072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477108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477144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477288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477468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477612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4965840" y="346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496476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495540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495504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4954680" y="3456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3114720" y="3060000"/>
            <a:ext cx="1998000" cy="1228320"/>
          </a:xfrm>
          <a:custGeom>
            <a:avLst/>
            <a:gdLst/>
            <a:ahLst/>
            <a:rect l="0" t="0" r="r" b="b"/>
            <a:pathLst>
              <a:path fill="none" w="5550" h="3412">
                <a:moveTo>
                  <a:pt x="4515" y="2"/>
                </a:moveTo>
                <a:lnTo>
                  <a:pt x="4516" y="2"/>
                </a:lnTo>
                <a:lnTo>
                  <a:pt x="4517" y="2"/>
                </a:lnTo>
                <a:lnTo>
                  <a:pt x="4517" y="3"/>
                </a:lnTo>
                <a:lnTo>
                  <a:pt x="4518" y="3"/>
                </a:lnTo>
                <a:lnTo>
                  <a:pt x="4519" y="3"/>
                </a:lnTo>
                <a:lnTo>
                  <a:pt x="4520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3" y="8"/>
                </a:lnTo>
                <a:lnTo>
                  <a:pt x="4524" y="8"/>
                </a:lnTo>
                <a:lnTo>
                  <a:pt x="4525" y="8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29" y="8"/>
                </a:lnTo>
                <a:lnTo>
                  <a:pt x="4530" y="8"/>
                </a:lnTo>
                <a:lnTo>
                  <a:pt x="4531" y="8"/>
                </a:lnTo>
                <a:lnTo>
                  <a:pt x="4532" y="8"/>
                </a:lnTo>
                <a:lnTo>
                  <a:pt x="4534" y="8"/>
                </a:lnTo>
                <a:lnTo>
                  <a:pt x="4535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10"/>
                </a:lnTo>
                <a:lnTo>
                  <a:pt x="4542" y="11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1" y="17"/>
                </a:lnTo>
                <a:lnTo>
                  <a:pt x="4552" y="17"/>
                </a:lnTo>
                <a:lnTo>
                  <a:pt x="4552" y="18"/>
                </a:lnTo>
                <a:lnTo>
                  <a:pt x="4553" y="18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2" y="20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6" y="23"/>
                </a:lnTo>
                <a:lnTo>
                  <a:pt x="4577" y="23"/>
                </a:lnTo>
                <a:lnTo>
                  <a:pt x="4578" y="24"/>
                </a:lnTo>
                <a:lnTo>
                  <a:pt x="4579" y="26"/>
                </a:lnTo>
                <a:lnTo>
                  <a:pt x="4580" y="27"/>
                </a:lnTo>
                <a:lnTo>
                  <a:pt x="4581" y="28"/>
                </a:lnTo>
                <a:lnTo>
                  <a:pt x="4581" y="29"/>
                </a:lnTo>
                <a:lnTo>
                  <a:pt x="4581" y="30"/>
                </a:lnTo>
                <a:lnTo>
                  <a:pt x="4582" y="30"/>
                </a:lnTo>
                <a:lnTo>
                  <a:pt x="4582" y="32"/>
                </a:lnTo>
                <a:lnTo>
                  <a:pt x="4583" y="32"/>
                </a:lnTo>
                <a:lnTo>
                  <a:pt x="4583" y="33"/>
                </a:lnTo>
                <a:lnTo>
                  <a:pt x="4584" y="33"/>
                </a:lnTo>
                <a:lnTo>
                  <a:pt x="4585" y="33"/>
                </a:lnTo>
                <a:lnTo>
                  <a:pt x="4586" y="33"/>
                </a:lnTo>
                <a:lnTo>
                  <a:pt x="4587" y="34"/>
                </a:lnTo>
                <a:lnTo>
                  <a:pt x="4588" y="35"/>
                </a:lnTo>
                <a:lnTo>
                  <a:pt x="4588" y="36"/>
                </a:lnTo>
                <a:lnTo>
                  <a:pt x="4589" y="36"/>
                </a:lnTo>
                <a:lnTo>
                  <a:pt x="4589" y="37"/>
                </a:lnTo>
                <a:lnTo>
                  <a:pt x="4590" y="37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8"/>
                </a:lnTo>
                <a:lnTo>
                  <a:pt x="4595" y="38"/>
                </a:lnTo>
                <a:lnTo>
                  <a:pt x="4596" y="38"/>
                </a:lnTo>
                <a:lnTo>
                  <a:pt x="4599" y="38"/>
                </a:lnTo>
                <a:lnTo>
                  <a:pt x="4602" y="38"/>
                </a:lnTo>
                <a:lnTo>
                  <a:pt x="4603" y="38"/>
                </a:lnTo>
                <a:lnTo>
                  <a:pt x="4604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9"/>
                </a:lnTo>
                <a:lnTo>
                  <a:pt x="4613" y="39"/>
                </a:lnTo>
                <a:lnTo>
                  <a:pt x="4614" y="39"/>
                </a:lnTo>
                <a:lnTo>
                  <a:pt x="4615" y="40"/>
                </a:lnTo>
                <a:lnTo>
                  <a:pt x="4615" y="41"/>
                </a:lnTo>
                <a:lnTo>
                  <a:pt x="4614" y="41"/>
                </a:lnTo>
                <a:lnTo>
                  <a:pt x="4614" y="42"/>
                </a:lnTo>
                <a:lnTo>
                  <a:pt x="4614" y="43"/>
                </a:lnTo>
                <a:lnTo>
                  <a:pt x="4615" y="44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20" y="45"/>
                </a:lnTo>
                <a:lnTo>
                  <a:pt x="4621" y="44"/>
                </a:lnTo>
                <a:lnTo>
                  <a:pt x="4622" y="44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5"/>
                </a:lnTo>
                <a:lnTo>
                  <a:pt x="4626" y="46"/>
                </a:lnTo>
                <a:lnTo>
                  <a:pt x="4626" y="47"/>
                </a:lnTo>
                <a:lnTo>
                  <a:pt x="4627" y="48"/>
                </a:lnTo>
                <a:lnTo>
                  <a:pt x="4627" y="49"/>
                </a:lnTo>
                <a:lnTo>
                  <a:pt x="4628" y="49"/>
                </a:lnTo>
                <a:lnTo>
                  <a:pt x="4630" y="49"/>
                </a:lnTo>
                <a:lnTo>
                  <a:pt x="4631" y="49"/>
                </a:lnTo>
                <a:lnTo>
                  <a:pt x="4631" y="48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0" y="44"/>
                </a:lnTo>
                <a:lnTo>
                  <a:pt x="4629" y="44"/>
                </a:lnTo>
                <a:lnTo>
                  <a:pt x="4629" y="43"/>
                </a:lnTo>
                <a:lnTo>
                  <a:pt x="4629" y="42"/>
                </a:lnTo>
                <a:lnTo>
                  <a:pt x="4630" y="42"/>
                </a:lnTo>
                <a:lnTo>
                  <a:pt x="4631" y="42"/>
                </a:lnTo>
                <a:lnTo>
                  <a:pt x="4634" y="40"/>
                </a:lnTo>
                <a:lnTo>
                  <a:pt x="4635" y="40"/>
                </a:lnTo>
                <a:lnTo>
                  <a:pt x="4636" y="40"/>
                </a:lnTo>
                <a:lnTo>
                  <a:pt x="4637" y="40"/>
                </a:lnTo>
                <a:lnTo>
                  <a:pt x="4637" y="39"/>
                </a:lnTo>
                <a:lnTo>
                  <a:pt x="4638" y="39"/>
                </a:lnTo>
                <a:lnTo>
                  <a:pt x="4639" y="39"/>
                </a:lnTo>
                <a:lnTo>
                  <a:pt x="4640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8"/>
                </a:lnTo>
                <a:lnTo>
                  <a:pt x="4644" y="38"/>
                </a:lnTo>
                <a:lnTo>
                  <a:pt x="4645" y="38"/>
                </a:lnTo>
                <a:lnTo>
                  <a:pt x="4647" y="38"/>
                </a:lnTo>
                <a:lnTo>
                  <a:pt x="4650" y="38"/>
                </a:lnTo>
                <a:lnTo>
                  <a:pt x="4651" y="38"/>
                </a:lnTo>
                <a:lnTo>
                  <a:pt x="4652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5" y="39"/>
                </a:lnTo>
                <a:lnTo>
                  <a:pt x="4656" y="39"/>
                </a:lnTo>
                <a:lnTo>
                  <a:pt x="4657" y="39"/>
                </a:lnTo>
                <a:lnTo>
                  <a:pt x="4659" y="39"/>
                </a:lnTo>
                <a:lnTo>
                  <a:pt x="4659" y="40"/>
                </a:lnTo>
                <a:lnTo>
                  <a:pt x="4660" y="40"/>
                </a:lnTo>
                <a:lnTo>
                  <a:pt x="4662" y="40"/>
                </a:lnTo>
                <a:lnTo>
                  <a:pt x="4665" y="42"/>
                </a:lnTo>
                <a:lnTo>
                  <a:pt x="4665" y="43"/>
                </a:lnTo>
                <a:lnTo>
                  <a:pt x="4666" y="43"/>
                </a:lnTo>
                <a:lnTo>
                  <a:pt x="4667" y="44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0" y="45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6"/>
                </a:lnTo>
                <a:lnTo>
                  <a:pt x="4675" y="46"/>
                </a:lnTo>
                <a:lnTo>
                  <a:pt x="4679" y="47"/>
                </a:lnTo>
                <a:lnTo>
                  <a:pt x="4679" y="48"/>
                </a:lnTo>
                <a:lnTo>
                  <a:pt x="4680" y="48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9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5" y="53"/>
                </a:lnTo>
                <a:lnTo>
                  <a:pt x="4686" y="54"/>
                </a:lnTo>
                <a:lnTo>
                  <a:pt x="4687" y="54"/>
                </a:lnTo>
                <a:lnTo>
                  <a:pt x="4688" y="54"/>
                </a:lnTo>
                <a:lnTo>
                  <a:pt x="4689" y="53"/>
                </a:lnTo>
                <a:lnTo>
                  <a:pt x="4690" y="53"/>
                </a:lnTo>
                <a:lnTo>
                  <a:pt x="4691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0"/>
                </a:lnTo>
                <a:lnTo>
                  <a:pt x="4695" y="51"/>
                </a:lnTo>
                <a:lnTo>
                  <a:pt x="4696" y="51"/>
                </a:lnTo>
                <a:lnTo>
                  <a:pt x="4696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7" y="54"/>
                </a:lnTo>
                <a:lnTo>
                  <a:pt x="4697" y="55"/>
                </a:lnTo>
                <a:lnTo>
                  <a:pt x="4698" y="55"/>
                </a:lnTo>
                <a:lnTo>
                  <a:pt x="4698" y="56"/>
                </a:lnTo>
                <a:lnTo>
                  <a:pt x="4699" y="56"/>
                </a:lnTo>
                <a:lnTo>
                  <a:pt x="4700" y="57"/>
                </a:lnTo>
                <a:lnTo>
                  <a:pt x="4701" y="58"/>
                </a:lnTo>
                <a:lnTo>
                  <a:pt x="4702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6" y="60"/>
                </a:lnTo>
                <a:lnTo>
                  <a:pt x="4707" y="60"/>
                </a:lnTo>
                <a:lnTo>
                  <a:pt x="4707" y="61"/>
                </a:lnTo>
                <a:lnTo>
                  <a:pt x="4706" y="61"/>
                </a:lnTo>
                <a:lnTo>
                  <a:pt x="4706" y="62"/>
                </a:lnTo>
                <a:lnTo>
                  <a:pt x="4705" y="62"/>
                </a:lnTo>
                <a:lnTo>
                  <a:pt x="4705" y="63"/>
                </a:lnTo>
                <a:lnTo>
                  <a:pt x="4706" y="63"/>
                </a:lnTo>
                <a:lnTo>
                  <a:pt x="4706" y="64"/>
                </a:lnTo>
                <a:lnTo>
                  <a:pt x="4706" y="65"/>
                </a:lnTo>
                <a:lnTo>
                  <a:pt x="4705" y="65"/>
                </a:lnTo>
                <a:lnTo>
                  <a:pt x="4705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6"/>
                </a:lnTo>
                <a:lnTo>
                  <a:pt x="4701" y="66"/>
                </a:lnTo>
                <a:lnTo>
                  <a:pt x="4700" y="67"/>
                </a:lnTo>
                <a:lnTo>
                  <a:pt x="4699" y="68"/>
                </a:lnTo>
                <a:lnTo>
                  <a:pt x="4699" y="69"/>
                </a:lnTo>
                <a:lnTo>
                  <a:pt x="4699" y="70"/>
                </a:lnTo>
                <a:lnTo>
                  <a:pt x="4700" y="71"/>
                </a:lnTo>
                <a:lnTo>
                  <a:pt x="4699" y="71"/>
                </a:lnTo>
                <a:lnTo>
                  <a:pt x="4699" y="72"/>
                </a:lnTo>
                <a:lnTo>
                  <a:pt x="4700" y="73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7" y="71"/>
                </a:lnTo>
                <a:lnTo>
                  <a:pt x="4708" y="71"/>
                </a:lnTo>
                <a:lnTo>
                  <a:pt x="4708" y="70"/>
                </a:lnTo>
                <a:lnTo>
                  <a:pt x="4709" y="70"/>
                </a:lnTo>
                <a:lnTo>
                  <a:pt x="4709" y="69"/>
                </a:lnTo>
                <a:lnTo>
                  <a:pt x="4710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69"/>
                </a:lnTo>
                <a:lnTo>
                  <a:pt x="4715" y="69"/>
                </a:lnTo>
                <a:lnTo>
                  <a:pt x="4715" y="70"/>
                </a:lnTo>
                <a:lnTo>
                  <a:pt x="4716" y="70"/>
                </a:lnTo>
                <a:lnTo>
                  <a:pt x="4717" y="70"/>
                </a:lnTo>
                <a:lnTo>
                  <a:pt x="4717" y="71"/>
                </a:lnTo>
                <a:lnTo>
                  <a:pt x="4716" y="71"/>
                </a:lnTo>
                <a:lnTo>
                  <a:pt x="4716" y="72"/>
                </a:lnTo>
                <a:lnTo>
                  <a:pt x="4716" y="73"/>
                </a:lnTo>
                <a:lnTo>
                  <a:pt x="4717" y="73"/>
                </a:lnTo>
                <a:lnTo>
                  <a:pt x="4717" y="74"/>
                </a:lnTo>
                <a:lnTo>
                  <a:pt x="4718" y="74"/>
                </a:lnTo>
                <a:lnTo>
                  <a:pt x="4718" y="75"/>
                </a:lnTo>
                <a:lnTo>
                  <a:pt x="4719" y="75"/>
                </a:lnTo>
                <a:lnTo>
                  <a:pt x="4720" y="75"/>
                </a:lnTo>
                <a:lnTo>
                  <a:pt x="4720" y="76"/>
                </a:lnTo>
                <a:lnTo>
                  <a:pt x="4721" y="76"/>
                </a:lnTo>
                <a:lnTo>
                  <a:pt x="4721" y="77"/>
                </a:lnTo>
                <a:lnTo>
                  <a:pt x="4722" y="77"/>
                </a:lnTo>
                <a:lnTo>
                  <a:pt x="4723" y="78"/>
                </a:lnTo>
                <a:lnTo>
                  <a:pt x="4723" y="79"/>
                </a:lnTo>
                <a:lnTo>
                  <a:pt x="4723" y="80"/>
                </a:lnTo>
                <a:lnTo>
                  <a:pt x="4724" y="80"/>
                </a:lnTo>
                <a:lnTo>
                  <a:pt x="4724" y="81"/>
                </a:lnTo>
                <a:lnTo>
                  <a:pt x="4725" y="81"/>
                </a:lnTo>
                <a:lnTo>
                  <a:pt x="4725" y="82"/>
                </a:lnTo>
                <a:lnTo>
                  <a:pt x="4726" y="82"/>
                </a:lnTo>
                <a:lnTo>
                  <a:pt x="4726" y="83"/>
                </a:lnTo>
                <a:lnTo>
                  <a:pt x="4727" y="83"/>
                </a:lnTo>
                <a:lnTo>
                  <a:pt x="4727" y="84"/>
                </a:lnTo>
                <a:lnTo>
                  <a:pt x="4728" y="84"/>
                </a:lnTo>
                <a:lnTo>
                  <a:pt x="4729" y="84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0"/>
                </a:lnTo>
                <a:lnTo>
                  <a:pt x="4732" y="80"/>
                </a:lnTo>
                <a:lnTo>
                  <a:pt x="4734" y="80"/>
                </a:lnTo>
                <a:lnTo>
                  <a:pt x="4738" y="82"/>
                </a:lnTo>
                <a:lnTo>
                  <a:pt x="4739" y="82"/>
                </a:lnTo>
                <a:lnTo>
                  <a:pt x="4740" y="82"/>
                </a:lnTo>
                <a:lnTo>
                  <a:pt x="4740" y="83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4"/>
                </a:lnTo>
                <a:lnTo>
                  <a:pt x="4735" y="85"/>
                </a:lnTo>
                <a:lnTo>
                  <a:pt x="4734" y="85"/>
                </a:lnTo>
                <a:lnTo>
                  <a:pt x="4734" y="86"/>
                </a:lnTo>
                <a:lnTo>
                  <a:pt x="4734" y="88"/>
                </a:lnTo>
                <a:lnTo>
                  <a:pt x="4735" y="88"/>
                </a:lnTo>
                <a:lnTo>
                  <a:pt x="4736" y="89"/>
                </a:lnTo>
                <a:lnTo>
                  <a:pt x="4736" y="90"/>
                </a:lnTo>
                <a:lnTo>
                  <a:pt x="4736" y="91"/>
                </a:lnTo>
                <a:lnTo>
                  <a:pt x="4736" y="92"/>
                </a:lnTo>
                <a:lnTo>
                  <a:pt x="4735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3"/>
                </a:lnTo>
                <a:lnTo>
                  <a:pt x="4727" y="94"/>
                </a:lnTo>
                <a:lnTo>
                  <a:pt x="4727" y="95"/>
                </a:lnTo>
                <a:lnTo>
                  <a:pt x="4727" y="97"/>
                </a:lnTo>
                <a:lnTo>
                  <a:pt x="4727" y="98"/>
                </a:lnTo>
                <a:lnTo>
                  <a:pt x="4728" y="99"/>
                </a:lnTo>
                <a:lnTo>
                  <a:pt x="4729" y="99"/>
                </a:lnTo>
                <a:lnTo>
                  <a:pt x="4729" y="100"/>
                </a:lnTo>
                <a:lnTo>
                  <a:pt x="4730" y="100"/>
                </a:lnTo>
                <a:lnTo>
                  <a:pt x="4730" y="101"/>
                </a:lnTo>
                <a:lnTo>
                  <a:pt x="4731" y="102"/>
                </a:lnTo>
                <a:lnTo>
                  <a:pt x="4732" y="102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1"/>
                </a:lnTo>
                <a:lnTo>
                  <a:pt x="4735" y="100"/>
                </a:lnTo>
                <a:lnTo>
                  <a:pt x="4736" y="99"/>
                </a:lnTo>
                <a:lnTo>
                  <a:pt x="4738" y="100"/>
                </a:lnTo>
                <a:lnTo>
                  <a:pt x="4739" y="101"/>
                </a:lnTo>
                <a:lnTo>
                  <a:pt x="4740" y="101"/>
                </a:lnTo>
                <a:lnTo>
                  <a:pt x="4740" y="102"/>
                </a:lnTo>
                <a:lnTo>
                  <a:pt x="4741" y="102"/>
                </a:lnTo>
                <a:lnTo>
                  <a:pt x="4742" y="102"/>
                </a:lnTo>
                <a:lnTo>
                  <a:pt x="4745" y="104"/>
                </a:lnTo>
                <a:lnTo>
                  <a:pt x="4746" y="104"/>
                </a:lnTo>
                <a:lnTo>
                  <a:pt x="4747" y="105"/>
                </a:lnTo>
                <a:lnTo>
                  <a:pt x="4748" y="106"/>
                </a:lnTo>
                <a:lnTo>
                  <a:pt x="4748" y="107"/>
                </a:lnTo>
                <a:lnTo>
                  <a:pt x="4749" y="107"/>
                </a:lnTo>
                <a:lnTo>
                  <a:pt x="4749" y="108"/>
                </a:lnTo>
                <a:lnTo>
                  <a:pt x="4748" y="109"/>
                </a:lnTo>
                <a:lnTo>
                  <a:pt x="4748" y="110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7" y="113"/>
                </a:lnTo>
                <a:lnTo>
                  <a:pt x="4748" y="113"/>
                </a:lnTo>
                <a:lnTo>
                  <a:pt x="4748" y="114"/>
                </a:lnTo>
                <a:lnTo>
                  <a:pt x="4749" y="114"/>
                </a:lnTo>
                <a:lnTo>
                  <a:pt x="4749" y="113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3" y="113"/>
                </a:lnTo>
                <a:lnTo>
                  <a:pt x="4754" y="113"/>
                </a:lnTo>
                <a:lnTo>
                  <a:pt x="4755" y="114"/>
                </a:lnTo>
                <a:lnTo>
                  <a:pt x="4756" y="115"/>
                </a:lnTo>
                <a:lnTo>
                  <a:pt x="4757" y="116"/>
                </a:lnTo>
                <a:lnTo>
                  <a:pt x="4757" y="117"/>
                </a:lnTo>
                <a:lnTo>
                  <a:pt x="4758" y="117"/>
                </a:lnTo>
                <a:lnTo>
                  <a:pt x="4760" y="118"/>
                </a:lnTo>
                <a:lnTo>
                  <a:pt x="4760" y="119"/>
                </a:lnTo>
                <a:lnTo>
                  <a:pt x="4761" y="121"/>
                </a:lnTo>
                <a:lnTo>
                  <a:pt x="4762" y="122"/>
                </a:lnTo>
                <a:lnTo>
                  <a:pt x="4762" y="123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59" y="126"/>
                </a:lnTo>
                <a:lnTo>
                  <a:pt x="4758" y="126"/>
                </a:lnTo>
                <a:lnTo>
                  <a:pt x="4758" y="128"/>
                </a:lnTo>
                <a:lnTo>
                  <a:pt x="4759" y="129"/>
                </a:lnTo>
                <a:lnTo>
                  <a:pt x="4760" y="130"/>
                </a:lnTo>
                <a:lnTo>
                  <a:pt x="4761" y="130"/>
                </a:lnTo>
                <a:lnTo>
                  <a:pt x="4762" y="130"/>
                </a:lnTo>
                <a:lnTo>
                  <a:pt x="4766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8" y="131"/>
                </a:lnTo>
                <a:lnTo>
                  <a:pt x="4769" y="131"/>
                </a:lnTo>
                <a:lnTo>
                  <a:pt x="4769" y="132"/>
                </a:lnTo>
                <a:lnTo>
                  <a:pt x="4769" y="133"/>
                </a:lnTo>
                <a:lnTo>
                  <a:pt x="4768" y="133"/>
                </a:lnTo>
                <a:lnTo>
                  <a:pt x="4767" y="132"/>
                </a:lnTo>
                <a:lnTo>
                  <a:pt x="4766" y="132"/>
                </a:lnTo>
                <a:lnTo>
                  <a:pt x="4766" y="133"/>
                </a:lnTo>
                <a:lnTo>
                  <a:pt x="4765" y="133"/>
                </a:lnTo>
                <a:lnTo>
                  <a:pt x="4764" y="133"/>
                </a:lnTo>
                <a:lnTo>
                  <a:pt x="4764" y="134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7" y="138"/>
                </a:lnTo>
                <a:lnTo>
                  <a:pt x="4757" y="139"/>
                </a:lnTo>
                <a:lnTo>
                  <a:pt x="4757" y="140"/>
                </a:lnTo>
                <a:lnTo>
                  <a:pt x="4758" y="140"/>
                </a:lnTo>
                <a:lnTo>
                  <a:pt x="4758" y="141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2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7" y="143"/>
                </a:lnTo>
                <a:lnTo>
                  <a:pt x="4768" y="143"/>
                </a:lnTo>
                <a:lnTo>
                  <a:pt x="4768" y="144"/>
                </a:lnTo>
                <a:lnTo>
                  <a:pt x="4769" y="144"/>
                </a:lnTo>
                <a:lnTo>
                  <a:pt x="4770" y="144"/>
                </a:lnTo>
                <a:lnTo>
                  <a:pt x="4771" y="145"/>
                </a:lnTo>
                <a:lnTo>
                  <a:pt x="4773" y="145"/>
                </a:lnTo>
                <a:lnTo>
                  <a:pt x="4775" y="145"/>
                </a:lnTo>
                <a:lnTo>
                  <a:pt x="4778" y="147"/>
                </a:lnTo>
                <a:lnTo>
                  <a:pt x="4779" y="147"/>
                </a:lnTo>
                <a:lnTo>
                  <a:pt x="4780" y="147"/>
                </a:lnTo>
                <a:lnTo>
                  <a:pt x="4780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79" y="151"/>
                </a:lnTo>
                <a:lnTo>
                  <a:pt x="4778" y="152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7" y="155"/>
                </a:lnTo>
                <a:lnTo>
                  <a:pt x="4777" y="156"/>
                </a:lnTo>
                <a:lnTo>
                  <a:pt x="4777" y="157"/>
                </a:lnTo>
                <a:lnTo>
                  <a:pt x="4776" y="157"/>
                </a:lnTo>
                <a:lnTo>
                  <a:pt x="4776" y="158"/>
                </a:lnTo>
                <a:lnTo>
                  <a:pt x="4775" y="157"/>
                </a:lnTo>
                <a:lnTo>
                  <a:pt x="4773" y="157"/>
                </a:lnTo>
                <a:lnTo>
                  <a:pt x="4772" y="157"/>
                </a:lnTo>
                <a:lnTo>
                  <a:pt x="4771" y="158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0" y="161"/>
                </a:lnTo>
                <a:lnTo>
                  <a:pt x="4771" y="162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2" y="167"/>
                </a:lnTo>
                <a:lnTo>
                  <a:pt x="4772" y="168"/>
                </a:lnTo>
                <a:lnTo>
                  <a:pt x="4773" y="168"/>
                </a:lnTo>
                <a:lnTo>
                  <a:pt x="4774" y="168"/>
                </a:lnTo>
                <a:lnTo>
                  <a:pt x="4775" y="168"/>
                </a:lnTo>
                <a:lnTo>
                  <a:pt x="4775" y="169"/>
                </a:lnTo>
                <a:lnTo>
                  <a:pt x="4776" y="170"/>
                </a:lnTo>
                <a:lnTo>
                  <a:pt x="4776" y="171"/>
                </a:lnTo>
                <a:lnTo>
                  <a:pt x="4777" y="172"/>
                </a:lnTo>
                <a:lnTo>
                  <a:pt x="4778" y="173"/>
                </a:lnTo>
                <a:lnTo>
                  <a:pt x="4779" y="174"/>
                </a:lnTo>
                <a:lnTo>
                  <a:pt x="4780" y="175"/>
                </a:lnTo>
                <a:lnTo>
                  <a:pt x="4781" y="177"/>
                </a:lnTo>
                <a:lnTo>
                  <a:pt x="4781" y="178"/>
                </a:lnTo>
                <a:lnTo>
                  <a:pt x="4782" y="178"/>
                </a:lnTo>
                <a:lnTo>
                  <a:pt x="4782" y="179"/>
                </a:lnTo>
                <a:lnTo>
                  <a:pt x="4784" y="180"/>
                </a:lnTo>
                <a:lnTo>
                  <a:pt x="4784" y="181"/>
                </a:lnTo>
                <a:lnTo>
                  <a:pt x="4785" y="182"/>
                </a:lnTo>
                <a:lnTo>
                  <a:pt x="4786" y="184"/>
                </a:lnTo>
                <a:lnTo>
                  <a:pt x="4787" y="185"/>
                </a:lnTo>
                <a:lnTo>
                  <a:pt x="4788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89" y="187"/>
                </a:lnTo>
                <a:lnTo>
                  <a:pt x="4790" y="188"/>
                </a:lnTo>
                <a:lnTo>
                  <a:pt x="4790" y="189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5" y="192"/>
                </a:lnTo>
                <a:lnTo>
                  <a:pt x="4795" y="193"/>
                </a:lnTo>
                <a:lnTo>
                  <a:pt x="4795" y="194"/>
                </a:lnTo>
                <a:lnTo>
                  <a:pt x="4795" y="195"/>
                </a:lnTo>
                <a:lnTo>
                  <a:pt x="4796" y="196"/>
                </a:lnTo>
                <a:lnTo>
                  <a:pt x="4796" y="197"/>
                </a:lnTo>
                <a:lnTo>
                  <a:pt x="4796" y="199"/>
                </a:lnTo>
                <a:lnTo>
                  <a:pt x="4795" y="199"/>
                </a:lnTo>
                <a:lnTo>
                  <a:pt x="4795" y="200"/>
                </a:lnTo>
                <a:lnTo>
                  <a:pt x="4794" y="200"/>
                </a:lnTo>
                <a:lnTo>
                  <a:pt x="4793" y="200"/>
                </a:lnTo>
                <a:lnTo>
                  <a:pt x="4792" y="200"/>
                </a:lnTo>
                <a:lnTo>
                  <a:pt x="4791" y="202"/>
                </a:lnTo>
                <a:lnTo>
                  <a:pt x="4791" y="203"/>
                </a:lnTo>
                <a:lnTo>
                  <a:pt x="4792" y="204"/>
                </a:lnTo>
                <a:lnTo>
                  <a:pt x="4793" y="205"/>
                </a:lnTo>
                <a:lnTo>
                  <a:pt x="4794" y="205"/>
                </a:lnTo>
                <a:lnTo>
                  <a:pt x="4795" y="206"/>
                </a:lnTo>
                <a:lnTo>
                  <a:pt x="4796" y="206"/>
                </a:lnTo>
                <a:lnTo>
                  <a:pt x="4797" y="206"/>
                </a:lnTo>
                <a:lnTo>
                  <a:pt x="4798" y="206"/>
                </a:lnTo>
                <a:lnTo>
                  <a:pt x="4800" y="207"/>
                </a:lnTo>
                <a:lnTo>
                  <a:pt x="4801" y="207"/>
                </a:lnTo>
                <a:lnTo>
                  <a:pt x="4803" y="208"/>
                </a:lnTo>
                <a:lnTo>
                  <a:pt x="4805" y="209"/>
                </a:lnTo>
                <a:lnTo>
                  <a:pt x="4806" y="209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5" y="212"/>
                </a:lnTo>
                <a:lnTo>
                  <a:pt x="4804" y="212"/>
                </a:lnTo>
                <a:lnTo>
                  <a:pt x="4803" y="213"/>
                </a:lnTo>
                <a:lnTo>
                  <a:pt x="4803" y="214"/>
                </a:lnTo>
                <a:lnTo>
                  <a:pt x="4802" y="214"/>
                </a:lnTo>
                <a:lnTo>
                  <a:pt x="4802" y="215"/>
                </a:lnTo>
                <a:lnTo>
                  <a:pt x="4802" y="216"/>
                </a:lnTo>
                <a:lnTo>
                  <a:pt x="4801" y="216"/>
                </a:lnTo>
                <a:lnTo>
                  <a:pt x="4801" y="217"/>
                </a:lnTo>
                <a:lnTo>
                  <a:pt x="4800" y="218"/>
                </a:lnTo>
                <a:lnTo>
                  <a:pt x="4800" y="219"/>
                </a:lnTo>
                <a:lnTo>
                  <a:pt x="4801" y="219"/>
                </a:lnTo>
                <a:lnTo>
                  <a:pt x="4801" y="220"/>
                </a:lnTo>
                <a:lnTo>
                  <a:pt x="4802" y="220"/>
                </a:lnTo>
                <a:lnTo>
                  <a:pt x="4803" y="220"/>
                </a:lnTo>
                <a:lnTo>
                  <a:pt x="4803" y="221"/>
                </a:lnTo>
                <a:lnTo>
                  <a:pt x="4804" y="221"/>
                </a:lnTo>
                <a:lnTo>
                  <a:pt x="4805" y="221"/>
                </a:lnTo>
                <a:lnTo>
                  <a:pt x="4807" y="221"/>
                </a:lnTo>
                <a:lnTo>
                  <a:pt x="4809" y="222"/>
                </a:lnTo>
                <a:lnTo>
                  <a:pt x="4811" y="222"/>
                </a:lnTo>
                <a:lnTo>
                  <a:pt x="4812" y="223"/>
                </a:lnTo>
                <a:lnTo>
                  <a:pt x="4813" y="223"/>
                </a:lnTo>
                <a:lnTo>
                  <a:pt x="4813" y="224"/>
                </a:lnTo>
                <a:lnTo>
                  <a:pt x="4813" y="226"/>
                </a:lnTo>
                <a:lnTo>
                  <a:pt x="4813" y="227"/>
                </a:lnTo>
                <a:lnTo>
                  <a:pt x="4813" y="228"/>
                </a:lnTo>
                <a:lnTo>
                  <a:pt x="4812" y="228"/>
                </a:lnTo>
                <a:lnTo>
                  <a:pt x="4811" y="229"/>
                </a:lnTo>
                <a:lnTo>
                  <a:pt x="4810" y="229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4" y="229"/>
                </a:lnTo>
                <a:lnTo>
                  <a:pt x="4804" y="230"/>
                </a:lnTo>
                <a:lnTo>
                  <a:pt x="4803" y="231"/>
                </a:lnTo>
                <a:lnTo>
                  <a:pt x="4803" y="232"/>
                </a:lnTo>
                <a:lnTo>
                  <a:pt x="4803" y="233"/>
                </a:lnTo>
                <a:lnTo>
                  <a:pt x="4804" y="235"/>
                </a:lnTo>
                <a:lnTo>
                  <a:pt x="4804" y="236"/>
                </a:lnTo>
                <a:lnTo>
                  <a:pt x="4805" y="237"/>
                </a:lnTo>
                <a:lnTo>
                  <a:pt x="4806" y="237"/>
                </a:lnTo>
                <a:lnTo>
                  <a:pt x="4807" y="238"/>
                </a:lnTo>
                <a:lnTo>
                  <a:pt x="4808" y="238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7"/>
                </a:lnTo>
                <a:lnTo>
                  <a:pt x="4813" y="236"/>
                </a:lnTo>
                <a:lnTo>
                  <a:pt x="4812" y="235"/>
                </a:lnTo>
                <a:lnTo>
                  <a:pt x="4811" y="234"/>
                </a:lnTo>
                <a:lnTo>
                  <a:pt x="4809" y="233"/>
                </a:lnTo>
                <a:lnTo>
                  <a:pt x="4808" y="232"/>
                </a:lnTo>
                <a:lnTo>
                  <a:pt x="4809" y="231"/>
                </a:lnTo>
                <a:lnTo>
                  <a:pt x="4810" y="231"/>
                </a:lnTo>
                <a:lnTo>
                  <a:pt x="4811" y="230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29"/>
                </a:lnTo>
                <a:lnTo>
                  <a:pt x="4817" y="229"/>
                </a:lnTo>
                <a:lnTo>
                  <a:pt x="4818" y="230"/>
                </a:lnTo>
                <a:lnTo>
                  <a:pt x="4818" y="232"/>
                </a:lnTo>
                <a:lnTo>
                  <a:pt x="4818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5"/>
                </a:lnTo>
                <a:lnTo>
                  <a:pt x="4816" y="236"/>
                </a:lnTo>
                <a:lnTo>
                  <a:pt x="4814" y="237"/>
                </a:lnTo>
                <a:lnTo>
                  <a:pt x="4814" y="238"/>
                </a:lnTo>
                <a:lnTo>
                  <a:pt x="4813" y="238"/>
                </a:lnTo>
                <a:lnTo>
                  <a:pt x="4813" y="240"/>
                </a:lnTo>
                <a:lnTo>
                  <a:pt x="4812" y="240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1" y="245"/>
                </a:lnTo>
                <a:lnTo>
                  <a:pt x="4812" y="247"/>
                </a:lnTo>
                <a:lnTo>
                  <a:pt x="4812" y="249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5"/>
                </a:lnTo>
                <a:lnTo>
                  <a:pt x="4813" y="256"/>
                </a:lnTo>
                <a:lnTo>
                  <a:pt x="4813" y="257"/>
                </a:lnTo>
                <a:lnTo>
                  <a:pt x="4813" y="258"/>
                </a:lnTo>
                <a:lnTo>
                  <a:pt x="4814" y="258"/>
                </a:lnTo>
                <a:lnTo>
                  <a:pt x="4815" y="258"/>
                </a:lnTo>
                <a:lnTo>
                  <a:pt x="4818" y="260"/>
                </a:lnTo>
                <a:lnTo>
                  <a:pt x="4819" y="262"/>
                </a:lnTo>
                <a:lnTo>
                  <a:pt x="4822" y="264"/>
                </a:lnTo>
                <a:lnTo>
                  <a:pt x="4822" y="265"/>
                </a:lnTo>
                <a:lnTo>
                  <a:pt x="4823" y="266"/>
                </a:lnTo>
                <a:lnTo>
                  <a:pt x="4824" y="267"/>
                </a:lnTo>
                <a:lnTo>
                  <a:pt x="4825" y="267"/>
                </a:lnTo>
                <a:lnTo>
                  <a:pt x="4825" y="268"/>
                </a:lnTo>
                <a:lnTo>
                  <a:pt x="4826" y="268"/>
                </a:lnTo>
                <a:lnTo>
                  <a:pt x="4828" y="269"/>
                </a:lnTo>
                <a:lnTo>
                  <a:pt x="4830" y="270"/>
                </a:lnTo>
                <a:lnTo>
                  <a:pt x="4831" y="271"/>
                </a:lnTo>
                <a:lnTo>
                  <a:pt x="4832" y="272"/>
                </a:lnTo>
                <a:lnTo>
                  <a:pt x="4833" y="273"/>
                </a:lnTo>
                <a:lnTo>
                  <a:pt x="4834" y="274"/>
                </a:lnTo>
                <a:lnTo>
                  <a:pt x="4834" y="275"/>
                </a:lnTo>
                <a:lnTo>
                  <a:pt x="4835" y="277"/>
                </a:lnTo>
                <a:lnTo>
                  <a:pt x="4837" y="279"/>
                </a:lnTo>
                <a:lnTo>
                  <a:pt x="4838" y="281"/>
                </a:lnTo>
                <a:lnTo>
                  <a:pt x="4839" y="283"/>
                </a:lnTo>
                <a:lnTo>
                  <a:pt x="4840" y="285"/>
                </a:lnTo>
                <a:lnTo>
                  <a:pt x="4842" y="287"/>
                </a:lnTo>
                <a:lnTo>
                  <a:pt x="4843" y="287"/>
                </a:lnTo>
                <a:lnTo>
                  <a:pt x="4843" y="288"/>
                </a:lnTo>
                <a:lnTo>
                  <a:pt x="4844" y="288"/>
                </a:lnTo>
                <a:lnTo>
                  <a:pt x="4845" y="288"/>
                </a:lnTo>
                <a:lnTo>
                  <a:pt x="4846" y="288"/>
                </a:lnTo>
                <a:lnTo>
                  <a:pt x="4846" y="289"/>
                </a:lnTo>
                <a:lnTo>
                  <a:pt x="4847" y="289"/>
                </a:lnTo>
                <a:lnTo>
                  <a:pt x="4847" y="290"/>
                </a:lnTo>
                <a:lnTo>
                  <a:pt x="4847" y="291"/>
                </a:lnTo>
                <a:lnTo>
                  <a:pt x="4847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5"/>
                </a:lnTo>
                <a:lnTo>
                  <a:pt x="4846" y="296"/>
                </a:lnTo>
                <a:lnTo>
                  <a:pt x="4846" y="297"/>
                </a:lnTo>
                <a:lnTo>
                  <a:pt x="4847" y="298"/>
                </a:lnTo>
                <a:lnTo>
                  <a:pt x="4849" y="301"/>
                </a:lnTo>
                <a:lnTo>
                  <a:pt x="4850" y="302"/>
                </a:lnTo>
                <a:lnTo>
                  <a:pt x="4851" y="303"/>
                </a:lnTo>
                <a:lnTo>
                  <a:pt x="4852" y="304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3" y="309"/>
                </a:lnTo>
                <a:lnTo>
                  <a:pt x="4853" y="310"/>
                </a:lnTo>
                <a:lnTo>
                  <a:pt x="4852" y="310"/>
                </a:lnTo>
                <a:lnTo>
                  <a:pt x="4852" y="311"/>
                </a:lnTo>
                <a:lnTo>
                  <a:pt x="4850" y="311"/>
                </a:lnTo>
                <a:lnTo>
                  <a:pt x="4849" y="311"/>
                </a:lnTo>
                <a:lnTo>
                  <a:pt x="4849" y="312"/>
                </a:lnTo>
                <a:lnTo>
                  <a:pt x="4848" y="313"/>
                </a:lnTo>
                <a:lnTo>
                  <a:pt x="4848" y="314"/>
                </a:lnTo>
                <a:lnTo>
                  <a:pt x="4848" y="315"/>
                </a:lnTo>
                <a:lnTo>
                  <a:pt x="4847" y="316"/>
                </a:lnTo>
                <a:lnTo>
                  <a:pt x="4847" y="317"/>
                </a:lnTo>
                <a:lnTo>
                  <a:pt x="4846" y="317"/>
                </a:lnTo>
                <a:lnTo>
                  <a:pt x="4846" y="318"/>
                </a:lnTo>
                <a:lnTo>
                  <a:pt x="4847" y="319"/>
                </a:lnTo>
                <a:lnTo>
                  <a:pt x="4848" y="319"/>
                </a:lnTo>
                <a:lnTo>
                  <a:pt x="4849" y="320"/>
                </a:lnTo>
                <a:lnTo>
                  <a:pt x="4850" y="320"/>
                </a:lnTo>
                <a:lnTo>
                  <a:pt x="4851" y="320"/>
                </a:lnTo>
                <a:lnTo>
                  <a:pt x="4852" y="320"/>
                </a:lnTo>
                <a:lnTo>
                  <a:pt x="4852" y="321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0" y="331"/>
                </a:lnTo>
                <a:lnTo>
                  <a:pt x="4850" y="332"/>
                </a:lnTo>
                <a:lnTo>
                  <a:pt x="4851" y="333"/>
                </a:lnTo>
                <a:lnTo>
                  <a:pt x="4852" y="334"/>
                </a:lnTo>
                <a:lnTo>
                  <a:pt x="4853" y="335"/>
                </a:lnTo>
                <a:lnTo>
                  <a:pt x="4854" y="336"/>
                </a:lnTo>
                <a:lnTo>
                  <a:pt x="4855" y="337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8"/>
                </a:lnTo>
                <a:lnTo>
                  <a:pt x="4861" y="338"/>
                </a:lnTo>
                <a:lnTo>
                  <a:pt x="4862" y="338"/>
                </a:lnTo>
                <a:lnTo>
                  <a:pt x="4862" y="339"/>
                </a:lnTo>
                <a:lnTo>
                  <a:pt x="4863" y="339"/>
                </a:lnTo>
                <a:lnTo>
                  <a:pt x="4864" y="339"/>
                </a:lnTo>
                <a:lnTo>
                  <a:pt x="4866" y="340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1"/>
                </a:lnTo>
                <a:lnTo>
                  <a:pt x="4872" y="341"/>
                </a:lnTo>
                <a:lnTo>
                  <a:pt x="4874" y="341"/>
                </a:lnTo>
                <a:lnTo>
                  <a:pt x="4874" y="342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4"/>
                </a:lnTo>
                <a:lnTo>
                  <a:pt x="4875" y="347"/>
                </a:lnTo>
                <a:lnTo>
                  <a:pt x="4874" y="348"/>
                </a:lnTo>
                <a:lnTo>
                  <a:pt x="4874" y="349"/>
                </a:lnTo>
                <a:lnTo>
                  <a:pt x="4873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0" y="355"/>
                </a:lnTo>
                <a:lnTo>
                  <a:pt x="4869" y="355"/>
                </a:lnTo>
                <a:lnTo>
                  <a:pt x="4868" y="356"/>
                </a:lnTo>
                <a:lnTo>
                  <a:pt x="4867" y="357"/>
                </a:lnTo>
                <a:lnTo>
                  <a:pt x="4866" y="359"/>
                </a:lnTo>
                <a:lnTo>
                  <a:pt x="4866" y="360"/>
                </a:lnTo>
                <a:lnTo>
                  <a:pt x="4865" y="362"/>
                </a:lnTo>
                <a:lnTo>
                  <a:pt x="4865" y="364"/>
                </a:lnTo>
                <a:lnTo>
                  <a:pt x="4864" y="366"/>
                </a:lnTo>
                <a:lnTo>
                  <a:pt x="4865" y="367"/>
                </a:lnTo>
                <a:lnTo>
                  <a:pt x="4866" y="368"/>
                </a:lnTo>
                <a:lnTo>
                  <a:pt x="4867" y="370"/>
                </a:lnTo>
                <a:lnTo>
                  <a:pt x="4868" y="371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5"/>
                </a:lnTo>
                <a:lnTo>
                  <a:pt x="4869" y="376"/>
                </a:lnTo>
                <a:lnTo>
                  <a:pt x="4868" y="379"/>
                </a:lnTo>
                <a:lnTo>
                  <a:pt x="4867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8" y="384"/>
                </a:lnTo>
                <a:lnTo>
                  <a:pt x="4869" y="386"/>
                </a:lnTo>
                <a:lnTo>
                  <a:pt x="4870" y="387"/>
                </a:lnTo>
                <a:lnTo>
                  <a:pt x="4871" y="387"/>
                </a:lnTo>
                <a:lnTo>
                  <a:pt x="4872" y="388"/>
                </a:lnTo>
                <a:lnTo>
                  <a:pt x="4875" y="388"/>
                </a:lnTo>
                <a:lnTo>
                  <a:pt x="4877" y="388"/>
                </a:lnTo>
                <a:lnTo>
                  <a:pt x="4878" y="388"/>
                </a:lnTo>
                <a:lnTo>
                  <a:pt x="4878" y="389"/>
                </a:lnTo>
                <a:lnTo>
                  <a:pt x="4879" y="389"/>
                </a:lnTo>
                <a:lnTo>
                  <a:pt x="4880" y="389"/>
                </a:lnTo>
                <a:lnTo>
                  <a:pt x="4881" y="389"/>
                </a:lnTo>
                <a:lnTo>
                  <a:pt x="4881" y="390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6"/>
                </a:lnTo>
                <a:lnTo>
                  <a:pt x="4881" y="397"/>
                </a:lnTo>
                <a:lnTo>
                  <a:pt x="4882" y="398"/>
                </a:lnTo>
                <a:lnTo>
                  <a:pt x="4883" y="399"/>
                </a:lnTo>
                <a:lnTo>
                  <a:pt x="4884" y="401"/>
                </a:lnTo>
                <a:lnTo>
                  <a:pt x="4885" y="402"/>
                </a:lnTo>
                <a:lnTo>
                  <a:pt x="4887" y="402"/>
                </a:lnTo>
                <a:lnTo>
                  <a:pt x="4889" y="403"/>
                </a:lnTo>
                <a:lnTo>
                  <a:pt x="4890" y="403"/>
                </a:lnTo>
                <a:lnTo>
                  <a:pt x="4890" y="404"/>
                </a:lnTo>
                <a:lnTo>
                  <a:pt x="4891" y="404"/>
                </a:lnTo>
                <a:lnTo>
                  <a:pt x="4891" y="405"/>
                </a:lnTo>
                <a:lnTo>
                  <a:pt x="4892" y="407"/>
                </a:lnTo>
                <a:lnTo>
                  <a:pt x="4893" y="407"/>
                </a:lnTo>
                <a:lnTo>
                  <a:pt x="4893" y="408"/>
                </a:lnTo>
                <a:lnTo>
                  <a:pt x="4894" y="408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899" y="409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7"/>
                </a:lnTo>
                <a:lnTo>
                  <a:pt x="4908" y="408"/>
                </a:lnTo>
                <a:lnTo>
                  <a:pt x="4909" y="408"/>
                </a:lnTo>
                <a:lnTo>
                  <a:pt x="4910" y="408"/>
                </a:lnTo>
                <a:lnTo>
                  <a:pt x="4911" y="409"/>
                </a:lnTo>
                <a:lnTo>
                  <a:pt x="4912" y="409"/>
                </a:lnTo>
                <a:lnTo>
                  <a:pt x="4912" y="410"/>
                </a:lnTo>
                <a:lnTo>
                  <a:pt x="4914" y="410"/>
                </a:lnTo>
                <a:lnTo>
                  <a:pt x="4915" y="411"/>
                </a:lnTo>
                <a:lnTo>
                  <a:pt x="4916" y="411"/>
                </a:lnTo>
                <a:lnTo>
                  <a:pt x="4918" y="412"/>
                </a:lnTo>
                <a:lnTo>
                  <a:pt x="4919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4" y="412"/>
                </a:lnTo>
                <a:lnTo>
                  <a:pt x="4925" y="413"/>
                </a:lnTo>
                <a:lnTo>
                  <a:pt x="4927" y="413"/>
                </a:lnTo>
                <a:lnTo>
                  <a:pt x="4928" y="413"/>
                </a:lnTo>
                <a:lnTo>
                  <a:pt x="4929" y="413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1"/>
                </a:lnTo>
                <a:lnTo>
                  <a:pt x="4933" y="410"/>
                </a:lnTo>
                <a:lnTo>
                  <a:pt x="4934" y="410"/>
                </a:lnTo>
                <a:lnTo>
                  <a:pt x="4935" y="410"/>
                </a:lnTo>
                <a:lnTo>
                  <a:pt x="4936" y="410"/>
                </a:lnTo>
                <a:lnTo>
                  <a:pt x="4937" y="411"/>
                </a:lnTo>
                <a:lnTo>
                  <a:pt x="4938" y="412"/>
                </a:lnTo>
                <a:lnTo>
                  <a:pt x="4939" y="413"/>
                </a:lnTo>
                <a:lnTo>
                  <a:pt x="4940" y="413"/>
                </a:lnTo>
                <a:lnTo>
                  <a:pt x="4941" y="413"/>
                </a:lnTo>
                <a:lnTo>
                  <a:pt x="4942" y="412"/>
                </a:lnTo>
                <a:lnTo>
                  <a:pt x="4943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4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1" y="408"/>
                </a:lnTo>
                <a:lnTo>
                  <a:pt x="4953" y="408"/>
                </a:lnTo>
                <a:lnTo>
                  <a:pt x="4955" y="408"/>
                </a:lnTo>
                <a:lnTo>
                  <a:pt x="4957" y="407"/>
                </a:lnTo>
                <a:lnTo>
                  <a:pt x="4958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60" y="406"/>
                </a:lnTo>
                <a:lnTo>
                  <a:pt x="4962" y="407"/>
                </a:lnTo>
                <a:lnTo>
                  <a:pt x="4964" y="407"/>
                </a:lnTo>
                <a:lnTo>
                  <a:pt x="4966" y="408"/>
                </a:lnTo>
                <a:lnTo>
                  <a:pt x="4967" y="408"/>
                </a:lnTo>
                <a:lnTo>
                  <a:pt x="4969" y="409"/>
                </a:lnTo>
                <a:lnTo>
                  <a:pt x="4971" y="410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7" y="407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8"/>
                </a:lnTo>
                <a:lnTo>
                  <a:pt x="4981" y="408"/>
                </a:lnTo>
                <a:lnTo>
                  <a:pt x="4982" y="409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3" y="412"/>
                </a:lnTo>
                <a:lnTo>
                  <a:pt x="4982" y="412"/>
                </a:lnTo>
                <a:lnTo>
                  <a:pt x="4982" y="413"/>
                </a:lnTo>
                <a:lnTo>
                  <a:pt x="4981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7" y="417"/>
                </a:lnTo>
                <a:lnTo>
                  <a:pt x="4978" y="418"/>
                </a:lnTo>
                <a:lnTo>
                  <a:pt x="4978" y="419"/>
                </a:lnTo>
                <a:lnTo>
                  <a:pt x="4979" y="419"/>
                </a:lnTo>
                <a:lnTo>
                  <a:pt x="4979" y="420"/>
                </a:lnTo>
                <a:lnTo>
                  <a:pt x="4980" y="420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3" y="419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8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9"/>
                </a:lnTo>
                <a:lnTo>
                  <a:pt x="4993" y="420"/>
                </a:lnTo>
                <a:lnTo>
                  <a:pt x="4994" y="421"/>
                </a:lnTo>
                <a:lnTo>
                  <a:pt x="4995" y="421"/>
                </a:lnTo>
                <a:lnTo>
                  <a:pt x="4997" y="421"/>
                </a:lnTo>
                <a:lnTo>
                  <a:pt x="5000" y="421"/>
                </a:lnTo>
                <a:lnTo>
                  <a:pt x="5002" y="422"/>
                </a:lnTo>
                <a:lnTo>
                  <a:pt x="5002" y="423"/>
                </a:lnTo>
                <a:lnTo>
                  <a:pt x="5003" y="424"/>
                </a:lnTo>
                <a:lnTo>
                  <a:pt x="5004" y="426"/>
                </a:lnTo>
                <a:lnTo>
                  <a:pt x="5004" y="428"/>
                </a:lnTo>
                <a:lnTo>
                  <a:pt x="5005" y="429"/>
                </a:lnTo>
                <a:lnTo>
                  <a:pt x="5005" y="430"/>
                </a:lnTo>
                <a:lnTo>
                  <a:pt x="5006" y="431"/>
                </a:lnTo>
                <a:lnTo>
                  <a:pt x="5007" y="431"/>
                </a:lnTo>
                <a:lnTo>
                  <a:pt x="5009" y="432"/>
                </a:lnTo>
                <a:lnTo>
                  <a:pt x="5010" y="432"/>
                </a:lnTo>
                <a:lnTo>
                  <a:pt x="5012" y="432"/>
                </a:lnTo>
                <a:lnTo>
                  <a:pt x="5013" y="432"/>
                </a:lnTo>
                <a:lnTo>
                  <a:pt x="5015" y="430"/>
                </a:lnTo>
                <a:lnTo>
                  <a:pt x="5016" y="429"/>
                </a:lnTo>
                <a:lnTo>
                  <a:pt x="5018" y="428"/>
                </a:lnTo>
                <a:lnTo>
                  <a:pt x="5020" y="427"/>
                </a:lnTo>
                <a:lnTo>
                  <a:pt x="5021" y="427"/>
                </a:lnTo>
                <a:lnTo>
                  <a:pt x="5023" y="428"/>
                </a:lnTo>
                <a:lnTo>
                  <a:pt x="5024" y="428"/>
                </a:lnTo>
                <a:lnTo>
                  <a:pt x="5025" y="429"/>
                </a:lnTo>
                <a:lnTo>
                  <a:pt x="5026" y="429"/>
                </a:lnTo>
                <a:lnTo>
                  <a:pt x="5027" y="430"/>
                </a:lnTo>
                <a:lnTo>
                  <a:pt x="5027" y="431"/>
                </a:lnTo>
                <a:lnTo>
                  <a:pt x="5028" y="431"/>
                </a:lnTo>
                <a:lnTo>
                  <a:pt x="5029" y="432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5" y="424"/>
                </a:lnTo>
                <a:lnTo>
                  <a:pt x="5037" y="423"/>
                </a:lnTo>
                <a:lnTo>
                  <a:pt x="5038" y="423"/>
                </a:lnTo>
                <a:lnTo>
                  <a:pt x="5039" y="423"/>
                </a:lnTo>
                <a:lnTo>
                  <a:pt x="5040" y="423"/>
                </a:lnTo>
                <a:lnTo>
                  <a:pt x="5042" y="424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5"/>
                </a:lnTo>
                <a:lnTo>
                  <a:pt x="5048" y="426"/>
                </a:lnTo>
                <a:lnTo>
                  <a:pt x="5049" y="427"/>
                </a:lnTo>
                <a:lnTo>
                  <a:pt x="5049" y="428"/>
                </a:lnTo>
                <a:lnTo>
                  <a:pt x="5049" y="429"/>
                </a:lnTo>
                <a:lnTo>
                  <a:pt x="5049" y="431"/>
                </a:lnTo>
                <a:lnTo>
                  <a:pt x="5049" y="433"/>
                </a:lnTo>
                <a:lnTo>
                  <a:pt x="5050" y="435"/>
                </a:lnTo>
                <a:lnTo>
                  <a:pt x="5050" y="436"/>
                </a:lnTo>
                <a:lnTo>
                  <a:pt x="5050" y="437"/>
                </a:lnTo>
                <a:lnTo>
                  <a:pt x="5051" y="438"/>
                </a:lnTo>
                <a:lnTo>
                  <a:pt x="5051" y="439"/>
                </a:lnTo>
                <a:lnTo>
                  <a:pt x="5052" y="439"/>
                </a:lnTo>
                <a:lnTo>
                  <a:pt x="5053" y="440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39"/>
                </a:lnTo>
                <a:lnTo>
                  <a:pt x="5059" y="438"/>
                </a:lnTo>
                <a:lnTo>
                  <a:pt x="5060" y="438"/>
                </a:lnTo>
                <a:lnTo>
                  <a:pt x="5061" y="438"/>
                </a:lnTo>
                <a:lnTo>
                  <a:pt x="5063" y="438"/>
                </a:lnTo>
                <a:lnTo>
                  <a:pt x="5064" y="438"/>
                </a:lnTo>
                <a:lnTo>
                  <a:pt x="5065" y="438"/>
                </a:lnTo>
                <a:lnTo>
                  <a:pt x="5065" y="439"/>
                </a:lnTo>
                <a:lnTo>
                  <a:pt x="5066" y="439"/>
                </a:lnTo>
                <a:lnTo>
                  <a:pt x="5067" y="440"/>
                </a:lnTo>
                <a:lnTo>
                  <a:pt x="5067" y="441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5"/>
                </a:lnTo>
                <a:lnTo>
                  <a:pt x="5068" y="447"/>
                </a:lnTo>
                <a:lnTo>
                  <a:pt x="5068" y="448"/>
                </a:lnTo>
                <a:lnTo>
                  <a:pt x="5069" y="448"/>
                </a:lnTo>
                <a:lnTo>
                  <a:pt x="5070" y="449"/>
                </a:lnTo>
                <a:lnTo>
                  <a:pt x="5071" y="450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7" y="456"/>
                </a:lnTo>
                <a:lnTo>
                  <a:pt x="5078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8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3" y="462"/>
                </a:lnTo>
                <a:lnTo>
                  <a:pt x="5083" y="463"/>
                </a:lnTo>
                <a:lnTo>
                  <a:pt x="5083" y="464"/>
                </a:lnTo>
                <a:lnTo>
                  <a:pt x="5085" y="465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6"/>
                </a:lnTo>
                <a:lnTo>
                  <a:pt x="5091" y="466"/>
                </a:lnTo>
                <a:lnTo>
                  <a:pt x="5092" y="467"/>
                </a:lnTo>
                <a:lnTo>
                  <a:pt x="5093" y="467"/>
                </a:lnTo>
                <a:lnTo>
                  <a:pt x="5093" y="468"/>
                </a:lnTo>
                <a:lnTo>
                  <a:pt x="5093" y="469"/>
                </a:lnTo>
                <a:lnTo>
                  <a:pt x="5094" y="469"/>
                </a:lnTo>
                <a:lnTo>
                  <a:pt x="5094" y="470"/>
                </a:lnTo>
                <a:lnTo>
                  <a:pt x="5095" y="470"/>
                </a:lnTo>
                <a:lnTo>
                  <a:pt x="5095" y="471"/>
                </a:lnTo>
                <a:lnTo>
                  <a:pt x="5096" y="471"/>
                </a:lnTo>
                <a:lnTo>
                  <a:pt x="5097" y="472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3"/>
                </a:lnTo>
                <a:lnTo>
                  <a:pt x="5101" y="473"/>
                </a:lnTo>
                <a:lnTo>
                  <a:pt x="5102" y="474"/>
                </a:lnTo>
                <a:lnTo>
                  <a:pt x="5103" y="474"/>
                </a:lnTo>
                <a:lnTo>
                  <a:pt x="5103" y="475"/>
                </a:lnTo>
                <a:lnTo>
                  <a:pt x="5104" y="475"/>
                </a:lnTo>
                <a:lnTo>
                  <a:pt x="5104" y="476"/>
                </a:lnTo>
                <a:lnTo>
                  <a:pt x="5107" y="477"/>
                </a:lnTo>
                <a:lnTo>
                  <a:pt x="5107" y="478"/>
                </a:lnTo>
                <a:lnTo>
                  <a:pt x="5108" y="478"/>
                </a:lnTo>
                <a:lnTo>
                  <a:pt x="5109" y="479"/>
                </a:lnTo>
                <a:lnTo>
                  <a:pt x="5110" y="481"/>
                </a:lnTo>
                <a:lnTo>
                  <a:pt x="5111" y="482"/>
                </a:lnTo>
                <a:lnTo>
                  <a:pt x="5112" y="482"/>
                </a:lnTo>
                <a:lnTo>
                  <a:pt x="5113" y="482"/>
                </a:lnTo>
                <a:lnTo>
                  <a:pt x="5115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7" y="481"/>
                </a:lnTo>
                <a:lnTo>
                  <a:pt x="5119" y="481"/>
                </a:lnTo>
                <a:lnTo>
                  <a:pt x="5122" y="480"/>
                </a:lnTo>
                <a:lnTo>
                  <a:pt x="5125" y="479"/>
                </a:lnTo>
                <a:lnTo>
                  <a:pt x="5127" y="478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3" y="479"/>
                </a:lnTo>
                <a:lnTo>
                  <a:pt x="5134" y="479"/>
                </a:lnTo>
                <a:lnTo>
                  <a:pt x="5134" y="480"/>
                </a:lnTo>
                <a:lnTo>
                  <a:pt x="5134" y="481"/>
                </a:lnTo>
                <a:lnTo>
                  <a:pt x="5134" y="482"/>
                </a:lnTo>
                <a:lnTo>
                  <a:pt x="5135" y="482"/>
                </a:lnTo>
                <a:lnTo>
                  <a:pt x="5136" y="483"/>
                </a:lnTo>
                <a:lnTo>
                  <a:pt x="5137" y="483"/>
                </a:lnTo>
                <a:lnTo>
                  <a:pt x="5140" y="483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1"/>
                </a:lnTo>
                <a:lnTo>
                  <a:pt x="5145" y="480"/>
                </a:lnTo>
                <a:lnTo>
                  <a:pt x="5146" y="480"/>
                </a:lnTo>
                <a:lnTo>
                  <a:pt x="5147" y="480"/>
                </a:lnTo>
                <a:lnTo>
                  <a:pt x="5148" y="480"/>
                </a:lnTo>
                <a:lnTo>
                  <a:pt x="5150" y="480"/>
                </a:lnTo>
                <a:lnTo>
                  <a:pt x="5151" y="480"/>
                </a:lnTo>
                <a:lnTo>
                  <a:pt x="5151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3" y="482"/>
                </a:lnTo>
                <a:lnTo>
                  <a:pt x="5152" y="482"/>
                </a:lnTo>
                <a:lnTo>
                  <a:pt x="5152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7" y="488"/>
                </a:lnTo>
                <a:lnTo>
                  <a:pt x="5147" y="489"/>
                </a:lnTo>
                <a:lnTo>
                  <a:pt x="5146" y="489"/>
                </a:lnTo>
                <a:lnTo>
                  <a:pt x="5146" y="490"/>
                </a:lnTo>
                <a:lnTo>
                  <a:pt x="5146" y="491"/>
                </a:lnTo>
                <a:lnTo>
                  <a:pt x="5145" y="492"/>
                </a:lnTo>
                <a:lnTo>
                  <a:pt x="5145" y="493"/>
                </a:lnTo>
                <a:lnTo>
                  <a:pt x="5144" y="494"/>
                </a:lnTo>
                <a:lnTo>
                  <a:pt x="5144" y="495"/>
                </a:lnTo>
                <a:lnTo>
                  <a:pt x="5143" y="496"/>
                </a:lnTo>
                <a:lnTo>
                  <a:pt x="5143" y="497"/>
                </a:lnTo>
                <a:lnTo>
                  <a:pt x="5142" y="498"/>
                </a:lnTo>
                <a:lnTo>
                  <a:pt x="5142" y="499"/>
                </a:lnTo>
                <a:lnTo>
                  <a:pt x="5142" y="500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39" y="504"/>
                </a:lnTo>
                <a:lnTo>
                  <a:pt x="5139" y="505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8" y="508"/>
                </a:lnTo>
                <a:lnTo>
                  <a:pt x="5139" y="508"/>
                </a:lnTo>
                <a:lnTo>
                  <a:pt x="5139" y="509"/>
                </a:lnTo>
                <a:lnTo>
                  <a:pt x="5140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4" y="510"/>
                </a:lnTo>
                <a:lnTo>
                  <a:pt x="5145" y="510"/>
                </a:lnTo>
                <a:lnTo>
                  <a:pt x="5145" y="511"/>
                </a:lnTo>
                <a:lnTo>
                  <a:pt x="5146" y="512"/>
                </a:lnTo>
                <a:lnTo>
                  <a:pt x="5146" y="513"/>
                </a:lnTo>
                <a:lnTo>
                  <a:pt x="5145" y="514"/>
                </a:lnTo>
                <a:lnTo>
                  <a:pt x="5146" y="514"/>
                </a:lnTo>
                <a:lnTo>
                  <a:pt x="5146" y="515"/>
                </a:lnTo>
                <a:lnTo>
                  <a:pt x="5146" y="516"/>
                </a:lnTo>
                <a:lnTo>
                  <a:pt x="5146" y="518"/>
                </a:lnTo>
                <a:lnTo>
                  <a:pt x="5146" y="519"/>
                </a:lnTo>
                <a:lnTo>
                  <a:pt x="5146" y="520"/>
                </a:lnTo>
                <a:lnTo>
                  <a:pt x="5147" y="520"/>
                </a:lnTo>
                <a:lnTo>
                  <a:pt x="5148" y="520"/>
                </a:lnTo>
                <a:lnTo>
                  <a:pt x="5148" y="521"/>
                </a:lnTo>
                <a:lnTo>
                  <a:pt x="5149" y="521"/>
                </a:lnTo>
                <a:lnTo>
                  <a:pt x="5149" y="520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19"/>
                </a:lnTo>
                <a:lnTo>
                  <a:pt x="5153" y="519"/>
                </a:lnTo>
                <a:lnTo>
                  <a:pt x="5154" y="519"/>
                </a:lnTo>
                <a:lnTo>
                  <a:pt x="5154" y="518"/>
                </a:lnTo>
                <a:lnTo>
                  <a:pt x="5155" y="518"/>
                </a:lnTo>
                <a:lnTo>
                  <a:pt x="5156" y="518"/>
                </a:lnTo>
                <a:lnTo>
                  <a:pt x="5156" y="517"/>
                </a:lnTo>
                <a:lnTo>
                  <a:pt x="5156" y="518"/>
                </a:lnTo>
                <a:lnTo>
                  <a:pt x="5157" y="518"/>
                </a:lnTo>
                <a:lnTo>
                  <a:pt x="5158" y="518"/>
                </a:lnTo>
                <a:lnTo>
                  <a:pt x="5158" y="519"/>
                </a:lnTo>
                <a:lnTo>
                  <a:pt x="5159" y="519"/>
                </a:lnTo>
                <a:lnTo>
                  <a:pt x="5159" y="520"/>
                </a:lnTo>
                <a:lnTo>
                  <a:pt x="5160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7" y="527"/>
                </a:lnTo>
                <a:lnTo>
                  <a:pt x="5158" y="528"/>
                </a:lnTo>
                <a:lnTo>
                  <a:pt x="5158" y="529"/>
                </a:lnTo>
                <a:lnTo>
                  <a:pt x="5158" y="530"/>
                </a:lnTo>
                <a:lnTo>
                  <a:pt x="5159" y="530"/>
                </a:lnTo>
                <a:lnTo>
                  <a:pt x="5159" y="531"/>
                </a:lnTo>
                <a:lnTo>
                  <a:pt x="5159" y="532"/>
                </a:lnTo>
                <a:lnTo>
                  <a:pt x="5160" y="532"/>
                </a:lnTo>
                <a:lnTo>
                  <a:pt x="5160" y="533"/>
                </a:lnTo>
                <a:lnTo>
                  <a:pt x="5160" y="534"/>
                </a:lnTo>
                <a:lnTo>
                  <a:pt x="5161" y="534"/>
                </a:lnTo>
                <a:lnTo>
                  <a:pt x="5161" y="535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4" y="536"/>
                </a:lnTo>
                <a:lnTo>
                  <a:pt x="5165" y="536"/>
                </a:lnTo>
                <a:lnTo>
                  <a:pt x="5165" y="538"/>
                </a:lnTo>
                <a:lnTo>
                  <a:pt x="5165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1"/>
                </a:lnTo>
                <a:lnTo>
                  <a:pt x="5164" y="541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3" y="544"/>
                </a:lnTo>
                <a:lnTo>
                  <a:pt x="5162" y="544"/>
                </a:lnTo>
                <a:lnTo>
                  <a:pt x="5161" y="544"/>
                </a:lnTo>
                <a:lnTo>
                  <a:pt x="5160" y="544"/>
                </a:lnTo>
                <a:lnTo>
                  <a:pt x="5160" y="545"/>
                </a:lnTo>
                <a:lnTo>
                  <a:pt x="5160" y="546"/>
                </a:lnTo>
                <a:lnTo>
                  <a:pt x="5159" y="546"/>
                </a:lnTo>
                <a:lnTo>
                  <a:pt x="5159" y="547"/>
                </a:lnTo>
                <a:lnTo>
                  <a:pt x="5159" y="548"/>
                </a:lnTo>
                <a:lnTo>
                  <a:pt x="5158" y="548"/>
                </a:lnTo>
                <a:lnTo>
                  <a:pt x="5158" y="549"/>
                </a:lnTo>
                <a:lnTo>
                  <a:pt x="5159" y="549"/>
                </a:lnTo>
                <a:lnTo>
                  <a:pt x="5159" y="551"/>
                </a:lnTo>
                <a:lnTo>
                  <a:pt x="5158" y="551"/>
                </a:lnTo>
                <a:lnTo>
                  <a:pt x="5158" y="552"/>
                </a:lnTo>
                <a:lnTo>
                  <a:pt x="5157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1" y="557"/>
                </a:lnTo>
                <a:lnTo>
                  <a:pt x="5151" y="558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0" y="561"/>
                </a:lnTo>
                <a:lnTo>
                  <a:pt x="5151" y="561"/>
                </a:lnTo>
                <a:lnTo>
                  <a:pt x="5151" y="562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2" y="565"/>
                </a:lnTo>
                <a:lnTo>
                  <a:pt x="5152" y="566"/>
                </a:lnTo>
                <a:lnTo>
                  <a:pt x="5153" y="566"/>
                </a:lnTo>
                <a:lnTo>
                  <a:pt x="5154" y="566"/>
                </a:lnTo>
                <a:lnTo>
                  <a:pt x="5155" y="567"/>
                </a:lnTo>
                <a:lnTo>
                  <a:pt x="5156" y="567"/>
                </a:lnTo>
                <a:lnTo>
                  <a:pt x="5157" y="567"/>
                </a:lnTo>
                <a:lnTo>
                  <a:pt x="5157" y="568"/>
                </a:lnTo>
                <a:lnTo>
                  <a:pt x="5157" y="569"/>
                </a:lnTo>
                <a:lnTo>
                  <a:pt x="5158" y="570"/>
                </a:lnTo>
                <a:lnTo>
                  <a:pt x="5160" y="571"/>
                </a:lnTo>
                <a:lnTo>
                  <a:pt x="5162" y="573"/>
                </a:lnTo>
                <a:lnTo>
                  <a:pt x="5166" y="575"/>
                </a:lnTo>
                <a:lnTo>
                  <a:pt x="5167" y="576"/>
                </a:lnTo>
                <a:lnTo>
                  <a:pt x="5169" y="577"/>
                </a:lnTo>
                <a:lnTo>
                  <a:pt x="5169" y="578"/>
                </a:lnTo>
                <a:lnTo>
                  <a:pt x="5170" y="579"/>
                </a:lnTo>
                <a:lnTo>
                  <a:pt x="5171" y="579"/>
                </a:lnTo>
                <a:lnTo>
                  <a:pt x="5172" y="581"/>
                </a:lnTo>
                <a:lnTo>
                  <a:pt x="5173" y="583"/>
                </a:lnTo>
                <a:lnTo>
                  <a:pt x="5174" y="585"/>
                </a:lnTo>
                <a:lnTo>
                  <a:pt x="5175" y="586"/>
                </a:lnTo>
                <a:lnTo>
                  <a:pt x="5176" y="587"/>
                </a:lnTo>
                <a:lnTo>
                  <a:pt x="5176" y="588"/>
                </a:lnTo>
                <a:lnTo>
                  <a:pt x="5177" y="589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3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7" y="599"/>
                </a:lnTo>
                <a:lnTo>
                  <a:pt x="5178" y="600"/>
                </a:lnTo>
                <a:lnTo>
                  <a:pt x="5179" y="601"/>
                </a:lnTo>
                <a:lnTo>
                  <a:pt x="5181" y="602"/>
                </a:lnTo>
                <a:lnTo>
                  <a:pt x="5183" y="602"/>
                </a:lnTo>
                <a:lnTo>
                  <a:pt x="5185" y="602"/>
                </a:lnTo>
                <a:lnTo>
                  <a:pt x="5189" y="603"/>
                </a:lnTo>
                <a:lnTo>
                  <a:pt x="5190" y="602"/>
                </a:lnTo>
                <a:lnTo>
                  <a:pt x="5191" y="602"/>
                </a:lnTo>
                <a:lnTo>
                  <a:pt x="5197" y="601"/>
                </a:lnTo>
                <a:lnTo>
                  <a:pt x="5198" y="600"/>
                </a:lnTo>
                <a:lnTo>
                  <a:pt x="5199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1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7"/>
                </a:lnTo>
                <a:lnTo>
                  <a:pt x="5206" y="597"/>
                </a:lnTo>
                <a:lnTo>
                  <a:pt x="5208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4" y="598"/>
                </a:lnTo>
                <a:lnTo>
                  <a:pt x="5215" y="598"/>
                </a:lnTo>
                <a:lnTo>
                  <a:pt x="5217" y="597"/>
                </a:lnTo>
                <a:lnTo>
                  <a:pt x="5218" y="597"/>
                </a:lnTo>
                <a:lnTo>
                  <a:pt x="5219" y="597"/>
                </a:lnTo>
                <a:lnTo>
                  <a:pt x="5220" y="597"/>
                </a:lnTo>
                <a:lnTo>
                  <a:pt x="5222" y="597"/>
                </a:lnTo>
                <a:lnTo>
                  <a:pt x="5222" y="596"/>
                </a:lnTo>
                <a:lnTo>
                  <a:pt x="5223" y="596"/>
                </a:lnTo>
                <a:lnTo>
                  <a:pt x="5224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29" y="597"/>
                </a:lnTo>
                <a:lnTo>
                  <a:pt x="5230" y="597"/>
                </a:lnTo>
                <a:lnTo>
                  <a:pt x="5230" y="598"/>
                </a:lnTo>
                <a:lnTo>
                  <a:pt x="5231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2" y="604"/>
                </a:lnTo>
                <a:lnTo>
                  <a:pt x="5234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1"/>
                </a:lnTo>
                <a:lnTo>
                  <a:pt x="5244" y="600"/>
                </a:lnTo>
                <a:lnTo>
                  <a:pt x="5245" y="600"/>
                </a:lnTo>
                <a:lnTo>
                  <a:pt x="5247" y="600"/>
                </a:lnTo>
                <a:lnTo>
                  <a:pt x="5247" y="601"/>
                </a:lnTo>
                <a:lnTo>
                  <a:pt x="5249" y="601"/>
                </a:lnTo>
                <a:lnTo>
                  <a:pt x="5250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3"/>
                </a:lnTo>
                <a:lnTo>
                  <a:pt x="5260" y="603"/>
                </a:lnTo>
                <a:lnTo>
                  <a:pt x="5262" y="603"/>
                </a:lnTo>
                <a:lnTo>
                  <a:pt x="5263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8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9" y="601"/>
                </a:lnTo>
                <a:lnTo>
                  <a:pt x="5280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6" y="601"/>
                </a:lnTo>
                <a:lnTo>
                  <a:pt x="5287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5"/>
                </a:lnTo>
                <a:lnTo>
                  <a:pt x="5302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8" y="597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8"/>
                </a:lnTo>
                <a:lnTo>
                  <a:pt x="5312" y="598"/>
                </a:lnTo>
                <a:lnTo>
                  <a:pt x="5314" y="599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4" y="598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6" y="595"/>
                </a:lnTo>
                <a:lnTo>
                  <a:pt x="5325" y="595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2" y="584"/>
                </a:lnTo>
                <a:lnTo>
                  <a:pt x="5333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3" y="581"/>
                </a:lnTo>
                <a:lnTo>
                  <a:pt x="5333" y="580"/>
                </a:lnTo>
                <a:lnTo>
                  <a:pt x="5332" y="580"/>
                </a:lnTo>
                <a:lnTo>
                  <a:pt x="5332" y="579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39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4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3" y="566"/>
                </a:lnTo>
                <a:lnTo>
                  <a:pt x="5364" y="563"/>
                </a:lnTo>
                <a:lnTo>
                  <a:pt x="5364" y="562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0" y="557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8" y="560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5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0" y="558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4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1"/>
                </a:lnTo>
                <a:lnTo>
                  <a:pt x="5420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4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4" y="543"/>
                </a:lnTo>
                <a:lnTo>
                  <a:pt x="5435" y="543"/>
                </a:lnTo>
                <a:lnTo>
                  <a:pt x="5436" y="543"/>
                </a:lnTo>
                <a:lnTo>
                  <a:pt x="5436" y="542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0"/>
                </a:lnTo>
                <a:lnTo>
                  <a:pt x="5445" y="540"/>
                </a:lnTo>
                <a:lnTo>
                  <a:pt x="5446" y="539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49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3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79" y="532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2" y="529"/>
                </a:lnTo>
                <a:lnTo>
                  <a:pt x="5503" y="529"/>
                </a:lnTo>
                <a:lnTo>
                  <a:pt x="5504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7" y="528"/>
                </a:lnTo>
                <a:lnTo>
                  <a:pt x="5510" y="528"/>
                </a:lnTo>
                <a:lnTo>
                  <a:pt x="5511" y="529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1" y="533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29" y="527"/>
                </a:lnTo>
                <a:lnTo>
                  <a:pt x="5531" y="526"/>
                </a:lnTo>
                <a:lnTo>
                  <a:pt x="5533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0" y="525"/>
                </a:lnTo>
                <a:lnTo>
                  <a:pt x="5542" y="526"/>
                </a:lnTo>
                <a:lnTo>
                  <a:pt x="5545" y="526"/>
                </a:lnTo>
                <a:lnTo>
                  <a:pt x="5545" y="525"/>
                </a:lnTo>
                <a:lnTo>
                  <a:pt x="5546" y="525"/>
                </a:lnTo>
                <a:lnTo>
                  <a:pt x="5547" y="524"/>
                </a:lnTo>
                <a:lnTo>
                  <a:pt x="5547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0" y="526"/>
                </a:lnTo>
                <a:lnTo>
                  <a:pt x="5550" y="528"/>
                </a:lnTo>
                <a:lnTo>
                  <a:pt x="5549" y="530"/>
                </a:lnTo>
                <a:lnTo>
                  <a:pt x="5548" y="530"/>
                </a:lnTo>
                <a:lnTo>
                  <a:pt x="5547" y="531"/>
                </a:lnTo>
                <a:lnTo>
                  <a:pt x="5545" y="532"/>
                </a:lnTo>
                <a:lnTo>
                  <a:pt x="5543" y="533"/>
                </a:lnTo>
                <a:lnTo>
                  <a:pt x="5541" y="533"/>
                </a:lnTo>
                <a:lnTo>
                  <a:pt x="5540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4" y="535"/>
                </a:lnTo>
                <a:lnTo>
                  <a:pt x="5532" y="536"/>
                </a:lnTo>
                <a:lnTo>
                  <a:pt x="5531" y="536"/>
                </a:lnTo>
                <a:lnTo>
                  <a:pt x="5529" y="536"/>
                </a:lnTo>
                <a:lnTo>
                  <a:pt x="5528" y="537"/>
                </a:lnTo>
                <a:lnTo>
                  <a:pt x="5527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2"/>
                </a:lnTo>
                <a:lnTo>
                  <a:pt x="5517" y="543"/>
                </a:lnTo>
                <a:lnTo>
                  <a:pt x="5516" y="543"/>
                </a:lnTo>
                <a:lnTo>
                  <a:pt x="5515" y="543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2" y="550"/>
                </a:lnTo>
                <a:lnTo>
                  <a:pt x="5513" y="551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2" y="554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5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58"/>
                </a:lnTo>
                <a:lnTo>
                  <a:pt x="5509" y="560"/>
                </a:lnTo>
                <a:lnTo>
                  <a:pt x="5508" y="561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1" y="567"/>
                </a:lnTo>
                <a:lnTo>
                  <a:pt x="5501" y="568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1" y="571"/>
                </a:lnTo>
                <a:lnTo>
                  <a:pt x="5501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3" y="574"/>
                </a:lnTo>
                <a:lnTo>
                  <a:pt x="5504" y="574"/>
                </a:lnTo>
                <a:lnTo>
                  <a:pt x="5504" y="575"/>
                </a:lnTo>
                <a:lnTo>
                  <a:pt x="5505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06" y="579"/>
                </a:lnTo>
                <a:lnTo>
                  <a:pt x="5506" y="580"/>
                </a:lnTo>
                <a:lnTo>
                  <a:pt x="5507" y="580"/>
                </a:lnTo>
                <a:lnTo>
                  <a:pt x="5510" y="580"/>
                </a:lnTo>
                <a:lnTo>
                  <a:pt x="5510" y="581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2" y="588"/>
                </a:lnTo>
                <a:lnTo>
                  <a:pt x="5512" y="589"/>
                </a:lnTo>
                <a:lnTo>
                  <a:pt x="5513" y="589"/>
                </a:lnTo>
                <a:lnTo>
                  <a:pt x="5513" y="590"/>
                </a:lnTo>
                <a:lnTo>
                  <a:pt x="5514" y="590"/>
                </a:lnTo>
                <a:lnTo>
                  <a:pt x="5515" y="590"/>
                </a:lnTo>
                <a:lnTo>
                  <a:pt x="5515" y="591"/>
                </a:lnTo>
                <a:lnTo>
                  <a:pt x="5516" y="591"/>
                </a:lnTo>
                <a:lnTo>
                  <a:pt x="5517" y="592"/>
                </a:lnTo>
                <a:lnTo>
                  <a:pt x="5517" y="593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1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5" y="607"/>
                </a:lnTo>
                <a:lnTo>
                  <a:pt x="5514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5" y="628"/>
                </a:lnTo>
                <a:lnTo>
                  <a:pt x="5484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8"/>
                </a:lnTo>
                <a:lnTo>
                  <a:pt x="5480" y="629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3"/>
                </a:lnTo>
                <a:lnTo>
                  <a:pt x="5475" y="634"/>
                </a:lnTo>
                <a:lnTo>
                  <a:pt x="5475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3" y="637"/>
                </a:lnTo>
                <a:lnTo>
                  <a:pt x="5472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6" y="648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1" y="652"/>
                </a:lnTo>
                <a:lnTo>
                  <a:pt x="5471" y="653"/>
                </a:lnTo>
                <a:lnTo>
                  <a:pt x="5472" y="653"/>
                </a:lnTo>
                <a:lnTo>
                  <a:pt x="5472" y="654"/>
                </a:lnTo>
                <a:lnTo>
                  <a:pt x="5472" y="656"/>
                </a:lnTo>
                <a:lnTo>
                  <a:pt x="5472" y="658"/>
                </a:lnTo>
                <a:lnTo>
                  <a:pt x="5472" y="660"/>
                </a:lnTo>
                <a:lnTo>
                  <a:pt x="5472" y="661"/>
                </a:lnTo>
                <a:lnTo>
                  <a:pt x="5472" y="662"/>
                </a:lnTo>
                <a:lnTo>
                  <a:pt x="5471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70"/>
                </a:lnTo>
                <a:lnTo>
                  <a:pt x="5461" y="672"/>
                </a:lnTo>
                <a:lnTo>
                  <a:pt x="5459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7" y="675"/>
                </a:lnTo>
                <a:lnTo>
                  <a:pt x="5457" y="676"/>
                </a:lnTo>
                <a:lnTo>
                  <a:pt x="5458" y="676"/>
                </a:lnTo>
                <a:lnTo>
                  <a:pt x="5458" y="677"/>
                </a:lnTo>
                <a:lnTo>
                  <a:pt x="5458" y="678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5"/>
                </a:lnTo>
                <a:lnTo>
                  <a:pt x="5456" y="685"/>
                </a:lnTo>
                <a:lnTo>
                  <a:pt x="5456" y="686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4" y="693"/>
                </a:lnTo>
                <a:lnTo>
                  <a:pt x="5455" y="693"/>
                </a:lnTo>
                <a:lnTo>
                  <a:pt x="5455" y="694"/>
                </a:lnTo>
                <a:lnTo>
                  <a:pt x="5456" y="694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2"/>
                </a:lnTo>
                <a:lnTo>
                  <a:pt x="5454" y="703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3" y="707"/>
                </a:lnTo>
                <a:lnTo>
                  <a:pt x="5453" y="709"/>
                </a:lnTo>
                <a:lnTo>
                  <a:pt x="5452" y="710"/>
                </a:lnTo>
                <a:lnTo>
                  <a:pt x="5451" y="711"/>
                </a:lnTo>
                <a:lnTo>
                  <a:pt x="5450" y="711"/>
                </a:lnTo>
                <a:lnTo>
                  <a:pt x="5450" y="712"/>
                </a:lnTo>
                <a:lnTo>
                  <a:pt x="5448" y="712"/>
                </a:lnTo>
                <a:lnTo>
                  <a:pt x="5447" y="713"/>
                </a:lnTo>
                <a:lnTo>
                  <a:pt x="5446" y="713"/>
                </a:lnTo>
                <a:lnTo>
                  <a:pt x="5445" y="714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0" y="724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8" y="729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3" y="730"/>
                </a:lnTo>
                <a:lnTo>
                  <a:pt x="5444" y="730"/>
                </a:lnTo>
                <a:lnTo>
                  <a:pt x="5444" y="731"/>
                </a:lnTo>
                <a:lnTo>
                  <a:pt x="5445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6" y="734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5" y="737"/>
                </a:lnTo>
                <a:lnTo>
                  <a:pt x="5444" y="737"/>
                </a:lnTo>
                <a:lnTo>
                  <a:pt x="5443" y="737"/>
                </a:lnTo>
                <a:lnTo>
                  <a:pt x="5443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3" y="744"/>
                </a:lnTo>
                <a:lnTo>
                  <a:pt x="5443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2" y="749"/>
                </a:lnTo>
                <a:lnTo>
                  <a:pt x="5442" y="750"/>
                </a:lnTo>
                <a:lnTo>
                  <a:pt x="5441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1" y="751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7" y="755"/>
                </a:lnTo>
                <a:lnTo>
                  <a:pt x="5437" y="754"/>
                </a:lnTo>
                <a:lnTo>
                  <a:pt x="5436" y="754"/>
                </a:lnTo>
                <a:lnTo>
                  <a:pt x="5436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1" y="757"/>
                </a:lnTo>
                <a:lnTo>
                  <a:pt x="5430" y="757"/>
                </a:lnTo>
                <a:lnTo>
                  <a:pt x="5429" y="758"/>
                </a:lnTo>
                <a:lnTo>
                  <a:pt x="5428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4" y="763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8" y="768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7" y="772"/>
                </a:lnTo>
                <a:lnTo>
                  <a:pt x="5426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8" y="781"/>
                </a:lnTo>
                <a:lnTo>
                  <a:pt x="5417" y="781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8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2" y="788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09" y="785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7" y="788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5" y="790"/>
                </a:lnTo>
                <a:lnTo>
                  <a:pt x="5406" y="791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7" y="798"/>
                </a:lnTo>
                <a:lnTo>
                  <a:pt x="5406" y="798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3" y="800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0" y="806"/>
                </a:lnTo>
                <a:lnTo>
                  <a:pt x="5400" y="807"/>
                </a:lnTo>
                <a:lnTo>
                  <a:pt x="5401" y="807"/>
                </a:lnTo>
                <a:lnTo>
                  <a:pt x="5401" y="806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6"/>
                </a:lnTo>
                <a:lnTo>
                  <a:pt x="5403" y="806"/>
                </a:lnTo>
                <a:lnTo>
                  <a:pt x="5403" y="807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3" y="813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2" y="813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4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398" y="816"/>
                </a:lnTo>
                <a:lnTo>
                  <a:pt x="5398" y="817"/>
                </a:lnTo>
                <a:lnTo>
                  <a:pt x="5399" y="817"/>
                </a:lnTo>
                <a:lnTo>
                  <a:pt x="5399" y="818"/>
                </a:lnTo>
                <a:lnTo>
                  <a:pt x="5400" y="818"/>
                </a:lnTo>
                <a:lnTo>
                  <a:pt x="5399" y="819"/>
                </a:lnTo>
                <a:lnTo>
                  <a:pt x="5398" y="819"/>
                </a:lnTo>
                <a:lnTo>
                  <a:pt x="5397" y="819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18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89" y="821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6" y="832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4" y="834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5" y="839"/>
                </a:lnTo>
                <a:lnTo>
                  <a:pt x="5374" y="839"/>
                </a:lnTo>
                <a:lnTo>
                  <a:pt x="5374" y="840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1"/>
                </a:lnTo>
                <a:lnTo>
                  <a:pt x="5372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1" y="854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2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3" y="858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4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5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6"/>
                </a:lnTo>
                <a:lnTo>
                  <a:pt x="5370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70" y="867"/>
                </a:lnTo>
                <a:lnTo>
                  <a:pt x="5369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8" y="868"/>
                </a:lnTo>
                <a:lnTo>
                  <a:pt x="5367" y="868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7" y="875"/>
                </a:lnTo>
                <a:lnTo>
                  <a:pt x="5358" y="875"/>
                </a:lnTo>
                <a:lnTo>
                  <a:pt x="5358" y="876"/>
                </a:lnTo>
                <a:lnTo>
                  <a:pt x="5357" y="876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4" y="873"/>
                </a:lnTo>
                <a:lnTo>
                  <a:pt x="5354" y="874"/>
                </a:lnTo>
                <a:lnTo>
                  <a:pt x="5353" y="873"/>
                </a:lnTo>
                <a:lnTo>
                  <a:pt x="5352" y="873"/>
                </a:lnTo>
                <a:lnTo>
                  <a:pt x="5351" y="873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2" y="851"/>
                </a:lnTo>
                <a:lnTo>
                  <a:pt x="5271" y="850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9"/>
                </a:lnTo>
                <a:lnTo>
                  <a:pt x="5266" y="848"/>
                </a:lnTo>
                <a:lnTo>
                  <a:pt x="5265" y="848"/>
                </a:lnTo>
                <a:lnTo>
                  <a:pt x="5265" y="847"/>
                </a:lnTo>
                <a:lnTo>
                  <a:pt x="5265" y="846"/>
                </a:lnTo>
                <a:lnTo>
                  <a:pt x="5264" y="844"/>
                </a:lnTo>
                <a:lnTo>
                  <a:pt x="5264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59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6" y="845"/>
                </a:lnTo>
                <a:lnTo>
                  <a:pt x="5256" y="846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5"/>
                </a:lnTo>
                <a:lnTo>
                  <a:pt x="5249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5"/>
                </a:lnTo>
                <a:lnTo>
                  <a:pt x="5241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1" y="862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6"/>
                </a:lnTo>
                <a:lnTo>
                  <a:pt x="5241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6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19" y="881"/>
                </a:lnTo>
                <a:lnTo>
                  <a:pt x="5219" y="880"/>
                </a:lnTo>
                <a:lnTo>
                  <a:pt x="5218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1"/>
                </a:lnTo>
                <a:lnTo>
                  <a:pt x="5208" y="881"/>
                </a:lnTo>
                <a:lnTo>
                  <a:pt x="5208" y="882"/>
                </a:lnTo>
                <a:lnTo>
                  <a:pt x="5207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6" y="885"/>
                </a:lnTo>
                <a:lnTo>
                  <a:pt x="5205" y="885"/>
                </a:lnTo>
                <a:lnTo>
                  <a:pt x="5204" y="885"/>
                </a:lnTo>
                <a:lnTo>
                  <a:pt x="5204" y="884"/>
                </a:lnTo>
                <a:lnTo>
                  <a:pt x="5203" y="884"/>
                </a:lnTo>
                <a:lnTo>
                  <a:pt x="5203" y="885"/>
                </a:lnTo>
                <a:lnTo>
                  <a:pt x="5202" y="885"/>
                </a:lnTo>
                <a:lnTo>
                  <a:pt x="5201" y="885"/>
                </a:lnTo>
                <a:lnTo>
                  <a:pt x="5201" y="886"/>
                </a:lnTo>
                <a:lnTo>
                  <a:pt x="5200" y="886"/>
                </a:lnTo>
                <a:lnTo>
                  <a:pt x="5199" y="886"/>
                </a:lnTo>
                <a:lnTo>
                  <a:pt x="5198" y="885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4"/>
                </a:lnTo>
                <a:lnTo>
                  <a:pt x="5194" y="883"/>
                </a:lnTo>
                <a:lnTo>
                  <a:pt x="5193" y="883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89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8" y="887"/>
                </a:lnTo>
                <a:lnTo>
                  <a:pt x="5189" y="888"/>
                </a:lnTo>
                <a:lnTo>
                  <a:pt x="5189" y="889"/>
                </a:lnTo>
                <a:lnTo>
                  <a:pt x="5188" y="889"/>
                </a:lnTo>
                <a:lnTo>
                  <a:pt x="5187" y="889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0"/>
                </a:lnTo>
                <a:lnTo>
                  <a:pt x="5182" y="890"/>
                </a:lnTo>
                <a:lnTo>
                  <a:pt x="5182" y="891"/>
                </a:lnTo>
                <a:lnTo>
                  <a:pt x="5179" y="891"/>
                </a:lnTo>
                <a:lnTo>
                  <a:pt x="5178" y="891"/>
                </a:lnTo>
                <a:lnTo>
                  <a:pt x="5177" y="892"/>
                </a:lnTo>
                <a:lnTo>
                  <a:pt x="5177" y="893"/>
                </a:lnTo>
                <a:lnTo>
                  <a:pt x="5176" y="893"/>
                </a:lnTo>
                <a:lnTo>
                  <a:pt x="5176" y="894"/>
                </a:lnTo>
                <a:lnTo>
                  <a:pt x="5177" y="896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7"/>
                </a:lnTo>
                <a:lnTo>
                  <a:pt x="5182" y="897"/>
                </a:lnTo>
                <a:lnTo>
                  <a:pt x="5182" y="898"/>
                </a:lnTo>
                <a:lnTo>
                  <a:pt x="5181" y="899"/>
                </a:lnTo>
                <a:lnTo>
                  <a:pt x="5182" y="900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6" y="900"/>
                </a:lnTo>
                <a:lnTo>
                  <a:pt x="5186" y="901"/>
                </a:lnTo>
                <a:lnTo>
                  <a:pt x="5187" y="903"/>
                </a:lnTo>
                <a:lnTo>
                  <a:pt x="5188" y="904"/>
                </a:lnTo>
                <a:lnTo>
                  <a:pt x="5188" y="906"/>
                </a:lnTo>
                <a:lnTo>
                  <a:pt x="5189" y="907"/>
                </a:lnTo>
                <a:lnTo>
                  <a:pt x="5190" y="907"/>
                </a:lnTo>
                <a:lnTo>
                  <a:pt x="5193" y="920"/>
                </a:lnTo>
                <a:lnTo>
                  <a:pt x="5195" y="925"/>
                </a:lnTo>
                <a:lnTo>
                  <a:pt x="5201" y="949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6" y="976"/>
                </a:lnTo>
                <a:lnTo>
                  <a:pt x="5205" y="976"/>
                </a:lnTo>
                <a:lnTo>
                  <a:pt x="5204" y="977"/>
                </a:lnTo>
                <a:lnTo>
                  <a:pt x="5203" y="979"/>
                </a:lnTo>
                <a:lnTo>
                  <a:pt x="5203" y="980"/>
                </a:lnTo>
                <a:lnTo>
                  <a:pt x="5203" y="981"/>
                </a:lnTo>
                <a:lnTo>
                  <a:pt x="5202" y="981"/>
                </a:lnTo>
                <a:lnTo>
                  <a:pt x="5203" y="982"/>
                </a:lnTo>
                <a:lnTo>
                  <a:pt x="5202" y="983"/>
                </a:lnTo>
                <a:lnTo>
                  <a:pt x="5202" y="984"/>
                </a:lnTo>
                <a:lnTo>
                  <a:pt x="5203" y="984"/>
                </a:lnTo>
                <a:lnTo>
                  <a:pt x="5203" y="985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7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2" y="991"/>
                </a:lnTo>
                <a:lnTo>
                  <a:pt x="5202" y="992"/>
                </a:lnTo>
                <a:lnTo>
                  <a:pt x="5201" y="992"/>
                </a:lnTo>
                <a:lnTo>
                  <a:pt x="5201" y="993"/>
                </a:lnTo>
                <a:lnTo>
                  <a:pt x="5202" y="994"/>
                </a:lnTo>
                <a:lnTo>
                  <a:pt x="5201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0" y="996"/>
                </a:lnTo>
                <a:lnTo>
                  <a:pt x="5200" y="997"/>
                </a:lnTo>
                <a:lnTo>
                  <a:pt x="5199" y="997"/>
                </a:lnTo>
                <a:lnTo>
                  <a:pt x="5199" y="998"/>
                </a:lnTo>
                <a:lnTo>
                  <a:pt x="5200" y="998"/>
                </a:lnTo>
                <a:lnTo>
                  <a:pt x="5200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0" y="1000"/>
                </a:lnTo>
                <a:lnTo>
                  <a:pt x="5199" y="1000"/>
                </a:lnTo>
                <a:lnTo>
                  <a:pt x="5200" y="1000"/>
                </a:lnTo>
                <a:lnTo>
                  <a:pt x="5200" y="1001"/>
                </a:lnTo>
                <a:lnTo>
                  <a:pt x="5199" y="1001"/>
                </a:lnTo>
                <a:lnTo>
                  <a:pt x="5199" y="1002"/>
                </a:lnTo>
                <a:lnTo>
                  <a:pt x="5200" y="1003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1" y="1006"/>
                </a:lnTo>
                <a:lnTo>
                  <a:pt x="5200" y="1007"/>
                </a:lnTo>
                <a:lnTo>
                  <a:pt x="5200" y="1008"/>
                </a:lnTo>
                <a:lnTo>
                  <a:pt x="5201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0" y="1010"/>
                </a:lnTo>
                <a:lnTo>
                  <a:pt x="5200" y="1011"/>
                </a:lnTo>
                <a:lnTo>
                  <a:pt x="5200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2" y="1013"/>
                </a:lnTo>
                <a:lnTo>
                  <a:pt x="5202" y="1014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1" y="1017"/>
                </a:lnTo>
                <a:lnTo>
                  <a:pt x="5200" y="1017"/>
                </a:lnTo>
                <a:lnTo>
                  <a:pt x="5200" y="1018"/>
                </a:lnTo>
                <a:lnTo>
                  <a:pt x="5200" y="1019"/>
                </a:lnTo>
                <a:lnTo>
                  <a:pt x="5200" y="1020"/>
                </a:lnTo>
                <a:lnTo>
                  <a:pt x="5201" y="1020"/>
                </a:lnTo>
                <a:lnTo>
                  <a:pt x="5202" y="1020"/>
                </a:lnTo>
                <a:lnTo>
                  <a:pt x="5202" y="1021"/>
                </a:lnTo>
                <a:lnTo>
                  <a:pt x="5201" y="1022"/>
                </a:lnTo>
                <a:lnTo>
                  <a:pt x="5202" y="1022"/>
                </a:lnTo>
                <a:lnTo>
                  <a:pt x="5201" y="1022"/>
                </a:lnTo>
                <a:lnTo>
                  <a:pt x="5200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9" y="1025"/>
                </a:lnTo>
                <a:lnTo>
                  <a:pt x="5199" y="1024"/>
                </a:lnTo>
                <a:lnTo>
                  <a:pt x="5198" y="1024"/>
                </a:lnTo>
                <a:lnTo>
                  <a:pt x="5198" y="1025"/>
                </a:lnTo>
                <a:lnTo>
                  <a:pt x="5199" y="1025"/>
                </a:lnTo>
                <a:lnTo>
                  <a:pt x="5199" y="1026"/>
                </a:lnTo>
                <a:lnTo>
                  <a:pt x="5198" y="1027"/>
                </a:lnTo>
                <a:lnTo>
                  <a:pt x="5198" y="1028"/>
                </a:lnTo>
                <a:lnTo>
                  <a:pt x="5199" y="1028"/>
                </a:lnTo>
                <a:lnTo>
                  <a:pt x="5200" y="1028"/>
                </a:lnTo>
                <a:lnTo>
                  <a:pt x="5200" y="1029"/>
                </a:lnTo>
                <a:lnTo>
                  <a:pt x="5201" y="1029"/>
                </a:lnTo>
                <a:lnTo>
                  <a:pt x="5202" y="1029"/>
                </a:lnTo>
                <a:lnTo>
                  <a:pt x="5202" y="1030"/>
                </a:lnTo>
                <a:lnTo>
                  <a:pt x="5203" y="1030"/>
                </a:lnTo>
                <a:lnTo>
                  <a:pt x="5204" y="1031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09" y="1032"/>
                </a:lnTo>
                <a:lnTo>
                  <a:pt x="5209" y="1033"/>
                </a:lnTo>
                <a:lnTo>
                  <a:pt x="5209" y="1034"/>
                </a:lnTo>
                <a:lnTo>
                  <a:pt x="5208" y="1035"/>
                </a:lnTo>
                <a:lnTo>
                  <a:pt x="5208" y="1036"/>
                </a:lnTo>
                <a:lnTo>
                  <a:pt x="5207" y="1037"/>
                </a:lnTo>
                <a:lnTo>
                  <a:pt x="5208" y="1038"/>
                </a:lnTo>
                <a:lnTo>
                  <a:pt x="5208" y="1040"/>
                </a:lnTo>
                <a:lnTo>
                  <a:pt x="5208" y="1041"/>
                </a:lnTo>
                <a:lnTo>
                  <a:pt x="5208" y="1042"/>
                </a:lnTo>
                <a:lnTo>
                  <a:pt x="5207" y="1042"/>
                </a:lnTo>
                <a:lnTo>
                  <a:pt x="5205" y="1043"/>
                </a:lnTo>
                <a:lnTo>
                  <a:pt x="5205" y="1044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1"/>
                </a:lnTo>
                <a:lnTo>
                  <a:pt x="5204" y="1052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7"/>
                </a:lnTo>
                <a:lnTo>
                  <a:pt x="5199" y="1058"/>
                </a:lnTo>
                <a:lnTo>
                  <a:pt x="5198" y="1059"/>
                </a:lnTo>
                <a:lnTo>
                  <a:pt x="5198" y="1060"/>
                </a:lnTo>
                <a:lnTo>
                  <a:pt x="5198" y="1061"/>
                </a:lnTo>
                <a:lnTo>
                  <a:pt x="5199" y="1061"/>
                </a:lnTo>
                <a:lnTo>
                  <a:pt x="5199" y="1062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5"/>
                </a:lnTo>
                <a:lnTo>
                  <a:pt x="5200" y="1066"/>
                </a:lnTo>
                <a:lnTo>
                  <a:pt x="5199" y="1068"/>
                </a:lnTo>
                <a:lnTo>
                  <a:pt x="5196" y="1071"/>
                </a:lnTo>
                <a:lnTo>
                  <a:pt x="5195" y="1072"/>
                </a:lnTo>
                <a:lnTo>
                  <a:pt x="5196" y="1074"/>
                </a:lnTo>
                <a:lnTo>
                  <a:pt x="5196" y="1075"/>
                </a:lnTo>
                <a:lnTo>
                  <a:pt x="5195" y="1075"/>
                </a:lnTo>
                <a:lnTo>
                  <a:pt x="5194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1" y="1075"/>
                </a:lnTo>
                <a:lnTo>
                  <a:pt x="5191" y="1076"/>
                </a:lnTo>
                <a:lnTo>
                  <a:pt x="5191" y="1077"/>
                </a:lnTo>
                <a:lnTo>
                  <a:pt x="5189" y="1079"/>
                </a:lnTo>
                <a:lnTo>
                  <a:pt x="5189" y="1080"/>
                </a:lnTo>
                <a:lnTo>
                  <a:pt x="5190" y="1081"/>
                </a:lnTo>
                <a:lnTo>
                  <a:pt x="5191" y="1083"/>
                </a:lnTo>
                <a:lnTo>
                  <a:pt x="5191" y="1084"/>
                </a:lnTo>
                <a:lnTo>
                  <a:pt x="5191" y="1085"/>
                </a:lnTo>
                <a:lnTo>
                  <a:pt x="5192" y="1085"/>
                </a:lnTo>
                <a:lnTo>
                  <a:pt x="5193" y="1086"/>
                </a:lnTo>
                <a:lnTo>
                  <a:pt x="5194" y="1085"/>
                </a:lnTo>
                <a:lnTo>
                  <a:pt x="5194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90"/>
                </a:lnTo>
                <a:lnTo>
                  <a:pt x="5191" y="1091"/>
                </a:lnTo>
                <a:lnTo>
                  <a:pt x="5190" y="1091"/>
                </a:lnTo>
                <a:lnTo>
                  <a:pt x="5189" y="1091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4" y="1090"/>
                </a:lnTo>
                <a:lnTo>
                  <a:pt x="5184" y="1089"/>
                </a:lnTo>
                <a:lnTo>
                  <a:pt x="5183" y="1089"/>
                </a:lnTo>
                <a:lnTo>
                  <a:pt x="5182" y="1090"/>
                </a:lnTo>
                <a:lnTo>
                  <a:pt x="5182" y="1091"/>
                </a:lnTo>
                <a:lnTo>
                  <a:pt x="5182" y="1092"/>
                </a:lnTo>
                <a:lnTo>
                  <a:pt x="5183" y="1094"/>
                </a:lnTo>
                <a:lnTo>
                  <a:pt x="5184" y="1095"/>
                </a:lnTo>
                <a:lnTo>
                  <a:pt x="5184" y="1096"/>
                </a:lnTo>
                <a:lnTo>
                  <a:pt x="5183" y="1096"/>
                </a:lnTo>
                <a:lnTo>
                  <a:pt x="5182" y="1096"/>
                </a:lnTo>
                <a:lnTo>
                  <a:pt x="5179" y="1096"/>
                </a:lnTo>
                <a:lnTo>
                  <a:pt x="5178" y="1096"/>
                </a:lnTo>
                <a:lnTo>
                  <a:pt x="5177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3" y="1095"/>
                </a:lnTo>
                <a:lnTo>
                  <a:pt x="5172" y="1096"/>
                </a:lnTo>
                <a:lnTo>
                  <a:pt x="5171" y="1097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6"/>
                </a:lnTo>
                <a:lnTo>
                  <a:pt x="5167" y="1095"/>
                </a:lnTo>
                <a:lnTo>
                  <a:pt x="5166" y="1094"/>
                </a:lnTo>
                <a:lnTo>
                  <a:pt x="5165" y="1094"/>
                </a:lnTo>
                <a:lnTo>
                  <a:pt x="5164" y="1094"/>
                </a:lnTo>
                <a:lnTo>
                  <a:pt x="5163" y="1094"/>
                </a:lnTo>
                <a:lnTo>
                  <a:pt x="5162" y="1095"/>
                </a:lnTo>
                <a:lnTo>
                  <a:pt x="5161" y="1095"/>
                </a:lnTo>
                <a:lnTo>
                  <a:pt x="5161" y="1097"/>
                </a:lnTo>
                <a:lnTo>
                  <a:pt x="5160" y="1098"/>
                </a:lnTo>
                <a:lnTo>
                  <a:pt x="5160" y="1099"/>
                </a:lnTo>
                <a:lnTo>
                  <a:pt x="5159" y="1099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9"/>
                </a:lnTo>
                <a:lnTo>
                  <a:pt x="5155" y="1099"/>
                </a:lnTo>
                <a:lnTo>
                  <a:pt x="5154" y="1098"/>
                </a:lnTo>
                <a:lnTo>
                  <a:pt x="5153" y="1098"/>
                </a:lnTo>
                <a:lnTo>
                  <a:pt x="5152" y="1097"/>
                </a:lnTo>
                <a:lnTo>
                  <a:pt x="5151" y="1097"/>
                </a:lnTo>
                <a:lnTo>
                  <a:pt x="5150" y="1098"/>
                </a:lnTo>
                <a:lnTo>
                  <a:pt x="5147" y="1100"/>
                </a:lnTo>
                <a:lnTo>
                  <a:pt x="5146" y="1100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1"/>
                </a:lnTo>
                <a:lnTo>
                  <a:pt x="5140" y="1101"/>
                </a:lnTo>
                <a:lnTo>
                  <a:pt x="5140" y="1103"/>
                </a:lnTo>
                <a:lnTo>
                  <a:pt x="5139" y="1103"/>
                </a:lnTo>
                <a:lnTo>
                  <a:pt x="5138" y="1104"/>
                </a:lnTo>
                <a:lnTo>
                  <a:pt x="5137" y="1104"/>
                </a:lnTo>
                <a:lnTo>
                  <a:pt x="5135" y="1105"/>
                </a:lnTo>
                <a:lnTo>
                  <a:pt x="5133" y="1105"/>
                </a:lnTo>
                <a:lnTo>
                  <a:pt x="5132" y="1106"/>
                </a:lnTo>
                <a:lnTo>
                  <a:pt x="5130" y="1107"/>
                </a:lnTo>
                <a:lnTo>
                  <a:pt x="5129" y="1108"/>
                </a:lnTo>
                <a:lnTo>
                  <a:pt x="5128" y="1110"/>
                </a:lnTo>
                <a:lnTo>
                  <a:pt x="5127" y="1110"/>
                </a:lnTo>
                <a:lnTo>
                  <a:pt x="5127" y="1109"/>
                </a:lnTo>
                <a:lnTo>
                  <a:pt x="5127" y="1110"/>
                </a:lnTo>
                <a:lnTo>
                  <a:pt x="5127" y="1111"/>
                </a:lnTo>
                <a:lnTo>
                  <a:pt x="5128" y="1112"/>
                </a:lnTo>
                <a:lnTo>
                  <a:pt x="5129" y="1112"/>
                </a:lnTo>
                <a:lnTo>
                  <a:pt x="5130" y="1112"/>
                </a:lnTo>
                <a:lnTo>
                  <a:pt x="5131" y="1113"/>
                </a:lnTo>
                <a:lnTo>
                  <a:pt x="5131" y="1114"/>
                </a:lnTo>
                <a:lnTo>
                  <a:pt x="5132" y="1114"/>
                </a:lnTo>
                <a:lnTo>
                  <a:pt x="5133" y="1114"/>
                </a:lnTo>
                <a:lnTo>
                  <a:pt x="5135" y="1114"/>
                </a:lnTo>
                <a:lnTo>
                  <a:pt x="5136" y="1113"/>
                </a:lnTo>
                <a:lnTo>
                  <a:pt x="5137" y="1113"/>
                </a:lnTo>
                <a:lnTo>
                  <a:pt x="5138" y="1113"/>
                </a:lnTo>
                <a:lnTo>
                  <a:pt x="5140" y="1113"/>
                </a:lnTo>
                <a:lnTo>
                  <a:pt x="5141" y="1114"/>
                </a:lnTo>
                <a:lnTo>
                  <a:pt x="5142" y="1114"/>
                </a:lnTo>
                <a:lnTo>
                  <a:pt x="5142" y="1115"/>
                </a:lnTo>
                <a:lnTo>
                  <a:pt x="5144" y="1116"/>
                </a:lnTo>
                <a:lnTo>
                  <a:pt x="5144" y="1117"/>
                </a:lnTo>
                <a:lnTo>
                  <a:pt x="5145" y="1119"/>
                </a:lnTo>
                <a:lnTo>
                  <a:pt x="5146" y="1119"/>
                </a:lnTo>
                <a:lnTo>
                  <a:pt x="5146" y="1120"/>
                </a:lnTo>
                <a:lnTo>
                  <a:pt x="5146" y="1121"/>
                </a:lnTo>
                <a:lnTo>
                  <a:pt x="5147" y="1123"/>
                </a:lnTo>
                <a:lnTo>
                  <a:pt x="5147" y="1124"/>
                </a:lnTo>
                <a:lnTo>
                  <a:pt x="5146" y="1128"/>
                </a:lnTo>
                <a:lnTo>
                  <a:pt x="5144" y="1127"/>
                </a:lnTo>
                <a:lnTo>
                  <a:pt x="5143" y="1127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0"/>
                </a:lnTo>
                <a:lnTo>
                  <a:pt x="5142" y="1133"/>
                </a:lnTo>
                <a:lnTo>
                  <a:pt x="5145" y="1134"/>
                </a:lnTo>
                <a:lnTo>
                  <a:pt x="5144" y="1138"/>
                </a:lnTo>
                <a:lnTo>
                  <a:pt x="5145" y="1139"/>
                </a:lnTo>
                <a:lnTo>
                  <a:pt x="5146" y="1139"/>
                </a:lnTo>
                <a:lnTo>
                  <a:pt x="5148" y="1140"/>
                </a:lnTo>
                <a:lnTo>
                  <a:pt x="5148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7" y="1141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40"/>
                </a:lnTo>
                <a:lnTo>
                  <a:pt x="5142" y="1140"/>
                </a:lnTo>
                <a:lnTo>
                  <a:pt x="5142" y="1139"/>
                </a:lnTo>
                <a:lnTo>
                  <a:pt x="5141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2" y="1136"/>
                </a:lnTo>
                <a:lnTo>
                  <a:pt x="5142" y="1135"/>
                </a:lnTo>
                <a:lnTo>
                  <a:pt x="5142" y="1134"/>
                </a:lnTo>
                <a:lnTo>
                  <a:pt x="5141" y="1134"/>
                </a:lnTo>
                <a:lnTo>
                  <a:pt x="5140" y="1134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39" y="1131"/>
                </a:lnTo>
                <a:lnTo>
                  <a:pt x="5139" y="1130"/>
                </a:lnTo>
                <a:lnTo>
                  <a:pt x="5139" y="1129"/>
                </a:lnTo>
                <a:lnTo>
                  <a:pt x="5138" y="1129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7" y="1125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2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4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3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4" y="1127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8"/>
                </a:lnTo>
                <a:lnTo>
                  <a:pt x="5129" y="1127"/>
                </a:lnTo>
                <a:lnTo>
                  <a:pt x="5128" y="1126"/>
                </a:lnTo>
                <a:lnTo>
                  <a:pt x="5128" y="1125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29" y="1122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7" y="1123"/>
                </a:lnTo>
                <a:lnTo>
                  <a:pt x="5126" y="1123"/>
                </a:lnTo>
                <a:lnTo>
                  <a:pt x="5125" y="1123"/>
                </a:lnTo>
                <a:lnTo>
                  <a:pt x="5124" y="1122"/>
                </a:lnTo>
                <a:lnTo>
                  <a:pt x="5125" y="1122"/>
                </a:lnTo>
                <a:lnTo>
                  <a:pt x="5124" y="1122"/>
                </a:lnTo>
                <a:lnTo>
                  <a:pt x="5124" y="1121"/>
                </a:lnTo>
                <a:lnTo>
                  <a:pt x="5124" y="1120"/>
                </a:lnTo>
                <a:lnTo>
                  <a:pt x="5123" y="1120"/>
                </a:lnTo>
                <a:lnTo>
                  <a:pt x="5123" y="1119"/>
                </a:lnTo>
                <a:lnTo>
                  <a:pt x="5122" y="1119"/>
                </a:lnTo>
                <a:lnTo>
                  <a:pt x="5121" y="1119"/>
                </a:lnTo>
                <a:lnTo>
                  <a:pt x="5120" y="1118"/>
                </a:lnTo>
                <a:lnTo>
                  <a:pt x="5119" y="1118"/>
                </a:lnTo>
                <a:lnTo>
                  <a:pt x="5119" y="1117"/>
                </a:lnTo>
                <a:lnTo>
                  <a:pt x="5118" y="1117"/>
                </a:lnTo>
                <a:lnTo>
                  <a:pt x="5118" y="1116"/>
                </a:lnTo>
                <a:lnTo>
                  <a:pt x="5118" y="1115"/>
                </a:lnTo>
                <a:lnTo>
                  <a:pt x="5117" y="1114"/>
                </a:lnTo>
                <a:lnTo>
                  <a:pt x="5117" y="1113"/>
                </a:lnTo>
                <a:lnTo>
                  <a:pt x="5116" y="1112"/>
                </a:lnTo>
                <a:lnTo>
                  <a:pt x="5115" y="1112"/>
                </a:lnTo>
                <a:lnTo>
                  <a:pt x="5114" y="1112"/>
                </a:lnTo>
                <a:lnTo>
                  <a:pt x="5113" y="1112"/>
                </a:lnTo>
                <a:lnTo>
                  <a:pt x="5113" y="1111"/>
                </a:lnTo>
                <a:lnTo>
                  <a:pt x="5113" y="1110"/>
                </a:lnTo>
                <a:lnTo>
                  <a:pt x="5112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3" y="1106"/>
                </a:lnTo>
                <a:lnTo>
                  <a:pt x="5112" y="1105"/>
                </a:lnTo>
                <a:lnTo>
                  <a:pt x="5112" y="1104"/>
                </a:lnTo>
                <a:lnTo>
                  <a:pt x="5111" y="1103"/>
                </a:lnTo>
                <a:lnTo>
                  <a:pt x="5112" y="1102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3" y="1099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5"/>
                </a:lnTo>
                <a:lnTo>
                  <a:pt x="5115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3" y="1091"/>
                </a:lnTo>
                <a:lnTo>
                  <a:pt x="5113" y="1092"/>
                </a:lnTo>
                <a:lnTo>
                  <a:pt x="5112" y="1092"/>
                </a:lnTo>
                <a:lnTo>
                  <a:pt x="5110" y="1092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2"/>
                </a:lnTo>
                <a:lnTo>
                  <a:pt x="5103" y="1092"/>
                </a:lnTo>
                <a:lnTo>
                  <a:pt x="5102" y="1091"/>
                </a:lnTo>
                <a:lnTo>
                  <a:pt x="5101" y="1091"/>
                </a:lnTo>
                <a:lnTo>
                  <a:pt x="5100" y="1091"/>
                </a:lnTo>
                <a:lnTo>
                  <a:pt x="5100" y="1090"/>
                </a:lnTo>
                <a:lnTo>
                  <a:pt x="5100" y="1089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3" y="1088"/>
                </a:lnTo>
                <a:lnTo>
                  <a:pt x="5102" y="1088"/>
                </a:lnTo>
                <a:lnTo>
                  <a:pt x="5101" y="1087"/>
                </a:lnTo>
                <a:lnTo>
                  <a:pt x="5101" y="1086"/>
                </a:lnTo>
                <a:lnTo>
                  <a:pt x="5102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3" y="1084"/>
                </a:lnTo>
                <a:lnTo>
                  <a:pt x="5102" y="1084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3"/>
                </a:lnTo>
                <a:lnTo>
                  <a:pt x="5099" y="1083"/>
                </a:lnTo>
                <a:lnTo>
                  <a:pt x="5099" y="1084"/>
                </a:lnTo>
                <a:lnTo>
                  <a:pt x="5098" y="1084"/>
                </a:lnTo>
                <a:lnTo>
                  <a:pt x="5097" y="1084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5"/>
                </a:lnTo>
                <a:lnTo>
                  <a:pt x="5091" y="1085"/>
                </a:lnTo>
                <a:lnTo>
                  <a:pt x="5091" y="1084"/>
                </a:lnTo>
                <a:lnTo>
                  <a:pt x="5090" y="1084"/>
                </a:lnTo>
                <a:lnTo>
                  <a:pt x="5089" y="1084"/>
                </a:lnTo>
                <a:lnTo>
                  <a:pt x="5089" y="1085"/>
                </a:lnTo>
                <a:lnTo>
                  <a:pt x="5088" y="1084"/>
                </a:lnTo>
                <a:lnTo>
                  <a:pt x="5087" y="1084"/>
                </a:lnTo>
                <a:lnTo>
                  <a:pt x="5087" y="1083"/>
                </a:lnTo>
                <a:lnTo>
                  <a:pt x="5086" y="1083"/>
                </a:lnTo>
                <a:lnTo>
                  <a:pt x="5086" y="1082"/>
                </a:lnTo>
                <a:lnTo>
                  <a:pt x="5087" y="1082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3" y="1081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0" y="1082"/>
                </a:lnTo>
                <a:lnTo>
                  <a:pt x="5080" y="1083"/>
                </a:lnTo>
                <a:lnTo>
                  <a:pt x="5080" y="1084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5"/>
                </a:lnTo>
                <a:lnTo>
                  <a:pt x="5080" y="1085"/>
                </a:lnTo>
                <a:lnTo>
                  <a:pt x="5079" y="1084"/>
                </a:lnTo>
                <a:lnTo>
                  <a:pt x="5079" y="1085"/>
                </a:lnTo>
                <a:lnTo>
                  <a:pt x="5078" y="1085"/>
                </a:lnTo>
                <a:lnTo>
                  <a:pt x="5077" y="1086"/>
                </a:lnTo>
                <a:lnTo>
                  <a:pt x="5077" y="1087"/>
                </a:lnTo>
                <a:lnTo>
                  <a:pt x="5077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9" y="1089"/>
                </a:lnTo>
                <a:lnTo>
                  <a:pt x="5079" y="1090"/>
                </a:lnTo>
                <a:lnTo>
                  <a:pt x="5078" y="1090"/>
                </a:lnTo>
                <a:lnTo>
                  <a:pt x="5077" y="1090"/>
                </a:lnTo>
                <a:lnTo>
                  <a:pt x="5076" y="1091"/>
                </a:lnTo>
                <a:lnTo>
                  <a:pt x="5076" y="1092"/>
                </a:lnTo>
                <a:lnTo>
                  <a:pt x="5077" y="1092"/>
                </a:lnTo>
                <a:lnTo>
                  <a:pt x="5077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4" y="1097"/>
                </a:lnTo>
                <a:lnTo>
                  <a:pt x="5074" y="1098"/>
                </a:lnTo>
                <a:lnTo>
                  <a:pt x="5074" y="1099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2" y="1104"/>
                </a:lnTo>
                <a:lnTo>
                  <a:pt x="5072" y="1105"/>
                </a:lnTo>
                <a:lnTo>
                  <a:pt x="5071" y="1105"/>
                </a:lnTo>
                <a:lnTo>
                  <a:pt x="5071" y="1106"/>
                </a:lnTo>
                <a:lnTo>
                  <a:pt x="5071" y="1107"/>
                </a:lnTo>
                <a:lnTo>
                  <a:pt x="5070" y="1108"/>
                </a:lnTo>
                <a:lnTo>
                  <a:pt x="5071" y="1109"/>
                </a:lnTo>
                <a:lnTo>
                  <a:pt x="5070" y="1109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69" y="1112"/>
                </a:lnTo>
                <a:lnTo>
                  <a:pt x="5070" y="1112"/>
                </a:lnTo>
                <a:lnTo>
                  <a:pt x="5070" y="1113"/>
                </a:lnTo>
                <a:lnTo>
                  <a:pt x="5071" y="1114"/>
                </a:lnTo>
                <a:lnTo>
                  <a:pt x="5072" y="1114"/>
                </a:lnTo>
                <a:lnTo>
                  <a:pt x="5073" y="1114"/>
                </a:lnTo>
                <a:lnTo>
                  <a:pt x="5073" y="1115"/>
                </a:lnTo>
                <a:lnTo>
                  <a:pt x="5072" y="1115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5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7"/>
                </a:lnTo>
                <a:lnTo>
                  <a:pt x="5069" y="1117"/>
                </a:lnTo>
                <a:lnTo>
                  <a:pt x="5068" y="1117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69" y="1119"/>
                </a:lnTo>
                <a:lnTo>
                  <a:pt x="5069" y="1120"/>
                </a:lnTo>
                <a:lnTo>
                  <a:pt x="5068" y="1120"/>
                </a:lnTo>
                <a:lnTo>
                  <a:pt x="5068" y="1121"/>
                </a:lnTo>
                <a:lnTo>
                  <a:pt x="5069" y="1121"/>
                </a:lnTo>
                <a:lnTo>
                  <a:pt x="5070" y="1121"/>
                </a:lnTo>
                <a:lnTo>
                  <a:pt x="5071" y="1121"/>
                </a:lnTo>
                <a:lnTo>
                  <a:pt x="5071" y="1122"/>
                </a:lnTo>
                <a:lnTo>
                  <a:pt x="5070" y="1122"/>
                </a:lnTo>
                <a:lnTo>
                  <a:pt x="5069" y="1122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7" y="1127"/>
                </a:lnTo>
                <a:lnTo>
                  <a:pt x="5067" y="1128"/>
                </a:lnTo>
                <a:lnTo>
                  <a:pt x="5068" y="1128"/>
                </a:lnTo>
                <a:lnTo>
                  <a:pt x="5068" y="1129"/>
                </a:lnTo>
                <a:lnTo>
                  <a:pt x="5068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7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7" y="1137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0" y="1140"/>
                </a:lnTo>
                <a:lnTo>
                  <a:pt x="5059" y="1141"/>
                </a:lnTo>
                <a:lnTo>
                  <a:pt x="5059" y="1140"/>
                </a:lnTo>
                <a:lnTo>
                  <a:pt x="5058" y="1140"/>
                </a:lnTo>
                <a:lnTo>
                  <a:pt x="5058" y="1139"/>
                </a:lnTo>
                <a:lnTo>
                  <a:pt x="5057" y="1139"/>
                </a:lnTo>
                <a:lnTo>
                  <a:pt x="5057" y="1138"/>
                </a:lnTo>
                <a:lnTo>
                  <a:pt x="5057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4" y="1138"/>
                </a:lnTo>
                <a:lnTo>
                  <a:pt x="5053" y="1138"/>
                </a:lnTo>
                <a:lnTo>
                  <a:pt x="5054" y="1139"/>
                </a:lnTo>
                <a:lnTo>
                  <a:pt x="5055" y="1139"/>
                </a:lnTo>
                <a:lnTo>
                  <a:pt x="5056" y="1139"/>
                </a:lnTo>
                <a:lnTo>
                  <a:pt x="5055" y="1139"/>
                </a:lnTo>
                <a:lnTo>
                  <a:pt x="5055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1" y="1143"/>
                </a:lnTo>
                <a:lnTo>
                  <a:pt x="5051" y="1144"/>
                </a:lnTo>
                <a:lnTo>
                  <a:pt x="5051" y="1145"/>
                </a:lnTo>
                <a:lnTo>
                  <a:pt x="5052" y="1145"/>
                </a:lnTo>
                <a:lnTo>
                  <a:pt x="5051" y="1145"/>
                </a:lnTo>
                <a:lnTo>
                  <a:pt x="5050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49" y="1146"/>
                </a:lnTo>
                <a:lnTo>
                  <a:pt x="5049" y="1147"/>
                </a:lnTo>
                <a:lnTo>
                  <a:pt x="5049" y="1146"/>
                </a:lnTo>
                <a:lnTo>
                  <a:pt x="5049" y="1145"/>
                </a:lnTo>
                <a:lnTo>
                  <a:pt x="5048" y="1145"/>
                </a:lnTo>
                <a:lnTo>
                  <a:pt x="5048" y="1144"/>
                </a:lnTo>
                <a:lnTo>
                  <a:pt x="5047" y="1144"/>
                </a:lnTo>
                <a:lnTo>
                  <a:pt x="5046" y="1144"/>
                </a:lnTo>
                <a:lnTo>
                  <a:pt x="5046" y="1143"/>
                </a:lnTo>
                <a:lnTo>
                  <a:pt x="5045" y="1143"/>
                </a:lnTo>
                <a:lnTo>
                  <a:pt x="5045" y="1142"/>
                </a:lnTo>
                <a:lnTo>
                  <a:pt x="5044" y="1142"/>
                </a:lnTo>
                <a:lnTo>
                  <a:pt x="5044" y="1141"/>
                </a:lnTo>
                <a:lnTo>
                  <a:pt x="5043" y="1141"/>
                </a:lnTo>
                <a:lnTo>
                  <a:pt x="5042" y="1141"/>
                </a:lnTo>
                <a:lnTo>
                  <a:pt x="5042" y="1140"/>
                </a:lnTo>
                <a:lnTo>
                  <a:pt x="5041" y="1139"/>
                </a:lnTo>
                <a:lnTo>
                  <a:pt x="5040" y="1139"/>
                </a:lnTo>
                <a:lnTo>
                  <a:pt x="5039" y="1140"/>
                </a:lnTo>
                <a:lnTo>
                  <a:pt x="5038" y="1140"/>
                </a:lnTo>
                <a:lnTo>
                  <a:pt x="5038" y="1139"/>
                </a:lnTo>
                <a:lnTo>
                  <a:pt x="5037" y="1139"/>
                </a:lnTo>
                <a:lnTo>
                  <a:pt x="5037" y="1138"/>
                </a:lnTo>
                <a:lnTo>
                  <a:pt x="5036" y="1138"/>
                </a:lnTo>
                <a:lnTo>
                  <a:pt x="5036" y="1139"/>
                </a:lnTo>
                <a:lnTo>
                  <a:pt x="5036" y="1140"/>
                </a:lnTo>
                <a:lnTo>
                  <a:pt x="5035" y="1141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3" y="1141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2"/>
                </a:lnTo>
                <a:lnTo>
                  <a:pt x="5032" y="1142"/>
                </a:lnTo>
                <a:lnTo>
                  <a:pt x="5031" y="1142"/>
                </a:lnTo>
                <a:lnTo>
                  <a:pt x="5031" y="1141"/>
                </a:lnTo>
                <a:lnTo>
                  <a:pt x="5030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28" y="1141"/>
                </a:lnTo>
                <a:lnTo>
                  <a:pt x="5028" y="1142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5"/>
                </a:lnTo>
                <a:lnTo>
                  <a:pt x="5026" y="1145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5"/>
                </a:lnTo>
                <a:lnTo>
                  <a:pt x="5025" y="1146"/>
                </a:lnTo>
                <a:lnTo>
                  <a:pt x="5024" y="1146"/>
                </a:lnTo>
                <a:lnTo>
                  <a:pt x="5023" y="1146"/>
                </a:lnTo>
                <a:lnTo>
                  <a:pt x="5024" y="1146"/>
                </a:lnTo>
                <a:lnTo>
                  <a:pt x="5023" y="1145"/>
                </a:lnTo>
                <a:lnTo>
                  <a:pt x="5022" y="1145"/>
                </a:lnTo>
                <a:lnTo>
                  <a:pt x="5022" y="1146"/>
                </a:lnTo>
                <a:lnTo>
                  <a:pt x="5022" y="1147"/>
                </a:lnTo>
                <a:lnTo>
                  <a:pt x="5021" y="1147"/>
                </a:lnTo>
                <a:lnTo>
                  <a:pt x="5021" y="1148"/>
                </a:lnTo>
                <a:lnTo>
                  <a:pt x="5021" y="1149"/>
                </a:lnTo>
                <a:lnTo>
                  <a:pt x="5022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4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2"/>
                </a:lnTo>
                <a:lnTo>
                  <a:pt x="5020" y="1151"/>
                </a:lnTo>
                <a:lnTo>
                  <a:pt x="5019" y="1151"/>
                </a:lnTo>
                <a:lnTo>
                  <a:pt x="5018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0" y="1154"/>
                </a:lnTo>
                <a:lnTo>
                  <a:pt x="5019" y="1154"/>
                </a:lnTo>
                <a:lnTo>
                  <a:pt x="5019" y="1155"/>
                </a:lnTo>
                <a:lnTo>
                  <a:pt x="5020" y="1155"/>
                </a:lnTo>
                <a:lnTo>
                  <a:pt x="5021" y="1155"/>
                </a:lnTo>
                <a:lnTo>
                  <a:pt x="5021" y="1156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7" y="1160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60"/>
                </a:lnTo>
                <a:lnTo>
                  <a:pt x="5018" y="1161"/>
                </a:lnTo>
                <a:lnTo>
                  <a:pt x="5019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7" y="1164"/>
                </a:lnTo>
                <a:lnTo>
                  <a:pt x="5018" y="1164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5" y="1165"/>
                </a:lnTo>
                <a:lnTo>
                  <a:pt x="5015" y="1166"/>
                </a:lnTo>
                <a:lnTo>
                  <a:pt x="5015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2" y="1169"/>
                </a:lnTo>
                <a:lnTo>
                  <a:pt x="5011" y="1169"/>
                </a:lnTo>
                <a:lnTo>
                  <a:pt x="5011" y="1170"/>
                </a:lnTo>
                <a:lnTo>
                  <a:pt x="5010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8" y="1169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7" y="1169"/>
                </a:lnTo>
                <a:lnTo>
                  <a:pt x="5007" y="1170"/>
                </a:lnTo>
                <a:lnTo>
                  <a:pt x="5006" y="1170"/>
                </a:lnTo>
                <a:lnTo>
                  <a:pt x="5005" y="1170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4" y="1173"/>
                </a:lnTo>
                <a:lnTo>
                  <a:pt x="5003" y="1174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6" y="1178"/>
                </a:lnTo>
                <a:lnTo>
                  <a:pt x="4997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1"/>
                </a:lnTo>
                <a:lnTo>
                  <a:pt x="4995" y="1182"/>
                </a:lnTo>
                <a:lnTo>
                  <a:pt x="4993" y="1183"/>
                </a:lnTo>
                <a:lnTo>
                  <a:pt x="4992" y="1183"/>
                </a:lnTo>
                <a:lnTo>
                  <a:pt x="4992" y="1182"/>
                </a:lnTo>
                <a:lnTo>
                  <a:pt x="4991" y="1182"/>
                </a:lnTo>
                <a:lnTo>
                  <a:pt x="4990" y="1181"/>
                </a:lnTo>
                <a:lnTo>
                  <a:pt x="4989" y="1182"/>
                </a:lnTo>
                <a:lnTo>
                  <a:pt x="4988" y="1182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1"/>
                </a:lnTo>
                <a:lnTo>
                  <a:pt x="4985" y="1181"/>
                </a:lnTo>
                <a:lnTo>
                  <a:pt x="4985" y="1180"/>
                </a:lnTo>
                <a:lnTo>
                  <a:pt x="4984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1" y="1180"/>
                </a:lnTo>
                <a:lnTo>
                  <a:pt x="4980" y="1181"/>
                </a:lnTo>
                <a:lnTo>
                  <a:pt x="4980" y="1180"/>
                </a:lnTo>
                <a:lnTo>
                  <a:pt x="4979" y="1180"/>
                </a:lnTo>
                <a:lnTo>
                  <a:pt x="4978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2" y="1183"/>
                </a:lnTo>
                <a:lnTo>
                  <a:pt x="4971" y="1183"/>
                </a:lnTo>
                <a:lnTo>
                  <a:pt x="4971" y="1182"/>
                </a:lnTo>
                <a:lnTo>
                  <a:pt x="4970" y="1182"/>
                </a:lnTo>
                <a:lnTo>
                  <a:pt x="4969" y="1181"/>
                </a:lnTo>
                <a:lnTo>
                  <a:pt x="4968" y="1180"/>
                </a:lnTo>
                <a:lnTo>
                  <a:pt x="4967" y="1180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4" y="1181"/>
                </a:lnTo>
                <a:lnTo>
                  <a:pt x="4964" y="1182"/>
                </a:lnTo>
                <a:lnTo>
                  <a:pt x="4964" y="1183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9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4"/>
                </a:lnTo>
                <a:lnTo>
                  <a:pt x="4953" y="1183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1" y="1183"/>
                </a:lnTo>
                <a:lnTo>
                  <a:pt x="4950" y="1183"/>
                </a:lnTo>
                <a:lnTo>
                  <a:pt x="4950" y="1182"/>
                </a:lnTo>
                <a:lnTo>
                  <a:pt x="4949" y="1182"/>
                </a:lnTo>
                <a:lnTo>
                  <a:pt x="4936" y="1181"/>
                </a:lnTo>
                <a:lnTo>
                  <a:pt x="4919" y="1182"/>
                </a:lnTo>
                <a:lnTo>
                  <a:pt x="4916" y="1183"/>
                </a:lnTo>
                <a:lnTo>
                  <a:pt x="4913" y="1184"/>
                </a:lnTo>
                <a:lnTo>
                  <a:pt x="4914" y="1185"/>
                </a:lnTo>
                <a:lnTo>
                  <a:pt x="4915" y="1186"/>
                </a:lnTo>
                <a:lnTo>
                  <a:pt x="4916" y="1187"/>
                </a:lnTo>
                <a:lnTo>
                  <a:pt x="4917" y="1187"/>
                </a:lnTo>
                <a:lnTo>
                  <a:pt x="4918" y="1189"/>
                </a:lnTo>
                <a:lnTo>
                  <a:pt x="4919" y="1189"/>
                </a:lnTo>
                <a:lnTo>
                  <a:pt x="4920" y="1189"/>
                </a:lnTo>
                <a:lnTo>
                  <a:pt x="4920" y="1190"/>
                </a:lnTo>
                <a:lnTo>
                  <a:pt x="4920" y="1191"/>
                </a:lnTo>
                <a:lnTo>
                  <a:pt x="4920" y="1192"/>
                </a:lnTo>
                <a:lnTo>
                  <a:pt x="4919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20" y="1200"/>
                </a:lnTo>
                <a:lnTo>
                  <a:pt x="4919" y="1201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0" y="1205"/>
                </a:lnTo>
                <a:lnTo>
                  <a:pt x="4921" y="1206"/>
                </a:lnTo>
                <a:lnTo>
                  <a:pt x="4922" y="1206"/>
                </a:lnTo>
                <a:lnTo>
                  <a:pt x="4922" y="1207"/>
                </a:lnTo>
                <a:lnTo>
                  <a:pt x="4923" y="1207"/>
                </a:lnTo>
                <a:lnTo>
                  <a:pt x="4923" y="1209"/>
                </a:lnTo>
                <a:lnTo>
                  <a:pt x="4923" y="1210"/>
                </a:lnTo>
                <a:lnTo>
                  <a:pt x="4924" y="1211"/>
                </a:lnTo>
                <a:lnTo>
                  <a:pt x="4924" y="1212"/>
                </a:lnTo>
                <a:lnTo>
                  <a:pt x="4925" y="1212"/>
                </a:lnTo>
                <a:lnTo>
                  <a:pt x="4925" y="1213"/>
                </a:lnTo>
                <a:lnTo>
                  <a:pt x="4925" y="1214"/>
                </a:lnTo>
                <a:lnTo>
                  <a:pt x="4926" y="1214"/>
                </a:lnTo>
                <a:lnTo>
                  <a:pt x="4927" y="1214"/>
                </a:lnTo>
                <a:lnTo>
                  <a:pt x="4928" y="1216"/>
                </a:lnTo>
                <a:lnTo>
                  <a:pt x="4929" y="1216"/>
                </a:lnTo>
                <a:lnTo>
                  <a:pt x="4930" y="1216"/>
                </a:lnTo>
                <a:lnTo>
                  <a:pt x="4930" y="1217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8"/>
                </a:lnTo>
                <a:lnTo>
                  <a:pt x="4934" y="1218"/>
                </a:lnTo>
                <a:lnTo>
                  <a:pt x="4934" y="1219"/>
                </a:lnTo>
                <a:lnTo>
                  <a:pt x="4935" y="1220"/>
                </a:lnTo>
                <a:lnTo>
                  <a:pt x="4936" y="1221"/>
                </a:lnTo>
                <a:lnTo>
                  <a:pt x="4936" y="1222"/>
                </a:lnTo>
                <a:lnTo>
                  <a:pt x="4937" y="1222"/>
                </a:lnTo>
                <a:lnTo>
                  <a:pt x="4938" y="1223"/>
                </a:lnTo>
                <a:lnTo>
                  <a:pt x="4937" y="1223"/>
                </a:lnTo>
                <a:lnTo>
                  <a:pt x="4937" y="1224"/>
                </a:lnTo>
                <a:lnTo>
                  <a:pt x="4937" y="1223"/>
                </a:lnTo>
                <a:lnTo>
                  <a:pt x="4936" y="1224"/>
                </a:lnTo>
                <a:lnTo>
                  <a:pt x="4937" y="1225"/>
                </a:lnTo>
                <a:lnTo>
                  <a:pt x="4938" y="1225"/>
                </a:lnTo>
                <a:lnTo>
                  <a:pt x="4939" y="1225"/>
                </a:lnTo>
                <a:lnTo>
                  <a:pt x="4938" y="1225"/>
                </a:lnTo>
                <a:lnTo>
                  <a:pt x="4938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7" y="1229"/>
                </a:lnTo>
                <a:lnTo>
                  <a:pt x="4936" y="1230"/>
                </a:lnTo>
                <a:lnTo>
                  <a:pt x="4936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6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4" y="1235"/>
                </a:lnTo>
                <a:lnTo>
                  <a:pt x="4933" y="1235"/>
                </a:lnTo>
                <a:lnTo>
                  <a:pt x="4932" y="1235"/>
                </a:lnTo>
                <a:lnTo>
                  <a:pt x="4931" y="1236"/>
                </a:lnTo>
                <a:lnTo>
                  <a:pt x="4932" y="1236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1" y="1240"/>
                </a:lnTo>
                <a:lnTo>
                  <a:pt x="4932" y="1240"/>
                </a:lnTo>
                <a:lnTo>
                  <a:pt x="4932" y="1241"/>
                </a:lnTo>
                <a:lnTo>
                  <a:pt x="4931" y="1241"/>
                </a:lnTo>
                <a:lnTo>
                  <a:pt x="4930" y="1241"/>
                </a:lnTo>
                <a:lnTo>
                  <a:pt x="4930" y="1242"/>
                </a:lnTo>
                <a:lnTo>
                  <a:pt x="4929" y="1243"/>
                </a:lnTo>
                <a:lnTo>
                  <a:pt x="4929" y="1244"/>
                </a:lnTo>
                <a:lnTo>
                  <a:pt x="4929" y="1245"/>
                </a:lnTo>
                <a:lnTo>
                  <a:pt x="4928" y="1244"/>
                </a:lnTo>
                <a:lnTo>
                  <a:pt x="4927" y="1244"/>
                </a:lnTo>
                <a:lnTo>
                  <a:pt x="4926" y="1245"/>
                </a:lnTo>
                <a:lnTo>
                  <a:pt x="4925" y="1245"/>
                </a:lnTo>
                <a:lnTo>
                  <a:pt x="4925" y="1246"/>
                </a:lnTo>
                <a:lnTo>
                  <a:pt x="4925" y="1247"/>
                </a:lnTo>
                <a:lnTo>
                  <a:pt x="4924" y="1247"/>
                </a:lnTo>
                <a:lnTo>
                  <a:pt x="4923" y="1248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9"/>
                </a:lnTo>
                <a:lnTo>
                  <a:pt x="4920" y="1249"/>
                </a:lnTo>
                <a:lnTo>
                  <a:pt x="4919" y="1249"/>
                </a:lnTo>
                <a:lnTo>
                  <a:pt x="4919" y="1248"/>
                </a:lnTo>
                <a:lnTo>
                  <a:pt x="4918" y="1248"/>
                </a:lnTo>
                <a:lnTo>
                  <a:pt x="4919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7"/>
                </a:lnTo>
                <a:lnTo>
                  <a:pt x="4917" y="1247"/>
                </a:lnTo>
                <a:lnTo>
                  <a:pt x="4918" y="1247"/>
                </a:lnTo>
                <a:lnTo>
                  <a:pt x="4918" y="1248"/>
                </a:lnTo>
                <a:lnTo>
                  <a:pt x="4917" y="1248"/>
                </a:lnTo>
                <a:lnTo>
                  <a:pt x="4917" y="1247"/>
                </a:lnTo>
                <a:lnTo>
                  <a:pt x="4916" y="1246"/>
                </a:lnTo>
                <a:lnTo>
                  <a:pt x="4915" y="1246"/>
                </a:lnTo>
                <a:lnTo>
                  <a:pt x="4914" y="1246"/>
                </a:lnTo>
                <a:lnTo>
                  <a:pt x="4913" y="1246"/>
                </a:lnTo>
                <a:lnTo>
                  <a:pt x="4914" y="1246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4"/>
                </a:lnTo>
                <a:lnTo>
                  <a:pt x="4912" y="1244"/>
                </a:lnTo>
                <a:lnTo>
                  <a:pt x="4912" y="1243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1" y="1242"/>
                </a:lnTo>
                <a:lnTo>
                  <a:pt x="4912" y="1241"/>
                </a:lnTo>
                <a:lnTo>
                  <a:pt x="4911" y="1241"/>
                </a:lnTo>
                <a:lnTo>
                  <a:pt x="4910" y="1241"/>
                </a:lnTo>
                <a:lnTo>
                  <a:pt x="4910" y="1242"/>
                </a:lnTo>
                <a:lnTo>
                  <a:pt x="4910" y="1243"/>
                </a:lnTo>
                <a:lnTo>
                  <a:pt x="4909" y="1243"/>
                </a:lnTo>
                <a:lnTo>
                  <a:pt x="4909" y="1244"/>
                </a:lnTo>
                <a:lnTo>
                  <a:pt x="4908" y="1244"/>
                </a:lnTo>
                <a:lnTo>
                  <a:pt x="4908" y="1243"/>
                </a:lnTo>
                <a:lnTo>
                  <a:pt x="4908" y="1242"/>
                </a:lnTo>
                <a:lnTo>
                  <a:pt x="4907" y="1242"/>
                </a:lnTo>
                <a:lnTo>
                  <a:pt x="4906" y="1242"/>
                </a:lnTo>
                <a:lnTo>
                  <a:pt x="4905" y="1242"/>
                </a:lnTo>
                <a:lnTo>
                  <a:pt x="4905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3"/>
                </a:lnTo>
                <a:lnTo>
                  <a:pt x="4902" y="1242"/>
                </a:lnTo>
                <a:lnTo>
                  <a:pt x="4901" y="1242"/>
                </a:lnTo>
                <a:lnTo>
                  <a:pt x="4900" y="1242"/>
                </a:lnTo>
                <a:lnTo>
                  <a:pt x="4900" y="1241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9" y="1245"/>
                </a:lnTo>
                <a:lnTo>
                  <a:pt x="4898" y="1245"/>
                </a:lnTo>
                <a:lnTo>
                  <a:pt x="4897" y="1245"/>
                </a:lnTo>
                <a:lnTo>
                  <a:pt x="4897" y="1244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5"/>
                </a:lnTo>
                <a:lnTo>
                  <a:pt x="4894" y="1245"/>
                </a:lnTo>
                <a:lnTo>
                  <a:pt x="4894" y="1244"/>
                </a:lnTo>
                <a:lnTo>
                  <a:pt x="4894" y="1243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4"/>
                </a:lnTo>
                <a:lnTo>
                  <a:pt x="4892" y="1245"/>
                </a:lnTo>
                <a:lnTo>
                  <a:pt x="4891" y="1245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9" y="1244"/>
                </a:lnTo>
                <a:lnTo>
                  <a:pt x="4889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6" y="1243"/>
                </a:lnTo>
                <a:lnTo>
                  <a:pt x="4885" y="1244"/>
                </a:lnTo>
                <a:lnTo>
                  <a:pt x="4884" y="1244"/>
                </a:lnTo>
                <a:lnTo>
                  <a:pt x="4883" y="1243"/>
                </a:lnTo>
                <a:lnTo>
                  <a:pt x="4882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4"/>
                </a:lnTo>
                <a:lnTo>
                  <a:pt x="4880" y="1244"/>
                </a:lnTo>
                <a:lnTo>
                  <a:pt x="4880" y="1245"/>
                </a:lnTo>
                <a:lnTo>
                  <a:pt x="4879" y="1245"/>
                </a:lnTo>
                <a:lnTo>
                  <a:pt x="4878" y="1245"/>
                </a:lnTo>
                <a:lnTo>
                  <a:pt x="4877" y="1244"/>
                </a:lnTo>
                <a:lnTo>
                  <a:pt x="4876" y="1243"/>
                </a:lnTo>
                <a:lnTo>
                  <a:pt x="4876" y="1242"/>
                </a:lnTo>
                <a:lnTo>
                  <a:pt x="4875" y="1242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3"/>
                </a:lnTo>
                <a:lnTo>
                  <a:pt x="4871" y="1242"/>
                </a:lnTo>
                <a:lnTo>
                  <a:pt x="4870" y="1242"/>
                </a:lnTo>
                <a:lnTo>
                  <a:pt x="4870" y="1241"/>
                </a:lnTo>
                <a:lnTo>
                  <a:pt x="4869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9"/>
                </a:lnTo>
                <a:lnTo>
                  <a:pt x="4867" y="1239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3" y="1237"/>
                </a:lnTo>
                <a:lnTo>
                  <a:pt x="4862" y="1237"/>
                </a:lnTo>
                <a:lnTo>
                  <a:pt x="4862" y="1238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40"/>
                </a:lnTo>
                <a:lnTo>
                  <a:pt x="4857" y="1240"/>
                </a:lnTo>
                <a:lnTo>
                  <a:pt x="4857" y="1239"/>
                </a:lnTo>
                <a:lnTo>
                  <a:pt x="4856" y="1239"/>
                </a:lnTo>
                <a:lnTo>
                  <a:pt x="4856" y="1238"/>
                </a:lnTo>
                <a:lnTo>
                  <a:pt x="4856" y="1237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3" y="1237"/>
                </a:lnTo>
                <a:lnTo>
                  <a:pt x="4852" y="1238"/>
                </a:lnTo>
                <a:lnTo>
                  <a:pt x="4853" y="1238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9"/>
                </a:lnTo>
                <a:lnTo>
                  <a:pt x="4850" y="1239"/>
                </a:lnTo>
                <a:lnTo>
                  <a:pt x="4850" y="1238"/>
                </a:lnTo>
                <a:lnTo>
                  <a:pt x="4849" y="1238"/>
                </a:lnTo>
                <a:lnTo>
                  <a:pt x="4848" y="1238"/>
                </a:lnTo>
                <a:lnTo>
                  <a:pt x="4848" y="1237"/>
                </a:lnTo>
                <a:lnTo>
                  <a:pt x="4847" y="1237"/>
                </a:lnTo>
                <a:lnTo>
                  <a:pt x="4846" y="1237"/>
                </a:lnTo>
                <a:lnTo>
                  <a:pt x="4845" y="1237"/>
                </a:lnTo>
                <a:lnTo>
                  <a:pt x="4845" y="1238"/>
                </a:lnTo>
                <a:lnTo>
                  <a:pt x="4844" y="1238"/>
                </a:lnTo>
                <a:lnTo>
                  <a:pt x="4843" y="1237"/>
                </a:lnTo>
                <a:lnTo>
                  <a:pt x="4843" y="1236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5"/>
                </a:lnTo>
                <a:lnTo>
                  <a:pt x="4846" y="1234"/>
                </a:lnTo>
                <a:lnTo>
                  <a:pt x="4845" y="1234"/>
                </a:lnTo>
                <a:lnTo>
                  <a:pt x="4844" y="1234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6"/>
                </a:lnTo>
                <a:lnTo>
                  <a:pt x="4842" y="1235"/>
                </a:lnTo>
                <a:lnTo>
                  <a:pt x="4841" y="1235"/>
                </a:lnTo>
                <a:lnTo>
                  <a:pt x="4841" y="1234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39" y="1233"/>
                </a:lnTo>
                <a:lnTo>
                  <a:pt x="4839" y="1232"/>
                </a:lnTo>
                <a:lnTo>
                  <a:pt x="4838" y="1232"/>
                </a:lnTo>
                <a:lnTo>
                  <a:pt x="4838" y="1233"/>
                </a:lnTo>
                <a:lnTo>
                  <a:pt x="4837" y="1233"/>
                </a:lnTo>
                <a:lnTo>
                  <a:pt x="4836" y="1233"/>
                </a:lnTo>
                <a:lnTo>
                  <a:pt x="4836" y="1232"/>
                </a:lnTo>
                <a:lnTo>
                  <a:pt x="4836" y="1231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2"/>
                </a:lnTo>
                <a:lnTo>
                  <a:pt x="4833" y="1233"/>
                </a:lnTo>
                <a:lnTo>
                  <a:pt x="4833" y="1232"/>
                </a:lnTo>
                <a:lnTo>
                  <a:pt x="4833" y="1231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2"/>
                </a:lnTo>
                <a:lnTo>
                  <a:pt x="4830" y="1232"/>
                </a:lnTo>
                <a:lnTo>
                  <a:pt x="4830" y="1231"/>
                </a:lnTo>
                <a:lnTo>
                  <a:pt x="4829" y="1231"/>
                </a:lnTo>
                <a:lnTo>
                  <a:pt x="4829" y="1230"/>
                </a:lnTo>
                <a:lnTo>
                  <a:pt x="4830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3" y="1227"/>
                </a:lnTo>
                <a:lnTo>
                  <a:pt x="4833" y="1226"/>
                </a:lnTo>
                <a:lnTo>
                  <a:pt x="4834" y="1226"/>
                </a:lnTo>
                <a:lnTo>
                  <a:pt x="4835" y="1227"/>
                </a:lnTo>
                <a:lnTo>
                  <a:pt x="4836" y="1226"/>
                </a:lnTo>
                <a:lnTo>
                  <a:pt x="4837" y="1226"/>
                </a:lnTo>
                <a:lnTo>
                  <a:pt x="4836" y="1226"/>
                </a:lnTo>
                <a:lnTo>
                  <a:pt x="4836" y="1225"/>
                </a:lnTo>
                <a:lnTo>
                  <a:pt x="4834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1" y="1225"/>
                </a:lnTo>
                <a:lnTo>
                  <a:pt x="4831" y="1224"/>
                </a:lnTo>
                <a:lnTo>
                  <a:pt x="4831" y="1223"/>
                </a:lnTo>
                <a:lnTo>
                  <a:pt x="4830" y="1223"/>
                </a:lnTo>
                <a:lnTo>
                  <a:pt x="4829" y="1223"/>
                </a:lnTo>
                <a:lnTo>
                  <a:pt x="4828" y="1223"/>
                </a:lnTo>
                <a:lnTo>
                  <a:pt x="4828" y="1222"/>
                </a:lnTo>
                <a:lnTo>
                  <a:pt x="4829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21"/>
                </a:lnTo>
                <a:lnTo>
                  <a:pt x="4827" y="1220"/>
                </a:lnTo>
                <a:lnTo>
                  <a:pt x="4827" y="1219"/>
                </a:lnTo>
                <a:lnTo>
                  <a:pt x="4826" y="1219"/>
                </a:lnTo>
                <a:lnTo>
                  <a:pt x="4825" y="1219"/>
                </a:lnTo>
                <a:lnTo>
                  <a:pt x="4824" y="1218"/>
                </a:lnTo>
                <a:lnTo>
                  <a:pt x="4823" y="1218"/>
                </a:lnTo>
                <a:lnTo>
                  <a:pt x="4823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5" y="1215"/>
                </a:lnTo>
                <a:lnTo>
                  <a:pt x="4825" y="1216"/>
                </a:lnTo>
                <a:lnTo>
                  <a:pt x="4826" y="1216"/>
                </a:lnTo>
                <a:lnTo>
                  <a:pt x="4827" y="1216"/>
                </a:lnTo>
                <a:lnTo>
                  <a:pt x="4827" y="1215"/>
                </a:lnTo>
                <a:lnTo>
                  <a:pt x="4827" y="1214"/>
                </a:lnTo>
                <a:lnTo>
                  <a:pt x="4826" y="1215"/>
                </a:lnTo>
                <a:lnTo>
                  <a:pt x="4825" y="1215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4" y="1212"/>
                </a:lnTo>
                <a:lnTo>
                  <a:pt x="4825" y="1212"/>
                </a:lnTo>
                <a:lnTo>
                  <a:pt x="4825" y="1211"/>
                </a:lnTo>
                <a:lnTo>
                  <a:pt x="4825" y="1210"/>
                </a:lnTo>
                <a:lnTo>
                  <a:pt x="4824" y="1210"/>
                </a:lnTo>
                <a:lnTo>
                  <a:pt x="4824" y="1211"/>
                </a:lnTo>
                <a:lnTo>
                  <a:pt x="4822" y="1211"/>
                </a:lnTo>
                <a:lnTo>
                  <a:pt x="4821" y="1210"/>
                </a:lnTo>
                <a:lnTo>
                  <a:pt x="4820" y="1210"/>
                </a:lnTo>
                <a:lnTo>
                  <a:pt x="4821" y="1209"/>
                </a:lnTo>
                <a:lnTo>
                  <a:pt x="4820" y="1209"/>
                </a:lnTo>
                <a:lnTo>
                  <a:pt x="4819" y="1208"/>
                </a:lnTo>
                <a:lnTo>
                  <a:pt x="4818" y="1208"/>
                </a:lnTo>
                <a:lnTo>
                  <a:pt x="4818" y="1207"/>
                </a:lnTo>
                <a:lnTo>
                  <a:pt x="4817" y="1207"/>
                </a:lnTo>
                <a:lnTo>
                  <a:pt x="4816" y="1207"/>
                </a:lnTo>
                <a:lnTo>
                  <a:pt x="4815" y="1207"/>
                </a:lnTo>
                <a:lnTo>
                  <a:pt x="4815" y="1208"/>
                </a:lnTo>
                <a:lnTo>
                  <a:pt x="4814" y="1207"/>
                </a:lnTo>
                <a:lnTo>
                  <a:pt x="4814" y="1206"/>
                </a:lnTo>
                <a:lnTo>
                  <a:pt x="4815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5" y="1204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2" y="1205"/>
                </a:lnTo>
                <a:lnTo>
                  <a:pt x="4811" y="1205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6"/>
                </a:lnTo>
                <a:lnTo>
                  <a:pt x="4808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2"/>
                </a:lnTo>
                <a:lnTo>
                  <a:pt x="4806" y="1213"/>
                </a:lnTo>
                <a:lnTo>
                  <a:pt x="4805" y="1213"/>
                </a:lnTo>
                <a:lnTo>
                  <a:pt x="4804" y="1212"/>
                </a:lnTo>
                <a:lnTo>
                  <a:pt x="4804" y="1211"/>
                </a:lnTo>
                <a:lnTo>
                  <a:pt x="4803" y="1210"/>
                </a:lnTo>
                <a:lnTo>
                  <a:pt x="4803" y="1211"/>
                </a:lnTo>
                <a:lnTo>
                  <a:pt x="4802" y="1211"/>
                </a:lnTo>
                <a:lnTo>
                  <a:pt x="4802" y="1213"/>
                </a:lnTo>
                <a:lnTo>
                  <a:pt x="4802" y="1214"/>
                </a:lnTo>
                <a:lnTo>
                  <a:pt x="4802" y="1215"/>
                </a:lnTo>
                <a:lnTo>
                  <a:pt x="4802" y="1216"/>
                </a:lnTo>
                <a:lnTo>
                  <a:pt x="4801" y="1216"/>
                </a:lnTo>
                <a:lnTo>
                  <a:pt x="4800" y="1216"/>
                </a:lnTo>
                <a:lnTo>
                  <a:pt x="4800" y="1215"/>
                </a:lnTo>
                <a:lnTo>
                  <a:pt x="4800" y="1214"/>
                </a:lnTo>
                <a:lnTo>
                  <a:pt x="4800" y="1213"/>
                </a:lnTo>
                <a:lnTo>
                  <a:pt x="4799" y="1213"/>
                </a:lnTo>
                <a:lnTo>
                  <a:pt x="4799" y="1212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1"/>
                </a:lnTo>
                <a:lnTo>
                  <a:pt x="4796" y="1211"/>
                </a:lnTo>
                <a:lnTo>
                  <a:pt x="4795" y="1210"/>
                </a:lnTo>
                <a:lnTo>
                  <a:pt x="4794" y="1210"/>
                </a:lnTo>
                <a:lnTo>
                  <a:pt x="4793" y="1210"/>
                </a:lnTo>
                <a:lnTo>
                  <a:pt x="4793" y="1211"/>
                </a:lnTo>
                <a:lnTo>
                  <a:pt x="4794" y="1211"/>
                </a:lnTo>
                <a:lnTo>
                  <a:pt x="4794" y="1212"/>
                </a:lnTo>
                <a:lnTo>
                  <a:pt x="4795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5"/>
                </a:lnTo>
                <a:lnTo>
                  <a:pt x="4794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3" y="1217"/>
                </a:lnTo>
                <a:lnTo>
                  <a:pt x="4793" y="1218"/>
                </a:lnTo>
                <a:lnTo>
                  <a:pt x="4793" y="1219"/>
                </a:lnTo>
                <a:lnTo>
                  <a:pt x="4792" y="1219"/>
                </a:lnTo>
                <a:lnTo>
                  <a:pt x="4791" y="1219"/>
                </a:lnTo>
                <a:lnTo>
                  <a:pt x="4791" y="1218"/>
                </a:lnTo>
                <a:lnTo>
                  <a:pt x="4790" y="1219"/>
                </a:lnTo>
                <a:lnTo>
                  <a:pt x="4790" y="1220"/>
                </a:lnTo>
                <a:lnTo>
                  <a:pt x="4789" y="1220"/>
                </a:lnTo>
                <a:lnTo>
                  <a:pt x="4788" y="1220"/>
                </a:lnTo>
                <a:lnTo>
                  <a:pt x="4788" y="1219"/>
                </a:lnTo>
                <a:lnTo>
                  <a:pt x="4787" y="1219"/>
                </a:lnTo>
                <a:lnTo>
                  <a:pt x="4786" y="1218"/>
                </a:lnTo>
                <a:lnTo>
                  <a:pt x="4785" y="1219"/>
                </a:lnTo>
                <a:lnTo>
                  <a:pt x="4785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4" y="1222"/>
                </a:lnTo>
                <a:lnTo>
                  <a:pt x="4784" y="1223"/>
                </a:lnTo>
                <a:lnTo>
                  <a:pt x="4784" y="1224"/>
                </a:lnTo>
                <a:lnTo>
                  <a:pt x="4783" y="1224"/>
                </a:lnTo>
                <a:lnTo>
                  <a:pt x="4782" y="1224"/>
                </a:lnTo>
                <a:lnTo>
                  <a:pt x="4781" y="1224"/>
                </a:lnTo>
                <a:lnTo>
                  <a:pt x="4782" y="1225"/>
                </a:lnTo>
                <a:lnTo>
                  <a:pt x="4782" y="1226"/>
                </a:lnTo>
                <a:lnTo>
                  <a:pt x="4783" y="1227"/>
                </a:lnTo>
                <a:lnTo>
                  <a:pt x="4783" y="1228"/>
                </a:lnTo>
                <a:lnTo>
                  <a:pt x="4784" y="1228"/>
                </a:lnTo>
                <a:lnTo>
                  <a:pt x="4784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2" y="1231"/>
                </a:lnTo>
                <a:lnTo>
                  <a:pt x="4782" y="1232"/>
                </a:lnTo>
                <a:lnTo>
                  <a:pt x="4781" y="1233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79" y="1238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7" y="1241"/>
                </a:lnTo>
                <a:lnTo>
                  <a:pt x="4776" y="1241"/>
                </a:lnTo>
                <a:lnTo>
                  <a:pt x="4776" y="1242"/>
                </a:lnTo>
                <a:lnTo>
                  <a:pt x="4777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7" y="1243"/>
                </a:lnTo>
                <a:lnTo>
                  <a:pt x="4777" y="1244"/>
                </a:lnTo>
                <a:lnTo>
                  <a:pt x="4777" y="1245"/>
                </a:lnTo>
                <a:lnTo>
                  <a:pt x="4776" y="1246"/>
                </a:lnTo>
                <a:lnTo>
                  <a:pt x="4777" y="1246"/>
                </a:lnTo>
                <a:lnTo>
                  <a:pt x="4778" y="1245"/>
                </a:lnTo>
                <a:lnTo>
                  <a:pt x="4778" y="1246"/>
                </a:lnTo>
                <a:lnTo>
                  <a:pt x="4777" y="1246"/>
                </a:lnTo>
                <a:lnTo>
                  <a:pt x="4777" y="1247"/>
                </a:lnTo>
                <a:lnTo>
                  <a:pt x="4777" y="1248"/>
                </a:lnTo>
                <a:lnTo>
                  <a:pt x="4778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8" y="1250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4" y="1251"/>
                </a:lnTo>
                <a:lnTo>
                  <a:pt x="4773" y="1251"/>
                </a:lnTo>
                <a:lnTo>
                  <a:pt x="4773" y="1250"/>
                </a:lnTo>
                <a:lnTo>
                  <a:pt x="4774" y="1250"/>
                </a:lnTo>
                <a:lnTo>
                  <a:pt x="4775" y="1250"/>
                </a:lnTo>
                <a:lnTo>
                  <a:pt x="4776" y="1250"/>
                </a:lnTo>
                <a:lnTo>
                  <a:pt x="4776" y="1249"/>
                </a:lnTo>
                <a:lnTo>
                  <a:pt x="4776" y="1248"/>
                </a:lnTo>
                <a:lnTo>
                  <a:pt x="4774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0"/>
                </a:lnTo>
                <a:lnTo>
                  <a:pt x="4769" y="1250"/>
                </a:lnTo>
                <a:lnTo>
                  <a:pt x="4769" y="1251"/>
                </a:lnTo>
                <a:lnTo>
                  <a:pt x="4769" y="1252"/>
                </a:lnTo>
                <a:lnTo>
                  <a:pt x="4769" y="1253"/>
                </a:lnTo>
                <a:lnTo>
                  <a:pt x="4768" y="1253"/>
                </a:lnTo>
                <a:lnTo>
                  <a:pt x="4768" y="1252"/>
                </a:lnTo>
                <a:lnTo>
                  <a:pt x="4767" y="1252"/>
                </a:lnTo>
                <a:lnTo>
                  <a:pt x="4767" y="1253"/>
                </a:lnTo>
                <a:lnTo>
                  <a:pt x="4766" y="1254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3" y="1257"/>
                </a:lnTo>
                <a:lnTo>
                  <a:pt x="4763" y="1258"/>
                </a:lnTo>
                <a:lnTo>
                  <a:pt x="4763" y="1259"/>
                </a:lnTo>
                <a:lnTo>
                  <a:pt x="4762" y="1259"/>
                </a:lnTo>
                <a:lnTo>
                  <a:pt x="4762" y="1260"/>
                </a:lnTo>
                <a:lnTo>
                  <a:pt x="4762" y="1261"/>
                </a:lnTo>
                <a:lnTo>
                  <a:pt x="4761" y="1262"/>
                </a:lnTo>
                <a:lnTo>
                  <a:pt x="4760" y="1262"/>
                </a:lnTo>
                <a:lnTo>
                  <a:pt x="4759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7"/>
                </a:lnTo>
                <a:lnTo>
                  <a:pt x="4756" y="1267"/>
                </a:lnTo>
                <a:lnTo>
                  <a:pt x="4756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2" y="1271"/>
                </a:lnTo>
                <a:lnTo>
                  <a:pt x="4751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50" y="1274"/>
                </a:lnTo>
                <a:lnTo>
                  <a:pt x="4749" y="1274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7"/>
                </a:lnTo>
                <a:lnTo>
                  <a:pt x="4744" y="1277"/>
                </a:lnTo>
                <a:lnTo>
                  <a:pt x="4742" y="1277"/>
                </a:lnTo>
                <a:lnTo>
                  <a:pt x="4741" y="1277"/>
                </a:lnTo>
                <a:lnTo>
                  <a:pt x="4740" y="1278"/>
                </a:lnTo>
                <a:lnTo>
                  <a:pt x="4740" y="1279"/>
                </a:lnTo>
                <a:lnTo>
                  <a:pt x="4741" y="1279"/>
                </a:lnTo>
                <a:lnTo>
                  <a:pt x="4741" y="1280"/>
                </a:lnTo>
                <a:lnTo>
                  <a:pt x="4742" y="1280"/>
                </a:lnTo>
                <a:lnTo>
                  <a:pt x="4742" y="1281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2"/>
                </a:lnTo>
                <a:lnTo>
                  <a:pt x="4739" y="1282"/>
                </a:lnTo>
                <a:lnTo>
                  <a:pt x="4739" y="1283"/>
                </a:lnTo>
                <a:lnTo>
                  <a:pt x="4739" y="1284"/>
                </a:lnTo>
                <a:lnTo>
                  <a:pt x="4739" y="1285"/>
                </a:lnTo>
                <a:lnTo>
                  <a:pt x="4740" y="1285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7" y="1286"/>
                </a:lnTo>
                <a:lnTo>
                  <a:pt x="4736" y="1287"/>
                </a:lnTo>
                <a:lnTo>
                  <a:pt x="4737" y="1288"/>
                </a:lnTo>
                <a:lnTo>
                  <a:pt x="4737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3"/>
                </a:lnTo>
                <a:lnTo>
                  <a:pt x="4733" y="1294"/>
                </a:lnTo>
                <a:lnTo>
                  <a:pt x="4732" y="1294"/>
                </a:lnTo>
                <a:lnTo>
                  <a:pt x="4732" y="1293"/>
                </a:lnTo>
                <a:lnTo>
                  <a:pt x="4731" y="1293"/>
                </a:lnTo>
                <a:lnTo>
                  <a:pt x="4730" y="1293"/>
                </a:lnTo>
                <a:lnTo>
                  <a:pt x="4729" y="1294"/>
                </a:lnTo>
                <a:lnTo>
                  <a:pt x="4728" y="1294"/>
                </a:lnTo>
                <a:lnTo>
                  <a:pt x="4728" y="1295"/>
                </a:lnTo>
                <a:lnTo>
                  <a:pt x="4728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30" y="1295"/>
                </a:lnTo>
                <a:lnTo>
                  <a:pt x="4731" y="1295"/>
                </a:lnTo>
                <a:lnTo>
                  <a:pt x="4732" y="1295"/>
                </a:lnTo>
                <a:lnTo>
                  <a:pt x="4732" y="1296"/>
                </a:lnTo>
                <a:lnTo>
                  <a:pt x="4732" y="1297"/>
                </a:lnTo>
                <a:lnTo>
                  <a:pt x="4731" y="1297"/>
                </a:lnTo>
                <a:lnTo>
                  <a:pt x="4731" y="1298"/>
                </a:lnTo>
                <a:lnTo>
                  <a:pt x="4730" y="1298"/>
                </a:lnTo>
                <a:lnTo>
                  <a:pt x="4730" y="1297"/>
                </a:lnTo>
                <a:lnTo>
                  <a:pt x="4730" y="1298"/>
                </a:lnTo>
                <a:lnTo>
                  <a:pt x="4729" y="1298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6"/>
                </a:lnTo>
                <a:lnTo>
                  <a:pt x="4728" y="1297"/>
                </a:lnTo>
                <a:lnTo>
                  <a:pt x="4728" y="1296"/>
                </a:lnTo>
                <a:lnTo>
                  <a:pt x="4727" y="1296"/>
                </a:lnTo>
                <a:lnTo>
                  <a:pt x="4727" y="1297"/>
                </a:lnTo>
                <a:lnTo>
                  <a:pt x="4727" y="1298"/>
                </a:lnTo>
                <a:lnTo>
                  <a:pt x="4726" y="1298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9"/>
                </a:lnTo>
                <a:lnTo>
                  <a:pt x="4722" y="1298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7"/>
                </a:lnTo>
                <a:lnTo>
                  <a:pt x="4721" y="1297"/>
                </a:lnTo>
                <a:lnTo>
                  <a:pt x="4720" y="1297"/>
                </a:lnTo>
                <a:lnTo>
                  <a:pt x="4720" y="1296"/>
                </a:lnTo>
                <a:lnTo>
                  <a:pt x="4719" y="1296"/>
                </a:lnTo>
                <a:lnTo>
                  <a:pt x="4718" y="1296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7" y="1299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301"/>
                </a:lnTo>
                <a:lnTo>
                  <a:pt x="4713" y="1300"/>
                </a:lnTo>
                <a:lnTo>
                  <a:pt x="4712" y="1300"/>
                </a:lnTo>
                <a:lnTo>
                  <a:pt x="4712" y="1299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8" y="1300"/>
                </a:lnTo>
                <a:lnTo>
                  <a:pt x="4709" y="1300"/>
                </a:lnTo>
                <a:lnTo>
                  <a:pt x="4709" y="1299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699" y="1305"/>
                </a:lnTo>
                <a:lnTo>
                  <a:pt x="4698" y="1305"/>
                </a:lnTo>
                <a:lnTo>
                  <a:pt x="4698" y="1306"/>
                </a:lnTo>
                <a:lnTo>
                  <a:pt x="4698" y="1307"/>
                </a:lnTo>
                <a:lnTo>
                  <a:pt x="4699" y="1307"/>
                </a:lnTo>
                <a:lnTo>
                  <a:pt x="4700" y="1307"/>
                </a:lnTo>
                <a:lnTo>
                  <a:pt x="4701" y="1307"/>
                </a:lnTo>
                <a:lnTo>
                  <a:pt x="4701" y="1308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2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5" y="1311"/>
                </a:lnTo>
                <a:lnTo>
                  <a:pt x="4694" y="1312"/>
                </a:lnTo>
                <a:lnTo>
                  <a:pt x="4693" y="1311"/>
                </a:lnTo>
                <a:lnTo>
                  <a:pt x="4693" y="1310"/>
                </a:lnTo>
                <a:lnTo>
                  <a:pt x="4692" y="1310"/>
                </a:lnTo>
                <a:lnTo>
                  <a:pt x="4691" y="1310"/>
                </a:lnTo>
                <a:lnTo>
                  <a:pt x="4690" y="1310"/>
                </a:lnTo>
                <a:lnTo>
                  <a:pt x="4690" y="1312"/>
                </a:lnTo>
                <a:lnTo>
                  <a:pt x="4690" y="1313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8" y="1315"/>
                </a:lnTo>
                <a:lnTo>
                  <a:pt x="4688" y="1316"/>
                </a:lnTo>
                <a:lnTo>
                  <a:pt x="4686" y="1316"/>
                </a:lnTo>
                <a:lnTo>
                  <a:pt x="4686" y="1315"/>
                </a:lnTo>
                <a:lnTo>
                  <a:pt x="4685" y="1315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1" y="1320"/>
                </a:lnTo>
                <a:lnTo>
                  <a:pt x="4681" y="1321"/>
                </a:lnTo>
                <a:lnTo>
                  <a:pt x="4680" y="1321"/>
                </a:lnTo>
                <a:lnTo>
                  <a:pt x="4679" y="1321"/>
                </a:lnTo>
                <a:lnTo>
                  <a:pt x="4679" y="1320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8" y="1325"/>
                </a:lnTo>
                <a:lnTo>
                  <a:pt x="4677" y="1325"/>
                </a:lnTo>
                <a:lnTo>
                  <a:pt x="4676" y="1325"/>
                </a:lnTo>
                <a:lnTo>
                  <a:pt x="4675" y="1325"/>
                </a:lnTo>
                <a:lnTo>
                  <a:pt x="4675" y="1324"/>
                </a:lnTo>
                <a:lnTo>
                  <a:pt x="4674" y="1324"/>
                </a:lnTo>
                <a:lnTo>
                  <a:pt x="4674" y="1323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4"/>
                </a:lnTo>
                <a:lnTo>
                  <a:pt x="4669" y="1324"/>
                </a:lnTo>
                <a:lnTo>
                  <a:pt x="4669" y="1323"/>
                </a:lnTo>
                <a:lnTo>
                  <a:pt x="4668" y="1323"/>
                </a:lnTo>
                <a:lnTo>
                  <a:pt x="4667" y="1323"/>
                </a:lnTo>
                <a:lnTo>
                  <a:pt x="4667" y="1322"/>
                </a:lnTo>
                <a:lnTo>
                  <a:pt x="4666" y="1322"/>
                </a:lnTo>
                <a:lnTo>
                  <a:pt x="4665" y="1322"/>
                </a:lnTo>
                <a:lnTo>
                  <a:pt x="4665" y="1323"/>
                </a:lnTo>
                <a:lnTo>
                  <a:pt x="4666" y="1323"/>
                </a:lnTo>
                <a:lnTo>
                  <a:pt x="4665" y="1323"/>
                </a:lnTo>
                <a:lnTo>
                  <a:pt x="4665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7"/>
                </a:lnTo>
                <a:lnTo>
                  <a:pt x="4664" y="1327"/>
                </a:lnTo>
                <a:lnTo>
                  <a:pt x="4663" y="1328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50" y="1332"/>
                </a:lnTo>
                <a:lnTo>
                  <a:pt x="4651" y="1332"/>
                </a:lnTo>
                <a:lnTo>
                  <a:pt x="4652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6" y="1334"/>
                </a:lnTo>
                <a:lnTo>
                  <a:pt x="4647" y="1334"/>
                </a:lnTo>
                <a:lnTo>
                  <a:pt x="4648" y="1334"/>
                </a:lnTo>
                <a:lnTo>
                  <a:pt x="4648" y="1335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3" y="1334"/>
                </a:lnTo>
                <a:lnTo>
                  <a:pt x="4642" y="1335"/>
                </a:lnTo>
                <a:lnTo>
                  <a:pt x="4641" y="1335"/>
                </a:lnTo>
                <a:lnTo>
                  <a:pt x="4642" y="1335"/>
                </a:lnTo>
                <a:lnTo>
                  <a:pt x="4641" y="1336"/>
                </a:lnTo>
                <a:lnTo>
                  <a:pt x="4641" y="1337"/>
                </a:lnTo>
                <a:lnTo>
                  <a:pt x="4642" y="1337"/>
                </a:lnTo>
                <a:lnTo>
                  <a:pt x="4643" y="1338"/>
                </a:lnTo>
                <a:lnTo>
                  <a:pt x="4645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1" y="1342"/>
                </a:lnTo>
                <a:lnTo>
                  <a:pt x="4640" y="1342"/>
                </a:lnTo>
                <a:lnTo>
                  <a:pt x="4640" y="1341"/>
                </a:lnTo>
                <a:lnTo>
                  <a:pt x="4639" y="1341"/>
                </a:lnTo>
                <a:lnTo>
                  <a:pt x="4638" y="1341"/>
                </a:lnTo>
                <a:lnTo>
                  <a:pt x="4637" y="1341"/>
                </a:lnTo>
                <a:lnTo>
                  <a:pt x="4637" y="1342"/>
                </a:lnTo>
                <a:lnTo>
                  <a:pt x="4637" y="1341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2"/>
                </a:lnTo>
                <a:lnTo>
                  <a:pt x="4632" y="1342"/>
                </a:lnTo>
                <a:lnTo>
                  <a:pt x="4632" y="1341"/>
                </a:lnTo>
                <a:lnTo>
                  <a:pt x="4632" y="1340"/>
                </a:lnTo>
                <a:lnTo>
                  <a:pt x="4631" y="1340"/>
                </a:lnTo>
                <a:lnTo>
                  <a:pt x="4630" y="1340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2"/>
                </a:lnTo>
                <a:lnTo>
                  <a:pt x="4629" y="1343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7" y="1346"/>
                </a:lnTo>
                <a:lnTo>
                  <a:pt x="4626" y="1346"/>
                </a:lnTo>
                <a:lnTo>
                  <a:pt x="4625" y="1347"/>
                </a:lnTo>
                <a:lnTo>
                  <a:pt x="4624" y="1348"/>
                </a:lnTo>
                <a:lnTo>
                  <a:pt x="4623" y="1348"/>
                </a:lnTo>
                <a:lnTo>
                  <a:pt x="4622" y="1348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8" y="1351"/>
                </a:lnTo>
                <a:lnTo>
                  <a:pt x="4617" y="1351"/>
                </a:lnTo>
                <a:lnTo>
                  <a:pt x="4617" y="1352"/>
                </a:lnTo>
                <a:lnTo>
                  <a:pt x="4617" y="1353"/>
                </a:lnTo>
                <a:lnTo>
                  <a:pt x="4616" y="1353"/>
                </a:lnTo>
                <a:lnTo>
                  <a:pt x="4617" y="1353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5" y="1357"/>
                </a:lnTo>
                <a:lnTo>
                  <a:pt x="4615" y="1356"/>
                </a:lnTo>
                <a:lnTo>
                  <a:pt x="4614" y="1356"/>
                </a:lnTo>
                <a:lnTo>
                  <a:pt x="4614" y="1357"/>
                </a:lnTo>
                <a:lnTo>
                  <a:pt x="4614" y="1356"/>
                </a:lnTo>
                <a:lnTo>
                  <a:pt x="4614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2" y="1357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09" y="1358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4" y="1360"/>
                </a:lnTo>
                <a:lnTo>
                  <a:pt x="4604" y="1361"/>
                </a:lnTo>
                <a:lnTo>
                  <a:pt x="4604" y="1360"/>
                </a:lnTo>
                <a:lnTo>
                  <a:pt x="4604" y="1361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1" y="1366"/>
                </a:lnTo>
                <a:lnTo>
                  <a:pt x="4600" y="1366"/>
                </a:lnTo>
                <a:lnTo>
                  <a:pt x="4599" y="1366"/>
                </a:lnTo>
                <a:lnTo>
                  <a:pt x="4599" y="1367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2"/>
                </a:lnTo>
                <a:lnTo>
                  <a:pt x="4595" y="1372"/>
                </a:lnTo>
                <a:lnTo>
                  <a:pt x="4594" y="1372"/>
                </a:lnTo>
                <a:lnTo>
                  <a:pt x="4595" y="1372"/>
                </a:lnTo>
                <a:lnTo>
                  <a:pt x="4597" y="1372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68"/>
                </a:lnTo>
                <a:lnTo>
                  <a:pt x="4596" y="1368"/>
                </a:lnTo>
                <a:lnTo>
                  <a:pt x="4595" y="1368"/>
                </a:lnTo>
                <a:lnTo>
                  <a:pt x="4595" y="1369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6" y="1376"/>
                </a:lnTo>
                <a:lnTo>
                  <a:pt x="4587" y="1376"/>
                </a:lnTo>
                <a:lnTo>
                  <a:pt x="4588" y="1376"/>
                </a:lnTo>
                <a:lnTo>
                  <a:pt x="4589" y="1376"/>
                </a:lnTo>
                <a:lnTo>
                  <a:pt x="4591" y="1376"/>
                </a:lnTo>
                <a:lnTo>
                  <a:pt x="4591" y="1375"/>
                </a:lnTo>
                <a:lnTo>
                  <a:pt x="4592" y="1375"/>
                </a:lnTo>
                <a:lnTo>
                  <a:pt x="4592" y="1374"/>
                </a:lnTo>
                <a:lnTo>
                  <a:pt x="4592" y="1373"/>
                </a:lnTo>
                <a:lnTo>
                  <a:pt x="4593" y="1373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3"/>
                </a:lnTo>
                <a:lnTo>
                  <a:pt x="4592" y="1374"/>
                </a:lnTo>
                <a:lnTo>
                  <a:pt x="4592" y="1375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9" y="1377"/>
                </a:lnTo>
                <a:lnTo>
                  <a:pt x="4588" y="1377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4" y="1379"/>
                </a:lnTo>
                <a:lnTo>
                  <a:pt x="4583" y="1379"/>
                </a:lnTo>
                <a:lnTo>
                  <a:pt x="4583" y="1380"/>
                </a:lnTo>
                <a:lnTo>
                  <a:pt x="4583" y="1381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5"/>
                </a:lnTo>
                <a:lnTo>
                  <a:pt x="4584" y="1387"/>
                </a:lnTo>
                <a:lnTo>
                  <a:pt x="4584" y="1388"/>
                </a:lnTo>
                <a:lnTo>
                  <a:pt x="4583" y="1389"/>
                </a:lnTo>
                <a:lnTo>
                  <a:pt x="4583" y="1390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1" y="1395"/>
                </a:lnTo>
                <a:lnTo>
                  <a:pt x="4582" y="1395"/>
                </a:lnTo>
                <a:lnTo>
                  <a:pt x="4582" y="1394"/>
                </a:lnTo>
                <a:lnTo>
                  <a:pt x="4582" y="1395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79" y="1396"/>
                </a:lnTo>
                <a:lnTo>
                  <a:pt x="4579" y="1397"/>
                </a:lnTo>
                <a:lnTo>
                  <a:pt x="4578" y="1397"/>
                </a:lnTo>
                <a:lnTo>
                  <a:pt x="4578" y="1398"/>
                </a:lnTo>
                <a:lnTo>
                  <a:pt x="4578" y="1399"/>
                </a:lnTo>
                <a:lnTo>
                  <a:pt x="4579" y="1399"/>
                </a:lnTo>
                <a:lnTo>
                  <a:pt x="4579" y="1400"/>
                </a:lnTo>
                <a:lnTo>
                  <a:pt x="4580" y="1400"/>
                </a:lnTo>
                <a:lnTo>
                  <a:pt x="4581" y="1400"/>
                </a:lnTo>
                <a:lnTo>
                  <a:pt x="4581" y="1401"/>
                </a:lnTo>
                <a:lnTo>
                  <a:pt x="4581" y="1402"/>
                </a:lnTo>
                <a:lnTo>
                  <a:pt x="4582" y="1403"/>
                </a:lnTo>
                <a:lnTo>
                  <a:pt x="4582" y="1404"/>
                </a:lnTo>
                <a:lnTo>
                  <a:pt x="4583" y="1405"/>
                </a:lnTo>
                <a:lnTo>
                  <a:pt x="4584" y="1405"/>
                </a:lnTo>
                <a:lnTo>
                  <a:pt x="4584" y="1404"/>
                </a:lnTo>
                <a:lnTo>
                  <a:pt x="4583" y="1404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2" y="1401"/>
                </a:lnTo>
                <a:lnTo>
                  <a:pt x="4582" y="1400"/>
                </a:lnTo>
                <a:lnTo>
                  <a:pt x="4581" y="1400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4" y="1401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8" y="1406"/>
                </a:lnTo>
                <a:lnTo>
                  <a:pt x="4588" y="1407"/>
                </a:lnTo>
                <a:lnTo>
                  <a:pt x="4587" y="1407"/>
                </a:lnTo>
                <a:lnTo>
                  <a:pt x="4587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8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5" y="1407"/>
                </a:lnTo>
                <a:lnTo>
                  <a:pt x="4574" y="1407"/>
                </a:lnTo>
                <a:lnTo>
                  <a:pt x="4574" y="1406"/>
                </a:lnTo>
                <a:lnTo>
                  <a:pt x="4575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4" y="1404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5" y="1401"/>
                </a:lnTo>
                <a:lnTo>
                  <a:pt x="4575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6" y="1397"/>
                </a:lnTo>
                <a:lnTo>
                  <a:pt x="4576" y="1396"/>
                </a:lnTo>
                <a:lnTo>
                  <a:pt x="4575" y="1396"/>
                </a:lnTo>
                <a:lnTo>
                  <a:pt x="4574" y="1396"/>
                </a:lnTo>
                <a:lnTo>
                  <a:pt x="4574" y="1395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1" y="1396"/>
                </a:lnTo>
                <a:lnTo>
                  <a:pt x="4571" y="1397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0"/>
                </a:lnTo>
                <a:lnTo>
                  <a:pt x="4570" y="1402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6"/>
                </a:lnTo>
                <a:lnTo>
                  <a:pt x="4567" y="1406"/>
                </a:lnTo>
                <a:lnTo>
                  <a:pt x="4565" y="1406"/>
                </a:lnTo>
                <a:lnTo>
                  <a:pt x="4564" y="1407"/>
                </a:lnTo>
                <a:lnTo>
                  <a:pt x="4563" y="1406"/>
                </a:lnTo>
                <a:lnTo>
                  <a:pt x="4563" y="1405"/>
                </a:lnTo>
                <a:lnTo>
                  <a:pt x="4562" y="1405"/>
                </a:lnTo>
                <a:lnTo>
                  <a:pt x="4562" y="1406"/>
                </a:lnTo>
                <a:lnTo>
                  <a:pt x="4560" y="1406"/>
                </a:lnTo>
                <a:lnTo>
                  <a:pt x="4559" y="1407"/>
                </a:lnTo>
                <a:lnTo>
                  <a:pt x="4558" y="1406"/>
                </a:lnTo>
                <a:lnTo>
                  <a:pt x="4555" y="1407"/>
                </a:lnTo>
                <a:lnTo>
                  <a:pt x="4554" y="1408"/>
                </a:lnTo>
                <a:lnTo>
                  <a:pt x="4553" y="1408"/>
                </a:lnTo>
                <a:lnTo>
                  <a:pt x="4550" y="1409"/>
                </a:lnTo>
                <a:lnTo>
                  <a:pt x="4549" y="1409"/>
                </a:lnTo>
                <a:lnTo>
                  <a:pt x="4547" y="1408"/>
                </a:lnTo>
                <a:lnTo>
                  <a:pt x="4546" y="1407"/>
                </a:lnTo>
                <a:lnTo>
                  <a:pt x="4545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8" y="1407"/>
                </a:lnTo>
                <a:lnTo>
                  <a:pt x="4537" y="1407"/>
                </a:lnTo>
                <a:lnTo>
                  <a:pt x="4537" y="1406"/>
                </a:lnTo>
                <a:lnTo>
                  <a:pt x="4536" y="1406"/>
                </a:lnTo>
                <a:lnTo>
                  <a:pt x="4535" y="1406"/>
                </a:lnTo>
                <a:lnTo>
                  <a:pt x="4536" y="1406"/>
                </a:lnTo>
                <a:lnTo>
                  <a:pt x="4536" y="1405"/>
                </a:lnTo>
                <a:lnTo>
                  <a:pt x="4535" y="1405"/>
                </a:lnTo>
                <a:lnTo>
                  <a:pt x="4534" y="1405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6"/>
                </a:lnTo>
                <a:lnTo>
                  <a:pt x="4530" y="1407"/>
                </a:lnTo>
                <a:lnTo>
                  <a:pt x="4528" y="1407"/>
                </a:lnTo>
                <a:lnTo>
                  <a:pt x="4527" y="1407"/>
                </a:lnTo>
                <a:lnTo>
                  <a:pt x="4526" y="1407"/>
                </a:lnTo>
                <a:lnTo>
                  <a:pt x="4522" y="1408"/>
                </a:lnTo>
                <a:lnTo>
                  <a:pt x="4521" y="1406"/>
                </a:lnTo>
                <a:lnTo>
                  <a:pt x="4520" y="1406"/>
                </a:lnTo>
                <a:lnTo>
                  <a:pt x="4519" y="1405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3"/>
                </a:lnTo>
                <a:lnTo>
                  <a:pt x="4517" y="1403"/>
                </a:lnTo>
                <a:lnTo>
                  <a:pt x="4518" y="1405"/>
                </a:lnTo>
                <a:lnTo>
                  <a:pt x="4518" y="1406"/>
                </a:lnTo>
                <a:lnTo>
                  <a:pt x="4517" y="1406"/>
                </a:lnTo>
                <a:lnTo>
                  <a:pt x="4517" y="1407"/>
                </a:lnTo>
                <a:lnTo>
                  <a:pt x="4517" y="1408"/>
                </a:lnTo>
                <a:lnTo>
                  <a:pt x="4518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2"/>
                </a:lnTo>
                <a:lnTo>
                  <a:pt x="4512" y="1412"/>
                </a:lnTo>
                <a:lnTo>
                  <a:pt x="4512" y="1411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2"/>
                </a:lnTo>
                <a:lnTo>
                  <a:pt x="4511" y="1412"/>
                </a:lnTo>
                <a:lnTo>
                  <a:pt x="4510" y="1413"/>
                </a:lnTo>
                <a:lnTo>
                  <a:pt x="4509" y="1414"/>
                </a:lnTo>
                <a:lnTo>
                  <a:pt x="4509" y="1413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8" y="1410"/>
                </a:lnTo>
                <a:lnTo>
                  <a:pt x="4507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6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5"/>
                </a:lnTo>
                <a:lnTo>
                  <a:pt x="4497" y="1416"/>
                </a:lnTo>
                <a:lnTo>
                  <a:pt x="4496" y="1416"/>
                </a:lnTo>
                <a:lnTo>
                  <a:pt x="4495" y="1416"/>
                </a:lnTo>
                <a:lnTo>
                  <a:pt x="4495" y="1417"/>
                </a:lnTo>
                <a:lnTo>
                  <a:pt x="4495" y="1416"/>
                </a:lnTo>
                <a:lnTo>
                  <a:pt x="4495" y="1415"/>
                </a:lnTo>
                <a:lnTo>
                  <a:pt x="4495" y="1414"/>
                </a:lnTo>
                <a:lnTo>
                  <a:pt x="4496" y="1414"/>
                </a:lnTo>
                <a:lnTo>
                  <a:pt x="4497" y="1414"/>
                </a:lnTo>
                <a:lnTo>
                  <a:pt x="4498" y="1413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2"/>
                </a:lnTo>
                <a:lnTo>
                  <a:pt x="4496" y="1411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09"/>
                </a:lnTo>
                <a:lnTo>
                  <a:pt x="4496" y="1409"/>
                </a:lnTo>
                <a:lnTo>
                  <a:pt x="4496" y="1410"/>
                </a:lnTo>
                <a:lnTo>
                  <a:pt x="4496" y="1411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5" y="1414"/>
                </a:lnTo>
                <a:lnTo>
                  <a:pt x="4494" y="1414"/>
                </a:lnTo>
                <a:lnTo>
                  <a:pt x="4493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4"/>
                </a:lnTo>
                <a:lnTo>
                  <a:pt x="4487" y="1413"/>
                </a:lnTo>
                <a:lnTo>
                  <a:pt x="4487" y="1412"/>
                </a:lnTo>
                <a:lnTo>
                  <a:pt x="4486" y="1411"/>
                </a:lnTo>
                <a:lnTo>
                  <a:pt x="4486" y="1410"/>
                </a:lnTo>
                <a:lnTo>
                  <a:pt x="4485" y="1410"/>
                </a:lnTo>
                <a:lnTo>
                  <a:pt x="4484" y="1410"/>
                </a:lnTo>
                <a:lnTo>
                  <a:pt x="4485" y="1411"/>
                </a:lnTo>
                <a:lnTo>
                  <a:pt x="4486" y="1413"/>
                </a:lnTo>
                <a:lnTo>
                  <a:pt x="4484" y="1414"/>
                </a:lnTo>
                <a:lnTo>
                  <a:pt x="4485" y="1415"/>
                </a:lnTo>
                <a:lnTo>
                  <a:pt x="4484" y="1415"/>
                </a:lnTo>
                <a:lnTo>
                  <a:pt x="4483" y="1415"/>
                </a:lnTo>
                <a:lnTo>
                  <a:pt x="4483" y="1414"/>
                </a:lnTo>
                <a:lnTo>
                  <a:pt x="4482" y="1414"/>
                </a:lnTo>
                <a:lnTo>
                  <a:pt x="4481" y="1415"/>
                </a:lnTo>
                <a:lnTo>
                  <a:pt x="4482" y="1415"/>
                </a:lnTo>
                <a:lnTo>
                  <a:pt x="4483" y="1415"/>
                </a:lnTo>
                <a:lnTo>
                  <a:pt x="4484" y="1417"/>
                </a:lnTo>
                <a:lnTo>
                  <a:pt x="4484" y="1418"/>
                </a:lnTo>
                <a:lnTo>
                  <a:pt x="4484" y="1419"/>
                </a:lnTo>
                <a:lnTo>
                  <a:pt x="4485" y="1419"/>
                </a:lnTo>
                <a:lnTo>
                  <a:pt x="4485" y="1420"/>
                </a:lnTo>
                <a:lnTo>
                  <a:pt x="4484" y="1420"/>
                </a:lnTo>
                <a:lnTo>
                  <a:pt x="4483" y="1419"/>
                </a:lnTo>
                <a:lnTo>
                  <a:pt x="4483" y="1420"/>
                </a:lnTo>
                <a:lnTo>
                  <a:pt x="4482" y="1420"/>
                </a:lnTo>
                <a:lnTo>
                  <a:pt x="4481" y="1420"/>
                </a:lnTo>
                <a:lnTo>
                  <a:pt x="4480" y="1419"/>
                </a:lnTo>
                <a:lnTo>
                  <a:pt x="4479" y="1419"/>
                </a:lnTo>
                <a:lnTo>
                  <a:pt x="4479" y="1420"/>
                </a:lnTo>
                <a:lnTo>
                  <a:pt x="4479" y="1421"/>
                </a:lnTo>
                <a:lnTo>
                  <a:pt x="4480" y="1421"/>
                </a:lnTo>
                <a:lnTo>
                  <a:pt x="4479" y="1421"/>
                </a:lnTo>
                <a:lnTo>
                  <a:pt x="4480" y="1422"/>
                </a:lnTo>
                <a:lnTo>
                  <a:pt x="4479" y="1422"/>
                </a:lnTo>
                <a:lnTo>
                  <a:pt x="4478" y="1422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3" y="1424"/>
                </a:lnTo>
                <a:lnTo>
                  <a:pt x="4472" y="1424"/>
                </a:lnTo>
                <a:lnTo>
                  <a:pt x="4472" y="1425"/>
                </a:lnTo>
                <a:lnTo>
                  <a:pt x="4471" y="1424"/>
                </a:lnTo>
                <a:lnTo>
                  <a:pt x="4471" y="1423"/>
                </a:lnTo>
                <a:lnTo>
                  <a:pt x="4469" y="1422"/>
                </a:lnTo>
                <a:lnTo>
                  <a:pt x="4469" y="1421"/>
                </a:lnTo>
                <a:lnTo>
                  <a:pt x="4468" y="1422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1" y="1423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2"/>
                </a:lnTo>
                <a:lnTo>
                  <a:pt x="4460" y="1422"/>
                </a:lnTo>
                <a:lnTo>
                  <a:pt x="4460" y="1421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9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7" y="1429"/>
                </a:lnTo>
                <a:lnTo>
                  <a:pt x="4455" y="1429"/>
                </a:lnTo>
                <a:lnTo>
                  <a:pt x="4454" y="1428"/>
                </a:lnTo>
                <a:lnTo>
                  <a:pt x="4451" y="1429"/>
                </a:lnTo>
                <a:lnTo>
                  <a:pt x="4451" y="1428"/>
                </a:lnTo>
                <a:lnTo>
                  <a:pt x="4448" y="1429"/>
                </a:lnTo>
                <a:lnTo>
                  <a:pt x="4445" y="1429"/>
                </a:lnTo>
                <a:lnTo>
                  <a:pt x="4446" y="1430"/>
                </a:lnTo>
                <a:lnTo>
                  <a:pt x="4445" y="1430"/>
                </a:lnTo>
                <a:lnTo>
                  <a:pt x="4445" y="1432"/>
                </a:lnTo>
                <a:lnTo>
                  <a:pt x="4444" y="1433"/>
                </a:lnTo>
                <a:lnTo>
                  <a:pt x="4443" y="1433"/>
                </a:lnTo>
                <a:lnTo>
                  <a:pt x="4443" y="1431"/>
                </a:lnTo>
                <a:lnTo>
                  <a:pt x="4442" y="1431"/>
                </a:lnTo>
                <a:lnTo>
                  <a:pt x="4441" y="1432"/>
                </a:lnTo>
                <a:lnTo>
                  <a:pt x="4442" y="1433"/>
                </a:lnTo>
                <a:lnTo>
                  <a:pt x="4434" y="1436"/>
                </a:lnTo>
                <a:lnTo>
                  <a:pt x="4433" y="1435"/>
                </a:lnTo>
                <a:lnTo>
                  <a:pt x="4432" y="1436"/>
                </a:lnTo>
                <a:lnTo>
                  <a:pt x="4431" y="1437"/>
                </a:lnTo>
                <a:lnTo>
                  <a:pt x="4431" y="1438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6"/>
                </a:lnTo>
                <a:lnTo>
                  <a:pt x="4428" y="1436"/>
                </a:lnTo>
                <a:lnTo>
                  <a:pt x="4427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6" y="1440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1"/>
                </a:lnTo>
                <a:lnTo>
                  <a:pt x="4424" y="1441"/>
                </a:lnTo>
                <a:lnTo>
                  <a:pt x="4425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3"/>
                </a:lnTo>
                <a:lnTo>
                  <a:pt x="4422" y="1443"/>
                </a:lnTo>
                <a:lnTo>
                  <a:pt x="4421" y="1443"/>
                </a:lnTo>
                <a:lnTo>
                  <a:pt x="4422" y="1443"/>
                </a:lnTo>
                <a:lnTo>
                  <a:pt x="4422" y="1442"/>
                </a:lnTo>
                <a:lnTo>
                  <a:pt x="4422" y="1441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1" y="1447"/>
                </a:lnTo>
                <a:lnTo>
                  <a:pt x="4420" y="1447"/>
                </a:lnTo>
                <a:lnTo>
                  <a:pt x="4420" y="1446"/>
                </a:lnTo>
                <a:lnTo>
                  <a:pt x="4417" y="1448"/>
                </a:lnTo>
                <a:lnTo>
                  <a:pt x="4416" y="1448"/>
                </a:lnTo>
                <a:lnTo>
                  <a:pt x="4416" y="1449"/>
                </a:lnTo>
                <a:lnTo>
                  <a:pt x="4415" y="1448"/>
                </a:lnTo>
                <a:lnTo>
                  <a:pt x="4415" y="1449"/>
                </a:lnTo>
                <a:lnTo>
                  <a:pt x="4414" y="1450"/>
                </a:lnTo>
                <a:lnTo>
                  <a:pt x="4412" y="1450"/>
                </a:lnTo>
                <a:lnTo>
                  <a:pt x="4411" y="1450"/>
                </a:lnTo>
                <a:lnTo>
                  <a:pt x="4411" y="1448"/>
                </a:lnTo>
                <a:lnTo>
                  <a:pt x="4409" y="1448"/>
                </a:lnTo>
                <a:lnTo>
                  <a:pt x="4406" y="1448"/>
                </a:lnTo>
                <a:lnTo>
                  <a:pt x="4405" y="1449"/>
                </a:lnTo>
                <a:lnTo>
                  <a:pt x="4405" y="1450"/>
                </a:lnTo>
                <a:lnTo>
                  <a:pt x="4402" y="1451"/>
                </a:lnTo>
                <a:lnTo>
                  <a:pt x="4401" y="1452"/>
                </a:lnTo>
                <a:lnTo>
                  <a:pt x="4400" y="1452"/>
                </a:lnTo>
                <a:lnTo>
                  <a:pt x="4400" y="1453"/>
                </a:lnTo>
                <a:lnTo>
                  <a:pt x="4401" y="1453"/>
                </a:lnTo>
                <a:lnTo>
                  <a:pt x="4398" y="1455"/>
                </a:lnTo>
                <a:lnTo>
                  <a:pt x="4397" y="1454"/>
                </a:lnTo>
                <a:lnTo>
                  <a:pt x="4397" y="1455"/>
                </a:lnTo>
                <a:lnTo>
                  <a:pt x="4398" y="1456"/>
                </a:lnTo>
                <a:lnTo>
                  <a:pt x="4398" y="1457"/>
                </a:lnTo>
                <a:lnTo>
                  <a:pt x="4397" y="1457"/>
                </a:lnTo>
                <a:lnTo>
                  <a:pt x="4396" y="1455"/>
                </a:lnTo>
                <a:lnTo>
                  <a:pt x="4396" y="1456"/>
                </a:lnTo>
                <a:lnTo>
                  <a:pt x="4394" y="1458"/>
                </a:lnTo>
                <a:lnTo>
                  <a:pt x="4393" y="1458"/>
                </a:lnTo>
                <a:lnTo>
                  <a:pt x="4392" y="1458"/>
                </a:lnTo>
                <a:lnTo>
                  <a:pt x="4392" y="1457"/>
                </a:lnTo>
                <a:lnTo>
                  <a:pt x="4391" y="1457"/>
                </a:lnTo>
                <a:lnTo>
                  <a:pt x="4391" y="1458"/>
                </a:lnTo>
                <a:lnTo>
                  <a:pt x="4392" y="1458"/>
                </a:lnTo>
                <a:lnTo>
                  <a:pt x="4393" y="1458"/>
                </a:lnTo>
                <a:lnTo>
                  <a:pt x="4393" y="1459"/>
                </a:lnTo>
                <a:lnTo>
                  <a:pt x="4393" y="1460"/>
                </a:lnTo>
                <a:lnTo>
                  <a:pt x="4392" y="1461"/>
                </a:lnTo>
                <a:lnTo>
                  <a:pt x="4391" y="1462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4"/>
                </a:lnTo>
                <a:lnTo>
                  <a:pt x="4388" y="1464"/>
                </a:lnTo>
                <a:lnTo>
                  <a:pt x="4388" y="1465"/>
                </a:lnTo>
                <a:lnTo>
                  <a:pt x="4388" y="1464"/>
                </a:lnTo>
                <a:lnTo>
                  <a:pt x="4387" y="1464"/>
                </a:lnTo>
                <a:lnTo>
                  <a:pt x="4386" y="1464"/>
                </a:lnTo>
                <a:lnTo>
                  <a:pt x="4386" y="1465"/>
                </a:lnTo>
                <a:lnTo>
                  <a:pt x="4385" y="1465"/>
                </a:lnTo>
                <a:lnTo>
                  <a:pt x="4385" y="1466"/>
                </a:lnTo>
                <a:lnTo>
                  <a:pt x="4384" y="1466"/>
                </a:lnTo>
                <a:lnTo>
                  <a:pt x="4383" y="1466"/>
                </a:lnTo>
                <a:lnTo>
                  <a:pt x="4383" y="1467"/>
                </a:lnTo>
                <a:lnTo>
                  <a:pt x="4382" y="1467"/>
                </a:lnTo>
                <a:lnTo>
                  <a:pt x="4382" y="1468"/>
                </a:lnTo>
                <a:lnTo>
                  <a:pt x="4381" y="1468"/>
                </a:lnTo>
                <a:lnTo>
                  <a:pt x="4380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0"/>
                </a:lnTo>
                <a:lnTo>
                  <a:pt x="4380" y="1470"/>
                </a:lnTo>
                <a:lnTo>
                  <a:pt x="4381" y="1470"/>
                </a:lnTo>
                <a:lnTo>
                  <a:pt x="4380" y="1470"/>
                </a:lnTo>
                <a:lnTo>
                  <a:pt x="4380" y="1471"/>
                </a:lnTo>
                <a:lnTo>
                  <a:pt x="4380" y="1472"/>
                </a:lnTo>
                <a:lnTo>
                  <a:pt x="4379" y="1473"/>
                </a:lnTo>
                <a:lnTo>
                  <a:pt x="4378" y="1472"/>
                </a:lnTo>
                <a:lnTo>
                  <a:pt x="4378" y="1473"/>
                </a:lnTo>
                <a:lnTo>
                  <a:pt x="4379" y="1473"/>
                </a:lnTo>
                <a:lnTo>
                  <a:pt x="4380" y="1473"/>
                </a:lnTo>
                <a:lnTo>
                  <a:pt x="4380" y="1474"/>
                </a:lnTo>
                <a:lnTo>
                  <a:pt x="4381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3" y="1475"/>
                </a:lnTo>
                <a:lnTo>
                  <a:pt x="4384" y="1475"/>
                </a:lnTo>
                <a:lnTo>
                  <a:pt x="4385" y="1475"/>
                </a:lnTo>
                <a:lnTo>
                  <a:pt x="4384" y="1476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7" y="1478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79"/>
                </a:lnTo>
                <a:lnTo>
                  <a:pt x="4374" y="1479"/>
                </a:lnTo>
                <a:lnTo>
                  <a:pt x="4374" y="1478"/>
                </a:lnTo>
                <a:lnTo>
                  <a:pt x="4373" y="1478"/>
                </a:lnTo>
                <a:lnTo>
                  <a:pt x="4373" y="1479"/>
                </a:lnTo>
                <a:lnTo>
                  <a:pt x="4373" y="1480"/>
                </a:lnTo>
                <a:lnTo>
                  <a:pt x="4373" y="1481"/>
                </a:lnTo>
                <a:lnTo>
                  <a:pt x="4374" y="1482"/>
                </a:lnTo>
                <a:lnTo>
                  <a:pt x="4375" y="1482"/>
                </a:lnTo>
                <a:lnTo>
                  <a:pt x="4375" y="1483"/>
                </a:lnTo>
                <a:lnTo>
                  <a:pt x="4376" y="1484"/>
                </a:lnTo>
                <a:lnTo>
                  <a:pt x="4375" y="1485"/>
                </a:lnTo>
                <a:lnTo>
                  <a:pt x="4375" y="1484"/>
                </a:lnTo>
                <a:lnTo>
                  <a:pt x="4374" y="1484"/>
                </a:lnTo>
                <a:lnTo>
                  <a:pt x="4373" y="1484"/>
                </a:lnTo>
                <a:lnTo>
                  <a:pt x="4373" y="1483"/>
                </a:lnTo>
                <a:lnTo>
                  <a:pt x="4372" y="1483"/>
                </a:lnTo>
                <a:lnTo>
                  <a:pt x="4371" y="1483"/>
                </a:lnTo>
                <a:lnTo>
                  <a:pt x="4370" y="1483"/>
                </a:lnTo>
                <a:lnTo>
                  <a:pt x="4369" y="1484"/>
                </a:lnTo>
                <a:lnTo>
                  <a:pt x="4368" y="1484"/>
                </a:lnTo>
                <a:lnTo>
                  <a:pt x="4367" y="1486"/>
                </a:lnTo>
                <a:lnTo>
                  <a:pt x="4367" y="1487"/>
                </a:lnTo>
                <a:lnTo>
                  <a:pt x="4367" y="1488"/>
                </a:lnTo>
                <a:lnTo>
                  <a:pt x="4366" y="1488"/>
                </a:lnTo>
                <a:lnTo>
                  <a:pt x="4366" y="1487"/>
                </a:lnTo>
                <a:lnTo>
                  <a:pt x="4365" y="1487"/>
                </a:lnTo>
                <a:lnTo>
                  <a:pt x="4364" y="1486"/>
                </a:lnTo>
                <a:lnTo>
                  <a:pt x="4363" y="1485"/>
                </a:lnTo>
                <a:lnTo>
                  <a:pt x="4362" y="1485"/>
                </a:lnTo>
                <a:lnTo>
                  <a:pt x="4361" y="1485"/>
                </a:lnTo>
                <a:lnTo>
                  <a:pt x="4361" y="1486"/>
                </a:lnTo>
                <a:lnTo>
                  <a:pt x="4361" y="1487"/>
                </a:lnTo>
                <a:lnTo>
                  <a:pt x="4362" y="1487"/>
                </a:lnTo>
                <a:lnTo>
                  <a:pt x="4363" y="1488"/>
                </a:lnTo>
                <a:lnTo>
                  <a:pt x="4363" y="1489"/>
                </a:lnTo>
                <a:lnTo>
                  <a:pt x="4362" y="1489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8"/>
                </a:lnTo>
                <a:lnTo>
                  <a:pt x="4359" y="1488"/>
                </a:lnTo>
                <a:lnTo>
                  <a:pt x="4358" y="1487"/>
                </a:lnTo>
                <a:lnTo>
                  <a:pt x="4357" y="1487"/>
                </a:lnTo>
                <a:lnTo>
                  <a:pt x="4356" y="1487"/>
                </a:lnTo>
                <a:lnTo>
                  <a:pt x="4355" y="1486"/>
                </a:lnTo>
                <a:lnTo>
                  <a:pt x="4355" y="1487"/>
                </a:lnTo>
                <a:lnTo>
                  <a:pt x="4356" y="1487"/>
                </a:lnTo>
                <a:lnTo>
                  <a:pt x="4356" y="1488"/>
                </a:lnTo>
                <a:lnTo>
                  <a:pt x="4357" y="1489"/>
                </a:lnTo>
                <a:lnTo>
                  <a:pt x="4358" y="1489"/>
                </a:lnTo>
                <a:lnTo>
                  <a:pt x="4358" y="1490"/>
                </a:lnTo>
                <a:lnTo>
                  <a:pt x="4359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0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9" y="1496"/>
                </a:lnTo>
                <a:lnTo>
                  <a:pt x="4358" y="1497"/>
                </a:lnTo>
                <a:lnTo>
                  <a:pt x="4357" y="1497"/>
                </a:lnTo>
                <a:lnTo>
                  <a:pt x="4356" y="1496"/>
                </a:lnTo>
                <a:lnTo>
                  <a:pt x="4355" y="1496"/>
                </a:lnTo>
                <a:lnTo>
                  <a:pt x="4354" y="1495"/>
                </a:lnTo>
                <a:lnTo>
                  <a:pt x="4355" y="1495"/>
                </a:lnTo>
                <a:lnTo>
                  <a:pt x="4355" y="1494"/>
                </a:lnTo>
                <a:lnTo>
                  <a:pt x="4354" y="1494"/>
                </a:lnTo>
                <a:lnTo>
                  <a:pt x="4353" y="1494"/>
                </a:lnTo>
                <a:lnTo>
                  <a:pt x="4352" y="1494"/>
                </a:lnTo>
                <a:lnTo>
                  <a:pt x="4353" y="1494"/>
                </a:lnTo>
                <a:lnTo>
                  <a:pt x="4353" y="1493"/>
                </a:lnTo>
                <a:lnTo>
                  <a:pt x="4352" y="1493"/>
                </a:lnTo>
                <a:lnTo>
                  <a:pt x="4352" y="1491"/>
                </a:lnTo>
                <a:lnTo>
                  <a:pt x="4351" y="1490"/>
                </a:lnTo>
                <a:lnTo>
                  <a:pt x="4351" y="1489"/>
                </a:lnTo>
                <a:lnTo>
                  <a:pt x="4350" y="1489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8"/>
                </a:lnTo>
                <a:lnTo>
                  <a:pt x="4346" y="1487"/>
                </a:lnTo>
                <a:lnTo>
                  <a:pt x="4345" y="1487"/>
                </a:lnTo>
                <a:lnTo>
                  <a:pt x="4344" y="1488"/>
                </a:lnTo>
                <a:lnTo>
                  <a:pt x="4345" y="1488"/>
                </a:lnTo>
                <a:lnTo>
                  <a:pt x="4346" y="1488"/>
                </a:lnTo>
                <a:lnTo>
                  <a:pt x="4347" y="1488"/>
                </a:lnTo>
                <a:lnTo>
                  <a:pt x="4347" y="1489"/>
                </a:lnTo>
                <a:lnTo>
                  <a:pt x="4347" y="1490"/>
                </a:lnTo>
                <a:lnTo>
                  <a:pt x="4346" y="1490"/>
                </a:lnTo>
                <a:lnTo>
                  <a:pt x="4346" y="1491"/>
                </a:lnTo>
                <a:lnTo>
                  <a:pt x="4344" y="1491"/>
                </a:lnTo>
                <a:lnTo>
                  <a:pt x="4344" y="1490"/>
                </a:lnTo>
                <a:lnTo>
                  <a:pt x="4344" y="1489"/>
                </a:lnTo>
                <a:lnTo>
                  <a:pt x="4343" y="1489"/>
                </a:lnTo>
                <a:lnTo>
                  <a:pt x="4341" y="1489"/>
                </a:lnTo>
                <a:lnTo>
                  <a:pt x="4341" y="1490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89"/>
                </a:lnTo>
                <a:lnTo>
                  <a:pt x="4337" y="1490"/>
                </a:lnTo>
                <a:lnTo>
                  <a:pt x="4337" y="1491"/>
                </a:lnTo>
                <a:lnTo>
                  <a:pt x="4338" y="1491"/>
                </a:lnTo>
                <a:lnTo>
                  <a:pt x="4339" y="1491"/>
                </a:lnTo>
                <a:lnTo>
                  <a:pt x="4339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9" y="1494"/>
                </a:lnTo>
                <a:lnTo>
                  <a:pt x="4338" y="1494"/>
                </a:lnTo>
                <a:lnTo>
                  <a:pt x="4338" y="1495"/>
                </a:lnTo>
                <a:lnTo>
                  <a:pt x="4338" y="1494"/>
                </a:lnTo>
                <a:lnTo>
                  <a:pt x="4337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6" y="1496"/>
                </a:lnTo>
                <a:lnTo>
                  <a:pt x="4335" y="1496"/>
                </a:lnTo>
                <a:lnTo>
                  <a:pt x="4335" y="1497"/>
                </a:lnTo>
                <a:lnTo>
                  <a:pt x="4335" y="1498"/>
                </a:lnTo>
                <a:lnTo>
                  <a:pt x="4336" y="1498"/>
                </a:lnTo>
                <a:lnTo>
                  <a:pt x="4336" y="1497"/>
                </a:lnTo>
                <a:lnTo>
                  <a:pt x="4338" y="1497"/>
                </a:lnTo>
                <a:lnTo>
                  <a:pt x="4338" y="1498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9"/>
                </a:lnTo>
                <a:lnTo>
                  <a:pt x="4343" y="1499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4" y="1502"/>
                </a:lnTo>
                <a:lnTo>
                  <a:pt x="4343" y="1502"/>
                </a:lnTo>
                <a:lnTo>
                  <a:pt x="4344" y="1503"/>
                </a:lnTo>
                <a:lnTo>
                  <a:pt x="4343" y="1504"/>
                </a:lnTo>
                <a:lnTo>
                  <a:pt x="4343" y="1505"/>
                </a:lnTo>
                <a:lnTo>
                  <a:pt x="4342" y="1505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41" y="1504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6" y="1505"/>
                </a:lnTo>
                <a:lnTo>
                  <a:pt x="4335" y="1505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9" y="1506"/>
                </a:lnTo>
                <a:lnTo>
                  <a:pt x="4328" y="1506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3" y="1509"/>
                </a:lnTo>
                <a:lnTo>
                  <a:pt x="4322" y="1509"/>
                </a:lnTo>
                <a:lnTo>
                  <a:pt x="4320" y="1510"/>
                </a:lnTo>
                <a:lnTo>
                  <a:pt x="4320" y="1509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5" y="1510"/>
                </a:lnTo>
                <a:lnTo>
                  <a:pt x="4314" y="1510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8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1"/>
                </a:lnTo>
                <a:lnTo>
                  <a:pt x="4300" y="1511"/>
                </a:lnTo>
                <a:lnTo>
                  <a:pt x="4300" y="1512"/>
                </a:lnTo>
                <a:lnTo>
                  <a:pt x="4299" y="1513"/>
                </a:lnTo>
                <a:lnTo>
                  <a:pt x="4300" y="1514"/>
                </a:lnTo>
                <a:lnTo>
                  <a:pt x="4300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2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5"/>
                </a:lnTo>
                <a:lnTo>
                  <a:pt x="4299" y="1515"/>
                </a:lnTo>
                <a:lnTo>
                  <a:pt x="4299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2" y="1519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5"/>
                </a:lnTo>
                <a:lnTo>
                  <a:pt x="4291" y="1515"/>
                </a:lnTo>
                <a:lnTo>
                  <a:pt x="4290" y="1515"/>
                </a:lnTo>
                <a:lnTo>
                  <a:pt x="4290" y="1514"/>
                </a:lnTo>
                <a:lnTo>
                  <a:pt x="4290" y="1513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3" y="1512"/>
                </a:lnTo>
                <a:lnTo>
                  <a:pt x="4292" y="1512"/>
                </a:lnTo>
                <a:lnTo>
                  <a:pt x="4291" y="1512"/>
                </a:lnTo>
                <a:lnTo>
                  <a:pt x="4291" y="1511"/>
                </a:lnTo>
                <a:lnTo>
                  <a:pt x="4292" y="1511"/>
                </a:lnTo>
                <a:lnTo>
                  <a:pt x="4292" y="1510"/>
                </a:lnTo>
                <a:lnTo>
                  <a:pt x="4292" y="1511"/>
                </a:lnTo>
                <a:lnTo>
                  <a:pt x="4292" y="1510"/>
                </a:lnTo>
                <a:lnTo>
                  <a:pt x="4291" y="1510"/>
                </a:lnTo>
                <a:lnTo>
                  <a:pt x="4290" y="1510"/>
                </a:lnTo>
                <a:lnTo>
                  <a:pt x="4290" y="1509"/>
                </a:lnTo>
                <a:lnTo>
                  <a:pt x="4290" y="1507"/>
                </a:lnTo>
                <a:lnTo>
                  <a:pt x="4289" y="1507"/>
                </a:lnTo>
                <a:lnTo>
                  <a:pt x="4289" y="1506"/>
                </a:lnTo>
                <a:lnTo>
                  <a:pt x="4290" y="1505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8" y="1502"/>
                </a:lnTo>
                <a:lnTo>
                  <a:pt x="4288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3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7" y="1497"/>
                </a:lnTo>
                <a:lnTo>
                  <a:pt x="4298" y="1497"/>
                </a:lnTo>
                <a:lnTo>
                  <a:pt x="4298" y="1498"/>
                </a:lnTo>
                <a:lnTo>
                  <a:pt x="4299" y="1498"/>
                </a:lnTo>
                <a:lnTo>
                  <a:pt x="4300" y="1498"/>
                </a:lnTo>
                <a:lnTo>
                  <a:pt x="4300" y="1497"/>
                </a:lnTo>
                <a:lnTo>
                  <a:pt x="4301" y="1497"/>
                </a:lnTo>
                <a:lnTo>
                  <a:pt x="4300" y="1497"/>
                </a:lnTo>
                <a:lnTo>
                  <a:pt x="4301" y="1496"/>
                </a:lnTo>
                <a:lnTo>
                  <a:pt x="4303" y="1496"/>
                </a:lnTo>
                <a:lnTo>
                  <a:pt x="4304" y="1495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7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3"/>
                </a:lnTo>
                <a:lnTo>
                  <a:pt x="4311" y="1493"/>
                </a:lnTo>
                <a:lnTo>
                  <a:pt x="4311" y="1492"/>
                </a:lnTo>
                <a:lnTo>
                  <a:pt x="4310" y="1492"/>
                </a:lnTo>
                <a:lnTo>
                  <a:pt x="4310" y="1491"/>
                </a:lnTo>
                <a:lnTo>
                  <a:pt x="4309" y="1491"/>
                </a:lnTo>
                <a:lnTo>
                  <a:pt x="4308" y="1491"/>
                </a:lnTo>
                <a:lnTo>
                  <a:pt x="4308" y="1490"/>
                </a:lnTo>
                <a:lnTo>
                  <a:pt x="4309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6"/>
                </a:lnTo>
                <a:lnTo>
                  <a:pt x="4315" y="1486"/>
                </a:lnTo>
                <a:lnTo>
                  <a:pt x="4315" y="1487"/>
                </a:lnTo>
                <a:lnTo>
                  <a:pt x="4316" y="1487"/>
                </a:lnTo>
                <a:lnTo>
                  <a:pt x="4316" y="1488"/>
                </a:lnTo>
                <a:lnTo>
                  <a:pt x="4318" y="1489"/>
                </a:lnTo>
                <a:lnTo>
                  <a:pt x="4319" y="1489"/>
                </a:lnTo>
                <a:lnTo>
                  <a:pt x="4319" y="1488"/>
                </a:lnTo>
                <a:lnTo>
                  <a:pt x="4320" y="1488"/>
                </a:lnTo>
                <a:lnTo>
                  <a:pt x="4321" y="1488"/>
                </a:lnTo>
                <a:lnTo>
                  <a:pt x="4321" y="1489"/>
                </a:lnTo>
                <a:lnTo>
                  <a:pt x="4323" y="1489"/>
                </a:lnTo>
                <a:lnTo>
                  <a:pt x="4324" y="1488"/>
                </a:lnTo>
                <a:lnTo>
                  <a:pt x="4325" y="1488"/>
                </a:lnTo>
                <a:lnTo>
                  <a:pt x="4326" y="1488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9" y="1485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2" y="1484"/>
                </a:lnTo>
                <a:lnTo>
                  <a:pt x="4333" y="1484"/>
                </a:lnTo>
                <a:lnTo>
                  <a:pt x="4334" y="1484"/>
                </a:lnTo>
                <a:lnTo>
                  <a:pt x="4335" y="1483"/>
                </a:lnTo>
                <a:lnTo>
                  <a:pt x="4336" y="1483"/>
                </a:lnTo>
                <a:lnTo>
                  <a:pt x="4337" y="1483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1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1" y="1478"/>
                </a:lnTo>
                <a:lnTo>
                  <a:pt x="4341" y="1477"/>
                </a:lnTo>
                <a:lnTo>
                  <a:pt x="4340" y="1476"/>
                </a:lnTo>
                <a:lnTo>
                  <a:pt x="4339" y="1476"/>
                </a:lnTo>
                <a:lnTo>
                  <a:pt x="4338" y="1475"/>
                </a:lnTo>
                <a:lnTo>
                  <a:pt x="4337" y="1474"/>
                </a:lnTo>
                <a:lnTo>
                  <a:pt x="4336" y="1473"/>
                </a:lnTo>
                <a:lnTo>
                  <a:pt x="4334" y="1474"/>
                </a:lnTo>
                <a:lnTo>
                  <a:pt x="4334" y="1473"/>
                </a:lnTo>
                <a:lnTo>
                  <a:pt x="4333" y="1473"/>
                </a:lnTo>
                <a:lnTo>
                  <a:pt x="4334" y="1473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3" y="1472"/>
                </a:lnTo>
                <a:lnTo>
                  <a:pt x="4332" y="1471"/>
                </a:lnTo>
                <a:lnTo>
                  <a:pt x="4332" y="1470"/>
                </a:lnTo>
                <a:lnTo>
                  <a:pt x="4333" y="1470"/>
                </a:lnTo>
                <a:lnTo>
                  <a:pt x="4334" y="1470"/>
                </a:lnTo>
                <a:lnTo>
                  <a:pt x="4335" y="1470"/>
                </a:lnTo>
                <a:lnTo>
                  <a:pt x="4335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7" y="1467"/>
                </a:lnTo>
                <a:lnTo>
                  <a:pt x="4338" y="1467"/>
                </a:lnTo>
                <a:lnTo>
                  <a:pt x="4337" y="1466"/>
                </a:lnTo>
                <a:lnTo>
                  <a:pt x="4336" y="1466"/>
                </a:lnTo>
                <a:lnTo>
                  <a:pt x="4335" y="1466"/>
                </a:lnTo>
                <a:lnTo>
                  <a:pt x="4335" y="1465"/>
                </a:lnTo>
                <a:lnTo>
                  <a:pt x="4335" y="1464"/>
                </a:lnTo>
                <a:lnTo>
                  <a:pt x="4334" y="1464"/>
                </a:lnTo>
                <a:lnTo>
                  <a:pt x="4334" y="1465"/>
                </a:lnTo>
                <a:lnTo>
                  <a:pt x="4333" y="1465"/>
                </a:lnTo>
                <a:lnTo>
                  <a:pt x="4333" y="1464"/>
                </a:lnTo>
                <a:lnTo>
                  <a:pt x="4333" y="1463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3"/>
                </a:lnTo>
                <a:lnTo>
                  <a:pt x="4338" y="1463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1" y="1461"/>
                </a:lnTo>
                <a:lnTo>
                  <a:pt x="4341" y="1460"/>
                </a:lnTo>
                <a:lnTo>
                  <a:pt x="4340" y="1459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4" y="1460"/>
                </a:lnTo>
                <a:lnTo>
                  <a:pt x="4345" y="1460"/>
                </a:lnTo>
                <a:lnTo>
                  <a:pt x="4346" y="1460"/>
                </a:lnTo>
                <a:lnTo>
                  <a:pt x="4346" y="1459"/>
                </a:lnTo>
                <a:lnTo>
                  <a:pt x="4346" y="1458"/>
                </a:lnTo>
                <a:lnTo>
                  <a:pt x="4345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5" y="1457"/>
                </a:lnTo>
                <a:lnTo>
                  <a:pt x="4344" y="1457"/>
                </a:lnTo>
                <a:lnTo>
                  <a:pt x="4344" y="1456"/>
                </a:lnTo>
                <a:lnTo>
                  <a:pt x="4344" y="1455"/>
                </a:lnTo>
                <a:lnTo>
                  <a:pt x="4345" y="1455"/>
                </a:lnTo>
                <a:lnTo>
                  <a:pt x="4346" y="1454"/>
                </a:lnTo>
                <a:lnTo>
                  <a:pt x="4345" y="1454"/>
                </a:lnTo>
                <a:lnTo>
                  <a:pt x="4345" y="1453"/>
                </a:lnTo>
                <a:lnTo>
                  <a:pt x="4346" y="1452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3"/>
                </a:lnTo>
                <a:lnTo>
                  <a:pt x="4352" y="1453"/>
                </a:lnTo>
                <a:lnTo>
                  <a:pt x="4353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2"/>
                </a:lnTo>
                <a:lnTo>
                  <a:pt x="4359" y="1451"/>
                </a:lnTo>
                <a:lnTo>
                  <a:pt x="4360" y="1451"/>
                </a:lnTo>
                <a:lnTo>
                  <a:pt x="4360" y="1450"/>
                </a:lnTo>
                <a:lnTo>
                  <a:pt x="4361" y="1450"/>
                </a:lnTo>
                <a:lnTo>
                  <a:pt x="4361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3" y="1450"/>
                </a:lnTo>
                <a:lnTo>
                  <a:pt x="4362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0"/>
                </a:lnTo>
                <a:lnTo>
                  <a:pt x="4357" y="1450"/>
                </a:lnTo>
                <a:lnTo>
                  <a:pt x="4357" y="1451"/>
                </a:lnTo>
                <a:lnTo>
                  <a:pt x="4355" y="1451"/>
                </a:lnTo>
                <a:lnTo>
                  <a:pt x="4355" y="1452"/>
                </a:lnTo>
                <a:lnTo>
                  <a:pt x="4354" y="1452"/>
                </a:lnTo>
                <a:lnTo>
                  <a:pt x="4353" y="1452"/>
                </a:lnTo>
                <a:lnTo>
                  <a:pt x="4352" y="1452"/>
                </a:lnTo>
                <a:lnTo>
                  <a:pt x="4350" y="1452"/>
                </a:lnTo>
                <a:lnTo>
                  <a:pt x="4348" y="1452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1"/>
                </a:lnTo>
                <a:lnTo>
                  <a:pt x="4345" y="1450"/>
                </a:lnTo>
                <a:lnTo>
                  <a:pt x="4344" y="1450"/>
                </a:lnTo>
                <a:lnTo>
                  <a:pt x="4344" y="1449"/>
                </a:lnTo>
                <a:lnTo>
                  <a:pt x="4343" y="1449"/>
                </a:lnTo>
                <a:lnTo>
                  <a:pt x="4343" y="1450"/>
                </a:lnTo>
                <a:lnTo>
                  <a:pt x="4343" y="1451"/>
                </a:lnTo>
                <a:lnTo>
                  <a:pt x="4344" y="1452"/>
                </a:lnTo>
                <a:lnTo>
                  <a:pt x="4344" y="1453"/>
                </a:lnTo>
                <a:lnTo>
                  <a:pt x="4344" y="1454"/>
                </a:lnTo>
                <a:lnTo>
                  <a:pt x="4343" y="1454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5"/>
                </a:lnTo>
                <a:lnTo>
                  <a:pt x="4339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6" y="1457"/>
                </a:lnTo>
                <a:lnTo>
                  <a:pt x="4333" y="1458"/>
                </a:lnTo>
                <a:lnTo>
                  <a:pt x="4331" y="1458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8"/>
                </a:lnTo>
                <a:lnTo>
                  <a:pt x="4329" y="1458"/>
                </a:lnTo>
                <a:lnTo>
                  <a:pt x="4329" y="1459"/>
                </a:lnTo>
                <a:lnTo>
                  <a:pt x="4329" y="1458"/>
                </a:lnTo>
                <a:lnTo>
                  <a:pt x="4329" y="1457"/>
                </a:lnTo>
                <a:lnTo>
                  <a:pt x="4328" y="1457"/>
                </a:lnTo>
                <a:lnTo>
                  <a:pt x="4327" y="1457"/>
                </a:lnTo>
                <a:lnTo>
                  <a:pt x="4327" y="1461"/>
                </a:lnTo>
                <a:lnTo>
                  <a:pt x="4325" y="1461"/>
                </a:lnTo>
                <a:lnTo>
                  <a:pt x="4325" y="1462"/>
                </a:lnTo>
                <a:lnTo>
                  <a:pt x="4324" y="1462"/>
                </a:lnTo>
                <a:lnTo>
                  <a:pt x="4324" y="1460"/>
                </a:lnTo>
                <a:lnTo>
                  <a:pt x="4322" y="1460"/>
                </a:lnTo>
                <a:lnTo>
                  <a:pt x="4322" y="1459"/>
                </a:lnTo>
                <a:lnTo>
                  <a:pt x="4322" y="1458"/>
                </a:lnTo>
                <a:lnTo>
                  <a:pt x="4323" y="1457"/>
                </a:lnTo>
                <a:lnTo>
                  <a:pt x="4323" y="1456"/>
                </a:lnTo>
                <a:lnTo>
                  <a:pt x="4322" y="1456"/>
                </a:lnTo>
                <a:lnTo>
                  <a:pt x="4320" y="1456"/>
                </a:lnTo>
                <a:lnTo>
                  <a:pt x="4319" y="1456"/>
                </a:lnTo>
                <a:lnTo>
                  <a:pt x="4320" y="1455"/>
                </a:lnTo>
                <a:lnTo>
                  <a:pt x="4320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3"/>
                </a:lnTo>
                <a:lnTo>
                  <a:pt x="4322" y="1452"/>
                </a:lnTo>
                <a:lnTo>
                  <a:pt x="4322" y="1450"/>
                </a:lnTo>
                <a:lnTo>
                  <a:pt x="4322" y="1449"/>
                </a:lnTo>
                <a:lnTo>
                  <a:pt x="4322" y="1450"/>
                </a:lnTo>
                <a:lnTo>
                  <a:pt x="4321" y="1450"/>
                </a:lnTo>
                <a:lnTo>
                  <a:pt x="4321" y="1449"/>
                </a:lnTo>
                <a:lnTo>
                  <a:pt x="4320" y="1448"/>
                </a:lnTo>
                <a:lnTo>
                  <a:pt x="4319" y="1447"/>
                </a:lnTo>
                <a:lnTo>
                  <a:pt x="4319" y="1448"/>
                </a:lnTo>
                <a:lnTo>
                  <a:pt x="4320" y="1448"/>
                </a:lnTo>
                <a:lnTo>
                  <a:pt x="4320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8" y="1453"/>
                </a:lnTo>
                <a:lnTo>
                  <a:pt x="4317" y="1453"/>
                </a:lnTo>
                <a:lnTo>
                  <a:pt x="4316" y="1454"/>
                </a:lnTo>
                <a:lnTo>
                  <a:pt x="4315" y="1454"/>
                </a:lnTo>
                <a:lnTo>
                  <a:pt x="4315" y="1453"/>
                </a:lnTo>
                <a:lnTo>
                  <a:pt x="4314" y="1453"/>
                </a:lnTo>
                <a:lnTo>
                  <a:pt x="4313" y="1453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0" y="1452"/>
                </a:lnTo>
                <a:lnTo>
                  <a:pt x="4309" y="1453"/>
                </a:lnTo>
                <a:lnTo>
                  <a:pt x="4308" y="1452"/>
                </a:lnTo>
                <a:lnTo>
                  <a:pt x="4308" y="1451"/>
                </a:lnTo>
                <a:lnTo>
                  <a:pt x="4308" y="1450"/>
                </a:lnTo>
                <a:lnTo>
                  <a:pt x="4309" y="1451"/>
                </a:lnTo>
                <a:lnTo>
                  <a:pt x="4310" y="1449"/>
                </a:lnTo>
                <a:lnTo>
                  <a:pt x="4311" y="1448"/>
                </a:lnTo>
                <a:lnTo>
                  <a:pt x="4311" y="1449"/>
                </a:lnTo>
                <a:lnTo>
                  <a:pt x="4311" y="1448"/>
                </a:lnTo>
                <a:lnTo>
                  <a:pt x="4312" y="1448"/>
                </a:lnTo>
                <a:lnTo>
                  <a:pt x="4313" y="1447"/>
                </a:lnTo>
                <a:lnTo>
                  <a:pt x="4313" y="1445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50"/>
                </a:lnTo>
                <a:lnTo>
                  <a:pt x="4307" y="1450"/>
                </a:lnTo>
                <a:lnTo>
                  <a:pt x="4306" y="1450"/>
                </a:lnTo>
                <a:lnTo>
                  <a:pt x="4306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2"/>
                </a:lnTo>
                <a:lnTo>
                  <a:pt x="4304" y="1452"/>
                </a:lnTo>
                <a:lnTo>
                  <a:pt x="4303" y="1452"/>
                </a:lnTo>
                <a:lnTo>
                  <a:pt x="4302" y="1451"/>
                </a:lnTo>
                <a:lnTo>
                  <a:pt x="4302" y="1450"/>
                </a:lnTo>
                <a:lnTo>
                  <a:pt x="4303" y="1450"/>
                </a:lnTo>
                <a:lnTo>
                  <a:pt x="4303" y="1449"/>
                </a:lnTo>
                <a:lnTo>
                  <a:pt x="4303" y="1448"/>
                </a:lnTo>
                <a:lnTo>
                  <a:pt x="4304" y="1448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4" y="1444"/>
                </a:lnTo>
                <a:lnTo>
                  <a:pt x="4305" y="1443"/>
                </a:lnTo>
                <a:lnTo>
                  <a:pt x="4306" y="1443"/>
                </a:lnTo>
                <a:lnTo>
                  <a:pt x="4307" y="1442"/>
                </a:lnTo>
                <a:lnTo>
                  <a:pt x="4308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1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4" y="1441"/>
                </a:lnTo>
                <a:lnTo>
                  <a:pt x="4315" y="1441"/>
                </a:lnTo>
                <a:lnTo>
                  <a:pt x="4316" y="1441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9" y="1439"/>
                </a:lnTo>
                <a:lnTo>
                  <a:pt x="4320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3" y="1437"/>
                </a:lnTo>
                <a:lnTo>
                  <a:pt x="4322" y="1437"/>
                </a:lnTo>
                <a:lnTo>
                  <a:pt x="4321" y="1437"/>
                </a:lnTo>
                <a:lnTo>
                  <a:pt x="4320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9" y="1439"/>
                </a:lnTo>
                <a:lnTo>
                  <a:pt x="4317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5" y="1439"/>
                </a:lnTo>
                <a:lnTo>
                  <a:pt x="4315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7" y="1441"/>
                </a:lnTo>
                <a:lnTo>
                  <a:pt x="4306" y="1441"/>
                </a:lnTo>
                <a:lnTo>
                  <a:pt x="4306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5" y="1438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4" y="1441"/>
                </a:lnTo>
                <a:lnTo>
                  <a:pt x="4300" y="1441"/>
                </a:lnTo>
                <a:lnTo>
                  <a:pt x="4300" y="1438"/>
                </a:lnTo>
                <a:lnTo>
                  <a:pt x="4300" y="1437"/>
                </a:lnTo>
                <a:lnTo>
                  <a:pt x="4300" y="1436"/>
                </a:lnTo>
                <a:lnTo>
                  <a:pt x="4300" y="1435"/>
                </a:lnTo>
                <a:lnTo>
                  <a:pt x="4301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3" y="1432"/>
                </a:lnTo>
                <a:lnTo>
                  <a:pt x="4304" y="1432"/>
                </a:lnTo>
                <a:lnTo>
                  <a:pt x="4305" y="1432"/>
                </a:lnTo>
                <a:lnTo>
                  <a:pt x="4306" y="1431"/>
                </a:lnTo>
                <a:lnTo>
                  <a:pt x="4306" y="1430"/>
                </a:lnTo>
                <a:lnTo>
                  <a:pt x="4307" y="1429"/>
                </a:lnTo>
                <a:lnTo>
                  <a:pt x="4308" y="1430"/>
                </a:lnTo>
                <a:lnTo>
                  <a:pt x="4309" y="1430"/>
                </a:lnTo>
                <a:lnTo>
                  <a:pt x="4310" y="1430"/>
                </a:lnTo>
                <a:lnTo>
                  <a:pt x="4310" y="1429"/>
                </a:lnTo>
                <a:lnTo>
                  <a:pt x="4311" y="1429"/>
                </a:lnTo>
                <a:lnTo>
                  <a:pt x="4312" y="1429"/>
                </a:lnTo>
                <a:lnTo>
                  <a:pt x="4313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8"/>
                </a:lnTo>
                <a:lnTo>
                  <a:pt x="4320" y="1428"/>
                </a:lnTo>
                <a:lnTo>
                  <a:pt x="4320" y="1427"/>
                </a:lnTo>
                <a:lnTo>
                  <a:pt x="4321" y="1427"/>
                </a:lnTo>
                <a:lnTo>
                  <a:pt x="4321" y="1426"/>
                </a:lnTo>
                <a:lnTo>
                  <a:pt x="4321" y="1425"/>
                </a:lnTo>
                <a:lnTo>
                  <a:pt x="4320" y="1425"/>
                </a:lnTo>
                <a:lnTo>
                  <a:pt x="4320" y="1424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3"/>
                </a:lnTo>
                <a:lnTo>
                  <a:pt x="4325" y="1424"/>
                </a:lnTo>
                <a:lnTo>
                  <a:pt x="4326" y="1424"/>
                </a:lnTo>
                <a:lnTo>
                  <a:pt x="4326" y="1425"/>
                </a:lnTo>
                <a:lnTo>
                  <a:pt x="4327" y="1425"/>
                </a:lnTo>
                <a:lnTo>
                  <a:pt x="4327" y="1426"/>
                </a:lnTo>
                <a:lnTo>
                  <a:pt x="4327" y="1427"/>
                </a:lnTo>
                <a:lnTo>
                  <a:pt x="4327" y="1428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30"/>
                </a:lnTo>
                <a:lnTo>
                  <a:pt x="4329" y="1430"/>
                </a:lnTo>
                <a:lnTo>
                  <a:pt x="4330" y="1430"/>
                </a:lnTo>
                <a:lnTo>
                  <a:pt x="4330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9"/>
                </a:lnTo>
                <a:lnTo>
                  <a:pt x="4328" y="1429"/>
                </a:lnTo>
                <a:lnTo>
                  <a:pt x="4328" y="1428"/>
                </a:lnTo>
                <a:lnTo>
                  <a:pt x="4327" y="1427"/>
                </a:lnTo>
                <a:lnTo>
                  <a:pt x="4327" y="1426"/>
                </a:lnTo>
                <a:lnTo>
                  <a:pt x="4327" y="1425"/>
                </a:lnTo>
                <a:lnTo>
                  <a:pt x="4326" y="1424"/>
                </a:lnTo>
                <a:lnTo>
                  <a:pt x="4325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3"/>
                </a:lnTo>
                <a:lnTo>
                  <a:pt x="4326" y="1422"/>
                </a:lnTo>
                <a:lnTo>
                  <a:pt x="4325" y="1422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4" y="1418"/>
                </a:lnTo>
                <a:lnTo>
                  <a:pt x="4323" y="1417"/>
                </a:lnTo>
                <a:lnTo>
                  <a:pt x="4323" y="1416"/>
                </a:lnTo>
                <a:lnTo>
                  <a:pt x="4322" y="1416"/>
                </a:lnTo>
                <a:lnTo>
                  <a:pt x="4322" y="1415"/>
                </a:lnTo>
                <a:lnTo>
                  <a:pt x="4321" y="1415"/>
                </a:lnTo>
                <a:lnTo>
                  <a:pt x="4321" y="1414"/>
                </a:lnTo>
                <a:lnTo>
                  <a:pt x="4322" y="1414"/>
                </a:lnTo>
                <a:lnTo>
                  <a:pt x="4323" y="1414"/>
                </a:lnTo>
                <a:lnTo>
                  <a:pt x="4324" y="1413"/>
                </a:lnTo>
                <a:lnTo>
                  <a:pt x="4324" y="1412"/>
                </a:lnTo>
                <a:lnTo>
                  <a:pt x="4324" y="1411"/>
                </a:lnTo>
                <a:lnTo>
                  <a:pt x="4323" y="1411"/>
                </a:lnTo>
                <a:lnTo>
                  <a:pt x="4323" y="1410"/>
                </a:lnTo>
                <a:lnTo>
                  <a:pt x="4322" y="1410"/>
                </a:lnTo>
                <a:lnTo>
                  <a:pt x="4322" y="1409"/>
                </a:lnTo>
                <a:lnTo>
                  <a:pt x="4322" y="1408"/>
                </a:lnTo>
                <a:lnTo>
                  <a:pt x="4324" y="1408"/>
                </a:lnTo>
                <a:lnTo>
                  <a:pt x="4325" y="1408"/>
                </a:lnTo>
                <a:lnTo>
                  <a:pt x="4325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3"/>
                </a:lnTo>
                <a:lnTo>
                  <a:pt x="4329" y="1403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6" y="1401"/>
                </a:lnTo>
                <a:lnTo>
                  <a:pt x="4337" y="1400"/>
                </a:lnTo>
                <a:lnTo>
                  <a:pt x="4337" y="1399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8"/>
                </a:lnTo>
                <a:lnTo>
                  <a:pt x="4340" y="1397"/>
                </a:lnTo>
                <a:lnTo>
                  <a:pt x="4341" y="1397"/>
                </a:lnTo>
                <a:lnTo>
                  <a:pt x="4342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6"/>
                </a:lnTo>
                <a:lnTo>
                  <a:pt x="4345" y="1397"/>
                </a:lnTo>
                <a:lnTo>
                  <a:pt x="4346" y="1397"/>
                </a:lnTo>
                <a:lnTo>
                  <a:pt x="4346" y="1398"/>
                </a:lnTo>
                <a:lnTo>
                  <a:pt x="4347" y="1398"/>
                </a:lnTo>
                <a:lnTo>
                  <a:pt x="4347" y="1397"/>
                </a:lnTo>
                <a:lnTo>
                  <a:pt x="4348" y="1396"/>
                </a:lnTo>
                <a:lnTo>
                  <a:pt x="4349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3"/>
                </a:lnTo>
                <a:lnTo>
                  <a:pt x="4352" y="1393"/>
                </a:lnTo>
                <a:lnTo>
                  <a:pt x="4353" y="1392"/>
                </a:lnTo>
                <a:lnTo>
                  <a:pt x="4354" y="1391"/>
                </a:lnTo>
                <a:lnTo>
                  <a:pt x="4355" y="1391"/>
                </a:lnTo>
                <a:lnTo>
                  <a:pt x="4354" y="1390"/>
                </a:lnTo>
                <a:lnTo>
                  <a:pt x="4353" y="1389"/>
                </a:lnTo>
                <a:lnTo>
                  <a:pt x="4354" y="1389"/>
                </a:lnTo>
                <a:lnTo>
                  <a:pt x="4354" y="1388"/>
                </a:lnTo>
                <a:lnTo>
                  <a:pt x="4353" y="1388"/>
                </a:lnTo>
                <a:lnTo>
                  <a:pt x="4352" y="1389"/>
                </a:lnTo>
                <a:lnTo>
                  <a:pt x="4351" y="1389"/>
                </a:lnTo>
                <a:lnTo>
                  <a:pt x="4349" y="1390"/>
                </a:lnTo>
                <a:lnTo>
                  <a:pt x="4349" y="1389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5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59" y="1384"/>
                </a:lnTo>
                <a:lnTo>
                  <a:pt x="4360" y="1383"/>
                </a:lnTo>
                <a:lnTo>
                  <a:pt x="4361" y="1382"/>
                </a:lnTo>
                <a:lnTo>
                  <a:pt x="4361" y="1383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4" y="1378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7"/>
                </a:lnTo>
                <a:lnTo>
                  <a:pt x="4368" y="1377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1" y="1374"/>
                </a:lnTo>
                <a:lnTo>
                  <a:pt x="4371" y="1372"/>
                </a:lnTo>
                <a:lnTo>
                  <a:pt x="4371" y="1371"/>
                </a:lnTo>
                <a:lnTo>
                  <a:pt x="4370" y="1370"/>
                </a:lnTo>
                <a:lnTo>
                  <a:pt x="4369" y="1370"/>
                </a:lnTo>
                <a:lnTo>
                  <a:pt x="4369" y="1369"/>
                </a:lnTo>
                <a:lnTo>
                  <a:pt x="4366" y="1369"/>
                </a:lnTo>
                <a:lnTo>
                  <a:pt x="4366" y="1368"/>
                </a:lnTo>
                <a:lnTo>
                  <a:pt x="4372" y="1368"/>
                </a:lnTo>
                <a:lnTo>
                  <a:pt x="4372" y="1369"/>
                </a:lnTo>
                <a:lnTo>
                  <a:pt x="4373" y="1369"/>
                </a:lnTo>
                <a:lnTo>
                  <a:pt x="4374" y="1369"/>
                </a:lnTo>
                <a:lnTo>
                  <a:pt x="4374" y="1368"/>
                </a:lnTo>
                <a:lnTo>
                  <a:pt x="4375" y="1368"/>
                </a:lnTo>
                <a:lnTo>
                  <a:pt x="4374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8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77" y="1364"/>
                </a:lnTo>
                <a:lnTo>
                  <a:pt x="4377" y="1363"/>
                </a:lnTo>
                <a:lnTo>
                  <a:pt x="4379" y="1363"/>
                </a:lnTo>
                <a:lnTo>
                  <a:pt x="4379" y="1360"/>
                </a:lnTo>
                <a:lnTo>
                  <a:pt x="4378" y="1358"/>
                </a:lnTo>
                <a:lnTo>
                  <a:pt x="4377" y="1358"/>
                </a:lnTo>
                <a:lnTo>
                  <a:pt x="4376" y="1356"/>
                </a:lnTo>
                <a:lnTo>
                  <a:pt x="4373" y="1357"/>
                </a:lnTo>
                <a:lnTo>
                  <a:pt x="4373" y="1356"/>
                </a:lnTo>
                <a:lnTo>
                  <a:pt x="4374" y="1356"/>
                </a:lnTo>
                <a:lnTo>
                  <a:pt x="4377" y="1355"/>
                </a:lnTo>
                <a:lnTo>
                  <a:pt x="4378" y="1357"/>
                </a:lnTo>
                <a:lnTo>
                  <a:pt x="4379" y="1357"/>
                </a:lnTo>
                <a:lnTo>
                  <a:pt x="4380" y="1357"/>
                </a:lnTo>
                <a:lnTo>
                  <a:pt x="4380" y="1356"/>
                </a:lnTo>
                <a:lnTo>
                  <a:pt x="4382" y="1355"/>
                </a:lnTo>
                <a:lnTo>
                  <a:pt x="4382" y="1354"/>
                </a:lnTo>
                <a:lnTo>
                  <a:pt x="4383" y="1355"/>
                </a:lnTo>
                <a:lnTo>
                  <a:pt x="4383" y="1354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3"/>
                </a:lnTo>
                <a:lnTo>
                  <a:pt x="4386" y="1353"/>
                </a:lnTo>
                <a:lnTo>
                  <a:pt x="4386" y="1352"/>
                </a:lnTo>
                <a:lnTo>
                  <a:pt x="4387" y="1352"/>
                </a:lnTo>
                <a:lnTo>
                  <a:pt x="4387" y="1351"/>
                </a:lnTo>
                <a:lnTo>
                  <a:pt x="4387" y="1350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8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9" y="1345"/>
                </a:lnTo>
                <a:lnTo>
                  <a:pt x="4389" y="1346"/>
                </a:lnTo>
                <a:lnTo>
                  <a:pt x="4390" y="1346"/>
                </a:lnTo>
                <a:lnTo>
                  <a:pt x="4391" y="1346"/>
                </a:lnTo>
                <a:lnTo>
                  <a:pt x="4391" y="1345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2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40"/>
                </a:lnTo>
                <a:lnTo>
                  <a:pt x="4395" y="1339"/>
                </a:lnTo>
                <a:lnTo>
                  <a:pt x="4394" y="1339"/>
                </a:lnTo>
                <a:lnTo>
                  <a:pt x="4393" y="1339"/>
                </a:lnTo>
                <a:lnTo>
                  <a:pt x="4394" y="1338"/>
                </a:lnTo>
                <a:lnTo>
                  <a:pt x="4393" y="1337"/>
                </a:lnTo>
                <a:lnTo>
                  <a:pt x="4392" y="1336"/>
                </a:lnTo>
                <a:lnTo>
                  <a:pt x="4392" y="1335"/>
                </a:lnTo>
                <a:lnTo>
                  <a:pt x="4390" y="1334"/>
                </a:lnTo>
                <a:lnTo>
                  <a:pt x="4391" y="1333"/>
                </a:lnTo>
                <a:lnTo>
                  <a:pt x="4390" y="1333"/>
                </a:lnTo>
                <a:lnTo>
                  <a:pt x="4389" y="1332"/>
                </a:lnTo>
                <a:lnTo>
                  <a:pt x="4388" y="1331"/>
                </a:lnTo>
                <a:lnTo>
                  <a:pt x="4387" y="1331"/>
                </a:lnTo>
                <a:lnTo>
                  <a:pt x="4388" y="1330"/>
                </a:lnTo>
                <a:lnTo>
                  <a:pt x="4386" y="1329"/>
                </a:lnTo>
                <a:lnTo>
                  <a:pt x="4384" y="1328"/>
                </a:lnTo>
                <a:lnTo>
                  <a:pt x="4383" y="1327"/>
                </a:lnTo>
                <a:lnTo>
                  <a:pt x="4382" y="1326"/>
                </a:lnTo>
                <a:lnTo>
                  <a:pt x="4382" y="1325"/>
                </a:lnTo>
                <a:lnTo>
                  <a:pt x="4382" y="1324"/>
                </a:lnTo>
                <a:lnTo>
                  <a:pt x="4383" y="1324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1"/>
                </a:lnTo>
                <a:lnTo>
                  <a:pt x="4385" y="1320"/>
                </a:lnTo>
                <a:lnTo>
                  <a:pt x="4384" y="1320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0"/>
                </a:lnTo>
                <a:lnTo>
                  <a:pt x="4379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5" y="1321"/>
                </a:lnTo>
                <a:lnTo>
                  <a:pt x="4374" y="1321"/>
                </a:lnTo>
                <a:lnTo>
                  <a:pt x="4374" y="1320"/>
                </a:lnTo>
                <a:lnTo>
                  <a:pt x="4374" y="1319"/>
                </a:lnTo>
                <a:lnTo>
                  <a:pt x="4375" y="1319"/>
                </a:lnTo>
                <a:lnTo>
                  <a:pt x="4376" y="1319"/>
                </a:lnTo>
                <a:lnTo>
                  <a:pt x="4376" y="1318"/>
                </a:lnTo>
                <a:lnTo>
                  <a:pt x="4375" y="1318"/>
                </a:lnTo>
                <a:lnTo>
                  <a:pt x="4375" y="1319"/>
                </a:lnTo>
                <a:lnTo>
                  <a:pt x="4374" y="1319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3" y="1318"/>
                </a:lnTo>
                <a:lnTo>
                  <a:pt x="4374" y="1319"/>
                </a:lnTo>
                <a:lnTo>
                  <a:pt x="4373" y="1320"/>
                </a:lnTo>
                <a:lnTo>
                  <a:pt x="4370" y="1318"/>
                </a:lnTo>
                <a:lnTo>
                  <a:pt x="4369" y="1317"/>
                </a:lnTo>
                <a:lnTo>
                  <a:pt x="4368" y="1317"/>
                </a:lnTo>
                <a:lnTo>
                  <a:pt x="4370" y="1314"/>
                </a:lnTo>
                <a:lnTo>
                  <a:pt x="4369" y="1313"/>
                </a:lnTo>
                <a:lnTo>
                  <a:pt x="4368" y="1314"/>
                </a:lnTo>
                <a:lnTo>
                  <a:pt x="4367" y="1314"/>
                </a:lnTo>
                <a:lnTo>
                  <a:pt x="4368" y="1313"/>
                </a:lnTo>
                <a:lnTo>
                  <a:pt x="4367" y="1312"/>
                </a:lnTo>
                <a:lnTo>
                  <a:pt x="4366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5" y="1309"/>
                </a:lnTo>
                <a:lnTo>
                  <a:pt x="4366" y="1308"/>
                </a:lnTo>
                <a:lnTo>
                  <a:pt x="4366" y="1307"/>
                </a:lnTo>
                <a:lnTo>
                  <a:pt x="4365" y="1307"/>
                </a:lnTo>
                <a:lnTo>
                  <a:pt x="4365" y="1306"/>
                </a:lnTo>
                <a:lnTo>
                  <a:pt x="4364" y="1306"/>
                </a:lnTo>
                <a:lnTo>
                  <a:pt x="4364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4" y="1303"/>
                </a:lnTo>
                <a:lnTo>
                  <a:pt x="4362" y="1303"/>
                </a:lnTo>
                <a:lnTo>
                  <a:pt x="4361" y="1304"/>
                </a:lnTo>
                <a:lnTo>
                  <a:pt x="4361" y="1305"/>
                </a:lnTo>
                <a:lnTo>
                  <a:pt x="4362" y="1305"/>
                </a:lnTo>
                <a:lnTo>
                  <a:pt x="4363" y="1306"/>
                </a:lnTo>
                <a:lnTo>
                  <a:pt x="4364" y="1306"/>
                </a:lnTo>
                <a:lnTo>
                  <a:pt x="4363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59" y="1306"/>
                </a:lnTo>
                <a:lnTo>
                  <a:pt x="4358" y="1305"/>
                </a:lnTo>
                <a:lnTo>
                  <a:pt x="4358" y="1304"/>
                </a:lnTo>
                <a:lnTo>
                  <a:pt x="4357" y="1305"/>
                </a:lnTo>
                <a:lnTo>
                  <a:pt x="4357" y="1304"/>
                </a:lnTo>
                <a:lnTo>
                  <a:pt x="4356" y="1303"/>
                </a:lnTo>
                <a:lnTo>
                  <a:pt x="4357" y="1303"/>
                </a:lnTo>
                <a:lnTo>
                  <a:pt x="4356" y="1301"/>
                </a:lnTo>
                <a:lnTo>
                  <a:pt x="4356" y="1300"/>
                </a:lnTo>
                <a:lnTo>
                  <a:pt x="4355" y="1299"/>
                </a:lnTo>
                <a:lnTo>
                  <a:pt x="4355" y="1297"/>
                </a:lnTo>
                <a:lnTo>
                  <a:pt x="4354" y="1296"/>
                </a:lnTo>
                <a:lnTo>
                  <a:pt x="4355" y="1295"/>
                </a:lnTo>
                <a:lnTo>
                  <a:pt x="4355" y="1294"/>
                </a:lnTo>
                <a:lnTo>
                  <a:pt x="4354" y="1294"/>
                </a:lnTo>
                <a:lnTo>
                  <a:pt x="4354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5" y="1290"/>
                </a:lnTo>
                <a:lnTo>
                  <a:pt x="4356" y="1289"/>
                </a:lnTo>
                <a:lnTo>
                  <a:pt x="4356" y="1288"/>
                </a:lnTo>
                <a:lnTo>
                  <a:pt x="4355" y="1288"/>
                </a:lnTo>
                <a:lnTo>
                  <a:pt x="4355" y="1289"/>
                </a:lnTo>
                <a:lnTo>
                  <a:pt x="4354" y="1289"/>
                </a:lnTo>
                <a:lnTo>
                  <a:pt x="4353" y="1289"/>
                </a:lnTo>
                <a:lnTo>
                  <a:pt x="4353" y="1290"/>
                </a:lnTo>
                <a:lnTo>
                  <a:pt x="4352" y="1290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3"/>
                </a:lnTo>
                <a:lnTo>
                  <a:pt x="4350" y="1293"/>
                </a:lnTo>
                <a:lnTo>
                  <a:pt x="4350" y="1294"/>
                </a:lnTo>
                <a:lnTo>
                  <a:pt x="4351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50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8" y="1298"/>
                </a:lnTo>
                <a:lnTo>
                  <a:pt x="4346" y="1298"/>
                </a:lnTo>
                <a:lnTo>
                  <a:pt x="4346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7"/>
                </a:lnTo>
                <a:lnTo>
                  <a:pt x="4344" y="1298"/>
                </a:lnTo>
                <a:lnTo>
                  <a:pt x="4345" y="1299"/>
                </a:lnTo>
                <a:lnTo>
                  <a:pt x="4345" y="1298"/>
                </a:lnTo>
                <a:lnTo>
                  <a:pt x="4346" y="1298"/>
                </a:lnTo>
                <a:lnTo>
                  <a:pt x="4347" y="1298"/>
                </a:lnTo>
                <a:lnTo>
                  <a:pt x="4348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1" y="1299"/>
                </a:lnTo>
                <a:lnTo>
                  <a:pt x="4341" y="1300"/>
                </a:lnTo>
                <a:lnTo>
                  <a:pt x="4341" y="1302"/>
                </a:lnTo>
                <a:lnTo>
                  <a:pt x="4342" y="1303"/>
                </a:lnTo>
                <a:lnTo>
                  <a:pt x="4341" y="1304"/>
                </a:lnTo>
                <a:lnTo>
                  <a:pt x="4341" y="1303"/>
                </a:lnTo>
                <a:lnTo>
                  <a:pt x="4340" y="1303"/>
                </a:lnTo>
                <a:lnTo>
                  <a:pt x="4340" y="1302"/>
                </a:lnTo>
                <a:lnTo>
                  <a:pt x="4340" y="1303"/>
                </a:lnTo>
                <a:lnTo>
                  <a:pt x="4340" y="1304"/>
                </a:lnTo>
                <a:lnTo>
                  <a:pt x="4338" y="1304"/>
                </a:lnTo>
                <a:lnTo>
                  <a:pt x="4338" y="1303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1"/>
                </a:lnTo>
                <a:lnTo>
                  <a:pt x="4337" y="1302"/>
                </a:lnTo>
                <a:lnTo>
                  <a:pt x="4337" y="1303"/>
                </a:lnTo>
                <a:lnTo>
                  <a:pt x="4337" y="1302"/>
                </a:lnTo>
                <a:lnTo>
                  <a:pt x="4335" y="1301"/>
                </a:lnTo>
                <a:lnTo>
                  <a:pt x="4334" y="1301"/>
                </a:lnTo>
                <a:lnTo>
                  <a:pt x="4333" y="1302"/>
                </a:lnTo>
                <a:lnTo>
                  <a:pt x="4331" y="1303"/>
                </a:lnTo>
                <a:lnTo>
                  <a:pt x="4330" y="1303"/>
                </a:lnTo>
                <a:lnTo>
                  <a:pt x="4330" y="1302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300"/>
                </a:lnTo>
                <a:lnTo>
                  <a:pt x="4329" y="1300"/>
                </a:lnTo>
                <a:lnTo>
                  <a:pt x="4329" y="1301"/>
                </a:lnTo>
                <a:lnTo>
                  <a:pt x="4329" y="1302"/>
                </a:lnTo>
                <a:lnTo>
                  <a:pt x="4328" y="1302"/>
                </a:lnTo>
                <a:lnTo>
                  <a:pt x="4327" y="1301"/>
                </a:lnTo>
                <a:lnTo>
                  <a:pt x="4327" y="1300"/>
                </a:lnTo>
                <a:lnTo>
                  <a:pt x="4326" y="1300"/>
                </a:lnTo>
                <a:lnTo>
                  <a:pt x="4326" y="1299"/>
                </a:lnTo>
                <a:lnTo>
                  <a:pt x="4325" y="1299"/>
                </a:lnTo>
                <a:lnTo>
                  <a:pt x="4325" y="1298"/>
                </a:lnTo>
                <a:lnTo>
                  <a:pt x="4324" y="1298"/>
                </a:lnTo>
                <a:lnTo>
                  <a:pt x="4323" y="1298"/>
                </a:lnTo>
                <a:lnTo>
                  <a:pt x="4321" y="1298"/>
                </a:lnTo>
                <a:lnTo>
                  <a:pt x="4319" y="1298"/>
                </a:lnTo>
                <a:lnTo>
                  <a:pt x="4318" y="1298"/>
                </a:lnTo>
                <a:lnTo>
                  <a:pt x="4318" y="1296"/>
                </a:lnTo>
                <a:lnTo>
                  <a:pt x="4318" y="1298"/>
                </a:lnTo>
                <a:lnTo>
                  <a:pt x="4315" y="1298"/>
                </a:lnTo>
                <a:lnTo>
                  <a:pt x="4314" y="1298"/>
                </a:lnTo>
                <a:lnTo>
                  <a:pt x="4315" y="1298"/>
                </a:lnTo>
                <a:lnTo>
                  <a:pt x="4316" y="1298"/>
                </a:lnTo>
                <a:lnTo>
                  <a:pt x="4318" y="1298"/>
                </a:lnTo>
                <a:lnTo>
                  <a:pt x="4318" y="1300"/>
                </a:lnTo>
                <a:lnTo>
                  <a:pt x="4318" y="1301"/>
                </a:lnTo>
                <a:lnTo>
                  <a:pt x="4318" y="1302"/>
                </a:lnTo>
                <a:lnTo>
                  <a:pt x="4319" y="1303"/>
                </a:lnTo>
                <a:lnTo>
                  <a:pt x="4314" y="1303"/>
                </a:lnTo>
                <a:lnTo>
                  <a:pt x="4313" y="1302"/>
                </a:lnTo>
                <a:lnTo>
                  <a:pt x="4312" y="1302"/>
                </a:lnTo>
                <a:lnTo>
                  <a:pt x="4309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6" y="1300"/>
                </a:lnTo>
                <a:lnTo>
                  <a:pt x="4305" y="1299"/>
                </a:lnTo>
                <a:lnTo>
                  <a:pt x="4305" y="1298"/>
                </a:lnTo>
                <a:lnTo>
                  <a:pt x="4304" y="1297"/>
                </a:lnTo>
                <a:lnTo>
                  <a:pt x="4304" y="1296"/>
                </a:lnTo>
                <a:lnTo>
                  <a:pt x="4305" y="1296"/>
                </a:lnTo>
                <a:lnTo>
                  <a:pt x="4306" y="1296"/>
                </a:lnTo>
                <a:lnTo>
                  <a:pt x="4307" y="1296"/>
                </a:lnTo>
                <a:lnTo>
                  <a:pt x="4307" y="1295"/>
                </a:lnTo>
                <a:lnTo>
                  <a:pt x="4306" y="1295"/>
                </a:lnTo>
                <a:lnTo>
                  <a:pt x="4303" y="1295"/>
                </a:lnTo>
                <a:lnTo>
                  <a:pt x="4302" y="1295"/>
                </a:lnTo>
                <a:lnTo>
                  <a:pt x="4302" y="1296"/>
                </a:lnTo>
                <a:lnTo>
                  <a:pt x="4302" y="1297"/>
                </a:lnTo>
                <a:lnTo>
                  <a:pt x="4302" y="1298"/>
                </a:lnTo>
                <a:lnTo>
                  <a:pt x="4303" y="1298"/>
                </a:lnTo>
                <a:lnTo>
                  <a:pt x="4301" y="1298"/>
                </a:lnTo>
                <a:lnTo>
                  <a:pt x="4301" y="1302"/>
                </a:lnTo>
                <a:lnTo>
                  <a:pt x="4300" y="1302"/>
                </a:lnTo>
                <a:lnTo>
                  <a:pt x="4300" y="1301"/>
                </a:lnTo>
                <a:lnTo>
                  <a:pt x="4297" y="1301"/>
                </a:lnTo>
                <a:lnTo>
                  <a:pt x="4298" y="1299"/>
                </a:lnTo>
                <a:lnTo>
                  <a:pt x="4299" y="1299"/>
                </a:lnTo>
                <a:lnTo>
                  <a:pt x="4300" y="1299"/>
                </a:lnTo>
                <a:lnTo>
                  <a:pt x="4300" y="1298"/>
                </a:lnTo>
                <a:lnTo>
                  <a:pt x="4299" y="1298"/>
                </a:lnTo>
                <a:lnTo>
                  <a:pt x="4297" y="1298"/>
                </a:lnTo>
                <a:lnTo>
                  <a:pt x="4297" y="1296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6" y="1297"/>
                </a:lnTo>
                <a:lnTo>
                  <a:pt x="4296" y="1298"/>
                </a:lnTo>
                <a:lnTo>
                  <a:pt x="4295" y="1299"/>
                </a:lnTo>
                <a:lnTo>
                  <a:pt x="4294" y="1299"/>
                </a:lnTo>
                <a:lnTo>
                  <a:pt x="4293" y="1298"/>
                </a:lnTo>
                <a:lnTo>
                  <a:pt x="4292" y="1298"/>
                </a:lnTo>
                <a:lnTo>
                  <a:pt x="4291" y="1298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8" y="1299"/>
                </a:lnTo>
                <a:lnTo>
                  <a:pt x="4287" y="1300"/>
                </a:lnTo>
                <a:lnTo>
                  <a:pt x="4287" y="1301"/>
                </a:lnTo>
                <a:lnTo>
                  <a:pt x="4288" y="1301"/>
                </a:lnTo>
                <a:lnTo>
                  <a:pt x="4288" y="1303"/>
                </a:lnTo>
                <a:lnTo>
                  <a:pt x="4287" y="1303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6" y="1305"/>
                </a:lnTo>
                <a:lnTo>
                  <a:pt x="4286" y="1306"/>
                </a:lnTo>
                <a:lnTo>
                  <a:pt x="4285" y="1306"/>
                </a:lnTo>
                <a:lnTo>
                  <a:pt x="4285" y="1307"/>
                </a:lnTo>
                <a:lnTo>
                  <a:pt x="4284" y="1307"/>
                </a:lnTo>
                <a:lnTo>
                  <a:pt x="4284" y="1306"/>
                </a:lnTo>
                <a:lnTo>
                  <a:pt x="4283" y="1306"/>
                </a:lnTo>
                <a:lnTo>
                  <a:pt x="4282" y="1305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6" y="1306"/>
                </a:lnTo>
                <a:lnTo>
                  <a:pt x="4276" y="1307"/>
                </a:lnTo>
                <a:lnTo>
                  <a:pt x="4277" y="1307"/>
                </a:lnTo>
                <a:lnTo>
                  <a:pt x="4278" y="1308"/>
                </a:lnTo>
                <a:lnTo>
                  <a:pt x="4277" y="1309"/>
                </a:lnTo>
                <a:lnTo>
                  <a:pt x="4276" y="1309"/>
                </a:lnTo>
                <a:lnTo>
                  <a:pt x="4276" y="1310"/>
                </a:lnTo>
                <a:lnTo>
                  <a:pt x="4277" y="1310"/>
                </a:lnTo>
                <a:lnTo>
                  <a:pt x="4277" y="1312"/>
                </a:lnTo>
                <a:lnTo>
                  <a:pt x="4277" y="1313"/>
                </a:lnTo>
                <a:lnTo>
                  <a:pt x="4278" y="1313"/>
                </a:lnTo>
                <a:lnTo>
                  <a:pt x="4279" y="1313"/>
                </a:lnTo>
                <a:lnTo>
                  <a:pt x="4281" y="1313"/>
                </a:lnTo>
                <a:lnTo>
                  <a:pt x="4282" y="1313"/>
                </a:lnTo>
                <a:lnTo>
                  <a:pt x="4282" y="1315"/>
                </a:lnTo>
                <a:lnTo>
                  <a:pt x="4282" y="1316"/>
                </a:lnTo>
                <a:lnTo>
                  <a:pt x="4281" y="1316"/>
                </a:lnTo>
                <a:lnTo>
                  <a:pt x="4281" y="1315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5" y="1318"/>
                </a:lnTo>
                <a:lnTo>
                  <a:pt x="4274" y="1318"/>
                </a:lnTo>
                <a:lnTo>
                  <a:pt x="4273" y="1318"/>
                </a:lnTo>
                <a:lnTo>
                  <a:pt x="4271" y="1318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3"/>
                </a:lnTo>
                <a:lnTo>
                  <a:pt x="4263" y="1324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1" y="1327"/>
                </a:lnTo>
                <a:lnTo>
                  <a:pt x="4261" y="1328"/>
                </a:lnTo>
                <a:lnTo>
                  <a:pt x="4260" y="1328"/>
                </a:lnTo>
                <a:lnTo>
                  <a:pt x="4260" y="1329"/>
                </a:lnTo>
                <a:lnTo>
                  <a:pt x="4258" y="1330"/>
                </a:lnTo>
                <a:lnTo>
                  <a:pt x="4258" y="1331"/>
                </a:lnTo>
                <a:lnTo>
                  <a:pt x="4257" y="1330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2" y="1335"/>
                </a:lnTo>
                <a:lnTo>
                  <a:pt x="4253" y="1335"/>
                </a:lnTo>
                <a:lnTo>
                  <a:pt x="4253" y="1334"/>
                </a:lnTo>
                <a:lnTo>
                  <a:pt x="4254" y="1335"/>
                </a:lnTo>
                <a:lnTo>
                  <a:pt x="4254" y="1336"/>
                </a:lnTo>
                <a:lnTo>
                  <a:pt x="4253" y="1337"/>
                </a:lnTo>
                <a:lnTo>
                  <a:pt x="4252" y="1337"/>
                </a:lnTo>
                <a:lnTo>
                  <a:pt x="4251" y="1336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9" y="1339"/>
                </a:lnTo>
                <a:lnTo>
                  <a:pt x="4248" y="1340"/>
                </a:lnTo>
                <a:lnTo>
                  <a:pt x="4247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5" y="1339"/>
                </a:lnTo>
                <a:lnTo>
                  <a:pt x="4245" y="1340"/>
                </a:lnTo>
                <a:lnTo>
                  <a:pt x="4244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4" y="1342"/>
                </a:lnTo>
                <a:lnTo>
                  <a:pt x="4243" y="1342"/>
                </a:lnTo>
                <a:lnTo>
                  <a:pt x="4243" y="1343"/>
                </a:lnTo>
                <a:lnTo>
                  <a:pt x="4244" y="1343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7"/>
                </a:lnTo>
                <a:lnTo>
                  <a:pt x="4242" y="1346"/>
                </a:lnTo>
                <a:lnTo>
                  <a:pt x="4242" y="1347"/>
                </a:lnTo>
                <a:lnTo>
                  <a:pt x="4241" y="1348"/>
                </a:lnTo>
                <a:lnTo>
                  <a:pt x="4241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2" y="1352"/>
                </a:lnTo>
                <a:lnTo>
                  <a:pt x="4241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4" y="1357"/>
                </a:lnTo>
                <a:lnTo>
                  <a:pt x="4235" y="1357"/>
                </a:lnTo>
                <a:lnTo>
                  <a:pt x="4235" y="1359"/>
                </a:lnTo>
                <a:lnTo>
                  <a:pt x="4236" y="1359"/>
                </a:lnTo>
                <a:lnTo>
                  <a:pt x="4236" y="1360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3" y="1364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1" y="1367"/>
                </a:lnTo>
                <a:lnTo>
                  <a:pt x="4231" y="1368"/>
                </a:lnTo>
                <a:lnTo>
                  <a:pt x="4230" y="1368"/>
                </a:lnTo>
                <a:lnTo>
                  <a:pt x="4230" y="1369"/>
                </a:lnTo>
                <a:lnTo>
                  <a:pt x="4229" y="1369"/>
                </a:lnTo>
                <a:lnTo>
                  <a:pt x="4227" y="1369"/>
                </a:lnTo>
                <a:lnTo>
                  <a:pt x="4226" y="1369"/>
                </a:lnTo>
                <a:lnTo>
                  <a:pt x="4226" y="1368"/>
                </a:lnTo>
                <a:lnTo>
                  <a:pt x="4223" y="1368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0"/>
                </a:lnTo>
                <a:lnTo>
                  <a:pt x="4217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8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200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81"/>
                </a:lnTo>
                <a:lnTo>
                  <a:pt x="4193" y="1381"/>
                </a:lnTo>
                <a:lnTo>
                  <a:pt x="4192" y="1381"/>
                </a:lnTo>
                <a:lnTo>
                  <a:pt x="4192" y="1382"/>
                </a:lnTo>
                <a:lnTo>
                  <a:pt x="4191" y="1381"/>
                </a:lnTo>
                <a:lnTo>
                  <a:pt x="4190" y="1381"/>
                </a:lnTo>
                <a:lnTo>
                  <a:pt x="4189" y="1381"/>
                </a:lnTo>
                <a:lnTo>
                  <a:pt x="4188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3" y="1384"/>
                </a:lnTo>
                <a:lnTo>
                  <a:pt x="4182" y="1385"/>
                </a:lnTo>
                <a:lnTo>
                  <a:pt x="4181" y="1387"/>
                </a:lnTo>
                <a:lnTo>
                  <a:pt x="4182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89"/>
                </a:lnTo>
                <a:lnTo>
                  <a:pt x="4176" y="1390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1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7" y="1393"/>
                </a:lnTo>
                <a:lnTo>
                  <a:pt x="4166" y="1394"/>
                </a:lnTo>
                <a:lnTo>
                  <a:pt x="4165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6" y="1397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9"/>
                </a:lnTo>
                <a:lnTo>
                  <a:pt x="4151" y="1399"/>
                </a:lnTo>
                <a:lnTo>
                  <a:pt x="4151" y="1398"/>
                </a:lnTo>
                <a:lnTo>
                  <a:pt x="4150" y="1398"/>
                </a:lnTo>
                <a:lnTo>
                  <a:pt x="4150" y="1399"/>
                </a:lnTo>
                <a:lnTo>
                  <a:pt x="4148" y="1400"/>
                </a:lnTo>
                <a:lnTo>
                  <a:pt x="4147" y="1400"/>
                </a:lnTo>
                <a:lnTo>
                  <a:pt x="4147" y="1401"/>
                </a:lnTo>
                <a:lnTo>
                  <a:pt x="4147" y="1402"/>
                </a:lnTo>
                <a:lnTo>
                  <a:pt x="4146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6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5" y="1408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1" y="1408"/>
                </a:lnTo>
                <a:lnTo>
                  <a:pt x="4140" y="1409"/>
                </a:lnTo>
                <a:lnTo>
                  <a:pt x="4139" y="1409"/>
                </a:lnTo>
                <a:lnTo>
                  <a:pt x="4138" y="1410"/>
                </a:lnTo>
                <a:lnTo>
                  <a:pt x="4137" y="1411"/>
                </a:lnTo>
                <a:lnTo>
                  <a:pt x="4136" y="1412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19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3"/>
                </a:lnTo>
                <a:lnTo>
                  <a:pt x="4128" y="1424"/>
                </a:lnTo>
                <a:lnTo>
                  <a:pt x="4128" y="1426"/>
                </a:lnTo>
                <a:lnTo>
                  <a:pt x="4127" y="1426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4" y="1442"/>
                </a:lnTo>
                <a:lnTo>
                  <a:pt x="4125" y="1442"/>
                </a:lnTo>
                <a:lnTo>
                  <a:pt x="4126" y="1443"/>
                </a:lnTo>
                <a:lnTo>
                  <a:pt x="4126" y="1444"/>
                </a:lnTo>
                <a:lnTo>
                  <a:pt x="4127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5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5" y="1449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3" y="1452"/>
                </a:lnTo>
                <a:lnTo>
                  <a:pt x="4124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4"/>
                </a:lnTo>
                <a:lnTo>
                  <a:pt x="4118" y="1455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4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8" y="1464"/>
                </a:lnTo>
                <a:lnTo>
                  <a:pt x="4108" y="1465"/>
                </a:lnTo>
                <a:lnTo>
                  <a:pt x="4107" y="1465"/>
                </a:lnTo>
                <a:lnTo>
                  <a:pt x="4107" y="1466"/>
                </a:lnTo>
                <a:lnTo>
                  <a:pt x="4108" y="1466"/>
                </a:lnTo>
                <a:lnTo>
                  <a:pt x="4108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4" y="1470"/>
                </a:lnTo>
                <a:lnTo>
                  <a:pt x="4102" y="1471"/>
                </a:lnTo>
                <a:lnTo>
                  <a:pt x="4102" y="1472"/>
                </a:lnTo>
                <a:lnTo>
                  <a:pt x="4103" y="1472"/>
                </a:lnTo>
                <a:lnTo>
                  <a:pt x="4102" y="1473"/>
                </a:lnTo>
                <a:lnTo>
                  <a:pt x="4102" y="1472"/>
                </a:lnTo>
                <a:lnTo>
                  <a:pt x="4099" y="1473"/>
                </a:lnTo>
                <a:lnTo>
                  <a:pt x="4098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6"/>
                </a:lnTo>
                <a:lnTo>
                  <a:pt x="4094" y="1477"/>
                </a:lnTo>
                <a:lnTo>
                  <a:pt x="4093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0" y="1479"/>
                </a:lnTo>
                <a:lnTo>
                  <a:pt x="4089" y="1478"/>
                </a:lnTo>
                <a:lnTo>
                  <a:pt x="4090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4" y="1474"/>
                </a:lnTo>
                <a:lnTo>
                  <a:pt x="4095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4" y="1472"/>
                </a:lnTo>
                <a:lnTo>
                  <a:pt x="4094" y="1473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6" y="1470"/>
                </a:lnTo>
                <a:lnTo>
                  <a:pt x="4087" y="1469"/>
                </a:lnTo>
                <a:lnTo>
                  <a:pt x="4086" y="1469"/>
                </a:lnTo>
                <a:lnTo>
                  <a:pt x="4086" y="1470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6"/>
                </a:lnTo>
                <a:lnTo>
                  <a:pt x="4082" y="1477"/>
                </a:lnTo>
                <a:lnTo>
                  <a:pt x="4081" y="1477"/>
                </a:lnTo>
                <a:lnTo>
                  <a:pt x="4079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7"/>
                </a:lnTo>
                <a:lnTo>
                  <a:pt x="4073" y="1476"/>
                </a:lnTo>
                <a:lnTo>
                  <a:pt x="4073" y="1477"/>
                </a:lnTo>
                <a:lnTo>
                  <a:pt x="4072" y="1476"/>
                </a:lnTo>
                <a:lnTo>
                  <a:pt x="4071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59" y="1477"/>
                </a:lnTo>
                <a:lnTo>
                  <a:pt x="4061" y="1479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7" y="1480"/>
                </a:lnTo>
                <a:lnTo>
                  <a:pt x="4059" y="1481"/>
                </a:lnTo>
                <a:lnTo>
                  <a:pt x="4058" y="1481"/>
                </a:lnTo>
                <a:lnTo>
                  <a:pt x="4058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4" y="1481"/>
                </a:lnTo>
                <a:lnTo>
                  <a:pt x="4055" y="1481"/>
                </a:lnTo>
                <a:lnTo>
                  <a:pt x="4056" y="1482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2" y="1484"/>
                </a:lnTo>
                <a:lnTo>
                  <a:pt x="4053" y="1485"/>
                </a:lnTo>
                <a:lnTo>
                  <a:pt x="4052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7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59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1" y="1491"/>
                </a:lnTo>
                <a:lnTo>
                  <a:pt x="4062" y="1490"/>
                </a:lnTo>
                <a:lnTo>
                  <a:pt x="4065" y="1488"/>
                </a:lnTo>
                <a:lnTo>
                  <a:pt x="4065" y="1487"/>
                </a:lnTo>
                <a:lnTo>
                  <a:pt x="4066" y="1487"/>
                </a:lnTo>
                <a:lnTo>
                  <a:pt x="4066" y="1486"/>
                </a:lnTo>
                <a:lnTo>
                  <a:pt x="4066" y="1485"/>
                </a:lnTo>
                <a:lnTo>
                  <a:pt x="4065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6" y="1489"/>
                </a:lnTo>
                <a:lnTo>
                  <a:pt x="4065" y="1491"/>
                </a:lnTo>
                <a:lnTo>
                  <a:pt x="4063" y="1493"/>
                </a:lnTo>
                <a:lnTo>
                  <a:pt x="4063" y="1494"/>
                </a:lnTo>
                <a:lnTo>
                  <a:pt x="4062" y="1494"/>
                </a:lnTo>
                <a:lnTo>
                  <a:pt x="4060" y="1496"/>
                </a:lnTo>
                <a:lnTo>
                  <a:pt x="4059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3" y="1495"/>
                </a:lnTo>
                <a:lnTo>
                  <a:pt x="4052" y="1494"/>
                </a:lnTo>
                <a:lnTo>
                  <a:pt x="4052" y="1490"/>
                </a:lnTo>
                <a:lnTo>
                  <a:pt x="4051" y="1489"/>
                </a:lnTo>
                <a:lnTo>
                  <a:pt x="4050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49" y="1495"/>
                </a:lnTo>
                <a:lnTo>
                  <a:pt x="4048" y="1495"/>
                </a:lnTo>
                <a:lnTo>
                  <a:pt x="4047" y="1495"/>
                </a:lnTo>
                <a:lnTo>
                  <a:pt x="4047" y="1490"/>
                </a:lnTo>
                <a:lnTo>
                  <a:pt x="4048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2" y="1486"/>
                </a:lnTo>
                <a:lnTo>
                  <a:pt x="4053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2" y="1486"/>
                </a:lnTo>
                <a:lnTo>
                  <a:pt x="4051" y="1486"/>
                </a:lnTo>
                <a:lnTo>
                  <a:pt x="4049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1"/>
                </a:lnTo>
                <a:lnTo>
                  <a:pt x="4046" y="1492"/>
                </a:lnTo>
                <a:lnTo>
                  <a:pt x="4046" y="1494"/>
                </a:lnTo>
                <a:lnTo>
                  <a:pt x="4044" y="1493"/>
                </a:lnTo>
                <a:lnTo>
                  <a:pt x="4043" y="1493"/>
                </a:lnTo>
                <a:lnTo>
                  <a:pt x="4043" y="1489"/>
                </a:lnTo>
                <a:lnTo>
                  <a:pt x="4043" y="1488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8"/>
                </a:lnTo>
                <a:lnTo>
                  <a:pt x="4041" y="1489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7" y="1487"/>
                </a:lnTo>
                <a:lnTo>
                  <a:pt x="4035" y="1487"/>
                </a:lnTo>
                <a:lnTo>
                  <a:pt x="4034" y="1486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0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6" y="1480"/>
                </a:lnTo>
                <a:lnTo>
                  <a:pt x="4026" y="1479"/>
                </a:lnTo>
                <a:lnTo>
                  <a:pt x="4025" y="1478"/>
                </a:lnTo>
                <a:lnTo>
                  <a:pt x="4025" y="1477"/>
                </a:lnTo>
                <a:lnTo>
                  <a:pt x="4024" y="1477"/>
                </a:lnTo>
                <a:lnTo>
                  <a:pt x="4024" y="1476"/>
                </a:lnTo>
                <a:lnTo>
                  <a:pt x="4023" y="1475"/>
                </a:lnTo>
                <a:lnTo>
                  <a:pt x="4022" y="1474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1" y="1472"/>
                </a:lnTo>
                <a:lnTo>
                  <a:pt x="4020" y="1471"/>
                </a:lnTo>
                <a:lnTo>
                  <a:pt x="4018" y="1471"/>
                </a:lnTo>
                <a:lnTo>
                  <a:pt x="4019" y="1470"/>
                </a:lnTo>
                <a:lnTo>
                  <a:pt x="4018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2" y="1469"/>
                </a:lnTo>
                <a:lnTo>
                  <a:pt x="4012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4" y="1469"/>
                </a:lnTo>
                <a:lnTo>
                  <a:pt x="4004" y="1470"/>
                </a:lnTo>
                <a:lnTo>
                  <a:pt x="4005" y="1470"/>
                </a:lnTo>
                <a:lnTo>
                  <a:pt x="4005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3"/>
                </a:lnTo>
                <a:lnTo>
                  <a:pt x="3998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7" y="1473"/>
                </a:lnTo>
                <a:lnTo>
                  <a:pt x="3997" y="1474"/>
                </a:lnTo>
                <a:lnTo>
                  <a:pt x="3996" y="1473"/>
                </a:lnTo>
                <a:lnTo>
                  <a:pt x="3996" y="1472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3" y="1474"/>
                </a:lnTo>
                <a:lnTo>
                  <a:pt x="3993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0" y="1477"/>
                </a:lnTo>
                <a:lnTo>
                  <a:pt x="3992" y="1478"/>
                </a:lnTo>
                <a:lnTo>
                  <a:pt x="3995" y="1480"/>
                </a:lnTo>
                <a:lnTo>
                  <a:pt x="3995" y="1481"/>
                </a:lnTo>
                <a:lnTo>
                  <a:pt x="3993" y="1483"/>
                </a:lnTo>
                <a:lnTo>
                  <a:pt x="3991" y="1483"/>
                </a:lnTo>
                <a:lnTo>
                  <a:pt x="3990" y="1482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1"/>
                </a:lnTo>
                <a:lnTo>
                  <a:pt x="3985" y="1482"/>
                </a:lnTo>
                <a:lnTo>
                  <a:pt x="3986" y="1483"/>
                </a:lnTo>
                <a:lnTo>
                  <a:pt x="3987" y="1483"/>
                </a:lnTo>
                <a:lnTo>
                  <a:pt x="3989" y="1484"/>
                </a:lnTo>
                <a:lnTo>
                  <a:pt x="3990" y="1484"/>
                </a:lnTo>
                <a:lnTo>
                  <a:pt x="3992" y="1485"/>
                </a:lnTo>
                <a:lnTo>
                  <a:pt x="3993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4" y="1491"/>
                </a:lnTo>
                <a:lnTo>
                  <a:pt x="3994" y="1492"/>
                </a:lnTo>
                <a:lnTo>
                  <a:pt x="3994" y="1493"/>
                </a:lnTo>
                <a:lnTo>
                  <a:pt x="3994" y="1494"/>
                </a:lnTo>
                <a:lnTo>
                  <a:pt x="3993" y="1493"/>
                </a:lnTo>
                <a:lnTo>
                  <a:pt x="3992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0" y="1491"/>
                </a:lnTo>
                <a:lnTo>
                  <a:pt x="3990" y="1490"/>
                </a:lnTo>
                <a:lnTo>
                  <a:pt x="3989" y="1486"/>
                </a:lnTo>
                <a:lnTo>
                  <a:pt x="3988" y="1486"/>
                </a:lnTo>
                <a:lnTo>
                  <a:pt x="3988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89" y="1491"/>
                </a:lnTo>
                <a:lnTo>
                  <a:pt x="3990" y="1492"/>
                </a:lnTo>
                <a:lnTo>
                  <a:pt x="3990" y="1493"/>
                </a:lnTo>
                <a:lnTo>
                  <a:pt x="3990" y="1494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5"/>
                </a:lnTo>
                <a:lnTo>
                  <a:pt x="3993" y="1495"/>
                </a:lnTo>
                <a:lnTo>
                  <a:pt x="3995" y="1496"/>
                </a:lnTo>
                <a:lnTo>
                  <a:pt x="3996" y="1496"/>
                </a:lnTo>
                <a:lnTo>
                  <a:pt x="3995" y="1496"/>
                </a:lnTo>
                <a:lnTo>
                  <a:pt x="3999" y="1497"/>
                </a:lnTo>
                <a:lnTo>
                  <a:pt x="3998" y="1497"/>
                </a:lnTo>
                <a:lnTo>
                  <a:pt x="3998" y="1498"/>
                </a:lnTo>
                <a:lnTo>
                  <a:pt x="3993" y="1497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3" y="1492"/>
                </a:lnTo>
                <a:lnTo>
                  <a:pt x="3983" y="1493"/>
                </a:lnTo>
                <a:lnTo>
                  <a:pt x="3984" y="1494"/>
                </a:lnTo>
                <a:lnTo>
                  <a:pt x="3984" y="1495"/>
                </a:lnTo>
                <a:lnTo>
                  <a:pt x="3985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8" y="1497"/>
                </a:lnTo>
                <a:lnTo>
                  <a:pt x="3989" y="1497"/>
                </a:lnTo>
                <a:lnTo>
                  <a:pt x="3988" y="1498"/>
                </a:lnTo>
                <a:lnTo>
                  <a:pt x="3990" y="1499"/>
                </a:lnTo>
                <a:lnTo>
                  <a:pt x="3990" y="1497"/>
                </a:lnTo>
                <a:lnTo>
                  <a:pt x="3993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4" y="1498"/>
                </a:lnTo>
                <a:lnTo>
                  <a:pt x="3997" y="1499"/>
                </a:lnTo>
                <a:lnTo>
                  <a:pt x="3995" y="1502"/>
                </a:lnTo>
                <a:lnTo>
                  <a:pt x="3994" y="1503"/>
                </a:lnTo>
                <a:lnTo>
                  <a:pt x="3995" y="1504"/>
                </a:lnTo>
                <a:lnTo>
                  <a:pt x="3996" y="1504"/>
                </a:lnTo>
                <a:lnTo>
                  <a:pt x="3995" y="1505"/>
                </a:lnTo>
                <a:lnTo>
                  <a:pt x="3992" y="1504"/>
                </a:lnTo>
                <a:lnTo>
                  <a:pt x="3991" y="1503"/>
                </a:lnTo>
                <a:lnTo>
                  <a:pt x="3989" y="1503"/>
                </a:lnTo>
                <a:lnTo>
                  <a:pt x="3986" y="1501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1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2" y="1503"/>
                </a:lnTo>
                <a:lnTo>
                  <a:pt x="3983" y="1503"/>
                </a:lnTo>
                <a:lnTo>
                  <a:pt x="3984" y="1503"/>
                </a:lnTo>
                <a:lnTo>
                  <a:pt x="3985" y="1503"/>
                </a:lnTo>
                <a:lnTo>
                  <a:pt x="3987" y="1504"/>
                </a:lnTo>
                <a:lnTo>
                  <a:pt x="3987" y="1506"/>
                </a:lnTo>
                <a:lnTo>
                  <a:pt x="3985" y="1505"/>
                </a:lnTo>
                <a:lnTo>
                  <a:pt x="3982" y="1504"/>
                </a:lnTo>
                <a:lnTo>
                  <a:pt x="3981" y="1505"/>
                </a:lnTo>
                <a:lnTo>
                  <a:pt x="3986" y="1507"/>
                </a:lnTo>
                <a:lnTo>
                  <a:pt x="3985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6" y="1507"/>
                </a:lnTo>
                <a:lnTo>
                  <a:pt x="3975" y="1507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3" y="1515"/>
                </a:lnTo>
                <a:lnTo>
                  <a:pt x="3972" y="1515"/>
                </a:lnTo>
                <a:lnTo>
                  <a:pt x="3973" y="1516"/>
                </a:lnTo>
                <a:lnTo>
                  <a:pt x="3974" y="1516"/>
                </a:lnTo>
                <a:lnTo>
                  <a:pt x="3974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7" y="1516"/>
                </a:lnTo>
                <a:lnTo>
                  <a:pt x="3981" y="1516"/>
                </a:lnTo>
                <a:lnTo>
                  <a:pt x="3981" y="1519"/>
                </a:lnTo>
                <a:lnTo>
                  <a:pt x="3983" y="1519"/>
                </a:lnTo>
                <a:lnTo>
                  <a:pt x="3983" y="1516"/>
                </a:lnTo>
                <a:lnTo>
                  <a:pt x="3984" y="1516"/>
                </a:lnTo>
                <a:lnTo>
                  <a:pt x="3984" y="1525"/>
                </a:lnTo>
                <a:lnTo>
                  <a:pt x="3974" y="1525"/>
                </a:lnTo>
                <a:lnTo>
                  <a:pt x="3974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2" y="1528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1" y="1530"/>
                </a:lnTo>
                <a:lnTo>
                  <a:pt x="3972" y="1530"/>
                </a:lnTo>
                <a:lnTo>
                  <a:pt x="3972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3" y="1535"/>
                </a:lnTo>
                <a:lnTo>
                  <a:pt x="3974" y="1536"/>
                </a:lnTo>
                <a:lnTo>
                  <a:pt x="3974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3"/>
                </a:lnTo>
                <a:lnTo>
                  <a:pt x="3976" y="1544"/>
                </a:lnTo>
                <a:lnTo>
                  <a:pt x="3976" y="1543"/>
                </a:lnTo>
                <a:lnTo>
                  <a:pt x="3977" y="1543"/>
                </a:lnTo>
                <a:lnTo>
                  <a:pt x="3977" y="1544"/>
                </a:lnTo>
                <a:lnTo>
                  <a:pt x="3978" y="1545"/>
                </a:lnTo>
                <a:lnTo>
                  <a:pt x="3979" y="1546"/>
                </a:lnTo>
                <a:lnTo>
                  <a:pt x="3979" y="1547"/>
                </a:lnTo>
                <a:lnTo>
                  <a:pt x="3980" y="1548"/>
                </a:lnTo>
                <a:lnTo>
                  <a:pt x="3980" y="1549"/>
                </a:lnTo>
                <a:lnTo>
                  <a:pt x="3981" y="1549"/>
                </a:lnTo>
                <a:lnTo>
                  <a:pt x="3981" y="1550"/>
                </a:lnTo>
                <a:lnTo>
                  <a:pt x="3981" y="1551"/>
                </a:lnTo>
                <a:lnTo>
                  <a:pt x="3982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5" y="1557"/>
                </a:lnTo>
                <a:lnTo>
                  <a:pt x="3986" y="1557"/>
                </a:lnTo>
                <a:lnTo>
                  <a:pt x="3985" y="1557"/>
                </a:lnTo>
                <a:lnTo>
                  <a:pt x="3986" y="1558"/>
                </a:lnTo>
                <a:lnTo>
                  <a:pt x="3987" y="1559"/>
                </a:lnTo>
                <a:lnTo>
                  <a:pt x="3988" y="1559"/>
                </a:lnTo>
                <a:lnTo>
                  <a:pt x="3988" y="1560"/>
                </a:lnTo>
                <a:lnTo>
                  <a:pt x="3989" y="1559"/>
                </a:lnTo>
                <a:lnTo>
                  <a:pt x="3988" y="1559"/>
                </a:lnTo>
                <a:lnTo>
                  <a:pt x="3989" y="1558"/>
                </a:lnTo>
                <a:lnTo>
                  <a:pt x="3990" y="1557"/>
                </a:lnTo>
                <a:lnTo>
                  <a:pt x="3990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4" y="1556"/>
                </a:lnTo>
                <a:lnTo>
                  <a:pt x="3996" y="1557"/>
                </a:lnTo>
                <a:lnTo>
                  <a:pt x="3994" y="1559"/>
                </a:lnTo>
                <a:lnTo>
                  <a:pt x="3994" y="1560"/>
                </a:lnTo>
                <a:lnTo>
                  <a:pt x="3995" y="1560"/>
                </a:lnTo>
                <a:lnTo>
                  <a:pt x="3998" y="1557"/>
                </a:lnTo>
                <a:lnTo>
                  <a:pt x="4001" y="1556"/>
                </a:lnTo>
                <a:lnTo>
                  <a:pt x="4003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2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8" y="1559"/>
                </a:lnTo>
                <a:lnTo>
                  <a:pt x="3997" y="1560"/>
                </a:lnTo>
                <a:lnTo>
                  <a:pt x="3999" y="1561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3999" y="1562"/>
                </a:lnTo>
                <a:lnTo>
                  <a:pt x="3996" y="1564"/>
                </a:lnTo>
                <a:lnTo>
                  <a:pt x="3995" y="1565"/>
                </a:lnTo>
                <a:lnTo>
                  <a:pt x="3996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8" y="1568"/>
                </a:lnTo>
                <a:lnTo>
                  <a:pt x="3999" y="1568"/>
                </a:lnTo>
                <a:lnTo>
                  <a:pt x="3999" y="1567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4" y="1570"/>
                </a:lnTo>
                <a:lnTo>
                  <a:pt x="4005" y="1571"/>
                </a:lnTo>
                <a:lnTo>
                  <a:pt x="4006" y="1572"/>
                </a:lnTo>
                <a:lnTo>
                  <a:pt x="4007" y="1572"/>
                </a:lnTo>
                <a:lnTo>
                  <a:pt x="4006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3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5" y="1579"/>
                </a:lnTo>
                <a:lnTo>
                  <a:pt x="4016" y="1579"/>
                </a:lnTo>
                <a:lnTo>
                  <a:pt x="4018" y="1579"/>
                </a:lnTo>
                <a:lnTo>
                  <a:pt x="4019" y="1579"/>
                </a:lnTo>
                <a:lnTo>
                  <a:pt x="4020" y="1578"/>
                </a:lnTo>
                <a:lnTo>
                  <a:pt x="4021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0" y="1580"/>
                </a:lnTo>
                <a:lnTo>
                  <a:pt x="4031" y="1580"/>
                </a:lnTo>
                <a:lnTo>
                  <a:pt x="4032" y="1580"/>
                </a:lnTo>
                <a:lnTo>
                  <a:pt x="4032" y="1581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6" y="1582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37" y="1582"/>
                </a:lnTo>
                <a:lnTo>
                  <a:pt x="4038" y="1582"/>
                </a:lnTo>
                <a:lnTo>
                  <a:pt x="4039" y="1582"/>
                </a:lnTo>
                <a:lnTo>
                  <a:pt x="4040" y="1582"/>
                </a:lnTo>
                <a:lnTo>
                  <a:pt x="4040" y="1583"/>
                </a:lnTo>
                <a:lnTo>
                  <a:pt x="4040" y="1584"/>
                </a:lnTo>
                <a:lnTo>
                  <a:pt x="4040" y="1585"/>
                </a:lnTo>
                <a:lnTo>
                  <a:pt x="4041" y="1585"/>
                </a:lnTo>
                <a:lnTo>
                  <a:pt x="4041" y="1584"/>
                </a:lnTo>
                <a:lnTo>
                  <a:pt x="4040" y="1584"/>
                </a:lnTo>
                <a:lnTo>
                  <a:pt x="4040" y="1582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6" y="1585"/>
                </a:lnTo>
                <a:lnTo>
                  <a:pt x="4047" y="1585"/>
                </a:lnTo>
                <a:lnTo>
                  <a:pt x="4047" y="1584"/>
                </a:lnTo>
                <a:lnTo>
                  <a:pt x="4047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4" y="1584"/>
                </a:lnTo>
                <a:lnTo>
                  <a:pt x="4055" y="1584"/>
                </a:lnTo>
                <a:lnTo>
                  <a:pt x="4055" y="1586"/>
                </a:lnTo>
                <a:lnTo>
                  <a:pt x="4055" y="1588"/>
                </a:lnTo>
                <a:lnTo>
                  <a:pt x="4056" y="1588"/>
                </a:lnTo>
                <a:lnTo>
                  <a:pt x="4057" y="1588"/>
                </a:lnTo>
                <a:lnTo>
                  <a:pt x="4057" y="1589"/>
                </a:lnTo>
                <a:lnTo>
                  <a:pt x="4058" y="1589"/>
                </a:lnTo>
                <a:lnTo>
                  <a:pt x="4058" y="1588"/>
                </a:lnTo>
                <a:lnTo>
                  <a:pt x="4059" y="1588"/>
                </a:lnTo>
                <a:lnTo>
                  <a:pt x="4060" y="1588"/>
                </a:lnTo>
                <a:lnTo>
                  <a:pt x="4060" y="1589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3" y="1587"/>
                </a:lnTo>
                <a:lnTo>
                  <a:pt x="4063" y="1586"/>
                </a:lnTo>
                <a:lnTo>
                  <a:pt x="4064" y="1585"/>
                </a:lnTo>
                <a:lnTo>
                  <a:pt x="4063" y="1585"/>
                </a:lnTo>
                <a:lnTo>
                  <a:pt x="4065" y="1584"/>
                </a:lnTo>
                <a:lnTo>
                  <a:pt x="4065" y="1585"/>
                </a:lnTo>
                <a:lnTo>
                  <a:pt x="4067" y="1585"/>
                </a:lnTo>
                <a:lnTo>
                  <a:pt x="4066" y="1584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1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6"/>
                </a:lnTo>
                <a:lnTo>
                  <a:pt x="4077" y="1585"/>
                </a:lnTo>
                <a:lnTo>
                  <a:pt x="4078" y="1585"/>
                </a:lnTo>
                <a:lnTo>
                  <a:pt x="4079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1" y="1582"/>
                </a:lnTo>
                <a:lnTo>
                  <a:pt x="4081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3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8" y="1581"/>
                </a:lnTo>
                <a:lnTo>
                  <a:pt x="4089" y="1581"/>
                </a:lnTo>
                <a:lnTo>
                  <a:pt x="4089" y="1580"/>
                </a:lnTo>
                <a:lnTo>
                  <a:pt x="4090" y="1580"/>
                </a:lnTo>
                <a:lnTo>
                  <a:pt x="4095" y="1583"/>
                </a:lnTo>
                <a:lnTo>
                  <a:pt x="4095" y="1584"/>
                </a:lnTo>
                <a:lnTo>
                  <a:pt x="4094" y="1585"/>
                </a:lnTo>
                <a:lnTo>
                  <a:pt x="4093" y="1585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6" y="1587"/>
                </a:lnTo>
                <a:lnTo>
                  <a:pt x="4097" y="1587"/>
                </a:lnTo>
                <a:lnTo>
                  <a:pt x="4097" y="1588"/>
                </a:lnTo>
                <a:lnTo>
                  <a:pt x="4097" y="1589"/>
                </a:lnTo>
                <a:lnTo>
                  <a:pt x="4098" y="1590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4"/>
                </a:lnTo>
                <a:lnTo>
                  <a:pt x="4098" y="1595"/>
                </a:lnTo>
                <a:lnTo>
                  <a:pt x="4099" y="1595"/>
                </a:lnTo>
                <a:lnTo>
                  <a:pt x="4100" y="1598"/>
                </a:lnTo>
                <a:lnTo>
                  <a:pt x="4102" y="1598"/>
                </a:lnTo>
                <a:lnTo>
                  <a:pt x="4104" y="1599"/>
                </a:lnTo>
                <a:lnTo>
                  <a:pt x="4105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8" y="1605"/>
                </a:lnTo>
                <a:lnTo>
                  <a:pt x="4108" y="1608"/>
                </a:lnTo>
                <a:lnTo>
                  <a:pt x="4108" y="1609"/>
                </a:lnTo>
                <a:lnTo>
                  <a:pt x="4107" y="1610"/>
                </a:lnTo>
                <a:lnTo>
                  <a:pt x="4106" y="1610"/>
                </a:lnTo>
                <a:lnTo>
                  <a:pt x="4106" y="1611"/>
                </a:lnTo>
                <a:lnTo>
                  <a:pt x="4106" y="1612"/>
                </a:lnTo>
                <a:lnTo>
                  <a:pt x="4108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5"/>
                </a:lnTo>
                <a:lnTo>
                  <a:pt x="4110" y="1616"/>
                </a:lnTo>
                <a:lnTo>
                  <a:pt x="4111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4" y="1617"/>
                </a:lnTo>
                <a:lnTo>
                  <a:pt x="4115" y="1617"/>
                </a:lnTo>
                <a:lnTo>
                  <a:pt x="4115" y="1616"/>
                </a:lnTo>
                <a:lnTo>
                  <a:pt x="4116" y="1615"/>
                </a:lnTo>
                <a:lnTo>
                  <a:pt x="4117" y="1614"/>
                </a:lnTo>
                <a:lnTo>
                  <a:pt x="4118" y="1614"/>
                </a:lnTo>
                <a:lnTo>
                  <a:pt x="4119" y="1615"/>
                </a:lnTo>
                <a:lnTo>
                  <a:pt x="4119" y="1616"/>
                </a:lnTo>
                <a:lnTo>
                  <a:pt x="4120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4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6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8"/>
                </a:lnTo>
                <a:lnTo>
                  <a:pt x="4118" y="1617"/>
                </a:lnTo>
                <a:lnTo>
                  <a:pt x="4117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7" y="1620"/>
                </a:lnTo>
                <a:lnTo>
                  <a:pt x="4118" y="1621"/>
                </a:lnTo>
                <a:lnTo>
                  <a:pt x="4119" y="1621"/>
                </a:lnTo>
                <a:lnTo>
                  <a:pt x="4119" y="1622"/>
                </a:lnTo>
                <a:lnTo>
                  <a:pt x="4120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4" y="1627"/>
                </a:lnTo>
                <a:lnTo>
                  <a:pt x="4120" y="1623"/>
                </a:lnTo>
                <a:lnTo>
                  <a:pt x="4117" y="1621"/>
                </a:lnTo>
                <a:lnTo>
                  <a:pt x="4119" y="1623"/>
                </a:lnTo>
                <a:lnTo>
                  <a:pt x="4122" y="1626"/>
                </a:lnTo>
                <a:lnTo>
                  <a:pt x="4123" y="1628"/>
                </a:lnTo>
                <a:lnTo>
                  <a:pt x="4122" y="1628"/>
                </a:lnTo>
                <a:lnTo>
                  <a:pt x="4121" y="1626"/>
                </a:lnTo>
                <a:lnTo>
                  <a:pt x="4120" y="1625"/>
                </a:lnTo>
                <a:lnTo>
                  <a:pt x="4119" y="1625"/>
                </a:lnTo>
                <a:lnTo>
                  <a:pt x="4117" y="1623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1"/>
                </a:lnTo>
                <a:lnTo>
                  <a:pt x="4102" y="1622"/>
                </a:lnTo>
                <a:lnTo>
                  <a:pt x="4102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9" y="1629"/>
                </a:lnTo>
                <a:lnTo>
                  <a:pt x="4098" y="1631"/>
                </a:lnTo>
                <a:lnTo>
                  <a:pt x="4097" y="1631"/>
                </a:lnTo>
                <a:lnTo>
                  <a:pt x="4097" y="1632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6" y="1635"/>
                </a:lnTo>
                <a:lnTo>
                  <a:pt x="4095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1" y="1643"/>
                </a:lnTo>
                <a:lnTo>
                  <a:pt x="4092" y="1645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2" y="1653"/>
                </a:lnTo>
                <a:lnTo>
                  <a:pt x="4093" y="1655"/>
                </a:lnTo>
                <a:lnTo>
                  <a:pt x="4092" y="1657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0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89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88" y="1660"/>
                </a:lnTo>
                <a:lnTo>
                  <a:pt x="4088" y="1662"/>
                </a:lnTo>
                <a:lnTo>
                  <a:pt x="4089" y="1662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1"/>
                </a:lnTo>
                <a:lnTo>
                  <a:pt x="4094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5" y="1663"/>
                </a:lnTo>
                <a:lnTo>
                  <a:pt x="4095" y="1664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6" y="1667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8"/>
                </a:lnTo>
                <a:lnTo>
                  <a:pt x="4102" y="1668"/>
                </a:lnTo>
                <a:lnTo>
                  <a:pt x="4103" y="1669"/>
                </a:lnTo>
                <a:lnTo>
                  <a:pt x="4103" y="1670"/>
                </a:lnTo>
                <a:lnTo>
                  <a:pt x="4104" y="1670"/>
                </a:lnTo>
                <a:lnTo>
                  <a:pt x="4104" y="1671"/>
                </a:lnTo>
                <a:lnTo>
                  <a:pt x="4105" y="1671"/>
                </a:lnTo>
                <a:lnTo>
                  <a:pt x="4105" y="1672"/>
                </a:lnTo>
                <a:lnTo>
                  <a:pt x="4106" y="1672"/>
                </a:lnTo>
                <a:lnTo>
                  <a:pt x="4108" y="1674"/>
                </a:lnTo>
                <a:lnTo>
                  <a:pt x="4109" y="1674"/>
                </a:lnTo>
                <a:lnTo>
                  <a:pt x="4110" y="1673"/>
                </a:lnTo>
                <a:lnTo>
                  <a:pt x="4111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6" y="1673"/>
                </a:lnTo>
                <a:lnTo>
                  <a:pt x="4116" y="1676"/>
                </a:lnTo>
                <a:lnTo>
                  <a:pt x="4118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4" y="1674"/>
                </a:lnTo>
                <a:lnTo>
                  <a:pt x="4125" y="1675"/>
                </a:lnTo>
                <a:lnTo>
                  <a:pt x="4125" y="1676"/>
                </a:lnTo>
                <a:lnTo>
                  <a:pt x="4125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2" y="1686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6" y="1685"/>
                </a:lnTo>
                <a:lnTo>
                  <a:pt x="4127" y="1685"/>
                </a:lnTo>
                <a:lnTo>
                  <a:pt x="4128" y="1685"/>
                </a:lnTo>
                <a:lnTo>
                  <a:pt x="4128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29" y="1689"/>
                </a:lnTo>
                <a:lnTo>
                  <a:pt x="4130" y="1689"/>
                </a:lnTo>
                <a:lnTo>
                  <a:pt x="4130" y="1688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5" y="1683"/>
                </a:lnTo>
                <a:lnTo>
                  <a:pt x="4138" y="1683"/>
                </a:lnTo>
                <a:lnTo>
                  <a:pt x="4138" y="1684"/>
                </a:lnTo>
                <a:lnTo>
                  <a:pt x="4141" y="1684"/>
                </a:lnTo>
                <a:lnTo>
                  <a:pt x="4142" y="1684"/>
                </a:lnTo>
                <a:lnTo>
                  <a:pt x="4141" y="1685"/>
                </a:lnTo>
                <a:lnTo>
                  <a:pt x="4141" y="1686"/>
                </a:lnTo>
                <a:lnTo>
                  <a:pt x="4142" y="1686"/>
                </a:lnTo>
                <a:lnTo>
                  <a:pt x="4142" y="1687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9" y="1683"/>
                </a:lnTo>
                <a:lnTo>
                  <a:pt x="4149" y="1684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2" y="1686"/>
                </a:lnTo>
                <a:lnTo>
                  <a:pt x="4152" y="1685"/>
                </a:lnTo>
                <a:lnTo>
                  <a:pt x="4151" y="1685"/>
                </a:lnTo>
                <a:lnTo>
                  <a:pt x="4152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0" y="1682"/>
                </a:lnTo>
                <a:lnTo>
                  <a:pt x="4160" y="1683"/>
                </a:lnTo>
                <a:lnTo>
                  <a:pt x="4160" y="1684"/>
                </a:lnTo>
                <a:lnTo>
                  <a:pt x="4163" y="1683"/>
                </a:lnTo>
                <a:lnTo>
                  <a:pt x="4163" y="1682"/>
                </a:lnTo>
                <a:lnTo>
                  <a:pt x="4163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5" y="1683"/>
                </a:lnTo>
                <a:lnTo>
                  <a:pt x="4166" y="1683"/>
                </a:lnTo>
                <a:lnTo>
                  <a:pt x="4167" y="1683"/>
                </a:lnTo>
                <a:lnTo>
                  <a:pt x="4167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9" y="1679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7"/>
                </a:lnTo>
                <a:lnTo>
                  <a:pt x="4172" y="1676"/>
                </a:lnTo>
                <a:lnTo>
                  <a:pt x="4172" y="1677"/>
                </a:lnTo>
                <a:lnTo>
                  <a:pt x="4173" y="1676"/>
                </a:lnTo>
                <a:lnTo>
                  <a:pt x="4175" y="1675"/>
                </a:lnTo>
                <a:lnTo>
                  <a:pt x="4176" y="1674"/>
                </a:lnTo>
                <a:lnTo>
                  <a:pt x="4174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8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79" y="1667"/>
                </a:lnTo>
                <a:lnTo>
                  <a:pt x="4179" y="1666"/>
                </a:lnTo>
                <a:lnTo>
                  <a:pt x="4180" y="1665"/>
                </a:lnTo>
                <a:lnTo>
                  <a:pt x="4180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79" y="1664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7" y="1662"/>
                </a:lnTo>
                <a:lnTo>
                  <a:pt x="4176" y="1661"/>
                </a:lnTo>
                <a:lnTo>
                  <a:pt x="4175" y="1660"/>
                </a:lnTo>
                <a:lnTo>
                  <a:pt x="4175" y="1659"/>
                </a:lnTo>
                <a:lnTo>
                  <a:pt x="4176" y="1659"/>
                </a:lnTo>
                <a:lnTo>
                  <a:pt x="4176" y="1658"/>
                </a:lnTo>
                <a:lnTo>
                  <a:pt x="4175" y="1658"/>
                </a:lnTo>
                <a:lnTo>
                  <a:pt x="4175" y="1657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4" y="1655"/>
                </a:lnTo>
                <a:lnTo>
                  <a:pt x="4185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5" y="1652"/>
                </a:lnTo>
                <a:lnTo>
                  <a:pt x="4187" y="1652"/>
                </a:lnTo>
                <a:lnTo>
                  <a:pt x="4187" y="1653"/>
                </a:lnTo>
                <a:lnTo>
                  <a:pt x="4189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1" y="1651"/>
                </a:lnTo>
                <a:lnTo>
                  <a:pt x="4193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2" y="1647"/>
                </a:lnTo>
                <a:lnTo>
                  <a:pt x="4203" y="1647"/>
                </a:lnTo>
                <a:lnTo>
                  <a:pt x="4204" y="1647"/>
                </a:lnTo>
                <a:lnTo>
                  <a:pt x="4204" y="1646"/>
                </a:lnTo>
                <a:lnTo>
                  <a:pt x="4205" y="1646"/>
                </a:lnTo>
                <a:lnTo>
                  <a:pt x="4207" y="1644"/>
                </a:lnTo>
                <a:lnTo>
                  <a:pt x="4209" y="1642"/>
                </a:lnTo>
                <a:lnTo>
                  <a:pt x="4210" y="1641"/>
                </a:lnTo>
                <a:lnTo>
                  <a:pt x="4210" y="1640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1" y="1638"/>
                </a:lnTo>
                <a:lnTo>
                  <a:pt x="4208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1" y="1632"/>
                </a:lnTo>
                <a:lnTo>
                  <a:pt x="4212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7" y="1629"/>
                </a:lnTo>
                <a:lnTo>
                  <a:pt x="4216" y="1629"/>
                </a:lnTo>
                <a:lnTo>
                  <a:pt x="4215" y="1629"/>
                </a:lnTo>
                <a:lnTo>
                  <a:pt x="4216" y="1629"/>
                </a:lnTo>
                <a:lnTo>
                  <a:pt x="4215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5" y="1627"/>
                </a:lnTo>
                <a:lnTo>
                  <a:pt x="4215" y="1628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0" y="1627"/>
                </a:lnTo>
                <a:lnTo>
                  <a:pt x="4210" y="1626"/>
                </a:lnTo>
                <a:lnTo>
                  <a:pt x="4209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7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2" y="1624"/>
                </a:lnTo>
                <a:lnTo>
                  <a:pt x="4223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4" y="1617"/>
                </a:lnTo>
                <a:lnTo>
                  <a:pt x="4245" y="1616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2" y="1613"/>
                </a:lnTo>
                <a:lnTo>
                  <a:pt x="4254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2" y="1612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4" y="1614"/>
                </a:lnTo>
                <a:lnTo>
                  <a:pt x="4273" y="1614"/>
                </a:lnTo>
                <a:lnTo>
                  <a:pt x="4273" y="1615"/>
                </a:lnTo>
                <a:lnTo>
                  <a:pt x="4273" y="1616"/>
                </a:lnTo>
                <a:lnTo>
                  <a:pt x="4274" y="1616"/>
                </a:lnTo>
                <a:lnTo>
                  <a:pt x="4275" y="1617"/>
                </a:lnTo>
                <a:lnTo>
                  <a:pt x="4276" y="1617"/>
                </a:lnTo>
                <a:lnTo>
                  <a:pt x="4276" y="1618"/>
                </a:lnTo>
                <a:lnTo>
                  <a:pt x="4277" y="1618"/>
                </a:lnTo>
                <a:lnTo>
                  <a:pt x="4278" y="1619"/>
                </a:lnTo>
                <a:lnTo>
                  <a:pt x="4279" y="1619"/>
                </a:lnTo>
                <a:lnTo>
                  <a:pt x="4280" y="1619"/>
                </a:lnTo>
                <a:lnTo>
                  <a:pt x="4280" y="1620"/>
                </a:lnTo>
                <a:lnTo>
                  <a:pt x="4280" y="1621"/>
                </a:lnTo>
                <a:lnTo>
                  <a:pt x="4280" y="1622"/>
                </a:lnTo>
                <a:lnTo>
                  <a:pt x="4281" y="1622"/>
                </a:lnTo>
                <a:lnTo>
                  <a:pt x="4282" y="1622"/>
                </a:lnTo>
                <a:lnTo>
                  <a:pt x="4282" y="1623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3"/>
                </a:lnTo>
                <a:lnTo>
                  <a:pt x="4290" y="1623"/>
                </a:lnTo>
                <a:lnTo>
                  <a:pt x="4292" y="1623"/>
                </a:lnTo>
                <a:lnTo>
                  <a:pt x="4293" y="1623"/>
                </a:lnTo>
                <a:lnTo>
                  <a:pt x="4293" y="1624"/>
                </a:lnTo>
                <a:lnTo>
                  <a:pt x="4292" y="1625"/>
                </a:lnTo>
                <a:lnTo>
                  <a:pt x="4292" y="1626"/>
                </a:lnTo>
                <a:lnTo>
                  <a:pt x="4291" y="1627"/>
                </a:lnTo>
                <a:lnTo>
                  <a:pt x="4291" y="1628"/>
                </a:lnTo>
                <a:lnTo>
                  <a:pt x="4292" y="1628"/>
                </a:lnTo>
                <a:lnTo>
                  <a:pt x="4292" y="1629"/>
                </a:lnTo>
                <a:lnTo>
                  <a:pt x="4293" y="1628"/>
                </a:lnTo>
                <a:lnTo>
                  <a:pt x="4293" y="1629"/>
                </a:lnTo>
                <a:lnTo>
                  <a:pt x="4294" y="1629"/>
                </a:lnTo>
                <a:lnTo>
                  <a:pt x="4293" y="1630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2" y="1632"/>
                </a:lnTo>
                <a:lnTo>
                  <a:pt x="4292" y="1633"/>
                </a:lnTo>
                <a:lnTo>
                  <a:pt x="4293" y="1634"/>
                </a:lnTo>
                <a:lnTo>
                  <a:pt x="4293" y="1635"/>
                </a:lnTo>
                <a:lnTo>
                  <a:pt x="4294" y="1635"/>
                </a:lnTo>
                <a:lnTo>
                  <a:pt x="4295" y="1636"/>
                </a:lnTo>
                <a:lnTo>
                  <a:pt x="4296" y="1636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7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4" y="1637"/>
                </a:lnTo>
                <a:lnTo>
                  <a:pt x="4305" y="1637"/>
                </a:lnTo>
                <a:lnTo>
                  <a:pt x="4307" y="1637"/>
                </a:lnTo>
                <a:lnTo>
                  <a:pt x="4308" y="1636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3" y="1633"/>
                </a:lnTo>
                <a:lnTo>
                  <a:pt x="4312" y="1633"/>
                </a:lnTo>
                <a:lnTo>
                  <a:pt x="4312" y="1632"/>
                </a:lnTo>
                <a:lnTo>
                  <a:pt x="4311" y="1632"/>
                </a:lnTo>
                <a:lnTo>
                  <a:pt x="4311" y="1631"/>
                </a:lnTo>
                <a:lnTo>
                  <a:pt x="4312" y="1631"/>
                </a:lnTo>
                <a:lnTo>
                  <a:pt x="4313" y="1632"/>
                </a:lnTo>
                <a:lnTo>
                  <a:pt x="4314" y="1632"/>
                </a:lnTo>
                <a:lnTo>
                  <a:pt x="4315" y="1632"/>
                </a:lnTo>
                <a:lnTo>
                  <a:pt x="4315" y="1633"/>
                </a:lnTo>
                <a:lnTo>
                  <a:pt x="4316" y="1633"/>
                </a:lnTo>
                <a:lnTo>
                  <a:pt x="4317" y="1633"/>
                </a:lnTo>
                <a:lnTo>
                  <a:pt x="4317" y="1634"/>
                </a:lnTo>
                <a:lnTo>
                  <a:pt x="4318" y="1634"/>
                </a:lnTo>
                <a:lnTo>
                  <a:pt x="4319" y="1634"/>
                </a:lnTo>
                <a:lnTo>
                  <a:pt x="4319" y="1635"/>
                </a:lnTo>
                <a:lnTo>
                  <a:pt x="4318" y="1635"/>
                </a:lnTo>
                <a:lnTo>
                  <a:pt x="4317" y="1635"/>
                </a:lnTo>
                <a:lnTo>
                  <a:pt x="4316" y="1634"/>
                </a:lnTo>
                <a:lnTo>
                  <a:pt x="4315" y="1634"/>
                </a:lnTo>
                <a:lnTo>
                  <a:pt x="4314" y="1634"/>
                </a:lnTo>
                <a:lnTo>
                  <a:pt x="4313" y="1635"/>
                </a:lnTo>
                <a:lnTo>
                  <a:pt x="4314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4" y="1637"/>
                </a:lnTo>
                <a:lnTo>
                  <a:pt x="4313" y="1639"/>
                </a:lnTo>
                <a:lnTo>
                  <a:pt x="4314" y="1639"/>
                </a:lnTo>
                <a:lnTo>
                  <a:pt x="4314" y="1640"/>
                </a:lnTo>
                <a:lnTo>
                  <a:pt x="4315" y="1640"/>
                </a:lnTo>
                <a:lnTo>
                  <a:pt x="4316" y="1640"/>
                </a:lnTo>
                <a:lnTo>
                  <a:pt x="4317" y="1640"/>
                </a:lnTo>
                <a:lnTo>
                  <a:pt x="4317" y="1641"/>
                </a:lnTo>
                <a:lnTo>
                  <a:pt x="4318" y="1641"/>
                </a:lnTo>
                <a:lnTo>
                  <a:pt x="4319" y="1641"/>
                </a:lnTo>
                <a:lnTo>
                  <a:pt x="4319" y="1642"/>
                </a:lnTo>
                <a:lnTo>
                  <a:pt x="4320" y="1642"/>
                </a:lnTo>
                <a:lnTo>
                  <a:pt x="4320" y="1643"/>
                </a:lnTo>
                <a:lnTo>
                  <a:pt x="4320" y="1645"/>
                </a:lnTo>
                <a:lnTo>
                  <a:pt x="4320" y="1646"/>
                </a:lnTo>
                <a:lnTo>
                  <a:pt x="4321" y="1647"/>
                </a:lnTo>
                <a:lnTo>
                  <a:pt x="4322" y="1648"/>
                </a:lnTo>
                <a:lnTo>
                  <a:pt x="4323" y="1648"/>
                </a:lnTo>
                <a:lnTo>
                  <a:pt x="4324" y="1648"/>
                </a:lnTo>
                <a:lnTo>
                  <a:pt x="4324" y="1649"/>
                </a:lnTo>
                <a:lnTo>
                  <a:pt x="4325" y="1649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8" y="1650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1"/>
                </a:lnTo>
                <a:lnTo>
                  <a:pt x="4332" y="1650"/>
                </a:lnTo>
                <a:lnTo>
                  <a:pt x="4334" y="1650"/>
                </a:lnTo>
                <a:lnTo>
                  <a:pt x="4334" y="1651"/>
                </a:lnTo>
                <a:lnTo>
                  <a:pt x="4335" y="1651"/>
                </a:lnTo>
                <a:lnTo>
                  <a:pt x="4335" y="1650"/>
                </a:lnTo>
                <a:lnTo>
                  <a:pt x="4337" y="1649"/>
                </a:lnTo>
                <a:lnTo>
                  <a:pt x="4337" y="1650"/>
                </a:lnTo>
                <a:lnTo>
                  <a:pt x="4338" y="1650"/>
                </a:lnTo>
                <a:lnTo>
                  <a:pt x="4339" y="1650"/>
                </a:lnTo>
                <a:lnTo>
                  <a:pt x="4338" y="1649"/>
                </a:lnTo>
                <a:lnTo>
                  <a:pt x="4338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9"/>
                </a:lnTo>
                <a:lnTo>
                  <a:pt x="4343" y="1649"/>
                </a:lnTo>
                <a:lnTo>
                  <a:pt x="4346" y="1649"/>
                </a:lnTo>
                <a:lnTo>
                  <a:pt x="4347" y="1649"/>
                </a:lnTo>
                <a:lnTo>
                  <a:pt x="4347" y="1650"/>
                </a:lnTo>
                <a:lnTo>
                  <a:pt x="4348" y="1650"/>
                </a:lnTo>
                <a:lnTo>
                  <a:pt x="4348" y="1651"/>
                </a:lnTo>
                <a:lnTo>
                  <a:pt x="4349" y="1652"/>
                </a:lnTo>
                <a:lnTo>
                  <a:pt x="4349" y="1651"/>
                </a:lnTo>
                <a:lnTo>
                  <a:pt x="4348" y="1651"/>
                </a:lnTo>
                <a:lnTo>
                  <a:pt x="4348" y="1650"/>
                </a:lnTo>
                <a:lnTo>
                  <a:pt x="4348" y="1649"/>
                </a:lnTo>
                <a:lnTo>
                  <a:pt x="4349" y="1649"/>
                </a:lnTo>
                <a:lnTo>
                  <a:pt x="4352" y="1649"/>
                </a:lnTo>
                <a:lnTo>
                  <a:pt x="4354" y="1649"/>
                </a:lnTo>
                <a:lnTo>
                  <a:pt x="4355" y="1648"/>
                </a:lnTo>
                <a:lnTo>
                  <a:pt x="4356" y="1648"/>
                </a:lnTo>
                <a:lnTo>
                  <a:pt x="4357" y="1648"/>
                </a:lnTo>
                <a:lnTo>
                  <a:pt x="4359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3" y="1647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6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6" y="1650"/>
                </a:lnTo>
                <a:lnTo>
                  <a:pt x="4367" y="1650"/>
                </a:lnTo>
                <a:lnTo>
                  <a:pt x="4368" y="1650"/>
                </a:lnTo>
                <a:lnTo>
                  <a:pt x="4367" y="1649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8" y="1646"/>
                </a:lnTo>
                <a:lnTo>
                  <a:pt x="4369" y="1645"/>
                </a:lnTo>
                <a:lnTo>
                  <a:pt x="4370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5" y="1641"/>
                </a:lnTo>
                <a:lnTo>
                  <a:pt x="4376" y="1641"/>
                </a:lnTo>
                <a:lnTo>
                  <a:pt x="4377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40"/>
                </a:lnTo>
                <a:lnTo>
                  <a:pt x="4379" y="1640"/>
                </a:lnTo>
                <a:lnTo>
                  <a:pt x="4381" y="1639"/>
                </a:lnTo>
                <a:lnTo>
                  <a:pt x="4380" y="1638"/>
                </a:lnTo>
                <a:lnTo>
                  <a:pt x="4381" y="1638"/>
                </a:lnTo>
                <a:lnTo>
                  <a:pt x="4381" y="1639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9"/>
                </a:lnTo>
                <a:lnTo>
                  <a:pt x="4382" y="1640"/>
                </a:lnTo>
                <a:lnTo>
                  <a:pt x="4383" y="1640"/>
                </a:lnTo>
                <a:lnTo>
                  <a:pt x="4384" y="1640"/>
                </a:lnTo>
                <a:lnTo>
                  <a:pt x="4384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2" y="1643"/>
                </a:lnTo>
                <a:lnTo>
                  <a:pt x="4381" y="1643"/>
                </a:lnTo>
                <a:lnTo>
                  <a:pt x="4381" y="1644"/>
                </a:lnTo>
                <a:lnTo>
                  <a:pt x="4381" y="1645"/>
                </a:lnTo>
                <a:lnTo>
                  <a:pt x="4382" y="1645"/>
                </a:lnTo>
                <a:lnTo>
                  <a:pt x="4383" y="1645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7"/>
                </a:lnTo>
                <a:lnTo>
                  <a:pt x="4382" y="1648"/>
                </a:lnTo>
                <a:lnTo>
                  <a:pt x="4383" y="1648"/>
                </a:lnTo>
                <a:lnTo>
                  <a:pt x="4383" y="1649"/>
                </a:lnTo>
                <a:lnTo>
                  <a:pt x="4384" y="1649"/>
                </a:lnTo>
                <a:lnTo>
                  <a:pt x="4384" y="1650"/>
                </a:lnTo>
                <a:lnTo>
                  <a:pt x="4384" y="1651"/>
                </a:lnTo>
                <a:lnTo>
                  <a:pt x="4385" y="1652"/>
                </a:lnTo>
                <a:lnTo>
                  <a:pt x="4386" y="1652"/>
                </a:lnTo>
                <a:lnTo>
                  <a:pt x="4387" y="1652"/>
                </a:lnTo>
                <a:lnTo>
                  <a:pt x="4387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8" y="1650"/>
                </a:lnTo>
                <a:lnTo>
                  <a:pt x="4390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9"/>
                </a:lnTo>
                <a:lnTo>
                  <a:pt x="4393" y="1649"/>
                </a:lnTo>
                <a:lnTo>
                  <a:pt x="4394" y="1649"/>
                </a:lnTo>
                <a:lnTo>
                  <a:pt x="4395" y="1650"/>
                </a:lnTo>
                <a:lnTo>
                  <a:pt x="4394" y="1650"/>
                </a:lnTo>
                <a:lnTo>
                  <a:pt x="4394" y="1652"/>
                </a:lnTo>
                <a:lnTo>
                  <a:pt x="4395" y="1652"/>
                </a:lnTo>
                <a:lnTo>
                  <a:pt x="4396" y="1652"/>
                </a:lnTo>
                <a:lnTo>
                  <a:pt x="4397" y="1653"/>
                </a:lnTo>
                <a:lnTo>
                  <a:pt x="4398" y="1653"/>
                </a:lnTo>
                <a:lnTo>
                  <a:pt x="4399" y="1653"/>
                </a:lnTo>
                <a:lnTo>
                  <a:pt x="4399" y="1654"/>
                </a:lnTo>
                <a:lnTo>
                  <a:pt x="4400" y="1654"/>
                </a:lnTo>
                <a:lnTo>
                  <a:pt x="4402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5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3"/>
                </a:lnTo>
                <a:lnTo>
                  <a:pt x="4410" y="1653"/>
                </a:lnTo>
                <a:lnTo>
                  <a:pt x="4412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3" y="1655"/>
                </a:lnTo>
                <a:lnTo>
                  <a:pt x="4414" y="1655"/>
                </a:lnTo>
                <a:lnTo>
                  <a:pt x="4414" y="1656"/>
                </a:lnTo>
                <a:lnTo>
                  <a:pt x="4413" y="1656"/>
                </a:lnTo>
                <a:lnTo>
                  <a:pt x="4414" y="1656"/>
                </a:lnTo>
                <a:lnTo>
                  <a:pt x="4414" y="1657"/>
                </a:lnTo>
                <a:lnTo>
                  <a:pt x="4415" y="1657"/>
                </a:lnTo>
                <a:lnTo>
                  <a:pt x="4415" y="1655"/>
                </a:lnTo>
                <a:lnTo>
                  <a:pt x="4414" y="1655"/>
                </a:lnTo>
                <a:lnTo>
                  <a:pt x="4414" y="1654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5"/>
                </a:lnTo>
                <a:lnTo>
                  <a:pt x="4421" y="1655"/>
                </a:lnTo>
                <a:lnTo>
                  <a:pt x="4422" y="1654"/>
                </a:lnTo>
                <a:lnTo>
                  <a:pt x="4423" y="1654"/>
                </a:lnTo>
                <a:lnTo>
                  <a:pt x="4423" y="1653"/>
                </a:lnTo>
                <a:lnTo>
                  <a:pt x="4424" y="1653"/>
                </a:lnTo>
                <a:lnTo>
                  <a:pt x="4425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7" y="1652"/>
                </a:lnTo>
                <a:lnTo>
                  <a:pt x="4427" y="1653"/>
                </a:lnTo>
                <a:lnTo>
                  <a:pt x="4428" y="1653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4"/>
                </a:lnTo>
                <a:lnTo>
                  <a:pt x="4430" y="1653"/>
                </a:lnTo>
                <a:lnTo>
                  <a:pt x="4431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6"/>
                </a:lnTo>
                <a:lnTo>
                  <a:pt x="4432" y="1657"/>
                </a:lnTo>
                <a:lnTo>
                  <a:pt x="4431" y="1657"/>
                </a:lnTo>
                <a:lnTo>
                  <a:pt x="4431" y="1656"/>
                </a:lnTo>
                <a:lnTo>
                  <a:pt x="4430" y="1656"/>
                </a:lnTo>
                <a:lnTo>
                  <a:pt x="4429" y="1655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7"/>
                </a:lnTo>
                <a:lnTo>
                  <a:pt x="4425" y="1657"/>
                </a:lnTo>
                <a:lnTo>
                  <a:pt x="4424" y="1657"/>
                </a:lnTo>
                <a:lnTo>
                  <a:pt x="4423" y="1658"/>
                </a:lnTo>
                <a:lnTo>
                  <a:pt x="4423" y="1659"/>
                </a:lnTo>
                <a:lnTo>
                  <a:pt x="4422" y="1659"/>
                </a:lnTo>
                <a:lnTo>
                  <a:pt x="4422" y="1660"/>
                </a:lnTo>
                <a:lnTo>
                  <a:pt x="4422" y="1661"/>
                </a:lnTo>
                <a:lnTo>
                  <a:pt x="4423" y="1661"/>
                </a:lnTo>
                <a:lnTo>
                  <a:pt x="4423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3"/>
                </a:lnTo>
                <a:lnTo>
                  <a:pt x="4420" y="1663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1" y="1666"/>
                </a:lnTo>
                <a:lnTo>
                  <a:pt x="4420" y="1666"/>
                </a:lnTo>
                <a:lnTo>
                  <a:pt x="4419" y="1667"/>
                </a:lnTo>
                <a:lnTo>
                  <a:pt x="4420" y="1667"/>
                </a:lnTo>
                <a:lnTo>
                  <a:pt x="4421" y="1667"/>
                </a:lnTo>
                <a:lnTo>
                  <a:pt x="4421" y="1668"/>
                </a:lnTo>
                <a:lnTo>
                  <a:pt x="4420" y="1669"/>
                </a:lnTo>
                <a:lnTo>
                  <a:pt x="4421" y="1669"/>
                </a:lnTo>
                <a:lnTo>
                  <a:pt x="4422" y="1669"/>
                </a:lnTo>
                <a:lnTo>
                  <a:pt x="4422" y="1670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3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5" y="1674"/>
                </a:lnTo>
                <a:lnTo>
                  <a:pt x="4426" y="1675"/>
                </a:lnTo>
                <a:lnTo>
                  <a:pt x="4425" y="1675"/>
                </a:lnTo>
                <a:lnTo>
                  <a:pt x="4424" y="1675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6"/>
                </a:lnTo>
                <a:lnTo>
                  <a:pt x="4421" y="1677"/>
                </a:lnTo>
                <a:lnTo>
                  <a:pt x="4420" y="1677"/>
                </a:lnTo>
                <a:lnTo>
                  <a:pt x="4420" y="1678"/>
                </a:lnTo>
                <a:lnTo>
                  <a:pt x="4421" y="1678"/>
                </a:lnTo>
                <a:lnTo>
                  <a:pt x="4422" y="1679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80"/>
                </a:lnTo>
                <a:lnTo>
                  <a:pt x="4418" y="1679"/>
                </a:lnTo>
                <a:lnTo>
                  <a:pt x="4417" y="1679"/>
                </a:lnTo>
                <a:lnTo>
                  <a:pt x="4416" y="1679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0"/>
                </a:lnTo>
                <a:lnTo>
                  <a:pt x="4413" y="1680"/>
                </a:lnTo>
                <a:lnTo>
                  <a:pt x="4413" y="1681"/>
                </a:lnTo>
                <a:lnTo>
                  <a:pt x="4412" y="1683"/>
                </a:lnTo>
                <a:lnTo>
                  <a:pt x="4412" y="1684"/>
                </a:lnTo>
                <a:lnTo>
                  <a:pt x="4411" y="1684"/>
                </a:lnTo>
                <a:lnTo>
                  <a:pt x="4411" y="1683"/>
                </a:lnTo>
                <a:lnTo>
                  <a:pt x="4411" y="1684"/>
                </a:lnTo>
                <a:lnTo>
                  <a:pt x="4410" y="1684"/>
                </a:lnTo>
                <a:lnTo>
                  <a:pt x="4411" y="1685"/>
                </a:lnTo>
                <a:lnTo>
                  <a:pt x="4411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2" y="1689"/>
                </a:lnTo>
                <a:lnTo>
                  <a:pt x="4410" y="1689"/>
                </a:lnTo>
                <a:lnTo>
                  <a:pt x="4409" y="1690"/>
                </a:lnTo>
                <a:lnTo>
                  <a:pt x="4408" y="1691"/>
                </a:lnTo>
                <a:lnTo>
                  <a:pt x="4409" y="1692"/>
                </a:lnTo>
                <a:lnTo>
                  <a:pt x="4409" y="1693"/>
                </a:lnTo>
                <a:lnTo>
                  <a:pt x="4410" y="1693"/>
                </a:lnTo>
                <a:lnTo>
                  <a:pt x="4410" y="1692"/>
                </a:lnTo>
                <a:lnTo>
                  <a:pt x="4411" y="1692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3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2"/>
                </a:lnTo>
                <a:lnTo>
                  <a:pt x="4420" y="1691"/>
                </a:lnTo>
                <a:lnTo>
                  <a:pt x="4421" y="1691"/>
                </a:lnTo>
                <a:lnTo>
                  <a:pt x="4422" y="1691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19" y="1692"/>
                </a:lnTo>
                <a:lnTo>
                  <a:pt x="4418" y="1693"/>
                </a:lnTo>
                <a:lnTo>
                  <a:pt x="4418" y="1695"/>
                </a:lnTo>
                <a:lnTo>
                  <a:pt x="4418" y="1696"/>
                </a:lnTo>
                <a:lnTo>
                  <a:pt x="4418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699"/>
                </a:lnTo>
                <a:lnTo>
                  <a:pt x="4417" y="1699"/>
                </a:lnTo>
                <a:lnTo>
                  <a:pt x="4417" y="1700"/>
                </a:lnTo>
                <a:lnTo>
                  <a:pt x="4417" y="1702"/>
                </a:lnTo>
                <a:lnTo>
                  <a:pt x="4417" y="1703"/>
                </a:lnTo>
                <a:lnTo>
                  <a:pt x="4418" y="1704"/>
                </a:lnTo>
                <a:lnTo>
                  <a:pt x="4417" y="1705"/>
                </a:lnTo>
                <a:lnTo>
                  <a:pt x="4416" y="1706"/>
                </a:lnTo>
                <a:lnTo>
                  <a:pt x="4415" y="1706"/>
                </a:lnTo>
                <a:lnTo>
                  <a:pt x="4414" y="1706"/>
                </a:lnTo>
                <a:lnTo>
                  <a:pt x="4414" y="1705"/>
                </a:lnTo>
                <a:lnTo>
                  <a:pt x="4415" y="1705"/>
                </a:lnTo>
                <a:lnTo>
                  <a:pt x="4415" y="1704"/>
                </a:lnTo>
                <a:lnTo>
                  <a:pt x="4416" y="1704"/>
                </a:lnTo>
                <a:lnTo>
                  <a:pt x="4415" y="1703"/>
                </a:lnTo>
                <a:lnTo>
                  <a:pt x="4415" y="1702"/>
                </a:lnTo>
                <a:lnTo>
                  <a:pt x="4415" y="1703"/>
                </a:lnTo>
                <a:lnTo>
                  <a:pt x="4414" y="1703"/>
                </a:lnTo>
                <a:lnTo>
                  <a:pt x="4414" y="1702"/>
                </a:lnTo>
                <a:lnTo>
                  <a:pt x="4413" y="1702"/>
                </a:lnTo>
                <a:lnTo>
                  <a:pt x="4413" y="1703"/>
                </a:lnTo>
                <a:lnTo>
                  <a:pt x="4413" y="1704"/>
                </a:lnTo>
                <a:lnTo>
                  <a:pt x="4412" y="1704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3"/>
                </a:lnTo>
                <a:lnTo>
                  <a:pt x="4408" y="1704"/>
                </a:lnTo>
                <a:lnTo>
                  <a:pt x="4407" y="1704"/>
                </a:lnTo>
                <a:lnTo>
                  <a:pt x="4407" y="1705"/>
                </a:lnTo>
                <a:lnTo>
                  <a:pt x="4407" y="1706"/>
                </a:lnTo>
                <a:lnTo>
                  <a:pt x="4408" y="1706"/>
                </a:lnTo>
                <a:lnTo>
                  <a:pt x="4408" y="1707"/>
                </a:lnTo>
                <a:lnTo>
                  <a:pt x="4409" y="1707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9"/>
                </a:lnTo>
                <a:lnTo>
                  <a:pt x="4407" y="1709"/>
                </a:lnTo>
                <a:lnTo>
                  <a:pt x="4406" y="1710"/>
                </a:lnTo>
                <a:lnTo>
                  <a:pt x="4406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3" y="1710"/>
                </a:lnTo>
                <a:lnTo>
                  <a:pt x="4403" y="1711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2"/>
                </a:lnTo>
                <a:lnTo>
                  <a:pt x="4401" y="1712"/>
                </a:lnTo>
                <a:lnTo>
                  <a:pt x="4401" y="1713"/>
                </a:lnTo>
                <a:lnTo>
                  <a:pt x="4400" y="1713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2"/>
                </a:lnTo>
                <a:lnTo>
                  <a:pt x="4394" y="1711"/>
                </a:lnTo>
                <a:lnTo>
                  <a:pt x="4393" y="1712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7" y="1711"/>
                </a:lnTo>
                <a:lnTo>
                  <a:pt x="4386" y="1711"/>
                </a:lnTo>
                <a:lnTo>
                  <a:pt x="4387" y="1710"/>
                </a:lnTo>
                <a:lnTo>
                  <a:pt x="4387" y="1709"/>
                </a:lnTo>
                <a:lnTo>
                  <a:pt x="4386" y="1708"/>
                </a:lnTo>
                <a:lnTo>
                  <a:pt x="4386" y="1707"/>
                </a:lnTo>
                <a:lnTo>
                  <a:pt x="4387" y="1706"/>
                </a:lnTo>
                <a:lnTo>
                  <a:pt x="4387" y="1705"/>
                </a:lnTo>
                <a:lnTo>
                  <a:pt x="4388" y="1705"/>
                </a:lnTo>
                <a:lnTo>
                  <a:pt x="4389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8" y="1705"/>
                </a:lnTo>
                <a:lnTo>
                  <a:pt x="4388" y="1704"/>
                </a:lnTo>
                <a:lnTo>
                  <a:pt x="4387" y="1704"/>
                </a:lnTo>
                <a:lnTo>
                  <a:pt x="4386" y="1705"/>
                </a:lnTo>
                <a:lnTo>
                  <a:pt x="4385" y="1704"/>
                </a:lnTo>
                <a:lnTo>
                  <a:pt x="4384" y="1704"/>
                </a:lnTo>
                <a:lnTo>
                  <a:pt x="4384" y="1703"/>
                </a:lnTo>
                <a:lnTo>
                  <a:pt x="4384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3" y="1702"/>
                </a:lnTo>
                <a:lnTo>
                  <a:pt x="4383" y="1701"/>
                </a:lnTo>
                <a:lnTo>
                  <a:pt x="4383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6" y="1697"/>
                </a:lnTo>
                <a:lnTo>
                  <a:pt x="4386" y="1696"/>
                </a:lnTo>
                <a:lnTo>
                  <a:pt x="4386" y="1695"/>
                </a:lnTo>
                <a:lnTo>
                  <a:pt x="4387" y="1695"/>
                </a:lnTo>
                <a:lnTo>
                  <a:pt x="4388" y="1695"/>
                </a:lnTo>
                <a:lnTo>
                  <a:pt x="4388" y="1694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89" y="1692"/>
                </a:lnTo>
                <a:lnTo>
                  <a:pt x="4388" y="1693"/>
                </a:lnTo>
                <a:lnTo>
                  <a:pt x="4388" y="1692"/>
                </a:lnTo>
                <a:lnTo>
                  <a:pt x="4388" y="1691"/>
                </a:lnTo>
                <a:lnTo>
                  <a:pt x="4387" y="1690"/>
                </a:lnTo>
                <a:lnTo>
                  <a:pt x="4387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7" y="1694"/>
                </a:lnTo>
                <a:lnTo>
                  <a:pt x="4386" y="1694"/>
                </a:lnTo>
                <a:lnTo>
                  <a:pt x="4385" y="1695"/>
                </a:lnTo>
                <a:lnTo>
                  <a:pt x="4384" y="1695"/>
                </a:lnTo>
                <a:lnTo>
                  <a:pt x="4384" y="1696"/>
                </a:lnTo>
                <a:lnTo>
                  <a:pt x="4384" y="1697"/>
                </a:lnTo>
                <a:lnTo>
                  <a:pt x="4383" y="1697"/>
                </a:lnTo>
                <a:lnTo>
                  <a:pt x="4383" y="1699"/>
                </a:lnTo>
                <a:lnTo>
                  <a:pt x="4383" y="1700"/>
                </a:lnTo>
                <a:lnTo>
                  <a:pt x="4383" y="1701"/>
                </a:lnTo>
                <a:lnTo>
                  <a:pt x="4382" y="1701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79" y="1700"/>
                </a:lnTo>
                <a:lnTo>
                  <a:pt x="4379" y="1701"/>
                </a:lnTo>
                <a:lnTo>
                  <a:pt x="4378" y="1702"/>
                </a:lnTo>
                <a:lnTo>
                  <a:pt x="4378" y="1703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4"/>
                </a:lnTo>
                <a:lnTo>
                  <a:pt x="4374" y="1705"/>
                </a:lnTo>
                <a:lnTo>
                  <a:pt x="4373" y="1705"/>
                </a:lnTo>
                <a:lnTo>
                  <a:pt x="4372" y="1705"/>
                </a:lnTo>
                <a:lnTo>
                  <a:pt x="4372" y="1704"/>
                </a:lnTo>
                <a:lnTo>
                  <a:pt x="4373" y="1704"/>
                </a:lnTo>
                <a:lnTo>
                  <a:pt x="4373" y="1702"/>
                </a:lnTo>
                <a:lnTo>
                  <a:pt x="4372" y="1701"/>
                </a:lnTo>
                <a:lnTo>
                  <a:pt x="4371" y="1701"/>
                </a:lnTo>
                <a:lnTo>
                  <a:pt x="4371" y="1700"/>
                </a:lnTo>
                <a:lnTo>
                  <a:pt x="4372" y="1700"/>
                </a:lnTo>
                <a:lnTo>
                  <a:pt x="4371" y="1699"/>
                </a:lnTo>
                <a:lnTo>
                  <a:pt x="4370" y="1699"/>
                </a:lnTo>
                <a:lnTo>
                  <a:pt x="4370" y="1698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7"/>
                </a:lnTo>
                <a:lnTo>
                  <a:pt x="4369" y="1698"/>
                </a:lnTo>
                <a:lnTo>
                  <a:pt x="4370" y="1698"/>
                </a:lnTo>
                <a:lnTo>
                  <a:pt x="4370" y="1699"/>
                </a:lnTo>
                <a:lnTo>
                  <a:pt x="4368" y="1699"/>
                </a:lnTo>
                <a:lnTo>
                  <a:pt x="4367" y="1699"/>
                </a:lnTo>
                <a:lnTo>
                  <a:pt x="4367" y="1698"/>
                </a:lnTo>
                <a:lnTo>
                  <a:pt x="4366" y="1698"/>
                </a:lnTo>
                <a:lnTo>
                  <a:pt x="4365" y="1698"/>
                </a:lnTo>
                <a:lnTo>
                  <a:pt x="4365" y="1697"/>
                </a:lnTo>
                <a:lnTo>
                  <a:pt x="4365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7" y="1699"/>
                </a:lnTo>
                <a:lnTo>
                  <a:pt x="4367" y="1700"/>
                </a:lnTo>
                <a:lnTo>
                  <a:pt x="4367" y="1701"/>
                </a:lnTo>
                <a:lnTo>
                  <a:pt x="4366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3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5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6"/>
                </a:lnTo>
                <a:lnTo>
                  <a:pt x="4352" y="1706"/>
                </a:lnTo>
                <a:lnTo>
                  <a:pt x="4351" y="1707"/>
                </a:lnTo>
                <a:lnTo>
                  <a:pt x="4350" y="1707"/>
                </a:lnTo>
                <a:lnTo>
                  <a:pt x="4349" y="1707"/>
                </a:lnTo>
                <a:lnTo>
                  <a:pt x="4348" y="1708"/>
                </a:lnTo>
                <a:lnTo>
                  <a:pt x="4348" y="1709"/>
                </a:lnTo>
                <a:lnTo>
                  <a:pt x="4347" y="1709"/>
                </a:lnTo>
                <a:lnTo>
                  <a:pt x="4347" y="1710"/>
                </a:lnTo>
                <a:lnTo>
                  <a:pt x="4348" y="1711"/>
                </a:lnTo>
                <a:lnTo>
                  <a:pt x="4347" y="1711"/>
                </a:lnTo>
                <a:lnTo>
                  <a:pt x="4346" y="1712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1" y="1713"/>
                </a:lnTo>
                <a:lnTo>
                  <a:pt x="4340" y="1713"/>
                </a:lnTo>
                <a:lnTo>
                  <a:pt x="4339" y="1714"/>
                </a:lnTo>
                <a:lnTo>
                  <a:pt x="4337" y="1715"/>
                </a:lnTo>
                <a:lnTo>
                  <a:pt x="4336" y="1715"/>
                </a:lnTo>
                <a:lnTo>
                  <a:pt x="4336" y="1714"/>
                </a:lnTo>
                <a:lnTo>
                  <a:pt x="4337" y="1714"/>
                </a:lnTo>
                <a:lnTo>
                  <a:pt x="4338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6" y="1720"/>
                </a:lnTo>
                <a:lnTo>
                  <a:pt x="4337" y="1720"/>
                </a:lnTo>
                <a:lnTo>
                  <a:pt x="4337" y="1721"/>
                </a:lnTo>
                <a:lnTo>
                  <a:pt x="4337" y="1722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3"/>
                </a:lnTo>
                <a:lnTo>
                  <a:pt x="4336" y="1722"/>
                </a:lnTo>
                <a:lnTo>
                  <a:pt x="4335" y="1722"/>
                </a:lnTo>
                <a:lnTo>
                  <a:pt x="4334" y="1722"/>
                </a:lnTo>
                <a:lnTo>
                  <a:pt x="4334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3" y="1719"/>
                </a:lnTo>
                <a:lnTo>
                  <a:pt x="4332" y="1720"/>
                </a:lnTo>
                <a:lnTo>
                  <a:pt x="4332" y="1719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9" y="1720"/>
                </a:lnTo>
                <a:lnTo>
                  <a:pt x="4330" y="1720"/>
                </a:lnTo>
                <a:lnTo>
                  <a:pt x="4331" y="1721"/>
                </a:lnTo>
                <a:lnTo>
                  <a:pt x="4331" y="1722"/>
                </a:lnTo>
                <a:lnTo>
                  <a:pt x="4331" y="1723"/>
                </a:lnTo>
                <a:lnTo>
                  <a:pt x="4330" y="1723"/>
                </a:lnTo>
                <a:lnTo>
                  <a:pt x="4329" y="1723"/>
                </a:lnTo>
                <a:lnTo>
                  <a:pt x="4329" y="1722"/>
                </a:lnTo>
                <a:lnTo>
                  <a:pt x="4329" y="1721"/>
                </a:lnTo>
                <a:lnTo>
                  <a:pt x="4328" y="1721"/>
                </a:lnTo>
                <a:lnTo>
                  <a:pt x="4327" y="1721"/>
                </a:lnTo>
                <a:lnTo>
                  <a:pt x="4327" y="1720"/>
                </a:lnTo>
                <a:lnTo>
                  <a:pt x="4326" y="1720"/>
                </a:lnTo>
                <a:lnTo>
                  <a:pt x="4325" y="1720"/>
                </a:lnTo>
                <a:lnTo>
                  <a:pt x="4325" y="1719"/>
                </a:lnTo>
                <a:lnTo>
                  <a:pt x="4324" y="1719"/>
                </a:lnTo>
                <a:lnTo>
                  <a:pt x="4323" y="1719"/>
                </a:lnTo>
                <a:lnTo>
                  <a:pt x="4323" y="1718"/>
                </a:lnTo>
                <a:lnTo>
                  <a:pt x="4324" y="1717"/>
                </a:lnTo>
                <a:lnTo>
                  <a:pt x="4325" y="1717"/>
                </a:lnTo>
                <a:lnTo>
                  <a:pt x="4326" y="1717"/>
                </a:lnTo>
                <a:lnTo>
                  <a:pt x="4326" y="1716"/>
                </a:lnTo>
                <a:lnTo>
                  <a:pt x="4327" y="1716"/>
                </a:lnTo>
                <a:lnTo>
                  <a:pt x="4328" y="1716"/>
                </a:lnTo>
                <a:lnTo>
                  <a:pt x="4328" y="1715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31" y="1714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1"/>
                </a:lnTo>
                <a:lnTo>
                  <a:pt x="4334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2"/>
                </a:lnTo>
                <a:lnTo>
                  <a:pt x="4329" y="1713"/>
                </a:lnTo>
                <a:lnTo>
                  <a:pt x="4328" y="1713"/>
                </a:lnTo>
                <a:lnTo>
                  <a:pt x="4327" y="1713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4" y="1716"/>
                </a:lnTo>
                <a:lnTo>
                  <a:pt x="4324" y="1715"/>
                </a:lnTo>
                <a:lnTo>
                  <a:pt x="4324" y="1714"/>
                </a:lnTo>
                <a:lnTo>
                  <a:pt x="4323" y="1714"/>
                </a:lnTo>
                <a:lnTo>
                  <a:pt x="4323" y="1713"/>
                </a:lnTo>
                <a:lnTo>
                  <a:pt x="4322" y="1713"/>
                </a:lnTo>
                <a:lnTo>
                  <a:pt x="4322" y="1714"/>
                </a:lnTo>
                <a:lnTo>
                  <a:pt x="4322" y="1715"/>
                </a:lnTo>
                <a:lnTo>
                  <a:pt x="4323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1" y="1720"/>
                </a:lnTo>
                <a:lnTo>
                  <a:pt x="4320" y="1720"/>
                </a:lnTo>
                <a:lnTo>
                  <a:pt x="4319" y="1720"/>
                </a:lnTo>
                <a:lnTo>
                  <a:pt x="4318" y="1721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0"/>
                </a:lnTo>
                <a:lnTo>
                  <a:pt x="4315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4" y="1724"/>
                </a:lnTo>
                <a:lnTo>
                  <a:pt x="4315" y="1724"/>
                </a:lnTo>
                <a:lnTo>
                  <a:pt x="4315" y="1725"/>
                </a:lnTo>
                <a:lnTo>
                  <a:pt x="4316" y="1725"/>
                </a:lnTo>
                <a:lnTo>
                  <a:pt x="4315" y="1725"/>
                </a:lnTo>
                <a:lnTo>
                  <a:pt x="4315" y="1726"/>
                </a:lnTo>
                <a:lnTo>
                  <a:pt x="4314" y="1726"/>
                </a:lnTo>
                <a:lnTo>
                  <a:pt x="4313" y="1726"/>
                </a:lnTo>
                <a:lnTo>
                  <a:pt x="4313" y="1725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5"/>
                </a:lnTo>
                <a:lnTo>
                  <a:pt x="4305" y="1725"/>
                </a:lnTo>
                <a:lnTo>
                  <a:pt x="4304" y="1726"/>
                </a:lnTo>
                <a:lnTo>
                  <a:pt x="4302" y="1727"/>
                </a:lnTo>
                <a:lnTo>
                  <a:pt x="4302" y="1729"/>
                </a:lnTo>
                <a:lnTo>
                  <a:pt x="4301" y="1729"/>
                </a:lnTo>
                <a:lnTo>
                  <a:pt x="4301" y="1728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7"/>
                </a:lnTo>
                <a:lnTo>
                  <a:pt x="4297" y="1727"/>
                </a:lnTo>
                <a:lnTo>
                  <a:pt x="4297" y="1728"/>
                </a:lnTo>
                <a:lnTo>
                  <a:pt x="4296" y="1728"/>
                </a:lnTo>
                <a:lnTo>
                  <a:pt x="4295" y="1729"/>
                </a:lnTo>
                <a:lnTo>
                  <a:pt x="4293" y="1729"/>
                </a:lnTo>
                <a:lnTo>
                  <a:pt x="4293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8" y="1734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5"/>
                </a:lnTo>
                <a:lnTo>
                  <a:pt x="4285" y="1735"/>
                </a:lnTo>
                <a:lnTo>
                  <a:pt x="4284" y="1735"/>
                </a:lnTo>
                <a:lnTo>
                  <a:pt x="4285" y="1734"/>
                </a:lnTo>
                <a:lnTo>
                  <a:pt x="4285" y="1733"/>
                </a:lnTo>
                <a:lnTo>
                  <a:pt x="4284" y="1733"/>
                </a:lnTo>
                <a:lnTo>
                  <a:pt x="4284" y="1734"/>
                </a:lnTo>
                <a:lnTo>
                  <a:pt x="4284" y="1735"/>
                </a:lnTo>
                <a:lnTo>
                  <a:pt x="4283" y="1736"/>
                </a:lnTo>
                <a:lnTo>
                  <a:pt x="4283" y="1737"/>
                </a:lnTo>
                <a:lnTo>
                  <a:pt x="4284" y="1737"/>
                </a:lnTo>
                <a:lnTo>
                  <a:pt x="4283" y="1737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9" y="1739"/>
                </a:lnTo>
                <a:lnTo>
                  <a:pt x="4278" y="1739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6" y="1739"/>
                </a:lnTo>
                <a:lnTo>
                  <a:pt x="4275" y="1738"/>
                </a:lnTo>
                <a:lnTo>
                  <a:pt x="4274" y="1738"/>
                </a:lnTo>
                <a:lnTo>
                  <a:pt x="4273" y="1737"/>
                </a:lnTo>
                <a:lnTo>
                  <a:pt x="4273" y="1736"/>
                </a:lnTo>
                <a:lnTo>
                  <a:pt x="4274" y="1735"/>
                </a:lnTo>
                <a:lnTo>
                  <a:pt x="4274" y="1734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4"/>
                </a:lnTo>
                <a:lnTo>
                  <a:pt x="4273" y="1734"/>
                </a:lnTo>
                <a:lnTo>
                  <a:pt x="4273" y="1735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0"/>
                </a:lnTo>
                <a:lnTo>
                  <a:pt x="4270" y="1731"/>
                </a:lnTo>
                <a:lnTo>
                  <a:pt x="4270" y="1733"/>
                </a:lnTo>
                <a:lnTo>
                  <a:pt x="4270" y="1734"/>
                </a:lnTo>
                <a:lnTo>
                  <a:pt x="4269" y="1734"/>
                </a:lnTo>
                <a:lnTo>
                  <a:pt x="4269" y="1732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2" y="1735"/>
                </a:lnTo>
                <a:lnTo>
                  <a:pt x="4261" y="1735"/>
                </a:lnTo>
                <a:lnTo>
                  <a:pt x="4261" y="1734"/>
                </a:lnTo>
                <a:lnTo>
                  <a:pt x="4260" y="1733"/>
                </a:lnTo>
                <a:lnTo>
                  <a:pt x="4260" y="1734"/>
                </a:lnTo>
                <a:lnTo>
                  <a:pt x="4261" y="1734"/>
                </a:lnTo>
                <a:lnTo>
                  <a:pt x="4261" y="1735"/>
                </a:lnTo>
                <a:lnTo>
                  <a:pt x="4262" y="1736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0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69" y="1736"/>
                </a:lnTo>
                <a:lnTo>
                  <a:pt x="4269" y="1737"/>
                </a:lnTo>
                <a:lnTo>
                  <a:pt x="4269" y="1738"/>
                </a:lnTo>
                <a:lnTo>
                  <a:pt x="4270" y="1740"/>
                </a:lnTo>
                <a:lnTo>
                  <a:pt x="4270" y="1739"/>
                </a:lnTo>
                <a:lnTo>
                  <a:pt x="4271" y="1739"/>
                </a:lnTo>
                <a:lnTo>
                  <a:pt x="4271" y="1740"/>
                </a:lnTo>
                <a:lnTo>
                  <a:pt x="4272" y="1739"/>
                </a:lnTo>
                <a:lnTo>
                  <a:pt x="4273" y="1739"/>
                </a:lnTo>
                <a:lnTo>
                  <a:pt x="4273" y="1740"/>
                </a:lnTo>
                <a:lnTo>
                  <a:pt x="4276" y="1740"/>
                </a:lnTo>
                <a:lnTo>
                  <a:pt x="4277" y="1741"/>
                </a:lnTo>
                <a:lnTo>
                  <a:pt x="4277" y="1742"/>
                </a:lnTo>
                <a:lnTo>
                  <a:pt x="4278" y="1742"/>
                </a:lnTo>
                <a:lnTo>
                  <a:pt x="4277" y="1743"/>
                </a:lnTo>
                <a:lnTo>
                  <a:pt x="4276" y="1744"/>
                </a:lnTo>
                <a:lnTo>
                  <a:pt x="4276" y="1745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5" y="1748"/>
                </a:lnTo>
                <a:lnTo>
                  <a:pt x="4275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51"/>
                </a:lnTo>
                <a:lnTo>
                  <a:pt x="4274" y="1752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1"/>
                </a:lnTo>
                <a:lnTo>
                  <a:pt x="4271" y="1751"/>
                </a:lnTo>
                <a:lnTo>
                  <a:pt x="4271" y="1753"/>
                </a:lnTo>
                <a:lnTo>
                  <a:pt x="4272" y="1753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0" y="1756"/>
                </a:lnTo>
                <a:lnTo>
                  <a:pt x="4270" y="1757"/>
                </a:lnTo>
                <a:lnTo>
                  <a:pt x="4269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69" y="1759"/>
                </a:lnTo>
                <a:lnTo>
                  <a:pt x="4269" y="1760"/>
                </a:lnTo>
                <a:lnTo>
                  <a:pt x="4268" y="1760"/>
                </a:lnTo>
                <a:lnTo>
                  <a:pt x="4268" y="1759"/>
                </a:lnTo>
                <a:lnTo>
                  <a:pt x="4267" y="1759"/>
                </a:lnTo>
                <a:lnTo>
                  <a:pt x="4266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6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6" y="1754"/>
                </a:lnTo>
                <a:lnTo>
                  <a:pt x="4265" y="1753"/>
                </a:lnTo>
                <a:lnTo>
                  <a:pt x="4265" y="1752"/>
                </a:lnTo>
                <a:lnTo>
                  <a:pt x="4266" y="1751"/>
                </a:lnTo>
                <a:lnTo>
                  <a:pt x="4265" y="1750"/>
                </a:lnTo>
                <a:lnTo>
                  <a:pt x="4263" y="1750"/>
                </a:lnTo>
                <a:lnTo>
                  <a:pt x="4261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3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2" y="1758"/>
                </a:lnTo>
                <a:lnTo>
                  <a:pt x="4252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5" y="1762"/>
                </a:lnTo>
                <a:lnTo>
                  <a:pt x="4255" y="1763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49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8" y="1770"/>
                </a:lnTo>
                <a:lnTo>
                  <a:pt x="4249" y="1770"/>
                </a:lnTo>
                <a:lnTo>
                  <a:pt x="4250" y="1770"/>
                </a:lnTo>
                <a:lnTo>
                  <a:pt x="4250" y="1769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1" y="1772"/>
                </a:lnTo>
                <a:lnTo>
                  <a:pt x="4250" y="1773"/>
                </a:lnTo>
                <a:lnTo>
                  <a:pt x="4250" y="1774"/>
                </a:lnTo>
                <a:lnTo>
                  <a:pt x="4251" y="1774"/>
                </a:lnTo>
                <a:lnTo>
                  <a:pt x="4251" y="1775"/>
                </a:lnTo>
                <a:lnTo>
                  <a:pt x="4251" y="1776"/>
                </a:lnTo>
                <a:lnTo>
                  <a:pt x="4252" y="1776"/>
                </a:lnTo>
                <a:lnTo>
                  <a:pt x="4252" y="1777"/>
                </a:lnTo>
                <a:lnTo>
                  <a:pt x="4251" y="1777"/>
                </a:lnTo>
                <a:lnTo>
                  <a:pt x="4251" y="1778"/>
                </a:lnTo>
                <a:lnTo>
                  <a:pt x="4251" y="1779"/>
                </a:lnTo>
                <a:lnTo>
                  <a:pt x="4252" y="1779"/>
                </a:lnTo>
                <a:lnTo>
                  <a:pt x="4252" y="1780"/>
                </a:lnTo>
                <a:lnTo>
                  <a:pt x="4251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3" y="1784"/>
                </a:lnTo>
                <a:lnTo>
                  <a:pt x="4254" y="1783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4"/>
                </a:lnTo>
                <a:lnTo>
                  <a:pt x="4252" y="1785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7"/>
                </a:lnTo>
                <a:lnTo>
                  <a:pt x="4243" y="1787"/>
                </a:lnTo>
                <a:lnTo>
                  <a:pt x="4242" y="1787"/>
                </a:lnTo>
                <a:lnTo>
                  <a:pt x="4242" y="1786"/>
                </a:lnTo>
                <a:lnTo>
                  <a:pt x="4241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8" y="1787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2"/>
                </a:lnTo>
                <a:lnTo>
                  <a:pt x="4225" y="1793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0" y="1793"/>
                </a:lnTo>
                <a:lnTo>
                  <a:pt x="4220" y="1792"/>
                </a:lnTo>
                <a:lnTo>
                  <a:pt x="4219" y="1792"/>
                </a:lnTo>
                <a:lnTo>
                  <a:pt x="4218" y="1791"/>
                </a:lnTo>
                <a:lnTo>
                  <a:pt x="4218" y="1792"/>
                </a:lnTo>
                <a:lnTo>
                  <a:pt x="4217" y="1792"/>
                </a:lnTo>
                <a:lnTo>
                  <a:pt x="4217" y="1793"/>
                </a:lnTo>
                <a:lnTo>
                  <a:pt x="4216" y="1792"/>
                </a:lnTo>
                <a:lnTo>
                  <a:pt x="4215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2" y="1781"/>
                </a:lnTo>
                <a:lnTo>
                  <a:pt x="4221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7"/>
                </a:lnTo>
                <a:lnTo>
                  <a:pt x="4220" y="1776"/>
                </a:lnTo>
                <a:lnTo>
                  <a:pt x="4220" y="1775"/>
                </a:lnTo>
                <a:lnTo>
                  <a:pt x="4219" y="1775"/>
                </a:lnTo>
                <a:lnTo>
                  <a:pt x="4219" y="1774"/>
                </a:lnTo>
                <a:lnTo>
                  <a:pt x="4218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7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5" y="1775"/>
                </a:lnTo>
                <a:lnTo>
                  <a:pt x="4215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7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3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6"/>
                </a:lnTo>
                <a:lnTo>
                  <a:pt x="4209" y="1776"/>
                </a:lnTo>
                <a:lnTo>
                  <a:pt x="4209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0" y="1779"/>
                </a:lnTo>
                <a:lnTo>
                  <a:pt x="4200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1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4"/>
                </a:lnTo>
                <a:lnTo>
                  <a:pt x="4199" y="1785"/>
                </a:lnTo>
                <a:lnTo>
                  <a:pt x="4198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7" y="1785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199" y="1787"/>
                </a:lnTo>
                <a:lnTo>
                  <a:pt x="4199" y="1788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9"/>
                </a:lnTo>
                <a:lnTo>
                  <a:pt x="4204" y="1790"/>
                </a:lnTo>
                <a:lnTo>
                  <a:pt x="4204" y="1789"/>
                </a:lnTo>
                <a:lnTo>
                  <a:pt x="4205" y="1790"/>
                </a:lnTo>
                <a:lnTo>
                  <a:pt x="4204" y="1791"/>
                </a:lnTo>
                <a:lnTo>
                  <a:pt x="4205" y="1791"/>
                </a:lnTo>
                <a:lnTo>
                  <a:pt x="4206" y="1791"/>
                </a:lnTo>
                <a:lnTo>
                  <a:pt x="4210" y="1791"/>
                </a:lnTo>
                <a:lnTo>
                  <a:pt x="4211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0" y="1795"/>
                </a:lnTo>
                <a:lnTo>
                  <a:pt x="4209" y="1796"/>
                </a:lnTo>
                <a:lnTo>
                  <a:pt x="4207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1" y="1796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8"/>
                </a:lnTo>
                <a:lnTo>
                  <a:pt x="4212" y="1798"/>
                </a:lnTo>
                <a:lnTo>
                  <a:pt x="4212" y="1799"/>
                </a:lnTo>
                <a:lnTo>
                  <a:pt x="4211" y="1800"/>
                </a:lnTo>
                <a:lnTo>
                  <a:pt x="4211" y="1801"/>
                </a:lnTo>
                <a:lnTo>
                  <a:pt x="4212" y="1801"/>
                </a:lnTo>
                <a:lnTo>
                  <a:pt x="4212" y="1800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8"/>
                </a:lnTo>
                <a:lnTo>
                  <a:pt x="4214" y="1799"/>
                </a:lnTo>
                <a:lnTo>
                  <a:pt x="4215" y="1799"/>
                </a:lnTo>
                <a:lnTo>
                  <a:pt x="4215" y="1798"/>
                </a:lnTo>
                <a:lnTo>
                  <a:pt x="4214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8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2" y="1801"/>
                </a:lnTo>
                <a:lnTo>
                  <a:pt x="4210" y="1804"/>
                </a:lnTo>
                <a:lnTo>
                  <a:pt x="4209" y="1804"/>
                </a:lnTo>
                <a:lnTo>
                  <a:pt x="4208" y="1806"/>
                </a:lnTo>
                <a:lnTo>
                  <a:pt x="4207" y="1806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5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2" y="1806"/>
                </a:lnTo>
                <a:lnTo>
                  <a:pt x="4201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9"/>
                </a:lnTo>
                <a:lnTo>
                  <a:pt x="4196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2" y="1818"/>
                </a:lnTo>
                <a:lnTo>
                  <a:pt x="4193" y="1818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8" y="1826"/>
                </a:lnTo>
                <a:lnTo>
                  <a:pt x="4188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6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6" y="1822"/>
                </a:lnTo>
                <a:lnTo>
                  <a:pt x="4185" y="1822"/>
                </a:lnTo>
                <a:lnTo>
                  <a:pt x="4184" y="1821"/>
                </a:lnTo>
                <a:lnTo>
                  <a:pt x="4183" y="1821"/>
                </a:lnTo>
                <a:lnTo>
                  <a:pt x="4183" y="1822"/>
                </a:lnTo>
                <a:lnTo>
                  <a:pt x="4182" y="1822"/>
                </a:lnTo>
                <a:lnTo>
                  <a:pt x="4182" y="1823"/>
                </a:lnTo>
                <a:lnTo>
                  <a:pt x="4181" y="1823"/>
                </a:lnTo>
                <a:lnTo>
                  <a:pt x="4181" y="1824"/>
                </a:lnTo>
                <a:lnTo>
                  <a:pt x="4182" y="1825"/>
                </a:lnTo>
                <a:lnTo>
                  <a:pt x="4183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8"/>
                </a:lnTo>
                <a:lnTo>
                  <a:pt x="4183" y="1828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1" y="1830"/>
                </a:lnTo>
                <a:lnTo>
                  <a:pt x="4181" y="1831"/>
                </a:lnTo>
                <a:lnTo>
                  <a:pt x="4181" y="1832"/>
                </a:lnTo>
                <a:lnTo>
                  <a:pt x="4181" y="1833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8" y="1837"/>
                </a:lnTo>
                <a:lnTo>
                  <a:pt x="4178" y="1838"/>
                </a:lnTo>
                <a:lnTo>
                  <a:pt x="4177" y="1837"/>
                </a:lnTo>
                <a:lnTo>
                  <a:pt x="4177" y="1836"/>
                </a:lnTo>
                <a:lnTo>
                  <a:pt x="4176" y="1836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5" y="1836"/>
                </a:lnTo>
                <a:lnTo>
                  <a:pt x="4174" y="1836"/>
                </a:lnTo>
                <a:lnTo>
                  <a:pt x="4174" y="1835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5"/>
                </a:lnTo>
                <a:lnTo>
                  <a:pt x="4171" y="1836"/>
                </a:lnTo>
                <a:lnTo>
                  <a:pt x="4170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0" y="1839"/>
                </a:lnTo>
                <a:lnTo>
                  <a:pt x="4171" y="1839"/>
                </a:lnTo>
                <a:lnTo>
                  <a:pt x="4170" y="1839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7" y="1840"/>
                </a:lnTo>
                <a:lnTo>
                  <a:pt x="4167" y="1837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39"/>
                </a:lnTo>
                <a:lnTo>
                  <a:pt x="4158" y="1838"/>
                </a:lnTo>
                <a:lnTo>
                  <a:pt x="4157" y="1837"/>
                </a:lnTo>
                <a:lnTo>
                  <a:pt x="4157" y="1838"/>
                </a:lnTo>
                <a:lnTo>
                  <a:pt x="4158" y="1838"/>
                </a:lnTo>
                <a:lnTo>
                  <a:pt x="4158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7" y="1839"/>
                </a:lnTo>
                <a:lnTo>
                  <a:pt x="4157" y="1840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6" y="1843"/>
                </a:lnTo>
                <a:lnTo>
                  <a:pt x="4158" y="1843"/>
                </a:lnTo>
                <a:lnTo>
                  <a:pt x="4157" y="1843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5" y="1848"/>
                </a:lnTo>
                <a:lnTo>
                  <a:pt x="4154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9"/>
                </a:lnTo>
                <a:lnTo>
                  <a:pt x="4149" y="1859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49" y="1864"/>
                </a:lnTo>
                <a:lnTo>
                  <a:pt x="4149" y="1863"/>
                </a:lnTo>
                <a:lnTo>
                  <a:pt x="4149" y="1862"/>
                </a:lnTo>
                <a:lnTo>
                  <a:pt x="4148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7" y="1866"/>
                </a:lnTo>
                <a:lnTo>
                  <a:pt x="4147" y="1869"/>
                </a:lnTo>
                <a:lnTo>
                  <a:pt x="4146" y="1869"/>
                </a:lnTo>
                <a:lnTo>
                  <a:pt x="4146" y="1866"/>
                </a:lnTo>
                <a:lnTo>
                  <a:pt x="4144" y="1866"/>
                </a:lnTo>
                <a:lnTo>
                  <a:pt x="4142" y="1867"/>
                </a:lnTo>
                <a:lnTo>
                  <a:pt x="4142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2" y="1868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7" y="1872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4" y="1889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2" y="1892"/>
                </a:lnTo>
                <a:lnTo>
                  <a:pt x="4131" y="1892"/>
                </a:lnTo>
                <a:lnTo>
                  <a:pt x="4131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8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1"/>
                </a:lnTo>
                <a:lnTo>
                  <a:pt x="4118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7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7" y="1911"/>
                </a:lnTo>
                <a:lnTo>
                  <a:pt x="4116" y="1911"/>
                </a:lnTo>
                <a:lnTo>
                  <a:pt x="4116" y="1912"/>
                </a:lnTo>
                <a:lnTo>
                  <a:pt x="4117" y="1912"/>
                </a:lnTo>
                <a:lnTo>
                  <a:pt x="4118" y="1912"/>
                </a:lnTo>
                <a:lnTo>
                  <a:pt x="4117" y="1915"/>
                </a:lnTo>
                <a:lnTo>
                  <a:pt x="4116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6"/>
                </a:lnTo>
                <a:lnTo>
                  <a:pt x="4117" y="1917"/>
                </a:lnTo>
                <a:lnTo>
                  <a:pt x="4117" y="1918"/>
                </a:lnTo>
                <a:lnTo>
                  <a:pt x="4118" y="1918"/>
                </a:lnTo>
                <a:lnTo>
                  <a:pt x="4118" y="1919"/>
                </a:lnTo>
                <a:lnTo>
                  <a:pt x="4119" y="1920"/>
                </a:lnTo>
                <a:lnTo>
                  <a:pt x="4120" y="1921"/>
                </a:lnTo>
                <a:lnTo>
                  <a:pt x="4119" y="1921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1"/>
                </a:lnTo>
                <a:lnTo>
                  <a:pt x="4124" y="1921"/>
                </a:lnTo>
                <a:lnTo>
                  <a:pt x="4124" y="1922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4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3" y="1925"/>
                </a:lnTo>
                <a:lnTo>
                  <a:pt x="4133" y="1926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0" y="1927"/>
                </a:lnTo>
                <a:lnTo>
                  <a:pt x="4141" y="1927"/>
                </a:lnTo>
                <a:lnTo>
                  <a:pt x="4141" y="1928"/>
                </a:lnTo>
                <a:lnTo>
                  <a:pt x="4142" y="1928"/>
                </a:lnTo>
                <a:lnTo>
                  <a:pt x="4142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6" y="1927"/>
                </a:lnTo>
                <a:lnTo>
                  <a:pt x="4146" y="1928"/>
                </a:lnTo>
                <a:lnTo>
                  <a:pt x="4145" y="1929"/>
                </a:lnTo>
                <a:lnTo>
                  <a:pt x="4142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1" y="1932"/>
                </a:lnTo>
                <a:lnTo>
                  <a:pt x="4141" y="1933"/>
                </a:lnTo>
                <a:lnTo>
                  <a:pt x="4140" y="1933"/>
                </a:lnTo>
                <a:lnTo>
                  <a:pt x="4141" y="1934"/>
                </a:lnTo>
                <a:lnTo>
                  <a:pt x="4143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8" y="1938"/>
                </a:lnTo>
                <a:lnTo>
                  <a:pt x="4150" y="1938"/>
                </a:lnTo>
                <a:lnTo>
                  <a:pt x="4149" y="1940"/>
                </a:lnTo>
                <a:lnTo>
                  <a:pt x="4151" y="1941"/>
                </a:lnTo>
                <a:lnTo>
                  <a:pt x="4150" y="1941"/>
                </a:lnTo>
                <a:lnTo>
                  <a:pt x="4151" y="1942"/>
                </a:lnTo>
                <a:lnTo>
                  <a:pt x="4152" y="1942"/>
                </a:lnTo>
                <a:lnTo>
                  <a:pt x="4156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8" y="1949"/>
                </a:lnTo>
                <a:lnTo>
                  <a:pt x="4157" y="1949"/>
                </a:lnTo>
                <a:lnTo>
                  <a:pt x="4157" y="1950"/>
                </a:lnTo>
                <a:lnTo>
                  <a:pt x="4159" y="1949"/>
                </a:lnTo>
                <a:lnTo>
                  <a:pt x="4160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5" y="1949"/>
                </a:lnTo>
                <a:lnTo>
                  <a:pt x="4167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0" y="1954"/>
                </a:lnTo>
                <a:lnTo>
                  <a:pt x="4171" y="1955"/>
                </a:lnTo>
                <a:lnTo>
                  <a:pt x="4172" y="1955"/>
                </a:lnTo>
                <a:lnTo>
                  <a:pt x="4173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9" y="1955"/>
                </a:lnTo>
                <a:lnTo>
                  <a:pt x="4179" y="1956"/>
                </a:lnTo>
                <a:lnTo>
                  <a:pt x="4180" y="1956"/>
                </a:lnTo>
                <a:lnTo>
                  <a:pt x="4181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2" y="1960"/>
                </a:lnTo>
                <a:lnTo>
                  <a:pt x="4195" y="1961"/>
                </a:lnTo>
                <a:lnTo>
                  <a:pt x="4195" y="1962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8" y="1964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09" y="1969"/>
                </a:lnTo>
                <a:lnTo>
                  <a:pt x="4211" y="1970"/>
                </a:lnTo>
                <a:lnTo>
                  <a:pt x="4213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4" y="1973"/>
                </a:lnTo>
                <a:lnTo>
                  <a:pt x="4214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5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6" y="1982"/>
                </a:lnTo>
                <a:lnTo>
                  <a:pt x="4216" y="1983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8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7"/>
                </a:lnTo>
                <a:lnTo>
                  <a:pt x="4223" y="1998"/>
                </a:lnTo>
                <a:lnTo>
                  <a:pt x="4223" y="1999"/>
                </a:lnTo>
                <a:lnTo>
                  <a:pt x="4224" y="2001"/>
                </a:lnTo>
                <a:lnTo>
                  <a:pt x="4225" y="2002"/>
                </a:lnTo>
                <a:lnTo>
                  <a:pt x="4225" y="2003"/>
                </a:lnTo>
                <a:lnTo>
                  <a:pt x="4225" y="2004"/>
                </a:lnTo>
                <a:lnTo>
                  <a:pt x="4226" y="2005"/>
                </a:lnTo>
                <a:lnTo>
                  <a:pt x="4226" y="2006"/>
                </a:lnTo>
                <a:lnTo>
                  <a:pt x="4227" y="2006"/>
                </a:lnTo>
                <a:lnTo>
                  <a:pt x="4227" y="2007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7" y="2009"/>
                </a:lnTo>
                <a:lnTo>
                  <a:pt x="4228" y="2009"/>
                </a:lnTo>
                <a:lnTo>
                  <a:pt x="4228" y="2010"/>
                </a:lnTo>
                <a:lnTo>
                  <a:pt x="4228" y="2011"/>
                </a:lnTo>
                <a:lnTo>
                  <a:pt x="4229" y="2011"/>
                </a:lnTo>
                <a:lnTo>
                  <a:pt x="4231" y="2014"/>
                </a:lnTo>
                <a:lnTo>
                  <a:pt x="4231" y="2015"/>
                </a:lnTo>
                <a:lnTo>
                  <a:pt x="4231" y="2016"/>
                </a:lnTo>
                <a:lnTo>
                  <a:pt x="4232" y="2017"/>
                </a:lnTo>
                <a:lnTo>
                  <a:pt x="4232" y="2018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6" y="2024"/>
                </a:lnTo>
                <a:lnTo>
                  <a:pt x="4237" y="2025"/>
                </a:lnTo>
                <a:lnTo>
                  <a:pt x="4237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39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0" y="2033"/>
                </a:lnTo>
                <a:lnTo>
                  <a:pt x="4241" y="2033"/>
                </a:lnTo>
                <a:lnTo>
                  <a:pt x="4241" y="2034"/>
                </a:lnTo>
                <a:lnTo>
                  <a:pt x="4241" y="2036"/>
                </a:lnTo>
                <a:lnTo>
                  <a:pt x="4241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2" y="2039"/>
                </a:lnTo>
                <a:lnTo>
                  <a:pt x="4241" y="2039"/>
                </a:lnTo>
                <a:lnTo>
                  <a:pt x="4241" y="2040"/>
                </a:lnTo>
                <a:lnTo>
                  <a:pt x="4240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2" y="2044"/>
                </a:lnTo>
                <a:lnTo>
                  <a:pt x="4240" y="2045"/>
                </a:lnTo>
                <a:lnTo>
                  <a:pt x="4240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38" y="2048"/>
                </a:lnTo>
                <a:lnTo>
                  <a:pt x="4239" y="2048"/>
                </a:lnTo>
                <a:lnTo>
                  <a:pt x="4239" y="2049"/>
                </a:lnTo>
                <a:lnTo>
                  <a:pt x="4241" y="2050"/>
                </a:lnTo>
                <a:lnTo>
                  <a:pt x="4243" y="2052"/>
                </a:lnTo>
                <a:lnTo>
                  <a:pt x="4244" y="2052"/>
                </a:lnTo>
                <a:lnTo>
                  <a:pt x="4244" y="2053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7" y="2054"/>
                </a:lnTo>
                <a:lnTo>
                  <a:pt x="4246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48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49" y="2056"/>
                </a:lnTo>
                <a:lnTo>
                  <a:pt x="4250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1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5"/>
                </a:lnTo>
                <a:lnTo>
                  <a:pt x="4254" y="2066"/>
                </a:lnTo>
                <a:lnTo>
                  <a:pt x="4253" y="2066"/>
                </a:lnTo>
                <a:lnTo>
                  <a:pt x="4253" y="2067"/>
                </a:lnTo>
                <a:lnTo>
                  <a:pt x="4254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4" y="2069"/>
                </a:lnTo>
                <a:lnTo>
                  <a:pt x="4254" y="2070"/>
                </a:lnTo>
                <a:lnTo>
                  <a:pt x="4254" y="2069"/>
                </a:lnTo>
                <a:lnTo>
                  <a:pt x="4252" y="2070"/>
                </a:lnTo>
                <a:lnTo>
                  <a:pt x="4251" y="2071"/>
                </a:lnTo>
                <a:lnTo>
                  <a:pt x="4250" y="2071"/>
                </a:lnTo>
                <a:lnTo>
                  <a:pt x="4252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71"/>
                </a:lnTo>
                <a:lnTo>
                  <a:pt x="4257" y="2071"/>
                </a:lnTo>
                <a:lnTo>
                  <a:pt x="4257" y="2072"/>
                </a:lnTo>
                <a:lnTo>
                  <a:pt x="4258" y="2074"/>
                </a:lnTo>
                <a:lnTo>
                  <a:pt x="4258" y="2075"/>
                </a:lnTo>
                <a:lnTo>
                  <a:pt x="4259" y="2075"/>
                </a:lnTo>
                <a:lnTo>
                  <a:pt x="4259" y="2076"/>
                </a:lnTo>
                <a:lnTo>
                  <a:pt x="4260" y="2077"/>
                </a:lnTo>
                <a:lnTo>
                  <a:pt x="4259" y="2077"/>
                </a:lnTo>
                <a:lnTo>
                  <a:pt x="4260" y="2078"/>
                </a:lnTo>
                <a:lnTo>
                  <a:pt x="4260" y="2079"/>
                </a:lnTo>
                <a:lnTo>
                  <a:pt x="4261" y="2081"/>
                </a:lnTo>
                <a:lnTo>
                  <a:pt x="4261" y="2082"/>
                </a:lnTo>
                <a:lnTo>
                  <a:pt x="4263" y="2081"/>
                </a:lnTo>
                <a:lnTo>
                  <a:pt x="4264" y="2081"/>
                </a:lnTo>
                <a:lnTo>
                  <a:pt x="4265" y="2083"/>
                </a:lnTo>
                <a:lnTo>
                  <a:pt x="4264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5" y="2086"/>
                </a:lnTo>
                <a:lnTo>
                  <a:pt x="4264" y="2086"/>
                </a:lnTo>
                <a:lnTo>
                  <a:pt x="4264" y="2087"/>
                </a:lnTo>
                <a:lnTo>
                  <a:pt x="4265" y="2088"/>
                </a:lnTo>
                <a:lnTo>
                  <a:pt x="4265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6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5"/>
                </a:lnTo>
                <a:lnTo>
                  <a:pt x="4267" y="2097"/>
                </a:lnTo>
                <a:lnTo>
                  <a:pt x="4267" y="2098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69" y="2103"/>
                </a:lnTo>
                <a:lnTo>
                  <a:pt x="4270" y="2103"/>
                </a:lnTo>
                <a:lnTo>
                  <a:pt x="4269" y="2103"/>
                </a:lnTo>
                <a:lnTo>
                  <a:pt x="4269" y="2104"/>
                </a:lnTo>
                <a:lnTo>
                  <a:pt x="4270" y="2103"/>
                </a:lnTo>
                <a:lnTo>
                  <a:pt x="4271" y="2104"/>
                </a:lnTo>
                <a:lnTo>
                  <a:pt x="4271" y="2105"/>
                </a:lnTo>
                <a:lnTo>
                  <a:pt x="4271" y="2108"/>
                </a:lnTo>
                <a:lnTo>
                  <a:pt x="4271" y="2109"/>
                </a:lnTo>
                <a:lnTo>
                  <a:pt x="4270" y="2109"/>
                </a:lnTo>
                <a:lnTo>
                  <a:pt x="4270" y="2110"/>
                </a:lnTo>
                <a:lnTo>
                  <a:pt x="4271" y="2110"/>
                </a:lnTo>
                <a:lnTo>
                  <a:pt x="4272" y="2112"/>
                </a:lnTo>
                <a:lnTo>
                  <a:pt x="4272" y="2113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2" y="2116"/>
                </a:lnTo>
                <a:lnTo>
                  <a:pt x="4272" y="2117"/>
                </a:lnTo>
                <a:lnTo>
                  <a:pt x="4272" y="2118"/>
                </a:lnTo>
                <a:lnTo>
                  <a:pt x="4273" y="2117"/>
                </a:lnTo>
                <a:lnTo>
                  <a:pt x="4275" y="2117"/>
                </a:lnTo>
                <a:lnTo>
                  <a:pt x="4277" y="2117"/>
                </a:lnTo>
                <a:lnTo>
                  <a:pt x="4276" y="2129"/>
                </a:lnTo>
                <a:lnTo>
                  <a:pt x="4275" y="2129"/>
                </a:lnTo>
                <a:lnTo>
                  <a:pt x="4275" y="2133"/>
                </a:lnTo>
                <a:lnTo>
                  <a:pt x="4272" y="2133"/>
                </a:lnTo>
                <a:lnTo>
                  <a:pt x="4271" y="2134"/>
                </a:lnTo>
                <a:lnTo>
                  <a:pt x="4271" y="2135"/>
                </a:lnTo>
                <a:lnTo>
                  <a:pt x="4270" y="2135"/>
                </a:lnTo>
                <a:lnTo>
                  <a:pt x="4270" y="2136"/>
                </a:lnTo>
                <a:lnTo>
                  <a:pt x="4270" y="2137"/>
                </a:lnTo>
                <a:lnTo>
                  <a:pt x="4271" y="2137"/>
                </a:lnTo>
                <a:lnTo>
                  <a:pt x="4274" y="2137"/>
                </a:lnTo>
                <a:lnTo>
                  <a:pt x="4274" y="2136"/>
                </a:lnTo>
                <a:lnTo>
                  <a:pt x="4275" y="2136"/>
                </a:lnTo>
                <a:lnTo>
                  <a:pt x="4275" y="2137"/>
                </a:lnTo>
                <a:lnTo>
                  <a:pt x="4275" y="2138"/>
                </a:lnTo>
                <a:lnTo>
                  <a:pt x="4276" y="2138"/>
                </a:lnTo>
                <a:lnTo>
                  <a:pt x="4276" y="2139"/>
                </a:lnTo>
                <a:lnTo>
                  <a:pt x="4276" y="2140"/>
                </a:lnTo>
                <a:lnTo>
                  <a:pt x="4277" y="2140"/>
                </a:lnTo>
                <a:lnTo>
                  <a:pt x="4277" y="2141"/>
                </a:lnTo>
                <a:lnTo>
                  <a:pt x="4277" y="2142"/>
                </a:lnTo>
                <a:lnTo>
                  <a:pt x="4275" y="2144"/>
                </a:lnTo>
                <a:lnTo>
                  <a:pt x="4275" y="2145"/>
                </a:lnTo>
                <a:lnTo>
                  <a:pt x="4275" y="2146"/>
                </a:lnTo>
                <a:lnTo>
                  <a:pt x="4276" y="2145"/>
                </a:lnTo>
                <a:lnTo>
                  <a:pt x="4277" y="2145"/>
                </a:lnTo>
                <a:lnTo>
                  <a:pt x="4278" y="2145"/>
                </a:lnTo>
                <a:lnTo>
                  <a:pt x="4279" y="2145"/>
                </a:lnTo>
                <a:lnTo>
                  <a:pt x="4281" y="2146"/>
                </a:lnTo>
                <a:lnTo>
                  <a:pt x="4281" y="2145"/>
                </a:lnTo>
                <a:lnTo>
                  <a:pt x="4284" y="2147"/>
                </a:lnTo>
                <a:lnTo>
                  <a:pt x="4283" y="2148"/>
                </a:lnTo>
                <a:lnTo>
                  <a:pt x="4282" y="2149"/>
                </a:lnTo>
                <a:lnTo>
                  <a:pt x="4283" y="2149"/>
                </a:lnTo>
                <a:lnTo>
                  <a:pt x="4283" y="2150"/>
                </a:lnTo>
                <a:lnTo>
                  <a:pt x="4284" y="2150"/>
                </a:lnTo>
                <a:lnTo>
                  <a:pt x="4285" y="2150"/>
                </a:lnTo>
                <a:lnTo>
                  <a:pt x="4285" y="2151"/>
                </a:lnTo>
                <a:lnTo>
                  <a:pt x="4286" y="2151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2"/>
                </a:lnTo>
                <a:lnTo>
                  <a:pt x="4298" y="2156"/>
                </a:lnTo>
                <a:lnTo>
                  <a:pt x="4296" y="2159"/>
                </a:lnTo>
                <a:lnTo>
                  <a:pt x="4297" y="2159"/>
                </a:lnTo>
                <a:lnTo>
                  <a:pt x="4298" y="2159"/>
                </a:lnTo>
                <a:lnTo>
                  <a:pt x="4300" y="2157"/>
                </a:lnTo>
                <a:lnTo>
                  <a:pt x="4303" y="2159"/>
                </a:lnTo>
                <a:lnTo>
                  <a:pt x="4303" y="2160"/>
                </a:lnTo>
                <a:lnTo>
                  <a:pt x="4305" y="2161"/>
                </a:lnTo>
                <a:lnTo>
                  <a:pt x="4306" y="2160"/>
                </a:lnTo>
                <a:lnTo>
                  <a:pt x="4307" y="2160"/>
                </a:lnTo>
                <a:lnTo>
                  <a:pt x="4309" y="2161"/>
                </a:lnTo>
                <a:lnTo>
                  <a:pt x="4310" y="2161"/>
                </a:lnTo>
                <a:lnTo>
                  <a:pt x="4313" y="2163"/>
                </a:lnTo>
                <a:lnTo>
                  <a:pt x="4314" y="2164"/>
                </a:lnTo>
                <a:lnTo>
                  <a:pt x="4316" y="2165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8"/>
                </a:lnTo>
                <a:lnTo>
                  <a:pt x="4317" y="2170"/>
                </a:lnTo>
                <a:lnTo>
                  <a:pt x="4317" y="2171"/>
                </a:lnTo>
                <a:lnTo>
                  <a:pt x="4317" y="2173"/>
                </a:lnTo>
                <a:lnTo>
                  <a:pt x="4318" y="2174"/>
                </a:lnTo>
                <a:lnTo>
                  <a:pt x="4318" y="2175"/>
                </a:lnTo>
                <a:lnTo>
                  <a:pt x="4319" y="2175"/>
                </a:lnTo>
                <a:lnTo>
                  <a:pt x="4319" y="2178"/>
                </a:lnTo>
                <a:lnTo>
                  <a:pt x="4319" y="2179"/>
                </a:lnTo>
                <a:lnTo>
                  <a:pt x="4320" y="2179"/>
                </a:lnTo>
                <a:lnTo>
                  <a:pt x="4320" y="2180"/>
                </a:lnTo>
                <a:lnTo>
                  <a:pt x="4320" y="2181"/>
                </a:lnTo>
                <a:lnTo>
                  <a:pt x="4321" y="2182"/>
                </a:lnTo>
                <a:lnTo>
                  <a:pt x="4322" y="2183"/>
                </a:lnTo>
                <a:lnTo>
                  <a:pt x="4323" y="2183"/>
                </a:lnTo>
                <a:lnTo>
                  <a:pt x="4323" y="2184"/>
                </a:lnTo>
                <a:lnTo>
                  <a:pt x="4323" y="2185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6"/>
                </a:lnTo>
                <a:lnTo>
                  <a:pt x="4316" y="2185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4" y="2186"/>
                </a:lnTo>
                <a:lnTo>
                  <a:pt x="4313" y="2186"/>
                </a:lnTo>
                <a:lnTo>
                  <a:pt x="4312" y="2186"/>
                </a:lnTo>
                <a:lnTo>
                  <a:pt x="4313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7" y="2186"/>
                </a:lnTo>
                <a:lnTo>
                  <a:pt x="4317" y="2187"/>
                </a:lnTo>
                <a:lnTo>
                  <a:pt x="4317" y="2189"/>
                </a:lnTo>
                <a:lnTo>
                  <a:pt x="4318" y="2189"/>
                </a:lnTo>
                <a:lnTo>
                  <a:pt x="4318" y="2190"/>
                </a:lnTo>
                <a:lnTo>
                  <a:pt x="4319" y="2190"/>
                </a:lnTo>
                <a:lnTo>
                  <a:pt x="4320" y="2190"/>
                </a:lnTo>
                <a:lnTo>
                  <a:pt x="4321" y="2191"/>
                </a:lnTo>
                <a:lnTo>
                  <a:pt x="4322" y="2190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1"/>
                </a:lnTo>
                <a:lnTo>
                  <a:pt x="4326" y="2192"/>
                </a:lnTo>
                <a:lnTo>
                  <a:pt x="4327" y="2193"/>
                </a:lnTo>
                <a:lnTo>
                  <a:pt x="4326" y="2195"/>
                </a:lnTo>
                <a:lnTo>
                  <a:pt x="4327" y="2195"/>
                </a:lnTo>
                <a:lnTo>
                  <a:pt x="4328" y="2196"/>
                </a:lnTo>
                <a:lnTo>
                  <a:pt x="4329" y="2196"/>
                </a:lnTo>
                <a:lnTo>
                  <a:pt x="4330" y="2197"/>
                </a:lnTo>
                <a:lnTo>
                  <a:pt x="4331" y="2197"/>
                </a:lnTo>
                <a:lnTo>
                  <a:pt x="4332" y="2195"/>
                </a:lnTo>
                <a:lnTo>
                  <a:pt x="4334" y="2196"/>
                </a:lnTo>
                <a:lnTo>
                  <a:pt x="4342" y="2199"/>
                </a:lnTo>
                <a:lnTo>
                  <a:pt x="4346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6" y="2205"/>
                </a:lnTo>
                <a:lnTo>
                  <a:pt x="4347" y="2206"/>
                </a:lnTo>
                <a:lnTo>
                  <a:pt x="4348" y="2206"/>
                </a:lnTo>
                <a:lnTo>
                  <a:pt x="4349" y="2207"/>
                </a:lnTo>
                <a:lnTo>
                  <a:pt x="4351" y="2208"/>
                </a:lnTo>
                <a:lnTo>
                  <a:pt x="4352" y="2210"/>
                </a:lnTo>
                <a:lnTo>
                  <a:pt x="4352" y="2211"/>
                </a:lnTo>
                <a:lnTo>
                  <a:pt x="4353" y="2210"/>
                </a:lnTo>
                <a:lnTo>
                  <a:pt x="4354" y="2211"/>
                </a:lnTo>
                <a:lnTo>
                  <a:pt x="4358" y="2220"/>
                </a:lnTo>
                <a:lnTo>
                  <a:pt x="4358" y="2221"/>
                </a:lnTo>
                <a:lnTo>
                  <a:pt x="4358" y="2223"/>
                </a:lnTo>
                <a:lnTo>
                  <a:pt x="4359" y="2223"/>
                </a:lnTo>
                <a:lnTo>
                  <a:pt x="4359" y="2224"/>
                </a:lnTo>
                <a:lnTo>
                  <a:pt x="4359" y="2225"/>
                </a:lnTo>
                <a:lnTo>
                  <a:pt x="4360" y="2225"/>
                </a:lnTo>
                <a:lnTo>
                  <a:pt x="4360" y="2226"/>
                </a:lnTo>
                <a:lnTo>
                  <a:pt x="4360" y="2227"/>
                </a:lnTo>
                <a:lnTo>
                  <a:pt x="4361" y="2227"/>
                </a:lnTo>
                <a:lnTo>
                  <a:pt x="4361" y="2228"/>
                </a:lnTo>
                <a:lnTo>
                  <a:pt x="4361" y="2229"/>
                </a:lnTo>
                <a:lnTo>
                  <a:pt x="4362" y="2230"/>
                </a:lnTo>
                <a:lnTo>
                  <a:pt x="4362" y="2231"/>
                </a:lnTo>
                <a:lnTo>
                  <a:pt x="4363" y="2231"/>
                </a:lnTo>
                <a:lnTo>
                  <a:pt x="4363" y="2233"/>
                </a:lnTo>
                <a:lnTo>
                  <a:pt x="4363" y="2234"/>
                </a:lnTo>
                <a:lnTo>
                  <a:pt x="4363" y="2235"/>
                </a:lnTo>
                <a:lnTo>
                  <a:pt x="4362" y="2237"/>
                </a:lnTo>
                <a:lnTo>
                  <a:pt x="4361" y="2237"/>
                </a:lnTo>
                <a:lnTo>
                  <a:pt x="4360" y="2238"/>
                </a:lnTo>
                <a:lnTo>
                  <a:pt x="4359" y="2238"/>
                </a:lnTo>
                <a:lnTo>
                  <a:pt x="4359" y="2241"/>
                </a:lnTo>
                <a:lnTo>
                  <a:pt x="4359" y="2244"/>
                </a:lnTo>
                <a:lnTo>
                  <a:pt x="4359" y="2246"/>
                </a:lnTo>
                <a:lnTo>
                  <a:pt x="4359" y="2249"/>
                </a:lnTo>
                <a:lnTo>
                  <a:pt x="4360" y="2249"/>
                </a:lnTo>
                <a:lnTo>
                  <a:pt x="4362" y="2250"/>
                </a:lnTo>
                <a:lnTo>
                  <a:pt x="4366" y="2253"/>
                </a:lnTo>
                <a:lnTo>
                  <a:pt x="4367" y="2254"/>
                </a:lnTo>
                <a:lnTo>
                  <a:pt x="4368" y="2255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60"/>
                </a:lnTo>
                <a:lnTo>
                  <a:pt x="4368" y="2261"/>
                </a:lnTo>
                <a:lnTo>
                  <a:pt x="4367" y="2261"/>
                </a:lnTo>
                <a:lnTo>
                  <a:pt x="4366" y="2261"/>
                </a:lnTo>
                <a:lnTo>
                  <a:pt x="4363" y="2263"/>
                </a:lnTo>
                <a:lnTo>
                  <a:pt x="4359" y="2264"/>
                </a:lnTo>
                <a:lnTo>
                  <a:pt x="4359" y="2265"/>
                </a:lnTo>
                <a:lnTo>
                  <a:pt x="4359" y="2272"/>
                </a:lnTo>
                <a:lnTo>
                  <a:pt x="4362" y="2274"/>
                </a:lnTo>
                <a:lnTo>
                  <a:pt x="4361" y="2276"/>
                </a:lnTo>
                <a:lnTo>
                  <a:pt x="4363" y="2276"/>
                </a:lnTo>
                <a:lnTo>
                  <a:pt x="4368" y="2277"/>
                </a:lnTo>
                <a:lnTo>
                  <a:pt x="4375" y="2278"/>
                </a:lnTo>
                <a:lnTo>
                  <a:pt x="4374" y="2281"/>
                </a:lnTo>
                <a:lnTo>
                  <a:pt x="4371" y="2280"/>
                </a:lnTo>
                <a:lnTo>
                  <a:pt x="4368" y="2279"/>
                </a:lnTo>
                <a:lnTo>
                  <a:pt x="4367" y="2279"/>
                </a:lnTo>
                <a:lnTo>
                  <a:pt x="4365" y="2279"/>
                </a:lnTo>
                <a:lnTo>
                  <a:pt x="4360" y="2279"/>
                </a:lnTo>
                <a:lnTo>
                  <a:pt x="4357" y="2279"/>
                </a:lnTo>
                <a:lnTo>
                  <a:pt x="4356" y="2279"/>
                </a:lnTo>
                <a:lnTo>
                  <a:pt x="4357" y="2280"/>
                </a:lnTo>
                <a:lnTo>
                  <a:pt x="4357" y="2283"/>
                </a:lnTo>
                <a:lnTo>
                  <a:pt x="4356" y="2284"/>
                </a:lnTo>
                <a:lnTo>
                  <a:pt x="4355" y="2285"/>
                </a:lnTo>
                <a:lnTo>
                  <a:pt x="4355" y="2286"/>
                </a:lnTo>
                <a:lnTo>
                  <a:pt x="4354" y="2286"/>
                </a:lnTo>
                <a:lnTo>
                  <a:pt x="4353" y="2285"/>
                </a:lnTo>
                <a:lnTo>
                  <a:pt x="4351" y="2286"/>
                </a:lnTo>
                <a:lnTo>
                  <a:pt x="4349" y="2287"/>
                </a:lnTo>
                <a:lnTo>
                  <a:pt x="4350" y="2287"/>
                </a:lnTo>
                <a:lnTo>
                  <a:pt x="4351" y="2289"/>
                </a:lnTo>
                <a:lnTo>
                  <a:pt x="4353" y="2292"/>
                </a:lnTo>
                <a:lnTo>
                  <a:pt x="4354" y="2292"/>
                </a:lnTo>
                <a:lnTo>
                  <a:pt x="4355" y="2293"/>
                </a:lnTo>
                <a:lnTo>
                  <a:pt x="4359" y="2296"/>
                </a:lnTo>
                <a:lnTo>
                  <a:pt x="4357" y="2297"/>
                </a:lnTo>
                <a:lnTo>
                  <a:pt x="4357" y="2298"/>
                </a:lnTo>
                <a:lnTo>
                  <a:pt x="4358" y="2298"/>
                </a:lnTo>
                <a:lnTo>
                  <a:pt x="4360" y="2302"/>
                </a:lnTo>
                <a:lnTo>
                  <a:pt x="4364" y="2308"/>
                </a:lnTo>
                <a:lnTo>
                  <a:pt x="4364" y="2309"/>
                </a:lnTo>
                <a:lnTo>
                  <a:pt x="4365" y="2309"/>
                </a:lnTo>
                <a:lnTo>
                  <a:pt x="4368" y="2317"/>
                </a:lnTo>
                <a:lnTo>
                  <a:pt x="4367" y="2321"/>
                </a:lnTo>
                <a:lnTo>
                  <a:pt x="4367" y="2322"/>
                </a:lnTo>
                <a:lnTo>
                  <a:pt x="4365" y="2322"/>
                </a:lnTo>
                <a:lnTo>
                  <a:pt x="4362" y="2323"/>
                </a:lnTo>
                <a:lnTo>
                  <a:pt x="4362" y="2324"/>
                </a:lnTo>
                <a:lnTo>
                  <a:pt x="4360" y="2325"/>
                </a:lnTo>
                <a:lnTo>
                  <a:pt x="4359" y="2325"/>
                </a:lnTo>
                <a:lnTo>
                  <a:pt x="4356" y="2324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2" y="2325"/>
                </a:lnTo>
                <a:lnTo>
                  <a:pt x="4349" y="2325"/>
                </a:lnTo>
                <a:lnTo>
                  <a:pt x="4349" y="2324"/>
                </a:lnTo>
                <a:lnTo>
                  <a:pt x="4346" y="2324"/>
                </a:lnTo>
                <a:lnTo>
                  <a:pt x="4345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6"/>
                </a:lnTo>
                <a:lnTo>
                  <a:pt x="4337" y="2325"/>
                </a:lnTo>
                <a:lnTo>
                  <a:pt x="4336" y="2326"/>
                </a:lnTo>
                <a:lnTo>
                  <a:pt x="4335" y="2326"/>
                </a:lnTo>
                <a:lnTo>
                  <a:pt x="4333" y="2327"/>
                </a:lnTo>
                <a:lnTo>
                  <a:pt x="4331" y="2327"/>
                </a:lnTo>
                <a:lnTo>
                  <a:pt x="4328" y="2328"/>
                </a:lnTo>
                <a:lnTo>
                  <a:pt x="4327" y="2328"/>
                </a:lnTo>
                <a:lnTo>
                  <a:pt x="4326" y="2328"/>
                </a:lnTo>
                <a:lnTo>
                  <a:pt x="4326" y="2329"/>
                </a:lnTo>
                <a:lnTo>
                  <a:pt x="4324" y="2330"/>
                </a:lnTo>
                <a:lnTo>
                  <a:pt x="4323" y="2331"/>
                </a:lnTo>
                <a:lnTo>
                  <a:pt x="4321" y="2332"/>
                </a:lnTo>
                <a:lnTo>
                  <a:pt x="4318" y="2333"/>
                </a:lnTo>
                <a:lnTo>
                  <a:pt x="4317" y="2334"/>
                </a:lnTo>
                <a:lnTo>
                  <a:pt x="4316" y="2334"/>
                </a:lnTo>
                <a:lnTo>
                  <a:pt x="4315" y="2336"/>
                </a:lnTo>
                <a:lnTo>
                  <a:pt x="4314" y="2336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7" y="2340"/>
                </a:lnTo>
                <a:lnTo>
                  <a:pt x="4306" y="2340"/>
                </a:lnTo>
                <a:lnTo>
                  <a:pt x="4304" y="2341"/>
                </a:lnTo>
                <a:lnTo>
                  <a:pt x="4303" y="2341"/>
                </a:lnTo>
                <a:lnTo>
                  <a:pt x="4303" y="2343"/>
                </a:lnTo>
                <a:lnTo>
                  <a:pt x="4301" y="2360"/>
                </a:lnTo>
                <a:lnTo>
                  <a:pt x="4301" y="2361"/>
                </a:lnTo>
                <a:lnTo>
                  <a:pt x="4301" y="2365"/>
                </a:lnTo>
                <a:lnTo>
                  <a:pt x="4301" y="2367"/>
                </a:lnTo>
                <a:lnTo>
                  <a:pt x="4300" y="2374"/>
                </a:lnTo>
                <a:lnTo>
                  <a:pt x="4304" y="2374"/>
                </a:lnTo>
                <a:lnTo>
                  <a:pt x="4304" y="2370"/>
                </a:lnTo>
                <a:lnTo>
                  <a:pt x="4307" y="2371"/>
                </a:lnTo>
                <a:lnTo>
                  <a:pt x="4310" y="2372"/>
                </a:lnTo>
                <a:lnTo>
                  <a:pt x="4314" y="2375"/>
                </a:lnTo>
                <a:lnTo>
                  <a:pt x="4313" y="2377"/>
                </a:lnTo>
                <a:lnTo>
                  <a:pt x="4316" y="2379"/>
                </a:lnTo>
                <a:lnTo>
                  <a:pt x="4317" y="2380"/>
                </a:lnTo>
                <a:lnTo>
                  <a:pt x="4319" y="2381"/>
                </a:lnTo>
                <a:lnTo>
                  <a:pt x="4322" y="2383"/>
                </a:lnTo>
                <a:lnTo>
                  <a:pt x="4323" y="2386"/>
                </a:lnTo>
                <a:lnTo>
                  <a:pt x="4324" y="2386"/>
                </a:lnTo>
                <a:lnTo>
                  <a:pt x="4327" y="2389"/>
                </a:lnTo>
                <a:lnTo>
                  <a:pt x="4328" y="2391"/>
                </a:lnTo>
                <a:lnTo>
                  <a:pt x="4329" y="2394"/>
                </a:lnTo>
                <a:lnTo>
                  <a:pt x="4331" y="2396"/>
                </a:lnTo>
                <a:lnTo>
                  <a:pt x="4333" y="2400"/>
                </a:lnTo>
                <a:lnTo>
                  <a:pt x="4333" y="2401"/>
                </a:lnTo>
                <a:lnTo>
                  <a:pt x="4336" y="2404"/>
                </a:lnTo>
                <a:lnTo>
                  <a:pt x="4336" y="2406"/>
                </a:lnTo>
                <a:lnTo>
                  <a:pt x="4337" y="2406"/>
                </a:lnTo>
                <a:lnTo>
                  <a:pt x="4337" y="2405"/>
                </a:lnTo>
                <a:lnTo>
                  <a:pt x="4338" y="2405"/>
                </a:lnTo>
                <a:lnTo>
                  <a:pt x="4341" y="2410"/>
                </a:lnTo>
                <a:lnTo>
                  <a:pt x="4340" y="2411"/>
                </a:lnTo>
                <a:lnTo>
                  <a:pt x="4341" y="2411"/>
                </a:lnTo>
                <a:lnTo>
                  <a:pt x="4341" y="2412"/>
                </a:lnTo>
                <a:lnTo>
                  <a:pt x="4342" y="2412"/>
                </a:lnTo>
                <a:lnTo>
                  <a:pt x="4344" y="2413"/>
                </a:lnTo>
                <a:lnTo>
                  <a:pt x="4345" y="2413"/>
                </a:lnTo>
                <a:lnTo>
                  <a:pt x="4346" y="2414"/>
                </a:lnTo>
                <a:lnTo>
                  <a:pt x="4347" y="2413"/>
                </a:lnTo>
                <a:lnTo>
                  <a:pt x="4348" y="2414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5"/>
                </a:lnTo>
                <a:lnTo>
                  <a:pt x="4352" y="2415"/>
                </a:lnTo>
                <a:lnTo>
                  <a:pt x="4352" y="2416"/>
                </a:lnTo>
                <a:lnTo>
                  <a:pt x="4353" y="2416"/>
                </a:lnTo>
                <a:lnTo>
                  <a:pt x="4353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8"/>
                </a:lnTo>
                <a:lnTo>
                  <a:pt x="4357" y="2418"/>
                </a:lnTo>
                <a:lnTo>
                  <a:pt x="4359" y="2419"/>
                </a:lnTo>
                <a:lnTo>
                  <a:pt x="4360" y="2419"/>
                </a:lnTo>
                <a:lnTo>
                  <a:pt x="4362" y="2419"/>
                </a:lnTo>
                <a:lnTo>
                  <a:pt x="4363" y="2421"/>
                </a:lnTo>
                <a:lnTo>
                  <a:pt x="4364" y="2422"/>
                </a:lnTo>
                <a:lnTo>
                  <a:pt x="4364" y="2423"/>
                </a:lnTo>
                <a:lnTo>
                  <a:pt x="4365" y="2423"/>
                </a:lnTo>
                <a:lnTo>
                  <a:pt x="4366" y="2423"/>
                </a:lnTo>
                <a:lnTo>
                  <a:pt x="4369" y="2423"/>
                </a:lnTo>
                <a:lnTo>
                  <a:pt x="4370" y="2423"/>
                </a:lnTo>
                <a:lnTo>
                  <a:pt x="4371" y="2423"/>
                </a:lnTo>
                <a:lnTo>
                  <a:pt x="4371" y="2424"/>
                </a:lnTo>
                <a:lnTo>
                  <a:pt x="4372" y="2424"/>
                </a:lnTo>
                <a:lnTo>
                  <a:pt x="4372" y="2423"/>
                </a:lnTo>
                <a:lnTo>
                  <a:pt x="4372" y="2422"/>
                </a:lnTo>
                <a:lnTo>
                  <a:pt x="4373" y="2423"/>
                </a:lnTo>
                <a:lnTo>
                  <a:pt x="4374" y="2423"/>
                </a:lnTo>
                <a:lnTo>
                  <a:pt x="4375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2"/>
                </a:lnTo>
                <a:lnTo>
                  <a:pt x="4379" y="2421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2" y="2424"/>
                </a:lnTo>
                <a:lnTo>
                  <a:pt x="4381" y="2424"/>
                </a:lnTo>
                <a:lnTo>
                  <a:pt x="4380" y="2424"/>
                </a:lnTo>
                <a:lnTo>
                  <a:pt x="4380" y="2425"/>
                </a:lnTo>
                <a:lnTo>
                  <a:pt x="4379" y="2425"/>
                </a:lnTo>
                <a:lnTo>
                  <a:pt x="4378" y="2426"/>
                </a:lnTo>
                <a:lnTo>
                  <a:pt x="4377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5" y="2428"/>
                </a:lnTo>
                <a:lnTo>
                  <a:pt x="4374" y="2428"/>
                </a:lnTo>
                <a:lnTo>
                  <a:pt x="4373" y="2428"/>
                </a:lnTo>
                <a:lnTo>
                  <a:pt x="4373" y="2429"/>
                </a:lnTo>
                <a:lnTo>
                  <a:pt x="4372" y="2429"/>
                </a:lnTo>
                <a:lnTo>
                  <a:pt x="4370" y="2429"/>
                </a:lnTo>
                <a:lnTo>
                  <a:pt x="4370" y="2430"/>
                </a:lnTo>
                <a:lnTo>
                  <a:pt x="4369" y="2430"/>
                </a:lnTo>
                <a:lnTo>
                  <a:pt x="4368" y="2430"/>
                </a:lnTo>
                <a:lnTo>
                  <a:pt x="4367" y="2431"/>
                </a:lnTo>
                <a:lnTo>
                  <a:pt x="4367" y="2432"/>
                </a:lnTo>
                <a:lnTo>
                  <a:pt x="4365" y="2433"/>
                </a:lnTo>
                <a:lnTo>
                  <a:pt x="4364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60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3"/>
                </a:lnTo>
                <a:lnTo>
                  <a:pt x="4356" y="2443"/>
                </a:lnTo>
                <a:lnTo>
                  <a:pt x="4355" y="2444"/>
                </a:lnTo>
                <a:lnTo>
                  <a:pt x="4354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7" y="2451"/>
                </a:lnTo>
                <a:lnTo>
                  <a:pt x="4347" y="2452"/>
                </a:lnTo>
                <a:lnTo>
                  <a:pt x="4345" y="2453"/>
                </a:lnTo>
                <a:lnTo>
                  <a:pt x="4344" y="2454"/>
                </a:lnTo>
                <a:lnTo>
                  <a:pt x="4344" y="2455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6"/>
                </a:lnTo>
                <a:lnTo>
                  <a:pt x="4341" y="2456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8" y="2457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9"/>
                </a:lnTo>
                <a:lnTo>
                  <a:pt x="4333" y="2458"/>
                </a:lnTo>
                <a:lnTo>
                  <a:pt x="4332" y="2458"/>
                </a:lnTo>
                <a:lnTo>
                  <a:pt x="4331" y="2458"/>
                </a:lnTo>
                <a:lnTo>
                  <a:pt x="4330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1"/>
                </a:lnTo>
                <a:lnTo>
                  <a:pt x="4327" y="2462"/>
                </a:lnTo>
                <a:lnTo>
                  <a:pt x="4326" y="2462"/>
                </a:lnTo>
                <a:lnTo>
                  <a:pt x="4327" y="2461"/>
                </a:lnTo>
                <a:lnTo>
                  <a:pt x="4326" y="2460"/>
                </a:lnTo>
                <a:lnTo>
                  <a:pt x="4323" y="2461"/>
                </a:lnTo>
                <a:lnTo>
                  <a:pt x="4322" y="2461"/>
                </a:lnTo>
                <a:lnTo>
                  <a:pt x="4321" y="2461"/>
                </a:lnTo>
                <a:lnTo>
                  <a:pt x="4320" y="2462"/>
                </a:lnTo>
                <a:lnTo>
                  <a:pt x="4321" y="2462"/>
                </a:lnTo>
                <a:lnTo>
                  <a:pt x="4321" y="2463"/>
                </a:lnTo>
                <a:lnTo>
                  <a:pt x="4320" y="2465"/>
                </a:lnTo>
                <a:lnTo>
                  <a:pt x="4319" y="2465"/>
                </a:lnTo>
                <a:lnTo>
                  <a:pt x="4318" y="2466"/>
                </a:lnTo>
                <a:lnTo>
                  <a:pt x="4318" y="2467"/>
                </a:lnTo>
                <a:lnTo>
                  <a:pt x="4319" y="2467"/>
                </a:lnTo>
                <a:lnTo>
                  <a:pt x="4320" y="2467"/>
                </a:lnTo>
                <a:lnTo>
                  <a:pt x="4320" y="2468"/>
                </a:lnTo>
                <a:lnTo>
                  <a:pt x="4320" y="2469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1"/>
                </a:lnTo>
                <a:lnTo>
                  <a:pt x="4319" y="2471"/>
                </a:lnTo>
                <a:lnTo>
                  <a:pt x="4319" y="2472"/>
                </a:lnTo>
                <a:lnTo>
                  <a:pt x="4320" y="2472"/>
                </a:lnTo>
                <a:lnTo>
                  <a:pt x="4321" y="2471"/>
                </a:lnTo>
                <a:lnTo>
                  <a:pt x="4322" y="2471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3" y="2468"/>
                </a:lnTo>
                <a:lnTo>
                  <a:pt x="4323" y="2467"/>
                </a:lnTo>
                <a:lnTo>
                  <a:pt x="4323" y="2466"/>
                </a:lnTo>
                <a:lnTo>
                  <a:pt x="4323" y="2465"/>
                </a:lnTo>
                <a:lnTo>
                  <a:pt x="4324" y="2465"/>
                </a:lnTo>
                <a:lnTo>
                  <a:pt x="4325" y="2465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5"/>
                </a:lnTo>
                <a:lnTo>
                  <a:pt x="4328" y="2466"/>
                </a:lnTo>
                <a:lnTo>
                  <a:pt x="4328" y="2467"/>
                </a:lnTo>
                <a:lnTo>
                  <a:pt x="4327" y="2467"/>
                </a:lnTo>
                <a:lnTo>
                  <a:pt x="4327" y="2468"/>
                </a:lnTo>
                <a:lnTo>
                  <a:pt x="4326" y="2468"/>
                </a:lnTo>
                <a:lnTo>
                  <a:pt x="4327" y="2468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6" y="2471"/>
                </a:lnTo>
                <a:lnTo>
                  <a:pt x="4325" y="2471"/>
                </a:lnTo>
                <a:lnTo>
                  <a:pt x="4324" y="2472"/>
                </a:lnTo>
                <a:lnTo>
                  <a:pt x="4324" y="2474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2"/>
                </a:lnTo>
                <a:lnTo>
                  <a:pt x="4328" y="2471"/>
                </a:lnTo>
                <a:lnTo>
                  <a:pt x="4328" y="2470"/>
                </a:lnTo>
                <a:lnTo>
                  <a:pt x="4328" y="2469"/>
                </a:lnTo>
                <a:lnTo>
                  <a:pt x="4329" y="2469"/>
                </a:lnTo>
                <a:lnTo>
                  <a:pt x="4329" y="2468"/>
                </a:lnTo>
                <a:lnTo>
                  <a:pt x="4329" y="2467"/>
                </a:lnTo>
                <a:lnTo>
                  <a:pt x="4330" y="2467"/>
                </a:lnTo>
                <a:lnTo>
                  <a:pt x="4331" y="2466"/>
                </a:lnTo>
                <a:lnTo>
                  <a:pt x="4331" y="2465"/>
                </a:lnTo>
                <a:lnTo>
                  <a:pt x="4332" y="2465"/>
                </a:lnTo>
                <a:lnTo>
                  <a:pt x="4333" y="2465"/>
                </a:lnTo>
                <a:lnTo>
                  <a:pt x="4336" y="2463"/>
                </a:lnTo>
                <a:lnTo>
                  <a:pt x="4337" y="2463"/>
                </a:lnTo>
                <a:lnTo>
                  <a:pt x="4338" y="2463"/>
                </a:lnTo>
                <a:lnTo>
                  <a:pt x="4339" y="2462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60"/>
                </a:lnTo>
                <a:lnTo>
                  <a:pt x="4342" y="2459"/>
                </a:lnTo>
                <a:lnTo>
                  <a:pt x="4342" y="2460"/>
                </a:lnTo>
                <a:lnTo>
                  <a:pt x="4343" y="2460"/>
                </a:lnTo>
                <a:lnTo>
                  <a:pt x="4343" y="2459"/>
                </a:lnTo>
                <a:lnTo>
                  <a:pt x="4344" y="2459"/>
                </a:lnTo>
                <a:lnTo>
                  <a:pt x="4345" y="2459"/>
                </a:lnTo>
                <a:lnTo>
                  <a:pt x="4345" y="2458"/>
                </a:lnTo>
                <a:lnTo>
                  <a:pt x="4346" y="2459"/>
                </a:lnTo>
                <a:lnTo>
                  <a:pt x="4347" y="2460"/>
                </a:lnTo>
                <a:lnTo>
                  <a:pt x="4348" y="2460"/>
                </a:lnTo>
                <a:lnTo>
                  <a:pt x="4348" y="2459"/>
                </a:lnTo>
                <a:lnTo>
                  <a:pt x="4349" y="2459"/>
                </a:lnTo>
                <a:lnTo>
                  <a:pt x="4348" y="2459"/>
                </a:lnTo>
                <a:lnTo>
                  <a:pt x="4349" y="2459"/>
                </a:lnTo>
                <a:lnTo>
                  <a:pt x="4350" y="2459"/>
                </a:lnTo>
                <a:lnTo>
                  <a:pt x="4349" y="2460"/>
                </a:lnTo>
                <a:lnTo>
                  <a:pt x="4349" y="2461"/>
                </a:lnTo>
                <a:lnTo>
                  <a:pt x="4348" y="2462"/>
                </a:lnTo>
                <a:lnTo>
                  <a:pt x="4348" y="2464"/>
                </a:lnTo>
                <a:lnTo>
                  <a:pt x="4349" y="2465"/>
                </a:lnTo>
                <a:lnTo>
                  <a:pt x="4349" y="2466"/>
                </a:lnTo>
                <a:lnTo>
                  <a:pt x="4350" y="2466"/>
                </a:lnTo>
                <a:lnTo>
                  <a:pt x="4351" y="2466"/>
                </a:lnTo>
                <a:lnTo>
                  <a:pt x="4351" y="2465"/>
                </a:lnTo>
                <a:lnTo>
                  <a:pt x="4352" y="2465"/>
                </a:lnTo>
                <a:lnTo>
                  <a:pt x="4353" y="2464"/>
                </a:lnTo>
                <a:lnTo>
                  <a:pt x="4354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2"/>
                </a:lnTo>
                <a:lnTo>
                  <a:pt x="4354" y="2461"/>
                </a:lnTo>
                <a:lnTo>
                  <a:pt x="4354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5" y="2459"/>
                </a:lnTo>
                <a:lnTo>
                  <a:pt x="4355" y="2458"/>
                </a:lnTo>
                <a:lnTo>
                  <a:pt x="4354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7" y="2458"/>
                </a:lnTo>
                <a:lnTo>
                  <a:pt x="4347" y="2457"/>
                </a:lnTo>
                <a:lnTo>
                  <a:pt x="4347" y="2456"/>
                </a:lnTo>
                <a:lnTo>
                  <a:pt x="4348" y="2456"/>
                </a:lnTo>
                <a:lnTo>
                  <a:pt x="4349" y="2455"/>
                </a:lnTo>
                <a:lnTo>
                  <a:pt x="4350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1" y="2452"/>
                </a:lnTo>
                <a:lnTo>
                  <a:pt x="4352" y="2452"/>
                </a:lnTo>
                <a:lnTo>
                  <a:pt x="4354" y="2452"/>
                </a:lnTo>
                <a:lnTo>
                  <a:pt x="4354" y="2451"/>
                </a:lnTo>
                <a:lnTo>
                  <a:pt x="4355" y="2451"/>
                </a:lnTo>
                <a:lnTo>
                  <a:pt x="4357" y="2451"/>
                </a:lnTo>
                <a:lnTo>
                  <a:pt x="4357" y="2450"/>
                </a:lnTo>
                <a:lnTo>
                  <a:pt x="4358" y="2450"/>
                </a:lnTo>
                <a:lnTo>
                  <a:pt x="4357" y="2450"/>
                </a:lnTo>
                <a:lnTo>
                  <a:pt x="4358" y="2450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0"/>
                </a:lnTo>
                <a:lnTo>
                  <a:pt x="4362" y="2449"/>
                </a:lnTo>
                <a:lnTo>
                  <a:pt x="4362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4" y="2449"/>
                </a:lnTo>
                <a:lnTo>
                  <a:pt x="4365" y="2449"/>
                </a:lnTo>
                <a:lnTo>
                  <a:pt x="4366" y="2449"/>
                </a:lnTo>
                <a:lnTo>
                  <a:pt x="4366" y="2450"/>
                </a:lnTo>
                <a:lnTo>
                  <a:pt x="4366" y="2451"/>
                </a:lnTo>
                <a:lnTo>
                  <a:pt x="4366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7" y="2451"/>
                </a:lnTo>
                <a:lnTo>
                  <a:pt x="4368" y="2453"/>
                </a:lnTo>
                <a:lnTo>
                  <a:pt x="4368" y="2452"/>
                </a:lnTo>
                <a:lnTo>
                  <a:pt x="4369" y="2452"/>
                </a:lnTo>
                <a:lnTo>
                  <a:pt x="4369" y="2453"/>
                </a:lnTo>
                <a:lnTo>
                  <a:pt x="4369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8" y="2457"/>
                </a:lnTo>
                <a:lnTo>
                  <a:pt x="4369" y="2457"/>
                </a:lnTo>
                <a:lnTo>
                  <a:pt x="4369" y="2458"/>
                </a:lnTo>
                <a:lnTo>
                  <a:pt x="4368" y="2458"/>
                </a:lnTo>
                <a:lnTo>
                  <a:pt x="4366" y="2461"/>
                </a:lnTo>
                <a:lnTo>
                  <a:pt x="4366" y="2462"/>
                </a:lnTo>
                <a:lnTo>
                  <a:pt x="4366" y="2465"/>
                </a:lnTo>
                <a:lnTo>
                  <a:pt x="4367" y="2466"/>
                </a:lnTo>
                <a:lnTo>
                  <a:pt x="4368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7" y="2468"/>
                </a:lnTo>
                <a:lnTo>
                  <a:pt x="4368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6" y="2470"/>
                </a:lnTo>
                <a:lnTo>
                  <a:pt x="4367" y="2470"/>
                </a:lnTo>
                <a:lnTo>
                  <a:pt x="4367" y="2471"/>
                </a:lnTo>
                <a:lnTo>
                  <a:pt x="4364" y="2473"/>
                </a:lnTo>
                <a:lnTo>
                  <a:pt x="4364" y="2474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3" y="2477"/>
                </a:lnTo>
                <a:lnTo>
                  <a:pt x="4363" y="2478"/>
                </a:lnTo>
                <a:lnTo>
                  <a:pt x="4364" y="2479"/>
                </a:lnTo>
                <a:lnTo>
                  <a:pt x="4365" y="2479"/>
                </a:lnTo>
                <a:lnTo>
                  <a:pt x="4364" y="2481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3" y="2484"/>
                </a:lnTo>
                <a:lnTo>
                  <a:pt x="4363" y="2485"/>
                </a:lnTo>
                <a:lnTo>
                  <a:pt x="4365" y="2485"/>
                </a:lnTo>
                <a:lnTo>
                  <a:pt x="4366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8" y="2486"/>
                </a:lnTo>
                <a:lnTo>
                  <a:pt x="4367" y="2487"/>
                </a:lnTo>
                <a:lnTo>
                  <a:pt x="4367" y="2488"/>
                </a:lnTo>
                <a:lnTo>
                  <a:pt x="4366" y="2488"/>
                </a:lnTo>
                <a:lnTo>
                  <a:pt x="4366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7" y="2492"/>
                </a:lnTo>
                <a:lnTo>
                  <a:pt x="4366" y="2492"/>
                </a:lnTo>
                <a:lnTo>
                  <a:pt x="4366" y="2491"/>
                </a:lnTo>
                <a:lnTo>
                  <a:pt x="4366" y="2490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5" y="2493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4"/>
                </a:lnTo>
                <a:lnTo>
                  <a:pt x="4361" y="2495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6"/>
                </a:lnTo>
                <a:lnTo>
                  <a:pt x="4357" y="2496"/>
                </a:lnTo>
                <a:lnTo>
                  <a:pt x="4357" y="2497"/>
                </a:lnTo>
                <a:lnTo>
                  <a:pt x="4356" y="2497"/>
                </a:lnTo>
                <a:lnTo>
                  <a:pt x="4355" y="2498"/>
                </a:lnTo>
                <a:lnTo>
                  <a:pt x="4354" y="2498"/>
                </a:lnTo>
                <a:lnTo>
                  <a:pt x="4353" y="2498"/>
                </a:lnTo>
                <a:lnTo>
                  <a:pt x="4352" y="2498"/>
                </a:lnTo>
                <a:lnTo>
                  <a:pt x="4352" y="2497"/>
                </a:lnTo>
                <a:lnTo>
                  <a:pt x="4351" y="2497"/>
                </a:lnTo>
                <a:lnTo>
                  <a:pt x="4351" y="2496"/>
                </a:lnTo>
                <a:lnTo>
                  <a:pt x="4350" y="2496"/>
                </a:lnTo>
                <a:lnTo>
                  <a:pt x="4350" y="2495"/>
                </a:lnTo>
                <a:lnTo>
                  <a:pt x="4351" y="2494"/>
                </a:lnTo>
                <a:lnTo>
                  <a:pt x="4351" y="2493"/>
                </a:lnTo>
                <a:lnTo>
                  <a:pt x="4351" y="2491"/>
                </a:lnTo>
                <a:lnTo>
                  <a:pt x="4351" y="2490"/>
                </a:lnTo>
                <a:lnTo>
                  <a:pt x="4352" y="2488"/>
                </a:lnTo>
                <a:lnTo>
                  <a:pt x="4352" y="2487"/>
                </a:lnTo>
                <a:lnTo>
                  <a:pt x="4351" y="2487"/>
                </a:lnTo>
                <a:lnTo>
                  <a:pt x="4351" y="2486"/>
                </a:lnTo>
                <a:lnTo>
                  <a:pt x="4352" y="2485"/>
                </a:lnTo>
                <a:lnTo>
                  <a:pt x="4352" y="2484"/>
                </a:lnTo>
                <a:lnTo>
                  <a:pt x="4352" y="2483"/>
                </a:lnTo>
                <a:lnTo>
                  <a:pt x="4353" y="2482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1"/>
                </a:lnTo>
                <a:lnTo>
                  <a:pt x="4355" y="2480"/>
                </a:lnTo>
                <a:lnTo>
                  <a:pt x="4354" y="2480"/>
                </a:lnTo>
                <a:lnTo>
                  <a:pt x="4353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1" y="2481"/>
                </a:lnTo>
                <a:lnTo>
                  <a:pt x="4351" y="2480"/>
                </a:lnTo>
                <a:lnTo>
                  <a:pt x="4352" y="2480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6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49" y="2477"/>
                </a:lnTo>
                <a:lnTo>
                  <a:pt x="4349" y="2478"/>
                </a:lnTo>
                <a:lnTo>
                  <a:pt x="4350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0" y="2479"/>
                </a:lnTo>
                <a:lnTo>
                  <a:pt x="4350" y="2480"/>
                </a:lnTo>
                <a:lnTo>
                  <a:pt x="4350" y="2481"/>
                </a:lnTo>
                <a:lnTo>
                  <a:pt x="4351" y="2481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6"/>
                </a:lnTo>
                <a:lnTo>
                  <a:pt x="4350" y="2488"/>
                </a:lnTo>
                <a:lnTo>
                  <a:pt x="4350" y="2489"/>
                </a:lnTo>
                <a:lnTo>
                  <a:pt x="4349" y="2491"/>
                </a:lnTo>
                <a:lnTo>
                  <a:pt x="4349" y="2492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6"/>
                </a:lnTo>
                <a:lnTo>
                  <a:pt x="4348" y="2497"/>
                </a:lnTo>
                <a:lnTo>
                  <a:pt x="4348" y="2498"/>
                </a:lnTo>
                <a:lnTo>
                  <a:pt x="4347" y="2498"/>
                </a:lnTo>
                <a:lnTo>
                  <a:pt x="4347" y="2499"/>
                </a:lnTo>
                <a:lnTo>
                  <a:pt x="4346" y="2499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2" y="2500"/>
                </a:lnTo>
                <a:lnTo>
                  <a:pt x="4342" y="2499"/>
                </a:lnTo>
                <a:lnTo>
                  <a:pt x="4341" y="2499"/>
                </a:lnTo>
                <a:lnTo>
                  <a:pt x="4341" y="2498"/>
                </a:lnTo>
                <a:lnTo>
                  <a:pt x="4340" y="2498"/>
                </a:lnTo>
                <a:lnTo>
                  <a:pt x="4340" y="2497"/>
                </a:lnTo>
                <a:lnTo>
                  <a:pt x="4339" y="2497"/>
                </a:lnTo>
                <a:lnTo>
                  <a:pt x="4338" y="2495"/>
                </a:lnTo>
                <a:lnTo>
                  <a:pt x="4337" y="2495"/>
                </a:lnTo>
                <a:lnTo>
                  <a:pt x="4336" y="2495"/>
                </a:lnTo>
                <a:lnTo>
                  <a:pt x="4336" y="2494"/>
                </a:lnTo>
                <a:lnTo>
                  <a:pt x="4336" y="2493"/>
                </a:lnTo>
                <a:lnTo>
                  <a:pt x="4335" y="2492"/>
                </a:lnTo>
                <a:lnTo>
                  <a:pt x="4335" y="2491"/>
                </a:lnTo>
                <a:lnTo>
                  <a:pt x="4334" y="2490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6"/>
                </a:lnTo>
                <a:lnTo>
                  <a:pt x="4333" y="2486"/>
                </a:lnTo>
                <a:lnTo>
                  <a:pt x="4333" y="2487"/>
                </a:lnTo>
                <a:lnTo>
                  <a:pt x="4332" y="2487"/>
                </a:lnTo>
                <a:lnTo>
                  <a:pt x="4331" y="2487"/>
                </a:lnTo>
                <a:lnTo>
                  <a:pt x="4330" y="2486"/>
                </a:lnTo>
                <a:lnTo>
                  <a:pt x="4329" y="2485"/>
                </a:lnTo>
                <a:lnTo>
                  <a:pt x="4328" y="2485"/>
                </a:lnTo>
                <a:lnTo>
                  <a:pt x="4328" y="2486"/>
                </a:lnTo>
                <a:lnTo>
                  <a:pt x="4327" y="2486"/>
                </a:lnTo>
                <a:lnTo>
                  <a:pt x="4326" y="2486"/>
                </a:lnTo>
                <a:lnTo>
                  <a:pt x="4327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29" y="2487"/>
                </a:lnTo>
                <a:lnTo>
                  <a:pt x="4330" y="2487"/>
                </a:lnTo>
                <a:lnTo>
                  <a:pt x="4331" y="2488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2" y="2491"/>
                </a:lnTo>
                <a:lnTo>
                  <a:pt x="4331" y="2491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8" y="2492"/>
                </a:lnTo>
                <a:lnTo>
                  <a:pt x="4328" y="2493"/>
                </a:lnTo>
                <a:lnTo>
                  <a:pt x="4327" y="2493"/>
                </a:lnTo>
                <a:lnTo>
                  <a:pt x="4327" y="2495"/>
                </a:lnTo>
                <a:lnTo>
                  <a:pt x="4328" y="2495"/>
                </a:lnTo>
                <a:lnTo>
                  <a:pt x="4329" y="2496"/>
                </a:lnTo>
                <a:lnTo>
                  <a:pt x="4330" y="2497"/>
                </a:lnTo>
                <a:lnTo>
                  <a:pt x="4330" y="2496"/>
                </a:lnTo>
                <a:lnTo>
                  <a:pt x="4331" y="2496"/>
                </a:lnTo>
                <a:lnTo>
                  <a:pt x="4332" y="2496"/>
                </a:lnTo>
                <a:lnTo>
                  <a:pt x="4331" y="2497"/>
                </a:lnTo>
                <a:lnTo>
                  <a:pt x="4331" y="2498"/>
                </a:lnTo>
                <a:lnTo>
                  <a:pt x="4332" y="2498"/>
                </a:lnTo>
                <a:lnTo>
                  <a:pt x="4333" y="2498"/>
                </a:lnTo>
                <a:lnTo>
                  <a:pt x="4334" y="2498"/>
                </a:lnTo>
                <a:lnTo>
                  <a:pt x="4334" y="2499"/>
                </a:lnTo>
                <a:lnTo>
                  <a:pt x="4331" y="2500"/>
                </a:lnTo>
                <a:lnTo>
                  <a:pt x="4329" y="2499"/>
                </a:lnTo>
                <a:lnTo>
                  <a:pt x="4328" y="2499"/>
                </a:lnTo>
                <a:lnTo>
                  <a:pt x="4326" y="2499"/>
                </a:lnTo>
                <a:lnTo>
                  <a:pt x="4326" y="2498"/>
                </a:lnTo>
                <a:lnTo>
                  <a:pt x="4325" y="2498"/>
                </a:lnTo>
                <a:lnTo>
                  <a:pt x="4324" y="2498"/>
                </a:lnTo>
                <a:lnTo>
                  <a:pt x="4324" y="2497"/>
                </a:lnTo>
                <a:lnTo>
                  <a:pt x="4324" y="2496"/>
                </a:lnTo>
                <a:lnTo>
                  <a:pt x="4324" y="2497"/>
                </a:lnTo>
                <a:lnTo>
                  <a:pt x="4323" y="2497"/>
                </a:lnTo>
                <a:lnTo>
                  <a:pt x="4323" y="2498"/>
                </a:lnTo>
                <a:lnTo>
                  <a:pt x="4322" y="2498"/>
                </a:lnTo>
                <a:lnTo>
                  <a:pt x="4321" y="2497"/>
                </a:lnTo>
                <a:lnTo>
                  <a:pt x="4320" y="2497"/>
                </a:lnTo>
                <a:lnTo>
                  <a:pt x="4319" y="2497"/>
                </a:lnTo>
                <a:lnTo>
                  <a:pt x="4319" y="2498"/>
                </a:lnTo>
                <a:lnTo>
                  <a:pt x="4319" y="2497"/>
                </a:lnTo>
                <a:lnTo>
                  <a:pt x="4320" y="2498"/>
                </a:lnTo>
                <a:lnTo>
                  <a:pt x="4321" y="2498"/>
                </a:lnTo>
                <a:lnTo>
                  <a:pt x="4321" y="2499"/>
                </a:lnTo>
                <a:lnTo>
                  <a:pt x="4322" y="2499"/>
                </a:lnTo>
                <a:lnTo>
                  <a:pt x="4324" y="2500"/>
                </a:lnTo>
                <a:lnTo>
                  <a:pt x="4325" y="2500"/>
                </a:lnTo>
                <a:lnTo>
                  <a:pt x="4325" y="2501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2"/>
                </a:lnTo>
                <a:lnTo>
                  <a:pt x="4330" y="2502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3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7" y="2504"/>
                </a:lnTo>
                <a:lnTo>
                  <a:pt x="4336" y="2506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7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9"/>
                </a:lnTo>
                <a:lnTo>
                  <a:pt x="4332" y="2508"/>
                </a:lnTo>
                <a:lnTo>
                  <a:pt x="4330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09"/>
                </a:lnTo>
                <a:lnTo>
                  <a:pt x="4329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28" y="2514"/>
                </a:lnTo>
                <a:lnTo>
                  <a:pt x="4330" y="2513"/>
                </a:lnTo>
                <a:lnTo>
                  <a:pt x="4330" y="2512"/>
                </a:lnTo>
                <a:lnTo>
                  <a:pt x="4329" y="2511"/>
                </a:lnTo>
                <a:lnTo>
                  <a:pt x="4329" y="2509"/>
                </a:lnTo>
                <a:lnTo>
                  <a:pt x="4330" y="2509"/>
                </a:lnTo>
                <a:lnTo>
                  <a:pt x="4331" y="2509"/>
                </a:lnTo>
                <a:lnTo>
                  <a:pt x="4332" y="2509"/>
                </a:lnTo>
                <a:lnTo>
                  <a:pt x="4332" y="2510"/>
                </a:lnTo>
                <a:lnTo>
                  <a:pt x="4333" y="2510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7" y="2509"/>
                </a:lnTo>
                <a:lnTo>
                  <a:pt x="4338" y="2509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1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2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1" y="2512"/>
                </a:lnTo>
                <a:lnTo>
                  <a:pt x="4341" y="2513"/>
                </a:lnTo>
                <a:lnTo>
                  <a:pt x="4341" y="2515"/>
                </a:lnTo>
                <a:lnTo>
                  <a:pt x="4340" y="2515"/>
                </a:lnTo>
                <a:lnTo>
                  <a:pt x="4340" y="2516"/>
                </a:lnTo>
                <a:lnTo>
                  <a:pt x="4341" y="2517"/>
                </a:lnTo>
                <a:lnTo>
                  <a:pt x="4342" y="2518"/>
                </a:lnTo>
                <a:lnTo>
                  <a:pt x="4342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3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2" y="2522"/>
                </a:lnTo>
                <a:lnTo>
                  <a:pt x="4341" y="2522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4"/>
                </a:lnTo>
                <a:lnTo>
                  <a:pt x="4339" y="2523"/>
                </a:lnTo>
                <a:lnTo>
                  <a:pt x="4338" y="2523"/>
                </a:lnTo>
                <a:lnTo>
                  <a:pt x="4337" y="2523"/>
                </a:lnTo>
                <a:lnTo>
                  <a:pt x="4336" y="2523"/>
                </a:lnTo>
                <a:lnTo>
                  <a:pt x="4335" y="2522"/>
                </a:lnTo>
                <a:lnTo>
                  <a:pt x="4334" y="2522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0" y="2520"/>
                </a:lnTo>
                <a:lnTo>
                  <a:pt x="4330" y="2519"/>
                </a:lnTo>
                <a:lnTo>
                  <a:pt x="4329" y="2518"/>
                </a:lnTo>
                <a:lnTo>
                  <a:pt x="4328" y="2518"/>
                </a:lnTo>
                <a:lnTo>
                  <a:pt x="4327" y="2519"/>
                </a:lnTo>
                <a:lnTo>
                  <a:pt x="4326" y="2520"/>
                </a:lnTo>
                <a:lnTo>
                  <a:pt x="4327" y="2520"/>
                </a:lnTo>
                <a:lnTo>
                  <a:pt x="4328" y="2520"/>
                </a:lnTo>
                <a:lnTo>
                  <a:pt x="4328" y="2521"/>
                </a:lnTo>
                <a:lnTo>
                  <a:pt x="4329" y="2521"/>
                </a:lnTo>
                <a:lnTo>
                  <a:pt x="4330" y="2521"/>
                </a:lnTo>
                <a:lnTo>
                  <a:pt x="4329" y="2521"/>
                </a:lnTo>
                <a:lnTo>
                  <a:pt x="4329" y="2522"/>
                </a:lnTo>
                <a:lnTo>
                  <a:pt x="4329" y="2523"/>
                </a:lnTo>
                <a:lnTo>
                  <a:pt x="4329" y="2524"/>
                </a:lnTo>
                <a:lnTo>
                  <a:pt x="4330" y="2524"/>
                </a:lnTo>
                <a:lnTo>
                  <a:pt x="4331" y="2524"/>
                </a:lnTo>
                <a:lnTo>
                  <a:pt x="4331" y="2523"/>
                </a:lnTo>
                <a:lnTo>
                  <a:pt x="4332" y="2523"/>
                </a:lnTo>
                <a:lnTo>
                  <a:pt x="4333" y="2524"/>
                </a:lnTo>
                <a:lnTo>
                  <a:pt x="4334" y="2524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5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8" y="2528"/>
                </a:lnTo>
                <a:lnTo>
                  <a:pt x="4339" y="2528"/>
                </a:lnTo>
                <a:lnTo>
                  <a:pt x="4340" y="2528"/>
                </a:lnTo>
                <a:lnTo>
                  <a:pt x="4341" y="2528"/>
                </a:lnTo>
                <a:lnTo>
                  <a:pt x="4340" y="2529"/>
                </a:lnTo>
                <a:lnTo>
                  <a:pt x="4340" y="2530"/>
                </a:lnTo>
                <a:lnTo>
                  <a:pt x="4339" y="2530"/>
                </a:lnTo>
                <a:lnTo>
                  <a:pt x="4340" y="2530"/>
                </a:lnTo>
                <a:lnTo>
                  <a:pt x="4340" y="2531"/>
                </a:lnTo>
                <a:lnTo>
                  <a:pt x="4341" y="2531"/>
                </a:lnTo>
                <a:lnTo>
                  <a:pt x="4341" y="2532"/>
                </a:lnTo>
                <a:lnTo>
                  <a:pt x="4342" y="2533"/>
                </a:lnTo>
                <a:lnTo>
                  <a:pt x="4342" y="2534"/>
                </a:lnTo>
                <a:lnTo>
                  <a:pt x="4341" y="2534"/>
                </a:lnTo>
                <a:lnTo>
                  <a:pt x="4341" y="2535"/>
                </a:lnTo>
                <a:lnTo>
                  <a:pt x="4341" y="2536"/>
                </a:lnTo>
                <a:lnTo>
                  <a:pt x="4340" y="2541"/>
                </a:lnTo>
                <a:lnTo>
                  <a:pt x="4339" y="2542"/>
                </a:lnTo>
                <a:lnTo>
                  <a:pt x="4339" y="2543"/>
                </a:lnTo>
                <a:lnTo>
                  <a:pt x="4338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7" y="2543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6" y="2544"/>
                </a:lnTo>
                <a:lnTo>
                  <a:pt x="4335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5"/>
                </a:lnTo>
                <a:lnTo>
                  <a:pt x="4324" y="2545"/>
                </a:lnTo>
                <a:lnTo>
                  <a:pt x="4324" y="2546"/>
                </a:lnTo>
                <a:lnTo>
                  <a:pt x="4323" y="2547"/>
                </a:lnTo>
                <a:lnTo>
                  <a:pt x="4325" y="2548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9"/>
                </a:lnTo>
                <a:lnTo>
                  <a:pt x="4330" y="2550"/>
                </a:lnTo>
                <a:lnTo>
                  <a:pt x="4331" y="2553"/>
                </a:lnTo>
                <a:lnTo>
                  <a:pt x="4331" y="2554"/>
                </a:lnTo>
                <a:lnTo>
                  <a:pt x="4332" y="2556"/>
                </a:lnTo>
                <a:lnTo>
                  <a:pt x="4333" y="2557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61"/>
                </a:lnTo>
                <a:lnTo>
                  <a:pt x="4335" y="2561"/>
                </a:lnTo>
                <a:lnTo>
                  <a:pt x="4336" y="2561"/>
                </a:lnTo>
                <a:lnTo>
                  <a:pt x="4336" y="2562"/>
                </a:lnTo>
                <a:lnTo>
                  <a:pt x="4336" y="2563"/>
                </a:lnTo>
                <a:lnTo>
                  <a:pt x="4337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6" y="2564"/>
                </a:lnTo>
                <a:lnTo>
                  <a:pt x="4336" y="2565"/>
                </a:lnTo>
                <a:lnTo>
                  <a:pt x="4335" y="2565"/>
                </a:lnTo>
                <a:lnTo>
                  <a:pt x="4335" y="2566"/>
                </a:lnTo>
                <a:lnTo>
                  <a:pt x="4334" y="2565"/>
                </a:lnTo>
                <a:lnTo>
                  <a:pt x="4334" y="2566"/>
                </a:lnTo>
                <a:lnTo>
                  <a:pt x="4333" y="2566"/>
                </a:lnTo>
                <a:lnTo>
                  <a:pt x="4332" y="2566"/>
                </a:lnTo>
                <a:lnTo>
                  <a:pt x="4332" y="2565"/>
                </a:lnTo>
                <a:lnTo>
                  <a:pt x="4332" y="2566"/>
                </a:lnTo>
                <a:lnTo>
                  <a:pt x="4332" y="2567"/>
                </a:lnTo>
                <a:lnTo>
                  <a:pt x="4333" y="2567"/>
                </a:lnTo>
                <a:lnTo>
                  <a:pt x="4334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4" y="2569"/>
                </a:lnTo>
                <a:lnTo>
                  <a:pt x="4334" y="2570"/>
                </a:lnTo>
                <a:lnTo>
                  <a:pt x="4333" y="2572"/>
                </a:lnTo>
                <a:lnTo>
                  <a:pt x="4334" y="2572"/>
                </a:lnTo>
                <a:lnTo>
                  <a:pt x="4334" y="2573"/>
                </a:lnTo>
                <a:lnTo>
                  <a:pt x="4337" y="2574"/>
                </a:lnTo>
                <a:lnTo>
                  <a:pt x="4338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8" y="2576"/>
                </a:lnTo>
                <a:lnTo>
                  <a:pt x="4337" y="2577"/>
                </a:lnTo>
                <a:lnTo>
                  <a:pt x="4338" y="2577"/>
                </a:lnTo>
                <a:lnTo>
                  <a:pt x="4338" y="2578"/>
                </a:lnTo>
                <a:lnTo>
                  <a:pt x="4337" y="2579"/>
                </a:lnTo>
                <a:lnTo>
                  <a:pt x="4336" y="2579"/>
                </a:lnTo>
                <a:lnTo>
                  <a:pt x="4336" y="2580"/>
                </a:lnTo>
                <a:lnTo>
                  <a:pt x="4336" y="2581"/>
                </a:lnTo>
                <a:lnTo>
                  <a:pt x="4337" y="2581"/>
                </a:lnTo>
                <a:lnTo>
                  <a:pt x="4338" y="2580"/>
                </a:lnTo>
                <a:lnTo>
                  <a:pt x="4339" y="2580"/>
                </a:lnTo>
                <a:lnTo>
                  <a:pt x="4338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39" y="2581"/>
                </a:lnTo>
                <a:lnTo>
                  <a:pt x="4338" y="2582"/>
                </a:lnTo>
                <a:lnTo>
                  <a:pt x="4338" y="2583"/>
                </a:lnTo>
                <a:lnTo>
                  <a:pt x="4339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8" y="2584"/>
                </a:lnTo>
                <a:lnTo>
                  <a:pt x="4338" y="2585"/>
                </a:lnTo>
                <a:lnTo>
                  <a:pt x="4337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6" y="2587"/>
                </a:lnTo>
                <a:lnTo>
                  <a:pt x="4336" y="2588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5" y="2588"/>
                </a:lnTo>
                <a:lnTo>
                  <a:pt x="4335" y="2589"/>
                </a:lnTo>
                <a:lnTo>
                  <a:pt x="4336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3" y="2590"/>
                </a:lnTo>
                <a:lnTo>
                  <a:pt x="4333" y="2591"/>
                </a:lnTo>
                <a:lnTo>
                  <a:pt x="4332" y="2591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2" y="2588"/>
                </a:lnTo>
                <a:lnTo>
                  <a:pt x="4332" y="2589"/>
                </a:lnTo>
                <a:lnTo>
                  <a:pt x="4331" y="2588"/>
                </a:lnTo>
                <a:lnTo>
                  <a:pt x="4332" y="2588"/>
                </a:lnTo>
                <a:lnTo>
                  <a:pt x="4332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1" y="2584"/>
                </a:lnTo>
                <a:lnTo>
                  <a:pt x="4329" y="2584"/>
                </a:lnTo>
                <a:lnTo>
                  <a:pt x="4327" y="2583"/>
                </a:lnTo>
                <a:lnTo>
                  <a:pt x="4327" y="2582"/>
                </a:lnTo>
                <a:lnTo>
                  <a:pt x="4326" y="2582"/>
                </a:lnTo>
                <a:lnTo>
                  <a:pt x="4325" y="2582"/>
                </a:lnTo>
                <a:lnTo>
                  <a:pt x="4323" y="2582"/>
                </a:lnTo>
                <a:lnTo>
                  <a:pt x="4322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1" y="2585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20" y="2588"/>
                </a:lnTo>
                <a:lnTo>
                  <a:pt x="4319" y="2589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8" y="2592"/>
                </a:lnTo>
                <a:lnTo>
                  <a:pt x="4317" y="2592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5" y="2594"/>
                </a:lnTo>
                <a:lnTo>
                  <a:pt x="4314" y="2593"/>
                </a:lnTo>
                <a:lnTo>
                  <a:pt x="4313" y="2593"/>
                </a:lnTo>
                <a:lnTo>
                  <a:pt x="4313" y="2594"/>
                </a:lnTo>
                <a:lnTo>
                  <a:pt x="4313" y="2595"/>
                </a:lnTo>
                <a:lnTo>
                  <a:pt x="4314" y="2596"/>
                </a:lnTo>
                <a:lnTo>
                  <a:pt x="4313" y="2596"/>
                </a:lnTo>
                <a:lnTo>
                  <a:pt x="4314" y="2597"/>
                </a:lnTo>
                <a:lnTo>
                  <a:pt x="4315" y="2597"/>
                </a:lnTo>
                <a:lnTo>
                  <a:pt x="4315" y="2596"/>
                </a:lnTo>
                <a:lnTo>
                  <a:pt x="4315" y="2597"/>
                </a:lnTo>
                <a:lnTo>
                  <a:pt x="4315" y="2598"/>
                </a:lnTo>
                <a:lnTo>
                  <a:pt x="4314" y="2599"/>
                </a:lnTo>
                <a:lnTo>
                  <a:pt x="4315" y="2599"/>
                </a:lnTo>
                <a:lnTo>
                  <a:pt x="4314" y="2599"/>
                </a:lnTo>
                <a:lnTo>
                  <a:pt x="4314" y="2600"/>
                </a:lnTo>
                <a:lnTo>
                  <a:pt x="4313" y="2599"/>
                </a:lnTo>
                <a:lnTo>
                  <a:pt x="4313" y="2601"/>
                </a:lnTo>
                <a:lnTo>
                  <a:pt x="4313" y="2602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2"/>
                </a:lnTo>
                <a:lnTo>
                  <a:pt x="4310" y="2602"/>
                </a:lnTo>
                <a:lnTo>
                  <a:pt x="4310" y="2601"/>
                </a:lnTo>
                <a:lnTo>
                  <a:pt x="4310" y="2600"/>
                </a:lnTo>
                <a:lnTo>
                  <a:pt x="4309" y="2600"/>
                </a:lnTo>
                <a:lnTo>
                  <a:pt x="4307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6" y="2600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5" y="2603"/>
                </a:lnTo>
                <a:lnTo>
                  <a:pt x="4304" y="2603"/>
                </a:lnTo>
                <a:lnTo>
                  <a:pt x="4304" y="2604"/>
                </a:lnTo>
                <a:lnTo>
                  <a:pt x="4304" y="2605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6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9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4" y="2608"/>
                </a:lnTo>
                <a:lnTo>
                  <a:pt x="4303" y="2608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11"/>
                </a:lnTo>
                <a:lnTo>
                  <a:pt x="4302" y="2610"/>
                </a:lnTo>
                <a:lnTo>
                  <a:pt x="4301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300" y="2609"/>
                </a:lnTo>
                <a:lnTo>
                  <a:pt x="4299" y="2610"/>
                </a:lnTo>
                <a:lnTo>
                  <a:pt x="4300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6" y="2612"/>
                </a:lnTo>
                <a:lnTo>
                  <a:pt x="4296" y="2611"/>
                </a:lnTo>
                <a:lnTo>
                  <a:pt x="4294" y="2612"/>
                </a:lnTo>
                <a:lnTo>
                  <a:pt x="4294" y="2611"/>
                </a:lnTo>
                <a:lnTo>
                  <a:pt x="4293" y="2611"/>
                </a:lnTo>
                <a:lnTo>
                  <a:pt x="4293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4" y="2608"/>
                </a:lnTo>
                <a:lnTo>
                  <a:pt x="4293" y="2608"/>
                </a:lnTo>
                <a:lnTo>
                  <a:pt x="4293" y="2607"/>
                </a:lnTo>
                <a:lnTo>
                  <a:pt x="4292" y="2607"/>
                </a:lnTo>
                <a:lnTo>
                  <a:pt x="4292" y="2606"/>
                </a:lnTo>
                <a:lnTo>
                  <a:pt x="4292" y="2604"/>
                </a:lnTo>
                <a:lnTo>
                  <a:pt x="4292" y="2603"/>
                </a:lnTo>
                <a:lnTo>
                  <a:pt x="4292" y="2602"/>
                </a:lnTo>
                <a:lnTo>
                  <a:pt x="4293" y="2601"/>
                </a:lnTo>
                <a:lnTo>
                  <a:pt x="4293" y="2602"/>
                </a:lnTo>
                <a:lnTo>
                  <a:pt x="4294" y="2602"/>
                </a:lnTo>
                <a:lnTo>
                  <a:pt x="4294" y="2601"/>
                </a:lnTo>
                <a:lnTo>
                  <a:pt x="4295" y="2601"/>
                </a:lnTo>
                <a:lnTo>
                  <a:pt x="4297" y="2599"/>
                </a:lnTo>
                <a:lnTo>
                  <a:pt x="4298" y="2599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9" y="2596"/>
                </a:lnTo>
                <a:lnTo>
                  <a:pt x="4298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9" y="2590"/>
                </a:lnTo>
                <a:lnTo>
                  <a:pt x="4300" y="2589"/>
                </a:lnTo>
                <a:lnTo>
                  <a:pt x="4301" y="2589"/>
                </a:lnTo>
                <a:lnTo>
                  <a:pt x="4301" y="2588"/>
                </a:lnTo>
                <a:lnTo>
                  <a:pt x="4301" y="2587"/>
                </a:lnTo>
                <a:lnTo>
                  <a:pt x="4302" y="2586"/>
                </a:lnTo>
                <a:lnTo>
                  <a:pt x="4301" y="2586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4"/>
                </a:lnTo>
                <a:lnTo>
                  <a:pt x="4299" y="2583"/>
                </a:lnTo>
                <a:lnTo>
                  <a:pt x="4299" y="2582"/>
                </a:lnTo>
                <a:lnTo>
                  <a:pt x="4300" y="2581"/>
                </a:lnTo>
                <a:lnTo>
                  <a:pt x="4301" y="2581"/>
                </a:lnTo>
                <a:lnTo>
                  <a:pt x="4301" y="2580"/>
                </a:lnTo>
                <a:lnTo>
                  <a:pt x="4300" y="2581"/>
                </a:lnTo>
                <a:lnTo>
                  <a:pt x="4299" y="2581"/>
                </a:lnTo>
                <a:lnTo>
                  <a:pt x="4299" y="2580"/>
                </a:lnTo>
                <a:lnTo>
                  <a:pt x="4299" y="2579"/>
                </a:lnTo>
                <a:lnTo>
                  <a:pt x="4298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7" y="2576"/>
                </a:lnTo>
                <a:lnTo>
                  <a:pt x="4296" y="2576"/>
                </a:lnTo>
                <a:lnTo>
                  <a:pt x="4296" y="2577"/>
                </a:lnTo>
                <a:lnTo>
                  <a:pt x="4295" y="2576"/>
                </a:lnTo>
                <a:lnTo>
                  <a:pt x="4296" y="2578"/>
                </a:lnTo>
                <a:lnTo>
                  <a:pt x="4297" y="2578"/>
                </a:lnTo>
                <a:lnTo>
                  <a:pt x="4297" y="2579"/>
                </a:lnTo>
                <a:lnTo>
                  <a:pt x="4296" y="2580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4"/>
                </a:lnTo>
                <a:lnTo>
                  <a:pt x="4291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7" y="2587"/>
                </a:lnTo>
                <a:lnTo>
                  <a:pt x="4287" y="2586"/>
                </a:lnTo>
                <a:lnTo>
                  <a:pt x="4286" y="2586"/>
                </a:lnTo>
                <a:lnTo>
                  <a:pt x="4286" y="2587"/>
                </a:lnTo>
                <a:lnTo>
                  <a:pt x="4287" y="2588"/>
                </a:lnTo>
                <a:lnTo>
                  <a:pt x="4288" y="2588"/>
                </a:lnTo>
                <a:lnTo>
                  <a:pt x="4289" y="2588"/>
                </a:lnTo>
                <a:lnTo>
                  <a:pt x="4289" y="2587"/>
                </a:lnTo>
                <a:lnTo>
                  <a:pt x="4290" y="2587"/>
                </a:lnTo>
                <a:lnTo>
                  <a:pt x="4290" y="2588"/>
                </a:lnTo>
                <a:lnTo>
                  <a:pt x="4291" y="2589"/>
                </a:lnTo>
                <a:lnTo>
                  <a:pt x="4291" y="2590"/>
                </a:lnTo>
                <a:lnTo>
                  <a:pt x="4292" y="2591"/>
                </a:lnTo>
                <a:lnTo>
                  <a:pt x="4291" y="2594"/>
                </a:lnTo>
                <a:lnTo>
                  <a:pt x="4290" y="2595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9" y="2598"/>
                </a:lnTo>
                <a:lnTo>
                  <a:pt x="4288" y="2599"/>
                </a:lnTo>
                <a:lnTo>
                  <a:pt x="4289" y="2599"/>
                </a:lnTo>
                <a:lnTo>
                  <a:pt x="4288" y="2601"/>
                </a:lnTo>
                <a:lnTo>
                  <a:pt x="4287" y="2600"/>
                </a:lnTo>
                <a:lnTo>
                  <a:pt x="4286" y="2600"/>
                </a:lnTo>
                <a:lnTo>
                  <a:pt x="4287" y="2600"/>
                </a:lnTo>
                <a:lnTo>
                  <a:pt x="4286" y="2602"/>
                </a:lnTo>
                <a:lnTo>
                  <a:pt x="4282" y="2605"/>
                </a:lnTo>
                <a:lnTo>
                  <a:pt x="4281" y="2604"/>
                </a:lnTo>
                <a:lnTo>
                  <a:pt x="4281" y="2605"/>
                </a:lnTo>
                <a:lnTo>
                  <a:pt x="4280" y="2607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09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4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6" y="2621"/>
                </a:lnTo>
                <a:lnTo>
                  <a:pt x="4275" y="2621"/>
                </a:lnTo>
                <a:lnTo>
                  <a:pt x="4277" y="2622"/>
                </a:lnTo>
                <a:lnTo>
                  <a:pt x="4277" y="2623"/>
                </a:lnTo>
                <a:lnTo>
                  <a:pt x="4276" y="2623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6"/>
                </a:lnTo>
                <a:lnTo>
                  <a:pt x="4274" y="2626"/>
                </a:lnTo>
                <a:lnTo>
                  <a:pt x="4274" y="2625"/>
                </a:lnTo>
                <a:lnTo>
                  <a:pt x="4273" y="2625"/>
                </a:lnTo>
                <a:lnTo>
                  <a:pt x="4273" y="2624"/>
                </a:lnTo>
                <a:lnTo>
                  <a:pt x="4272" y="2624"/>
                </a:lnTo>
                <a:lnTo>
                  <a:pt x="4270" y="2624"/>
                </a:lnTo>
                <a:lnTo>
                  <a:pt x="4269" y="2625"/>
                </a:lnTo>
                <a:lnTo>
                  <a:pt x="4269" y="2627"/>
                </a:lnTo>
                <a:lnTo>
                  <a:pt x="4268" y="2627"/>
                </a:lnTo>
                <a:lnTo>
                  <a:pt x="4269" y="2627"/>
                </a:lnTo>
                <a:lnTo>
                  <a:pt x="4268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1"/>
                </a:lnTo>
                <a:lnTo>
                  <a:pt x="4266" y="2632"/>
                </a:lnTo>
                <a:lnTo>
                  <a:pt x="4265" y="2632"/>
                </a:lnTo>
                <a:lnTo>
                  <a:pt x="4263" y="2634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6" y="2642"/>
                </a:lnTo>
                <a:lnTo>
                  <a:pt x="4256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6" y="2645"/>
                </a:lnTo>
                <a:lnTo>
                  <a:pt x="4255" y="2646"/>
                </a:lnTo>
                <a:lnTo>
                  <a:pt x="4253" y="2646"/>
                </a:lnTo>
                <a:lnTo>
                  <a:pt x="4253" y="2645"/>
                </a:lnTo>
                <a:lnTo>
                  <a:pt x="4252" y="2645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0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5"/>
                </a:lnTo>
                <a:lnTo>
                  <a:pt x="4248" y="2656"/>
                </a:lnTo>
                <a:lnTo>
                  <a:pt x="4248" y="2655"/>
                </a:lnTo>
                <a:lnTo>
                  <a:pt x="4248" y="2656"/>
                </a:lnTo>
                <a:lnTo>
                  <a:pt x="4247" y="2656"/>
                </a:lnTo>
                <a:lnTo>
                  <a:pt x="4247" y="2657"/>
                </a:lnTo>
                <a:lnTo>
                  <a:pt x="4248" y="2657"/>
                </a:lnTo>
                <a:lnTo>
                  <a:pt x="4248" y="2658"/>
                </a:lnTo>
                <a:lnTo>
                  <a:pt x="4246" y="2659"/>
                </a:lnTo>
                <a:lnTo>
                  <a:pt x="4244" y="2658"/>
                </a:lnTo>
                <a:lnTo>
                  <a:pt x="4243" y="2658"/>
                </a:lnTo>
                <a:lnTo>
                  <a:pt x="4244" y="2659"/>
                </a:lnTo>
                <a:lnTo>
                  <a:pt x="4247" y="2661"/>
                </a:lnTo>
                <a:lnTo>
                  <a:pt x="4249" y="2665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48" y="2666"/>
                </a:lnTo>
                <a:lnTo>
                  <a:pt x="4247" y="2667"/>
                </a:lnTo>
                <a:lnTo>
                  <a:pt x="4247" y="2668"/>
                </a:lnTo>
                <a:lnTo>
                  <a:pt x="4247" y="2667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8"/>
                </a:lnTo>
                <a:lnTo>
                  <a:pt x="4250" y="2669"/>
                </a:lnTo>
                <a:lnTo>
                  <a:pt x="4251" y="2670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3"/>
                </a:lnTo>
                <a:lnTo>
                  <a:pt x="4249" y="2672"/>
                </a:lnTo>
                <a:lnTo>
                  <a:pt x="4248" y="2673"/>
                </a:lnTo>
                <a:lnTo>
                  <a:pt x="4248" y="2675"/>
                </a:lnTo>
                <a:lnTo>
                  <a:pt x="4247" y="2675"/>
                </a:lnTo>
                <a:lnTo>
                  <a:pt x="4248" y="2676"/>
                </a:lnTo>
                <a:lnTo>
                  <a:pt x="4247" y="2676"/>
                </a:lnTo>
                <a:lnTo>
                  <a:pt x="4247" y="2677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5" y="2681"/>
                </a:lnTo>
                <a:lnTo>
                  <a:pt x="4245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9"/>
                </a:lnTo>
                <a:lnTo>
                  <a:pt x="4242" y="2678"/>
                </a:lnTo>
                <a:lnTo>
                  <a:pt x="4241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8" y="2678"/>
                </a:lnTo>
                <a:lnTo>
                  <a:pt x="4238" y="2679"/>
                </a:lnTo>
                <a:lnTo>
                  <a:pt x="4239" y="2680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5"/>
                </a:lnTo>
                <a:lnTo>
                  <a:pt x="4238" y="2685"/>
                </a:lnTo>
                <a:lnTo>
                  <a:pt x="4238" y="2686"/>
                </a:lnTo>
                <a:lnTo>
                  <a:pt x="4239" y="2686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7"/>
                </a:lnTo>
                <a:lnTo>
                  <a:pt x="4238" y="2687"/>
                </a:lnTo>
                <a:lnTo>
                  <a:pt x="4238" y="2688"/>
                </a:lnTo>
                <a:lnTo>
                  <a:pt x="4239" y="2688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6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6" y="2692"/>
                </a:lnTo>
                <a:lnTo>
                  <a:pt x="4236" y="2693"/>
                </a:lnTo>
                <a:lnTo>
                  <a:pt x="4237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2" y="2699"/>
                </a:lnTo>
                <a:lnTo>
                  <a:pt x="4232" y="2698"/>
                </a:lnTo>
                <a:lnTo>
                  <a:pt x="4231" y="2698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6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4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5" y="2696"/>
                </a:lnTo>
                <a:lnTo>
                  <a:pt x="4226" y="2695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7" y="2695"/>
                </a:lnTo>
                <a:lnTo>
                  <a:pt x="4216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6" y="2693"/>
                </a:lnTo>
                <a:lnTo>
                  <a:pt x="4216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6" y="2690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88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3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3" y="2689"/>
                </a:lnTo>
                <a:lnTo>
                  <a:pt x="4213" y="2688"/>
                </a:lnTo>
                <a:lnTo>
                  <a:pt x="4212" y="2688"/>
                </a:lnTo>
                <a:lnTo>
                  <a:pt x="4212" y="2687"/>
                </a:lnTo>
                <a:lnTo>
                  <a:pt x="4211" y="2687"/>
                </a:lnTo>
                <a:lnTo>
                  <a:pt x="4211" y="2686"/>
                </a:lnTo>
                <a:lnTo>
                  <a:pt x="4211" y="2687"/>
                </a:lnTo>
                <a:lnTo>
                  <a:pt x="4210" y="2687"/>
                </a:lnTo>
                <a:lnTo>
                  <a:pt x="4211" y="2687"/>
                </a:lnTo>
                <a:lnTo>
                  <a:pt x="4211" y="2688"/>
                </a:lnTo>
                <a:lnTo>
                  <a:pt x="4211" y="2687"/>
                </a:lnTo>
                <a:lnTo>
                  <a:pt x="4212" y="2687"/>
                </a:lnTo>
                <a:lnTo>
                  <a:pt x="4212" y="2688"/>
                </a:lnTo>
                <a:lnTo>
                  <a:pt x="4212" y="2689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1" y="2693"/>
                </a:lnTo>
                <a:lnTo>
                  <a:pt x="4210" y="2693"/>
                </a:lnTo>
                <a:lnTo>
                  <a:pt x="4210" y="2692"/>
                </a:lnTo>
                <a:lnTo>
                  <a:pt x="4210" y="2691"/>
                </a:lnTo>
                <a:lnTo>
                  <a:pt x="4209" y="2690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88"/>
                </a:lnTo>
                <a:lnTo>
                  <a:pt x="4208" y="2689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7" y="2692"/>
                </a:lnTo>
                <a:lnTo>
                  <a:pt x="4208" y="2693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6"/>
                </a:lnTo>
                <a:lnTo>
                  <a:pt x="4206" y="2697"/>
                </a:lnTo>
                <a:lnTo>
                  <a:pt x="4207" y="2697"/>
                </a:lnTo>
                <a:lnTo>
                  <a:pt x="4207" y="2698"/>
                </a:lnTo>
                <a:lnTo>
                  <a:pt x="4208" y="2697"/>
                </a:lnTo>
                <a:lnTo>
                  <a:pt x="4208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3"/>
                </a:lnTo>
                <a:lnTo>
                  <a:pt x="4214" y="2694"/>
                </a:lnTo>
                <a:lnTo>
                  <a:pt x="4215" y="2695"/>
                </a:lnTo>
                <a:lnTo>
                  <a:pt x="4216" y="2695"/>
                </a:lnTo>
                <a:lnTo>
                  <a:pt x="4217" y="2695"/>
                </a:lnTo>
                <a:lnTo>
                  <a:pt x="4216" y="2695"/>
                </a:lnTo>
                <a:lnTo>
                  <a:pt x="4216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4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6" y="2703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4" y="2707"/>
                </a:lnTo>
                <a:lnTo>
                  <a:pt x="4223" y="2708"/>
                </a:lnTo>
                <a:lnTo>
                  <a:pt x="4223" y="2709"/>
                </a:lnTo>
                <a:lnTo>
                  <a:pt x="4225" y="2709"/>
                </a:lnTo>
                <a:lnTo>
                  <a:pt x="4224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1" y="2709"/>
                </a:lnTo>
                <a:lnTo>
                  <a:pt x="4219" y="2709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3" y="2709"/>
                </a:lnTo>
                <a:lnTo>
                  <a:pt x="4214" y="2709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6" y="2714"/>
                </a:lnTo>
                <a:lnTo>
                  <a:pt x="4215" y="2714"/>
                </a:lnTo>
                <a:lnTo>
                  <a:pt x="4214" y="2713"/>
                </a:lnTo>
                <a:lnTo>
                  <a:pt x="4213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1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3" y="2718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7" y="2721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6" y="2723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1" y="2722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7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6"/>
                </a:lnTo>
                <a:lnTo>
                  <a:pt x="4201" y="2727"/>
                </a:lnTo>
                <a:lnTo>
                  <a:pt x="4201" y="2726"/>
                </a:lnTo>
                <a:lnTo>
                  <a:pt x="4200" y="2726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199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6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5" y="2729"/>
                </a:lnTo>
                <a:lnTo>
                  <a:pt x="4194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5" y="2731"/>
                </a:lnTo>
                <a:lnTo>
                  <a:pt x="4195" y="2732"/>
                </a:lnTo>
                <a:lnTo>
                  <a:pt x="4196" y="2736"/>
                </a:lnTo>
                <a:lnTo>
                  <a:pt x="4196" y="2737"/>
                </a:lnTo>
                <a:lnTo>
                  <a:pt x="4197" y="2737"/>
                </a:lnTo>
                <a:lnTo>
                  <a:pt x="4198" y="2737"/>
                </a:lnTo>
                <a:lnTo>
                  <a:pt x="4197" y="2737"/>
                </a:lnTo>
                <a:lnTo>
                  <a:pt x="4197" y="2738"/>
                </a:lnTo>
                <a:lnTo>
                  <a:pt x="4198" y="2739"/>
                </a:lnTo>
                <a:lnTo>
                  <a:pt x="4198" y="2740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198" y="2743"/>
                </a:lnTo>
                <a:lnTo>
                  <a:pt x="4198" y="2744"/>
                </a:lnTo>
                <a:lnTo>
                  <a:pt x="4199" y="2744"/>
                </a:lnTo>
                <a:lnTo>
                  <a:pt x="4199" y="2745"/>
                </a:lnTo>
                <a:lnTo>
                  <a:pt x="4199" y="2746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1" y="2746"/>
                </a:lnTo>
                <a:lnTo>
                  <a:pt x="4202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199" y="2753"/>
                </a:lnTo>
                <a:lnTo>
                  <a:pt x="4200" y="2754"/>
                </a:lnTo>
                <a:lnTo>
                  <a:pt x="4199" y="2754"/>
                </a:lnTo>
                <a:lnTo>
                  <a:pt x="4199" y="2755"/>
                </a:lnTo>
                <a:lnTo>
                  <a:pt x="4200" y="2755"/>
                </a:lnTo>
                <a:lnTo>
                  <a:pt x="4201" y="2755"/>
                </a:lnTo>
                <a:lnTo>
                  <a:pt x="4201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6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1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9"/>
                </a:lnTo>
                <a:lnTo>
                  <a:pt x="4186" y="2758"/>
                </a:lnTo>
                <a:lnTo>
                  <a:pt x="4184" y="2760"/>
                </a:lnTo>
                <a:lnTo>
                  <a:pt x="4184" y="2761"/>
                </a:lnTo>
                <a:lnTo>
                  <a:pt x="4183" y="2761"/>
                </a:lnTo>
                <a:lnTo>
                  <a:pt x="4183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80" y="2767"/>
                </a:lnTo>
                <a:lnTo>
                  <a:pt x="4179" y="2768"/>
                </a:lnTo>
                <a:lnTo>
                  <a:pt x="4178" y="2768"/>
                </a:lnTo>
                <a:lnTo>
                  <a:pt x="4177" y="2768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5" y="2766"/>
                </a:lnTo>
                <a:lnTo>
                  <a:pt x="4174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3" y="2758"/>
                </a:lnTo>
                <a:lnTo>
                  <a:pt x="4184" y="2758"/>
                </a:lnTo>
                <a:lnTo>
                  <a:pt x="4184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5" y="2758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9" y="2751"/>
                </a:lnTo>
                <a:lnTo>
                  <a:pt x="4188" y="2751"/>
                </a:lnTo>
                <a:lnTo>
                  <a:pt x="4187" y="2751"/>
                </a:lnTo>
                <a:lnTo>
                  <a:pt x="4187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7" y="2741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2" y="2741"/>
                </a:lnTo>
                <a:lnTo>
                  <a:pt x="4182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3" y="2746"/>
                </a:lnTo>
                <a:lnTo>
                  <a:pt x="4181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80" y="2751"/>
                </a:lnTo>
                <a:lnTo>
                  <a:pt x="4179" y="2752"/>
                </a:lnTo>
                <a:lnTo>
                  <a:pt x="4180" y="2752"/>
                </a:lnTo>
                <a:lnTo>
                  <a:pt x="4181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4"/>
                </a:lnTo>
                <a:lnTo>
                  <a:pt x="4178" y="2754"/>
                </a:lnTo>
                <a:lnTo>
                  <a:pt x="4177" y="2754"/>
                </a:lnTo>
                <a:lnTo>
                  <a:pt x="4177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7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5" y="2750"/>
                </a:lnTo>
                <a:lnTo>
                  <a:pt x="4175" y="2749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2" y="2750"/>
                </a:lnTo>
                <a:lnTo>
                  <a:pt x="4171" y="2749"/>
                </a:lnTo>
                <a:lnTo>
                  <a:pt x="4170" y="2748"/>
                </a:lnTo>
                <a:lnTo>
                  <a:pt x="4171" y="2747"/>
                </a:lnTo>
                <a:lnTo>
                  <a:pt x="4172" y="2747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1" y="2744"/>
                </a:lnTo>
                <a:lnTo>
                  <a:pt x="4171" y="2743"/>
                </a:lnTo>
                <a:lnTo>
                  <a:pt x="4172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1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6" y="2741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1" y="2739"/>
                </a:lnTo>
                <a:lnTo>
                  <a:pt x="4171" y="2740"/>
                </a:lnTo>
                <a:lnTo>
                  <a:pt x="4170" y="2739"/>
                </a:lnTo>
                <a:lnTo>
                  <a:pt x="4170" y="2737"/>
                </a:lnTo>
                <a:lnTo>
                  <a:pt x="4172" y="2736"/>
                </a:lnTo>
                <a:lnTo>
                  <a:pt x="4174" y="2736"/>
                </a:lnTo>
                <a:lnTo>
                  <a:pt x="4175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6" y="2733"/>
                </a:lnTo>
                <a:lnTo>
                  <a:pt x="4175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5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8"/>
                </a:lnTo>
                <a:lnTo>
                  <a:pt x="4168" y="2739"/>
                </a:lnTo>
                <a:lnTo>
                  <a:pt x="4168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4" y="2740"/>
                </a:lnTo>
                <a:lnTo>
                  <a:pt x="4164" y="2739"/>
                </a:lnTo>
                <a:lnTo>
                  <a:pt x="4163" y="2738"/>
                </a:lnTo>
                <a:lnTo>
                  <a:pt x="4163" y="2737"/>
                </a:lnTo>
                <a:lnTo>
                  <a:pt x="4162" y="2737"/>
                </a:lnTo>
                <a:lnTo>
                  <a:pt x="4162" y="2736"/>
                </a:lnTo>
                <a:lnTo>
                  <a:pt x="4161" y="2737"/>
                </a:lnTo>
                <a:lnTo>
                  <a:pt x="4161" y="2738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2" y="2743"/>
                </a:lnTo>
                <a:lnTo>
                  <a:pt x="4161" y="2743"/>
                </a:lnTo>
                <a:lnTo>
                  <a:pt x="4161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2" y="2745"/>
                </a:lnTo>
                <a:lnTo>
                  <a:pt x="4163" y="2745"/>
                </a:lnTo>
                <a:lnTo>
                  <a:pt x="4163" y="2744"/>
                </a:lnTo>
                <a:lnTo>
                  <a:pt x="4163" y="2745"/>
                </a:lnTo>
                <a:lnTo>
                  <a:pt x="4164" y="2745"/>
                </a:lnTo>
                <a:lnTo>
                  <a:pt x="4165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5" y="2748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8"/>
                </a:lnTo>
                <a:lnTo>
                  <a:pt x="4161" y="2747"/>
                </a:lnTo>
                <a:lnTo>
                  <a:pt x="4160" y="2746"/>
                </a:lnTo>
                <a:lnTo>
                  <a:pt x="4159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1" y="2739"/>
                </a:lnTo>
                <a:lnTo>
                  <a:pt x="4151" y="2740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1"/>
                </a:lnTo>
                <a:lnTo>
                  <a:pt x="4150" y="2743"/>
                </a:lnTo>
                <a:lnTo>
                  <a:pt x="4149" y="2743"/>
                </a:lnTo>
                <a:lnTo>
                  <a:pt x="4150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6"/>
                </a:lnTo>
                <a:lnTo>
                  <a:pt x="4157" y="2746"/>
                </a:lnTo>
                <a:lnTo>
                  <a:pt x="4156" y="2747"/>
                </a:lnTo>
                <a:lnTo>
                  <a:pt x="4156" y="2746"/>
                </a:lnTo>
                <a:lnTo>
                  <a:pt x="4156" y="2747"/>
                </a:lnTo>
                <a:lnTo>
                  <a:pt x="4156" y="2748"/>
                </a:lnTo>
                <a:lnTo>
                  <a:pt x="4155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3" y="2747"/>
                </a:lnTo>
                <a:lnTo>
                  <a:pt x="4154" y="2747"/>
                </a:lnTo>
                <a:lnTo>
                  <a:pt x="4154" y="2748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1"/>
                </a:lnTo>
                <a:lnTo>
                  <a:pt x="4154" y="2751"/>
                </a:lnTo>
                <a:lnTo>
                  <a:pt x="4154" y="2752"/>
                </a:lnTo>
                <a:lnTo>
                  <a:pt x="4155" y="2752"/>
                </a:lnTo>
                <a:lnTo>
                  <a:pt x="4156" y="2752"/>
                </a:lnTo>
                <a:lnTo>
                  <a:pt x="4155" y="2753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1" y="2755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5"/>
                </a:lnTo>
                <a:lnTo>
                  <a:pt x="4150" y="2756"/>
                </a:lnTo>
                <a:lnTo>
                  <a:pt x="4150" y="2758"/>
                </a:lnTo>
                <a:lnTo>
                  <a:pt x="4151" y="2758"/>
                </a:lnTo>
                <a:lnTo>
                  <a:pt x="4152" y="2759"/>
                </a:lnTo>
                <a:lnTo>
                  <a:pt x="4153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3" y="2762"/>
                </a:lnTo>
                <a:lnTo>
                  <a:pt x="4153" y="2763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6" y="2759"/>
                </a:lnTo>
                <a:lnTo>
                  <a:pt x="4167" y="2759"/>
                </a:lnTo>
                <a:lnTo>
                  <a:pt x="4167" y="2760"/>
                </a:lnTo>
                <a:lnTo>
                  <a:pt x="4168" y="2760"/>
                </a:lnTo>
                <a:lnTo>
                  <a:pt x="4169" y="2760"/>
                </a:lnTo>
                <a:lnTo>
                  <a:pt x="4169" y="2761"/>
                </a:lnTo>
                <a:lnTo>
                  <a:pt x="4170" y="2761"/>
                </a:lnTo>
                <a:lnTo>
                  <a:pt x="4171" y="2762"/>
                </a:lnTo>
                <a:lnTo>
                  <a:pt x="4170" y="2762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68" y="2764"/>
                </a:lnTo>
                <a:lnTo>
                  <a:pt x="4168" y="2765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0" y="2767"/>
                </a:lnTo>
                <a:lnTo>
                  <a:pt x="4169" y="2767"/>
                </a:lnTo>
                <a:lnTo>
                  <a:pt x="4169" y="2768"/>
                </a:lnTo>
                <a:lnTo>
                  <a:pt x="4170" y="2768"/>
                </a:lnTo>
                <a:lnTo>
                  <a:pt x="4170" y="2767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1" y="2769"/>
                </a:lnTo>
                <a:lnTo>
                  <a:pt x="4170" y="2769"/>
                </a:lnTo>
                <a:lnTo>
                  <a:pt x="4169" y="2770"/>
                </a:lnTo>
                <a:lnTo>
                  <a:pt x="4170" y="2770"/>
                </a:lnTo>
                <a:lnTo>
                  <a:pt x="4171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2" y="2772"/>
                </a:lnTo>
                <a:lnTo>
                  <a:pt x="4171" y="2772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2" y="2773"/>
                </a:lnTo>
                <a:lnTo>
                  <a:pt x="4172" y="2774"/>
                </a:lnTo>
                <a:lnTo>
                  <a:pt x="4173" y="2774"/>
                </a:lnTo>
                <a:lnTo>
                  <a:pt x="4173" y="2775"/>
                </a:lnTo>
                <a:lnTo>
                  <a:pt x="4174" y="2774"/>
                </a:lnTo>
                <a:lnTo>
                  <a:pt x="4174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8" y="2779"/>
                </a:lnTo>
                <a:lnTo>
                  <a:pt x="4168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6" y="2774"/>
                </a:lnTo>
                <a:lnTo>
                  <a:pt x="4166" y="2775"/>
                </a:lnTo>
                <a:lnTo>
                  <a:pt x="4165" y="2775"/>
                </a:lnTo>
                <a:lnTo>
                  <a:pt x="4164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60" y="2772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5"/>
                </a:lnTo>
                <a:lnTo>
                  <a:pt x="4156" y="2776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59" y="2782"/>
                </a:lnTo>
                <a:lnTo>
                  <a:pt x="4160" y="2782"/>
                </a:lnTo>
                <a:lnTo>
                  <a:pt x="4159" y="2783"/>
                </a:lnTo>
                <a:lnTo>
                  <a:pt x="4160" y="2784"/>
                </a:lnTo>
                <a:lnTo>
                  <a:pt x="4160" y="2786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0"/>
                </a:lnTo>
                <a:lnTo>
                  <a:pt x="4176" y="2781"/>
                </a:lnTo>
                <a:lnTo>
                  <a:pt x="4175" y="2781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4"/>
                </a:lnTo>
                <a:lnTo>
                  <a:pt x="4180" y="2785"/>
                </a:lnTo>
                <a:lnTo>
                  <a:pt x="4180" y="2786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81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7" y="2789"/>
                </a:lnTo>
                <a:lnTo>
                  <a:pt x="4177" y="2788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6" y="2787"/>
                </a:lnTo>
                <a:lnTo>
                  <a:pt x="4176" y="2786"/>
                </a:lnTo>
                <a:lnTo>
                  <a:pt x="4175" y="2786"/>
                </a:lnTo>
                <a:lnTo>
                  <a:pt x="4175" y="2787"/>
                </a:lnTo>
                <a:lnTo>
                  <a:pt x="4174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0" y="2791"/>
                </a:lnTo>
                <a:lnTo>
                  <a:pt x="4170" y="2790"/>
                </a:lnTo>
                <a:lnTo>
                  <a:pt x="4169" y="2790"/>
                </a:lnTo>
                <a:lnTo>
                  <a:pt x="4167" y="2790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2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6" y="2794"/>
                </a:lnTo>
                <a:lnTo>
                  <a:pt x="4156" y="2795"/>
                </a:lnTo>
                <a:lnTo>
                  <a:pt x="4157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5"/>
                </a:lnTo>
                <a:lnTo>
                  <a:pt x="4158" y="2795"/>
                </a:lnTo>
                <a:lnTo>
                  <a:pt x="4159" y="2795"/>
                </a:lnTo>
                <a:lnTo>
                  <a:pt x="4160" y="2796"/>
                </a:lnTo>
                <a:lnTo>
                  <a:pt x="4160" y="2797"/>
                </a:lnTo>
                <a:lnTo>
                  <a:pt x="4159" y="2797"/>
                </a:lnTo>
                <a:lnTo>
                  <a:pt x="4158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3" y="2803"/>
                </a:lnTo>
                <a:lnTo>
                  <a:pt x="4153" y="2805"/>
                </a:lnTo>
                <a:lnTo>
                  <a:pt x="4154" y="2805"/>
                </a:lnTo>
                <a:lnTo>
                  <a:pt x="4154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0" y="2807"/>
                </a:lnTo>
                <a:lnTo>
                  <a:pt x="4149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2"/>
                </a:lnTo>
                <a:lnTo>
                  <a:pt x="4146" y="2814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8"/>
                </a:lnTo>
                <a:lnTo>
                  <a:pt x="4143" y="2819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9" y="2813"/>
                </a:lnTo>
                <a:lnTo>
                  <a:pt x="4149" y="2814"/>
                </a:lnTo>
                <a:lnTo>
                  <a:pt x="4149" y="2815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60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4" y="2821"/>
                </a:lnTo>
                <a:lnTo>
                  <a:pt x="4163" y="2823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1" y="2827"/>
                </a:lnTo>
                <a:lnTo>
                  <a:pt x="4161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8" y="2830"/>
                </a:lnTo>
                <a:lnTo>
                  <a:pt x="4157" y="2830"/>
                </a:lnTo>
                <a:lnTo>
                  <a:pt x="4156" y="2831"/>
                </a:lnTo>
                <a:lnTo>
                  <a:pt x="4155" y="2832"/>
                </a:lnTo>
                <a:lnTo>
                  <a:pt x="4155" y="2833"/>
                </a:lnTo>
                <a:lnTo>
                  <a:pt x="4155" y="2836"/>
                </a:lnTo>
                <a:lnTo>
                  <a:pt x="4155" y="2837"/>
                </a:lnTo>
                <a:lnTo>
                  <a:pt x="4154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7"/>
                </a:lnTo>
                <a:lnTo>
                  <a:pt x="4154" y="2848"/>
                </a:lnTo>
                <a:lnTo>
                  <a:pt x="4154" y="2849"/>
                </a:lnTo>
                <a:lnTo>
                  <a:pt x="4153" y="2850"/>
                </a:lnTo>
                <a:lnTo>
                  <a:pt x="4154" y="2851"/>
                </a:lnTo>
                <a:lnTo>
                  <a:pt x="4153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1" y="2853"/>
                </a:lnTo>
                <a:lnTo>
                  <a:pt x="4150" y="2852"/>
                </a:lnTo>
                <a:lnTo>
                  <a:pt x="4149" y="2852"/>
                </a:lnTo>
                <a:lnTo>
                  <a:pt x="4146" y="2852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1" y="2857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7" y="2859"/>
                </a:lnTo>
                <a:lnTo>
                  <a:pt x="4147" y="2858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7" y="2862"/>
                </a:lnTo>
                <a:lnTo>
                  <a:pt x="4147" y="2863"/>
                </a:lnTo>
                <a:lnTo>
                  <a:pt x="4148" y="2863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4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3" y="2865"/>
                </a:lnTo>
                <a:lnTo>
                  <a:pt x="4154" y="2865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4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8"/>
                </a:lnTo>
                <a:lnTo>
                  <a:pt x="4153" y="2869"/>
                </a:lnTo>
                <a:lnTo>
                  <a:pt x="4153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3"/>
                </a:lnTo>
                <a:lnTo>
                  <a:pt x="4155" y="2872"/>
                </a:lnTo>
                <a:lnTo>
                  <a:pt x="4155" y="2873"/>
                </a:lnTo>
                <a:lnTo>
                  <a:pt x="4154" y="2873"/>
                </a:lnTo>
                <a:lnTo>
                  <a:pt x="4154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6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4" y="2878"/>
                </a:lnTo>
                <a:lnTo>
                  <a:pt x="4154" y="2879"/>
                </a:lnTo>
                <a:lnTo>
                  <a:pt x="4155" y="2879"/>
                </a:lnTo>
                <a:lnTo>
                  <a:pt x="4155" y="2878"/>
                </a:lnTo>
                <a:lnTo>
                  <a:pt x="4156" y="2879"/>
                </a:lnTo>
                <a:lnTo>
                  <a:pt x="4157" y="2879"/>
                </a:lnTo>
                <a:lnTo>
                  <a:pt x="4158" y="2879"/>
                </a:lnTo>
                <a:lnTo>
                  <a:pt x="4158" y="2880"/>
                </a:lnTo>
                <a:lnTo>
                  <a:pt x="4159" y="2880"/>
                </a:lnTo>
                <a:lnTo>
                  <a:pt x="4159" y="2881"/>
                </a:lnTo>
                <a:lnTo>
                  <a:pt x="4158" y="2881"/>
                </a:lnTo>
                <a:lnTo>
                  <a:pt x="4158" y="2882"/>
                </a:lnTo>
                <a:lnTo>
                  <a:pt x="4159" y="2883"/>
                </a:lnTo>
                <a:lnTo>
                  <a:pt x="4158" y="2883"/>
                </a:lnTo>
                <a:lnTo>
                  <a:pt x="4158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6"/>
                </a:lnTo>
                <a:lnTo>
                  <a:pt x="4155" y="2886"/>
                </a:lnTo>
                <a:lnTo>
                  <a:pt x="4156" y="2887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5" y="2888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2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49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8"/>
                </a:lnTo>
                <a:lnTo>
                  <a:pt x="4147" y="2879"/>
                </a:lnTo>
                <a:lnTo>
                  <a:pt x="4148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81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9" y="2885"/>
                </a:lnTo>
                <a:lnTo>
                  <a:pt x="4148" y="2886"/>
                </a:lnTo>
                <a:lnTo>
                  <a:pt x="4147" y="2886"/>
                </a:lnTo>
                <a:lnTo>
                  <a:pt x="4147" y="2885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4" y="2885"/>
                </a:lnTo>
                <a:lnTo>
                  <a:pt x="4144" y="2886"/>
                </a:lnTo>
                <a:lnTo>
                  <a:pt x="4143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80"/>
                </a:lnTo>
                <a:lnTo>
                  <a:pt x="4143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39" y="2874"/>
                </a:lnTo>
                <a:lnTo>
                  <a:pt x="4140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40" y="2872"/>
                </a:lnTo>
                <a:lnTo>
                  <a:pt x="4139" y="2871"/>
                </a:lnTo>
                <a:lnTo>
                  <a:pt x="4138" y="2871"/>
                </a:lnTo>
                <a:lnTo>
                  <a:pt x="4138" y="2872"/>
                </a:lnTo>
                <a:lnTo>
                  <a:pt x="4135" y="2872"/>
                </a:lnTo>
                <a:lnTo>
                  <a:pt x="4136" y="2870"/>
                </a:lnTo>
                <a:lnTo>
                  <a:pt x="4134" y="2870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0"/>
                </a:lnTo>
                <a:lnTo>
                  <a:pt x="4131" y="2871"/>
                </a:lnTo>
                <a:lnTo>
                  <a:pt x="4130" y="2872"/>
                </a:lnTo>
                <a:lnTo>
                  <a:pt x="4129" y="2874"/>
                </a:lnTo>
                <a:lnTo>
                  <a:pt x="4129" y="2875"/>
                </a:lnTo>
                <a:lnTo>
                  <a:pt x="4129" y="2876"/>
                </a:lnTo>
                <a:lnTo>
                  <a:pt x="4129" y="2877"/>
                </a:lnTo>
                <a:lnTo>
                  <a:pt x="4130" y="2877"/>
                </a:lnTo>
                <a:lnTo>
                  <a:pt x="4130" y="2878"/>
                </a:lnTo>
                <a:lnTo>
                  <a:pt x="4131" y="2878"/>
                </a:lnTo>
                <a:lnTo>
                  <a:pt x="4131" y="2879"/>
                </a:lnTo>
                <a:lnTo>
                  <a:pt x="4130" y="2879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6" y="2880"/>
                </a:lnTo>
                <a:lnTo>
                  <a:pt x="4126" y="2881"/>
                </a:lnTo>
                <a:lnTo>
                  <a:pt x="4125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3" y="2878"/>
                </a:lnTo>
                <a:lnTo>
                  <a:pt x="4123" y="2877"/>
                </a:lnTo>
                <a:lnTo>
                  <a:pt x="4123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3" y="2872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19" y="2875"/>
                </a:lnTo>
                <a:lnTo>
                  <a:pt x="4119" y="2874"/>
                </a:lnTo>
                <a:lnTo>
                  <a:pt x="4118" y="2875"/>
                </a:lnTo>
                <a:lnTo>
                  <a:pt x="4116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0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5"/>
                </a:lnTo>
                <a:lnTo>
                  <a:pt x="4117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19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0" y="2891"/>
                </a:lnTo>
                <a:lnTo>
                  <a:pt x="4122" y="2892"/>
                </a:lnTo>
                <a:lnTo>
                  <a:pt x="4122" y="2890"/>
                </a:lnTo>
                <a:lnTo>
                  <a:pt x="4122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5" y="2890"/>
                </a:lnTo>
                <a:lnTo>
                  <a:pt x="4126" y="2890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6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4"/>
                </a:lnTo>
                <a:lnTo>
                  <a:pt x="4130" y="2895"/>
                </a:lnTo>
                <a:lnTo>
                  <a:pt x="4131" y="2895"/>
                </a:lnTo>
                <a:lnTo>
                  <a:pt x="4132" y="2896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7"/>
                </a:lnTo>
                <a:lnTo>
                  <a:pt x="4131" y="2897"/>
                </a:lnTo>
                <a:lnTo>
                  <a:pt x="4129" y="2898"/>
                </a:lnTo>
                <a:lnTo>
                  <a:pt x="4129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6" y="2898"/>
                </a:lnTo>
                <a:lnTo>
                  <a:pt x="4125" y="2899"/>
                </a:lnTo>
                <a:lnTo>
                  <a:pt x="4126" y="2899"/>
                </a:lnTo>
                <a:lnTo>
                  <a:pt x="4126" y="2901"/>
                </a:lnTo>
                <a:lnTo>
                  <a:pt x="4126" y="2902"/>
                </a:lnTo>
                <a:lnTo>
                  <a:pt x="4127" y="2903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3" y="2904"/>
                </a:lnTo>
                <a:lnTo>
                  <a:pt x="4122" y="2904"/>
                </a:lnTo>
                <a:lnTo>
                  <a:pt x="4121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3"/>
                </a:lnTo>
                <a:lnTo>
                  <a:pt x="4114" y="2902"/>
                </a:lnTo>
                <a:lnTo>
                  <a:pt x="4113" y="2902"/>
                </a:lnTo>
                <a:lnTo>
                  <a:pt x="4113" y="2901"/>
                </a:lnTo>
                <a:lnTo>
                  <a:pt x="4112" y="2900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1" y="2906"/>
                </a:lnTo>
                <a:lnTo>
                  <a:pt x="4112" y="2906"/>
                </a:lnTo>
                <a:lnTo>
                  <a:pt x="4112" y="2905"/>
                </a:lnTo>
                <a:lnTo>
                  <a:pt x="4112" y="2906"/>
                </a:lnTo>
                <a:lnTo>
                  <a:pt x="4112" y="2907"/>
                </a:lnTo>
                <a:lnTo>
                  <a:pt x="4111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10"/>
                </a:lnTo>
                <a:lnTo>
                  <a:pt x="4113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2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1"/>
                </a:lnTo>
                <a:lnTo>
                  <a:pt x="4103" y="2910"/>
                </a:lnTo>
                <a:lnTo>
                  <a:pt x="4102" y="2910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3" y="2905"/>
                </a:lnTo>
                <a:lnTo>
                  <a:pt x="4103" y="2906"/>
                </a:lnTo>
                <a:lnTo>
                  <a:pt x="4104" y="2906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900"/>
                </a:lnTo>
                <a:lnTo>
                  <a:pt x="4106" y="2901"/>
                </a:lnTo>
                <a:lnTo>
                  <a:pt x="4105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0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4" y="2899"/>
                </a:lnTo>
                <a:lnTo>
                  <a:pt x="4103" y="2898"/>
                </a:lnTo>
                <a:lnTo>
                  <a:pt x="4103" y="2899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0"/>
                </a:lnTo>
                <a:lnTo>
                  <a:pt x="4097" y="2899"/>
                </a:lnTo>
                <a:lnTo>
                  <a:pt x="4098" y="2899"/>
                </a:lnTo>
                <a:lnTo>
                  <a:pt x="4098" y="2897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8" y="2893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5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3" y="2900"/>
                </a:lnTo>
                <a:lnTo>
                  <a:pt x="4094" y="2900"/>
                </a:lnTo>
                <a:lnTo>
                  <a:pt x="4094" y="2901"/>
                </a:lnTo>
                <a:lnTo>
                  <a:pt x="4094" y="2902"/>
                </a:lnTo>
                <a:lnTo>
                  <a:pt x="4095" y="2902"/>
                </a:lnTo>
                <a:lnTo>
                  <a:pt x="4096" y="2902"/>
                </a:lnTo>
                <a:lnTo>
                  <a:pt x="4096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7" y="2904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7"/>
                </a:lnTo>
                <a:lnTo>
                  <a:pt x="4095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4" y="2910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5" y="2912"/>
                </a:lnTo>
                <a:lnTo>
                  <a:pt x="4094" y="2912"/>
                </a:lnTo>
                <a:lnTo>
                  <a:pt x="4091" y="2912"/>
                </a:lnTo>
                <a:lnTo>
                  <a:pt x="4092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90" y="2912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3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89" y="2915"/>
                </a:lnTo>
                <a:lnTo>
                  <a:pt x="4090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4" y="2919"/>
                </a:lnTo>
                <a:lnTo>
                  <a:pt x="4095" y="2919"/>
                </a:lnTo>
                <a:lnTo>
                  <a:pt x="4096" y="2920"/>
                </a:lnTo>
                <a:lnTo>
                  <a:pt x="4097" y="2920"/>
                </a:lnTo>
                <a:lnTo>
                  <a:pt x="4097" y="2921"/>
                </a:lnTo>
                <a:lnTo>
                  <a:pt x="4098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8" y="2919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7"/>
                </a:lnTo>
                <a:lnTo>
                  <a:pt x="4101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8" y="2926"/>
                </a:lnTo>
                <a:lnTo>
                  <a:pt x="4099" y="2926"/>
                </a:lnTo>
                <a:lnTo>
                  <a:pt x="4099" y="2927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1" y="2927"/>
                </a:lnTo>
                <a:lnTo>
                  <a:pt x="4100" y="2928"/>
                </a:lnTo>
                <a:lnTo>
                  <a:pt x="4099" y="2929"/>
                </a:lnTo>
                <a:lnTo>
                  <a:pt x="4098" y="2929"/>
                </a:lnTo>
                <a:lnTo>
                  <a:pt x="4098" y="2928"/>
                </a:lnTo>
                <a:lnTo>
                  <a:pt x="4098" y="2927"/>
                </a:lnTo>
                <a:lnTo>
                  <a:pt x="4097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3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2"/>
                </a:lnTo>
                <a:lnTo>
                  <a:pt x="4093" y="2933"/>
                </a:lnTo>
                <a:lnTo>
                  <a:pt x="4094" y="2934"/>
                </a:lnTo>
                <a:lnTo>
                  <a:pt x="4096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3" y="2936"/>
                </a:lnTo>
                <a:lnTo>
                  <a:pt x="4091" y="2935"/>
                </a:lnTo>
                <a:lnTo>
                  <a:pt x="4090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4" y="2935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80" y="2938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2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2" y="2935"/>
                </a:lnTo>
                <a:lnTo>
                  <a:pt x="4072" y="2934"/>
                </a:lnTo>
                <a:lnTo>
                  <a:pt x="4071" y="2934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1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30"/>
                </a:lnTo>
                <a:lnTo>
                  <a:pt x="4072" y="2930"/>
                </a:lnTo>
                <a:lnTo>
                  <a:pt x="4073" y="2929"/>
                </a:lnTo>
                <a:lnTo>
                  <a:pt x="4072" y="2929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0" y="2930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8" y="2932"/>
                </a:lnTo>
                <a:lnTo>
                  <a:pt x="4068" y="2933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8"/>
                </a:lnTo>
                <a:lnTo>
                  <a:pt x="4068" y="2938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7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8" y="2944"/>
                </a:lnTo>
                <a:lnTo>
                  <a:pt x="4069" y="2945"/>
                </a:lnTo>
                <a:lnTo>
                  <a:pt x="4071" y="2944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4" y="2943"/>
                </a:lnTo>
                <a:lnTo>
                  <a:pt x="4074" y="2944"/>
                </a:lnTo>
                <a:lnTo>
                  <a:pt x="4074" y="2945"/>
                </a:lnTo>
                <a:lnTo>
                  <a:pt x="4075" y="2946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79" y="2945"/>
                </a:lnTo>
                <a:lnTo>
                  <a:pt x="4080" y="2946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9" y="2949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1"/>
                </a:lnTo>
                <a:lnTo>
                  <a:pt x="4076" y="2951"/>
                </a:lnTo>
                <a:lnTo>
                  <a:pt x="4075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7"/>
                </a:lnTo>
                <a:lnTo>
                  <a:pt x="4071" y="2956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5"/>
                </a:lnTo>
                <a:lnTo>
                  <a:pt x="4068" y="2956"/>
                </a:lnTo>
                <a:lnTo>
                  <a:pt x="4067" y="2958"/>
                </a:lnTo>
                <a:lnTo>
                  <a:pt x="4067" y="2959"/>
                </a:lnTo>
                <a:lnTo>
                  <a:pt x="4068" y="2959"/>
                </a:lnTo>
                <a:lnTo>
                  <a:pt x="4068" y="2960"/>
                </a:lnTo>
                <a:lnTo>
                  <a:pt x="4068" y="2961"/>
                </a:lnTo>
                <a:lnTo>
                  <a:pt x="4069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0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1"/>
                </a:lnTo>
                <a:lnTo>
                  <a:pt x="4061" y="2972"/>
                </a:lnTo>
                <a:lnTo>
                  <a:pt x="4061" y="2973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7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1" y="2961"/>
                </a:lnTo>
                <a:lnTo>
                  <a:pt x="4050" y="2961"/>
                </a:lnTo>
                <a:lnTo>
                  <a:pt x="4049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49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8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6" y="2965"/>
                </a:lnTo>
                <a:lnTo>
                  <a:pt x="4035" y="2966"/>
                </a:lnTo>
                <a:lnTo>
                  <a:pt x="4036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70"/>
                </a:lnTo>
                <a:lnTo>
                  <a:pt x="4029" y="2969"/>
                </a:lnTo>
                <a:lnTo>
                  <a:pt x="4028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4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60"/>
                </a:lnTo>
                <a:lnTo>
                  <a:pt x="4028" y="2959"/>
                </a:lnTo>
                <a:lnTo>
                  <a:pt x="4027" y="2958"/>
                </a:lnTo>
                <a:lnTo>
                  <a:pt x="4026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60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7" y="2967"/>
                </a:lnTo>
                <a:lnTo>
                  <a:pt x="4016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2" y="2971"/>
                </a:lnTo>
                <a:lnTo>
                  <a:pt x="4013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3" y="2980"/>
                </a:lnTo>
                <a:lnTo>
                  <a:pt x="4012" y="2980"/>
                </a:lnTo>
                <a:lnTo>
                  <a:pt x="4011" y="2980"/>
                </a:lnTo>
                <a:lnTo>
                  <a:pt x="4007" y="2979"/>
                </a:lnTo>
                <a:lnTo>
                  <a:pt x="4006" y="2978"/>
                </a:lnTo>
                <a:lnTo>
                  <a:pt x="4005" y="2978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7"/>
                </a:lnTo>
                <a:lnTo>
                  <a:pt x="4002" y="2976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2"/>
                </a:lnTo>
                <a:lnTo>
                  <a:pt x="4001" y="2983"/>
                </a:lnTo>
                <a:lnTo>
                  <a:pt x="4000" y="2983"/>
                </a:lnTo>
                <a:lnTo>
                  <a:pt x="3999" y="2983"/>
                </a:lnTo>
                <a:lnTo>
                  <a:pt x="4001" y="2985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4" y="2988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3" y="2990"/>
                </a:lnTo>
                <a:lnTo>
                  <a:pt x="4014" y="2990"/>
                </a:lnTo>
                <a:lnTo>
                  <a:pt x="4014" y="2989"/>
                </a:lnTo>
                <a:lnTo>
                  <a:pt x="4016" y="2989"/>
                </a:lnTo>
                <a:lnTo>
                  <a:pt x="4017" y="2989"/>
                </a:lnTo>
                <a:lnTo>
                  <a:pt x="4017" y="2988"/>
                </a:lnTo>
                <a:lnTo>
                  <a:pt x="4018" y="2988"/>
                </a:lnTo>
                <a:lnTo>
                  <a:pt x="4018" y="2989"/>
                </a:lnTo>
                <a:lnTo>
                  <a:pt x="4019" y="2989"/>
                </a:lnTo>
                <a:lnTo>
                  <a:pt x="4019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0" y="2993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7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4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6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5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7"/>
                </a:lnTo>
                <a:lnTo>
                  <a:pt x="4004" y="3006"/>
                </a:lnTo>
                <a:lnTo>
                  <a:pt x="4004" y="3007"/>
                </a:lnTo>
                <a:lnTo>
                  <a:pt x="4003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0" y="3016"/>
                </a:lnTo>
                <a:lnTo>
                  <a:pt x="4000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3" y="3026"/>
                </a:lnTo>
                <a:lnTo>
                  <a:pt x="3993" y="3025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9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5"/>
                </a:lnTo>
                <a:lnTo>
                  <a:pt x="3986" y="3035"/>
                </a:lnTo>
                <a:lnTo>
                  <a:pt x="3986" y="3034"/>
                </a:lnTo>
                <a:lnTo>
                  <a:pt x="3986" y="3032"/>
                </a:lnTo>
                <a:lnTo>
                  <a:pt x="3985" y="3032"/>
                </a:lnTo>
                <a:lnTo>
                  <a:pt x="3986" y="3031"/>
                </a:lnTo>
                <a:lnTo>
                  <a:pt x="3987" y="3031"/>
                </a:lnTo>
                <a:lnTo>
                  <a:pt x="3988" y="3030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8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88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4"/>
                </a:lnTo>
                <a:lnTo>
                  <a:pt x="3986" y="3024"/>
                </a:lnTo>
                <a:lnTo>
                  <a:pt x="3985" y="3023"/>
                </a:lnTo>
                <a:lnTo>
                  <a:pt x="3984" y="3022"/>
                </a:lnTo>
                <a:lnTo>
                  <a:pt x="3983" y="3021"/>
                </a:lnTo>
                <a:lnTo>
                  <a:pt x="3982" y="3021"/>
                </a:lnTo>
                <a:lnTo>
                  <a:pt x="3983" y="3021"/>
                </a:lnTo>
                <a:lnTo>
                  <a:pt x="3983" y="3022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2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6"/>
                </a:lnTo>
                <a:lnTo>
                  <a:pt x="3977" y="3047"/>
                </a:lnTo>
                <a:lnTo>
                  <a:pt x="3976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5" y="3050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3" y="3050"/>
                </a:lnTo>
                <a:lnTo>
                  <a:pt x="3972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3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2" y="3038"/>
                </a:lnTo>
                <a:lnTo>
                  <a:pt x="3972" y="3037"/>
                </a:lnTo>
                <a:lnTo>
                  <a:pt x="3971" y="3037"/>
                </a:lnTo>
                <a:lnTo>
                  <a:pt x="3970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6"/>
                </a:lnTo>
                <a:lnTo>
                  <a:pt x="3969" y="3035"/>
                </a:lnTo>
                <a:lnTo>
                  <a:pt x="3968" y="3035"/>
                </a:lnTo>
                <a:lnTo>
                  <a:pt x="3967" y="3035"/>
                </a:lnTo>
                <a:lnTo>
                  <a:pt x="3966" y="3034"/>
                </a:lnTo>
                <a:lnTo>
                  <a:pt x="3965" y="3034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0" y="3032"/>
                </a:lnTo>
                <a:lnTo>
                  <a:pt x="3959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7" y="3034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2" y="3034"/>
                </a:lnTo>
                <a:lnTo>
                  <a:pt x="3963" y="3035"/>
                </a:lnTo>
                <a:lnTo>
                  <a:pt x="3964" y="3036"/>
                </a:lnTo>
                <a:lnTo>
                  <a:pt x="3963" y="3036"/>
                </a:lnTo>
                <a:lnTo>
                  <a:pt x="3963" y="3037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1" y="3047"/>
                </a:lnTo>
                <a:lnTo>
                  <a:pt x="3960" y="3047"/>
                </a:lnTo>
                <a:lnTo>
                  <a:pt x="3960" y="3048"/>
                </a:lnTo>
                <a:lnTo>
                  <a:pt x="3959" y="3049"/>
                </a:lnTo>
                <a:lnTo>
                  <a:pt x="3959" y="3050"/>
                </a:lnTo>
                <a:lnTo>
                  <a:pt x="3958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6" y="3049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8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2"/>
                </a:lnTo>
                <a:lnTo>
                  <a:pt x="3962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51"/>
                </a:lnTo>
                <a:lnTo>
                  <a:pt x="3965" y="3051"/>
                </a:lnTo>
                <a:lnTo>
                  <a:pt x="3966" y="3051"/>
                </a:lnTo>
                <a:lnTo>
                  <a:pt x="3966" y="3052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4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9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7" y="3066"/>
                </a:lnTo>
                <a:lnTo>
                  <a:pt x="3957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9" y="3068"/>
                </a:lnTo>
                <a:lnTo>
                  <a:pt x="3958" y="3068"/>
                </a:lnTo>
                <a:lnTo>
                  <a:pt x="3958" y="3067"/>
                </a:lnTo>
                <a:lnTo>
                  <a:pt x="3957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2" y="3069"/>
                </a:lnTo>
                <a:lnTo>
                  <a:pt x="3953" y="3069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3"/>
                </a:lnTo>
                <a:lnTo>
                  <a:pt x="3953" y="3062"/>
                </a:lnTo>
                <a:lnTo>
                  <a:pt x="3952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0"/>
                </a:lnTo>
                <a:lnTo>
                  <a:pt x="3953" y="3049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5" y="3048"/>
                </a:lnTo>
                <a:lnTo>
                  <a:pt x="3956" y="3048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8" y="3050"/>
                </a:lnTo>
                <a:lnTo>
                  <a:pt x="3947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7" y="3052"/>
                </a:lnTo>
                <a:lnTo>
                  <a:pt x="3945" y="3052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4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1"/>
                </a:lnTo>
                <a:lnTo>
                  <a:pt x="3944" y="3062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6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59"/>
                </a:lnTo>
                <a:lnTo>
                  <a:pt x="3939" y="3058"/>
                </a:lnTo>
                <a:lnTo>
                  <a:pt x="3938" y="3058"/>
                </a:lnTo>
                <a:lnTo>
                  <a:pt x="3939" y="3059"/>
                </a:lnTo>
                <a:lnTo>
                  <a:pt x="3939" y="3060"/>
                </a:lnTo>
                <a:lnTo>
                  <a:pt x="3938" y="3060"/>
                </a:lnTo>
                <a:lnTo>
                  <a:pt x="3939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2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6" y="3071"/>
                </a:lnTo>
                <a:lnTo>
                  <a:pt x="3926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6" y="3069"/>
                </a:lnTo>
                <a:lnTo>
                  <a:pt x="3926" y="3068"/>
                </a:lnTo>
                <a:lnTo>
                  <a:pt x="3927" y="3068"/>
                </a:lnTo>
                <a:lnTo>
                  <a:pt x="3927" y="3067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4" y="3064"/>
                </a:lnTo>
                <a:lnTo>
                  <a:pt x="3922" y="3064"/>
                </a:lnTo>
                <a:lnTo>
                  <a:pt x="3922" y="3063"/>
                </a:lnTo>
                <a:lnTo>
                  <a:pt x="3922" y="3064"/>
                </a:lnTo>
                <a:lnTo>
                  <a:pt x="3921" y="3064"/>
                </a:lnTo>
                <a:lnTo>
                  <a:pt x="3918" y="3063"/>
                </a:lnTo>
                <a:lnTo>
                  <a:pt x="3917" y="3064"/>
                </a:lnTo>
                <a:lnTo>
                  <a:pt x="3917" y="3065"/>
                </a:lnTo>
                <a:lnTo>
                  <a:pt x="3916" y="3065"/>
                </a:lnTo>
                <a:lnTo>
                  <a:pt x="3916" y="3066"/>
                </a:lnTo>
                <a:lnTo>
                  <a:pt x="3917" y="3066"/>
                </a:lnTo>
                <a:lnTo>
                  <a:pt x="3917" y="3067"/>
                </a:lnTo>
                <a:lnTo>
                  <a:pt x="3917" y="3068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6" y="3071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5"/>
                </a:lnTo>
                <a:lnTo>
                  <a:pt x="3914" y="3074"/>
                </a:lnTo>
                <a:lnTo>
                  <a:pt x="3913" y="3074"/>
                </a:lnTo>
                <a:lnTo>
                  <a:pt x="3913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2" y="3072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08" y="3071"/>
                </a:lnTo>
                <a:lnTo>
                  <a:pt x="3909" y="3071"/>
                </a:lnTo>
                <a:lnTo>
                  <a:pt x="3910" y="3072"/>
                </a:lnTo>
                <a:lnTo>
                  <a:pt x="3909" y="3074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3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5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3" y="3087"/>
                </a:lnTo>
                <a:lnTo>
                  <a:pt x="3903" y="3088"/>
                </a:lnTo>
                <a:lnTo>
                  <a:pt x="3903" y="3087"/>
                </a:lnTo>
                <a:lnTo>
                  <a:pt x="3902" y="3086"/>
                </a:lnTo>
                <a:lnTo>
                  <a:pt x="3902" y="3087"/>
                </a:lnTo>
                <a:lnTo>
                  <a:pt x="3902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7" y="3096"/>
                </a:lnTo>
                <a:lnTo>
                  <a:pt x="3898" y="3096"/>
                </a:lnTo>
                <a:lnTo>
                  <a:pt x="3898" y="3097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0"/>
                </a:lnTo>
                <a:lnTo>
                  <a:pt x="3899" y="3101"/>
                </a:lnTo>
                <a:lnTo>
                  <a:pt x="3899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1" y="3106"/>
                </a:lnTo>
                <a:lnTo>
                  <a:pt x="3900" y="3106"/>
                </a:lnTo>
                <a:lnTo>
                  <a:pt x="3899" y="3105"/>
                </a:lnTo>
                <a:lnTo>
                  <a:pt x="3899" y="3104"/>
                </a:lnTo>
                <a:lnTo>
                  <a:pt x="3898" y="3104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4" y="3101"/>
                </a:lnTo>
                <a:lnTo>
                  <a:pt x="3894" y="3102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5"/>
                </a:lnTo>
                <a:lnTo>
                  <a:pt x="3889" y="3107"/>
                </a:lnTo>
                <a:lnTo>
                  <a:pt x="3889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6" y="3110"/>
                </a:lnTo>
                <a:lnTo>
                  <a:pt x="3886" y="3109"/>
                </a:lnTo>
                <a:lnTo>
                  <a:pt x="3886" y="3110"/>
                </a:lnTo>
                <a:lnTo>
                  <a:pt x="3886" y="3109"/>
                </a:lnTo>
                <a:lnTo>
                  <a:pt x="3885" y="3109"/>
                </a:lnTo>
                <a:lnTo>
                  <a:pt x="3884" y="3109"/>
                </a:lnTo>
                <a:lnTo>
                  <a:pt x="3884" y="3108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5" y="3105"/>
                </a:lnTo>
                <a:lnTo>
                  <a:pt x="3884" y="3105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7" y="3115"/>
                </a:lnTo>
                <a:lnTo>
                  <a:pt x="3877" y="3117"/>
                </a:lnTo>
                <a:lnTo>
                  <a:pt x="3878" y="3117"/>
                </a:lnTo>
                <a:lnTo>
                  <a:pt x="3878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79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8" y="3128"/>
                </a:lnTo>
                <a:lnTo>
                  <a:pt x="3878" y="3127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5"/>
                </a:lnTo>
                <a:lnTo>
                  <a:pt x="3863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8" y="3132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2"/>
                </a:lnTo>
                <a:lnTo>
                  <a:pt x="3855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7" y="3138"/>
                </a:lnTo>
                <a:lnTo>
                  <a:pt x="3846" y="3140"/>
                </a:lnTo>
                <a:lnTo>
                  <a:pt x="3845" y="3140"/>
                </a:lnTo>
                <a:lnTo>
                  <a:pt x="3845" y="3141"/>
                </a:lnTo>
                <a:lnTo>
                  <a:pt x="3842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6"/>
                </a:lnTo>
                <a:lnTo>
                  <a:pt x="3837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9" y="3144"/>
                </a:lnTo>
                <a:lnTo>
                  <a:pt x="3828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8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5" y="3151"/>
                </a:lnTo>
                <a:lnTo>
                  <a:pt x="3814" y="3152"/>
                </a:lnTo>
                <a:lnTo>
                  <a:pt x="3814" y="3153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1" y="3149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0" y="3146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6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6"/>
                </a:lnTo>
                <a:lnTo>
                  <a:pt x="3810" y="3145"/>
                </a:lnTo>
                <a:lnTo>
                  <a:pt x="3809" y="3144"/>
                </a:lnTo>
                <a:lnTo>
                  <a:pt x="3807" y="3143"/>
                </a:lnTo>
                <a:lnTo>
                  <a:pt x="3806" y="3143"/>
                </a:lnTo>
                <a:lnTo>
                  <a:pt x="3805" y="3143"/>
                </a:lnTo>
                <a:lnTo>
                  <a:pt x="3802" y="3143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8" y="3141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4" y="3141"/>
                </a:lnTo>
                <a:lnTo>
                  <a:pt x="3795" y="3141"/>
                </a:lnTo>
                <a:lnTo>
                  <a:pt x="3794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7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6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8" y="3157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4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89" y="3159"/>
                </a:lnTo>
                <a:lnTo>
                  <a:pt x="3790" y="3160"/>
                </a:lnTo>
                <a:lnTo>
                  <a:pt x="3791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3" y="3159"/>
                </a:lnTo>
                <a:lnTo>
                  <a:pt x="3782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3"/>
                </a:lnTo>
                <a:lnTo>
                  <a:pt x="3771" y="3152"/>
                </a:lnTo>
                <a:lnTo>
                  <a:pt x="3771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0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4" y="3144"/>
                </a:lnTo>
                <a:lnTo>
                  <a:pt x="3765" y="3145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8" y="3139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5" y="3149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6" y="3148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1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6" y="3158"/>
                </a:lnTo>
                <a:lnTo>
                  <a:pt x="3736" y="3159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3"/>
                </a:lnTo>
                <a:lnTo>
                  <a:pt x="3729" y="3152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7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5" y="3159"/>
                </a:lnTo>
                <a:lnTo>
                  <a:pt x="3736" y="3159"/>
                </a:lnTo>
                <a:lnTo>
                  <a:pt x="3736" y="3160"/>
                </a:lnTo>
                <a:lnTo>
                  <a:pt x="3736" y="3161"/>
                </a:lnTo>
                <a:lnTo>
                  <a:pt x="3735" y="3161"/>
                </a:lnTo>
                <a:lnTo>
                  <a:pt x="3734" y="3163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6"/>
                </a:lnTo>
                <a:lnTo>
                  <a:pt x="3731" y="3168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70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8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6" y="3159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19" y="3145"/>
                </a:lnTo>
                <a:lnTo>
                  <a:pt x="3718" y="3145"/>
                </a:lnTo>
                <a:lnTo>
                  <a:pt x="3719" y="3145"/>
                </a:lnTo>
                <a:lnTo>
                  <a:pt x="3719" y="3146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4" y="3150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9"/>
                </a:lnTo>
                <a:lnTo>
                  <a:pt x="3699" y="3158"/>
                </a:lnTo>
                <a:lnTo>
                  <a:pt x="3698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7" y="3159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4" y="3163"/>
                </a:lnTo>
                <a:lnTo>
                  <a:pt x="3694" y="3164"/>
                </a:lnTo>
                <a:lnTo>
                  <a:pt x="3695" y="3164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3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2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4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9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6" y="3179"/>
                </a:lnTo>
                <a:lnTo>
                  <a:pt x="3677" y="3179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9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4"/>
                </a:lnTo>
                <a:lnTo>
                  <a:pt x="3671" y="3183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8" y="3188"/>
                </a:lnTo>
                <a:lnTo>
                  <a:pt x="3669" y="3188"/>
                </a:lnTo>
                <a:lnTo>
                  <a:pt x="3669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3" y="3187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2"/>
                </a:lnTo>
                <a:lnTo>
                  <a:pt x="3679" y="3182"/>
                </a:lnTo>
                <a:lnTo>
                  <a:pt x="3679" y="3183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0" y="3187"/>
                </a:lnTo>
                <a:lnTo>
                  <a:pt x="3681" y="3187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8"/>
                </a:lnTo>
                <a:lnTo>
                  <a:pt x="3685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3" y="3194"/>
                </a:lnTo>
                <a:lnTo>
                  <a:pt x="3682" y="3194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6"/>
                </a:lnTo>
                <a:lnTo>
                  <a:pt x="3681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8" y="3191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2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1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8" y="3199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3" y="3199"/>
                </a:lnTo>
                <a:lnTo>
                  <a:pt x="3664" y="3198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0" y="3196"/>
                </a:lnTo>
                <a:lnTo>
                  <a:pt x="3661" y="3196"/>
                </a:lnTo>
                <a:lnTo>
                  <a:pt x="3660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8" y="3192"/>
                </a:lnTo>
                <a:lnTo>
                  <a:pt x="3647" y="3191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7"/>
                </a:lnTo>
                <a:lnTo>
                  <a:pt x="3642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7"/>
                </a:lnTo>
                <a:lnTo>
                  <a:pt x="3650" y="3176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80"/>
                </a:lnTo>
                <a:lnTo>
                  <a:pt x="3643" y="3180"/>
                </a:lnTo>
                <a:lnTo>
                  <a:pt x="3643" y="3181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3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4"/>
                </a:lnTo>
                <a:lnTo>
                  <a:pt x="3637" y="3173"/>
                </a:lnTo>
                <a:lnTo>
                  <a:pt x="3637" y="3176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5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4"/>
                </a:lnTo>
                <a:lnTo>
                  <a:pt x="3619" y="3154"/>
                </a:lnTo>
                <a:lnTo>
                  <a:pt x="3619" y="3153"/>
                </a:lnTo>
                <a:lnTo>
                  <a:pt x="3618" y="3153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09" y="3153"/>
                </a:lnTo>
                <a:lnTo>
                  <a:pt x="3609" y="3154"/>
                </a:lnTo>
                <a:lnTo>
                  <a:pt x="3609" y="3155"/>
                </a:lnTo>
                <a:lnTo>
                  <a:pt x="3610" y="3155"/>
                </a:lnTo>
                <a:lnTo>
                  <a:pt x="3610" y="3156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4" y="3161"/>
                </a:lnTo>
                <a:lnTo>
                  <a:pt x="3615" y="3161"/>
                </a:lnTo>
                <a:lnTo>
                  <a:pt x="3615" y="3162"/>
                </a:lnTo>
                <a:lnTo>
                  <a:pt x="3616" y="3163"/>
                </a:lnTo>
                <a:lnTo>
                  <a:pt x="3616" y="3164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09" y="3171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4" y="3172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4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9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5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4" y="3192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8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1" y="3203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09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6" y="3213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3" y="3222"/>
                </a:lnTo>
                <a:lnTo>
                  <a:pt x="3602" y="3221"/>
                </a:lnTo>
                <a:lnTo>
                  <a:pt x="3601" y="3220"/>
                </a:lnTo>
                <a:lnTo>
                  <a:pt x="3601" y="3219"/>
                </a:lnTo>
                <a:lnTo>
                  <a:pt x="3600" y="3218"/>
                </a:lnTo>
                <a:lnTo>
                  <a:pt x="3600" y="3217"/>
                </a:lnTo>
                <a:lnTo>
                  <a:pt x="3598" y="3213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4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3" y="3221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4" y="3227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3" y="3226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0" y="3227"/>
                </a:lnTo>
                <a:lnTo>
                  <a:pt x="3580" y="3228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3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4" y="3238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2" y="3242"/>
                </a:lnTo>
                <a:lnTo>
                  <a:pt x="3581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8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7"/>
                </a:lnTo>
                <a:lnTo>
                  <a:pt x="3577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5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2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0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8" y="3223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5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70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6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1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7"/>
                </a:lnTo>
                <a:lnTo>
                  <a:pt x="3564" y="3218"/>
                </a:lnTo>
                <a:lnTo>
                  <a:pt x="3562" y="3216"/>
                </a:lnTo>
                <a:lnTo>
                  <a:pt x="3560" y="3218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0" y="3223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8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6"/>
                </a:lnTo>
                <a:lnTo>
                  <a:pt x="3544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6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1"/>
                </a:lnTo>
                <a:lnTo>
                  <a:pt x="3532" y="3242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2"/>
                </a:lnTo>
                <a:lnTo>
                  <a:pt x="3526" y="3252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2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0"/>
                </a:lnTo>
                <a:lnTo>
                  <a:pt x="3511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10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6"/>
                </a:lnTo>
                <a:lnTo>
                  <a:pt x="3513" y="3236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5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2" y="3231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8"/>
                </a:lnTo>
                <a:lnTo>
                  <a:pt x="3503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7"/>
                </a:lnTo>
                <a:lnTo>
                  <a:pt x="3502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5" y="3246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8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1"/>
                </a:lnTo>
                <a:lnTo>
                  <a:pt x="3486" y="3250"/>
                </a:lnTo>
                <a:lnTo>
                  <a:pt x="3485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3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2" y="3254"/>
                </a:lnTo>
                <a:lnTo>
                  <a:pt x="3441" y="3254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2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9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2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7"/>
                </a:lnTo>
                <a:lnTo>
                  <a:pt x="3440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4" y="3276"/>
                </a:lnTo>
                <a:lnTo>
                  <a:pt x="3433" y="3277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7" y="3280"/>
                </a:lnTo>
                <a:lnTo>
                  <a:pt x="3428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1" y="3281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1" y="3279"/>
                </a:lnTo>
                <a:lnTo>
                  <a:pt x="3422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19" y="3275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4"/>
                </a:lnTo>
                <a:lnTo>
                  <a:pt x="3418" y="3275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8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2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9" y="3281"/>
                </a:lnTo>
                <a:lnTo>
                  <a:pt x="3399" y="3282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5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1"/>
                </a:lnTo>
                <a:lnTo>
                  <a:pt x="3386" y="3280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79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4" y="3285"/>
                </a:lnTo>
                <a:lnTo>
                  <a:pt x="3382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90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3"/>
                </a:lnTo>
                <a:lnTo>
                  <a:pt x="3367" y="3293"/>
                </a:lnTo>
                <a:lnTo>
                  <a:pt x="3366" y="3293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300"/>
                </a:lnTo>
                <a:lnTo>
                  <a:pt x="3350" y="3301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4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10"/>
                </a:lnTo>
                <a:lnTo>
                  <a:pt x="3339" y="3309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3"/>
                </a:lnTo>
                <a:lnTo>
                  <a:pt x="3328" y="3313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3"/>
                </a:lnTo>
                <a:lnTo>
                  <a:pt x="3327" y="3293"/>
                </a:lnTo>
                <a:lnTo>
                  <a:pt x="3327" y="3294"/>
                </a:lnTo>
                <a:lnTo>
                  <a:pt x="3327" y="3295"/>
                </a:lnTo>
                <a:lnTo>
                  <a:pt x="3326" y="3294"/>
                </a:lnTo>
                <a:lnTo>
                  <a:pt x="3325" y="3293"/>
                </a:lnTo>
                <a:lnTo>
                  <a:pt x="3324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2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7"/>
                </a:lnTo>
                <a:lnTo>
                  <a:pt x="3326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9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9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6" y="3326"/>
                </a:lnTo>
                <a:lnTo>
                  <a:pt x="3306" y="3325"/>
                </a:lnTo>
                <a:lnTo>
                  <a:pt x="3305" y="3325"/>
                </a:lnTo>
                <a:lnTo>
                  <a:pt x="3305" y="3326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3" y="3335"/>
                </a:lnTo>
                <a:lnTo>
                  <a:pt x="3303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3" y="3342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9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2" y="3349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3" y="3353"/>
                </a:lnTo>
                <a:lnTo>
                  <a:pt x="3323" y="3354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6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4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4" y="3373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5"/>
                </a:lnTo>
                <a:lnTo>
                  <a:pt x="3325" y="3375"/>
                </a:lnTo>
                <a:lnTo>
                  <a:pt x="3326" y="3375"/>
                </a:lnTo>
                <a:lnTo>
                  <a:pt x="3327" y="3375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10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6"/>
                </a:lnTo>
                <a:lnTo>
                  <a:pt x="3309" y="3406"/>
                </a:lnTo>
                <a:lnTo>
                  <a:pt x="3309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5" y="3410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5" y="3405"/>
                </a:lnTo>
                <a:lnTo>
                  <a:pt x="3294" y="3405"/>
                </a:lnTo>
                <a:lnTo>
                  <a:pt x="3293" y="3404"/>
                </a:lnTo>
                <a:lnTo>
                  <a:pt x="3292" y="3404"/>
                </a:lnTo>
                <a:lnTo>
                  <a:pt x="3292" y="3405"/>
                </a:lnTo>
                <a:lnTo>
                  <a:pt x="3293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1" y="3412"/>
                </a:lnTo>
                <a:lnTo>
                  <a:pt x="3281" y="3411"/>
                </a:lnTo>
                <a:lnTo>
                  <a:pt x="3282" y="3410"/>
                </a:lnTo>
                <a:lnTo>
                  <a:pt x="3281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9"/>
                </a:lnTo>
                <a:lnTo>
                  <a:pt x="3280" y="3398"/>
                </a:lnTo>
                <a:lnTo>
                  <a:pt x="3279" y="3398"/>
                </a:lnTo>
                <a:lnTo>
                  <a:pt x="3278" y="3397"/>
                </a:lnTo>
                <a:lnTo>
                  <a:pt x="3278" y="3395"/>
                </a:lnTo>
                <a:lnTo>
                  <a:pt x="3277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2" y="3392"/>
                </a:lnTo>
                <a:lnTo>
                  <a:pt x="3282" y="3391"/>
                </a:lnTo>
                <a:lnTo>
                  <a:pt x="3283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6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89" y="3391"/>
                </a:lnTo>
                <a:lnTo>
                  <a:pt x="3289" y="3390"/>
                </a:lnTo>
                <a:lnTo>
                  <a:pt x="3288" y="3390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3" y="3387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9"/>
                </a:lnTo>
                <a:lnTo>
                  <a:pt x="3281" y="3390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3"/>
                </a:lnTo>
                <a:lnTo>
                  <a:pt x="3273" y="3382"/>
                </a:lnTo>
                <a:lnTo>
                  <a:pt x="3273" y="3381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2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69" y="3370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69" y="3364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3"/>
                </a:lnTo>
                <a:lnTo>
                  <a:pt x="3271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2"/>
                </a:lnTo>
                <a:lnTo>
                  <a:pt x="3263" y="3351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9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59" y="3337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60" y="3320"/>
                </a:lnTo>
                <a:lnTo>
                  <a:pt x="3260" y="3318"/>
                </a:lnTo>
                <a:lnTo>
                  <a:pt x="3261" y="3317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7"/>
                </a:lnTo>
                <a:lnTo>
                  <a:pt x="3269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3" y="3297"/>
                </a:lnTo>
                <a:lnTo>
                  <a:pt x="3274" y="3297"/>
                </a:lnTo>
                <a:lnTo>
                  <a:pt x="3274" y="3296"/>
                </a:lnTo>
                <a:lnTo>
                  <a:pt x="3276" y="3296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0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1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7" y="3285"/>
                </a:lnTo>
                <a:lnTo>
                  <a:pt x="3276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69" y="3278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6" y="3277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7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1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71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4" y="3261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6" y="3264"/>
                </a:lnTo>
                <a:lnTo>
                  <a:pt x="3247" y="3264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3" y="3265"/>
                </a:lnTo>
                <a:lnTo>
                  <a:pt x="3243" y="3264"/>
                </a:lnTo>
                <a:lnTo>
                  <a:pt x="3243" y="3265"/>
                </a:lnTo>
                <a:lnTo>
                  <a:pt x="3242" y="3265"/>
                </a:lnTo>
                <a:lnTo>
                  <a:pt x="3243" y="3265"/>
                </a:lnTo>
                <a:lnTo>
                  <a:pt x="3244" y="3265"/>
                </a:lnTo>
                <a:lnTo>
                  <a:pt x="3244" y="3266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8" y="3269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0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8" y="3281"/>
                </a:lnTo>
                <a:lnTo>
                  <a:pt x="3249" y="3281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9"/>
                </a:lnTo>
                <a:lnTo>
                  <a:pt x="3207" y="3288"/>
                </a:lnTo>
                <a:lnTo>
                  <a:pt x="3206" y="3288"/>
                </a:lnTo>
                <a:lnTo>
                  <a:pt x="3206" y="3287"/>
                </a:lnTo>
                <a:lnTo>
                  <a:pt x="3206" y="3288"/>
                </a:lnTo>
                <a:lnTo>
                  <a:pt x="3205" y="3288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5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8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3" y="3277"/>
                </a:lnTo>
                <a:lnTo>
                  <a:pt x="3213" y="3276"/>
                </a:lnTo>
                <a:lnTo>
                  <a:pt x="3213" y="3275"/>
                </a:lnTo>
                <a:lnTo>
                  <a:pt x="3212" y="3274"/>
                </a:lnTo>
                <a:lnTo>
                  <a:pt x="3212" y="3275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0" y="3273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3"/>
                </a:lnTo>
                <a:lnTo>
                  <a:pt x="3208" y="3273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2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6" y="3258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5" y="3252"/>
                </a:lnTo>
                <a:lnTo>
                  <a:pt x="3185" y="3250"/>
                </a:lnTo>
                <a:lnTo>
                  <a:pt x="3184" y="3250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3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2" y="3260"/>
                </a:lnTo>
                <a:lnTo>
                  <a:pt x="3183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5" y="3269"/>
                </a:lnTo>
                <a:lnTo>
                  <a:pt x="3183" y="3269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60"/>
                </a:lnTo>
                <a:lnTo>
                  <a:pt x="3169" y="3261"/>
                </a:lnTo>
                <a:lnTo>
                  <a:pt x="3168" y="3262"/>
                </a:lnTo>
                <a:lnTo>
                  <a:pt x="3169" y="3264"/>
                </a:lnTo>
                <a:lnTo>
                  <a:pt x="3168" y="3265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5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61"/>
                </a:lnTo>
                <a:lnTo>
                  <a:pt x="3163" y="3261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3" y="3246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4" y="3242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2" y="3243"/>
                </a:lnTo>
                <a:lnTo>
                  <a:pt x="3152" y="3244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1" y="3246"/>
                </a:lnTo>
                <a:lnTo>
                  <a:pt x="3150" y="3244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1" y="3247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59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3"/>
                </a:lnTo>
                <a:lnTo>
                  <a:pt x="3152" y="3272"/>
                </a:lnTo>
                <a:lnTo>
                  <a:pt x="3151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6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7" y="3266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6" y="3271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8" y="3281"/>
                </a:lnTo>
                <a:lnTo>
                  <a:pt x="3127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9" y="3268"/>
                </a:lnTo>
                <a:lnTo>
                  <a:pt x="3128" y="3269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1"/>
                </a:lnTo>
                <a:lnTo>
                  <a:pt x="3124" y="3271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4" y="3277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7" y="3268"/>
                </a:lnTo>
                <a:lnTo>
                  <a:pt x="3097" y="3267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2"/>
                </a:lnTo>
                <a:lnTo>
                  <a:pt x="3065" y="3272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6"/>
                </a:lnTo>
                <a:lnTo>
                  <a:pt x="3062" y="3265"/>
                </a:lnTo>
                <a:lnTo>
                  <a:pt x="3061" y="3265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0" y="3264"/>
                </a:lnTo>
                <a:lnTo>
                  <a:pt x="3050" y="3263"/>
                </a:lnTo>
                <a:lnTo>
                  <a:pt x="3049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8" y="3261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8" y="3260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6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9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20" y="3248"/>
                </a:lnTo>
                <a:lnTo>
                  <a:pt x="3019" y="3248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6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4" y="3238"/>
                </a:lnTo>
                <a:lnTo>
                  <a:pt x="3014" y="3237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09" y="3233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1" y="3233"/>
                </a:lnTo>
                <a:lnTo>
                  <a:pt x="3001" y="3232"/>
                </a:lnTo>
                <a:lnTo>
                  <a:pt x="3000" y="3232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1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1" y="3226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0" y="3204"/>
                </a:lnTo>
                <a:lnTo>
                  <a:pt x="2991" y="3204"/>
                </a:lnTo>
                <a:lnTo>
                  <a:pt x="2990" y="3204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8" y="3201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7" y="3196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3" y="3165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6" y="3160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2" y="3147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7" y="3147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7" y="3145"/>
                </a:lnTo>
                <a:lnTo>
                  <a:pt x="2996" y="3145"/>
                </a:lnTo>
                <a:lnTo>
                  <a:pt x="2996" y="3144"/>
                </a:lnTo>
                <a:lnTo>
                  <a:pt x="2995" y="3144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2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6" y="3141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3" y="3137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7" y="3135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6" y="3133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40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6" y="3141"/>
                </a:lnTo>
                <a:lnTo>
                  <a:pt x="2955" y="3141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3" y="3141"/>
                </a:lnTo>
                <a:lnTo>
                  <a:pt x="2953" y="3140"/>
                </a:lnTo>
                <a:lnTo>
                  <a:pt x="2952" y="3140"/>
                </a:lnTo>
                <a:lnTo>
                  <a:pt x="2951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2" y="3136"/>
                </a:lnTo>
                <a:lnTo>
                  <a:pt x="2951" y="3136"/>
                </a:lnTo>
                <a:lnTo>
                  <a:pt x="2951" y="3135"/>
                </a:lnTo>
                <a:lnTo>
                  <a:pt x="2951" y="3136"/>
                </a:lnTo>
                <a:lnTo>
                  <a:pt x="2951" y="3135"/>
                </a:lnTo>
                <a:lnTo>
                  <a:pt x="2950" y="3134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8" y="3132"/>
                </a:lnTo>
                <a:lnTo>
                  <a:pt x="2948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31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2" y="3129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8" y="3129"/>
                </a:lnTo>
                <a:lnTo>
                  <a:pt x="2938" y="3128"/>
                </a:lnTo>
                <a:lnTo>
                  <a:pt x="2938" y="3129"/>
                </a:lnTo>
                <a:lnTo>
                  <a:pt x="2937" y="3129"/>
                </a:lnTo>
                <a:lnTo>
                  <a:pt x="2937" y="3128"/>
                </a:lnTo>
                <a:lnTo>
                  <a:pt x="2936" y="3128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8" y="3128"/>
                </a:lnTo>
                <a:lnTo>
                  <a:pt x="2928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7" y="3134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4"/>
                </a:lnTo>
                <a:lnTo>
                  <a:pt x="2922" y="3134"/>
                </a:lnTo>
                <a:lnTo>
                  <a:pt x="2922" y="3133"/>
                </a:lnTo>
                <a:lnTo>
                  <a:pt x="2922" y="3134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20" y="3134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4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31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09" y="3127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6" y="3125"/>
                </a:lnTo>
                <a:lnTo>
                  <a:pt x="2906" y="3124"/>
                </a:lnTo>
                <a:lnTo>
                  <a:pt x="2905" y="3124"/>
                </a:lnTo>
                <a:lnTo>
                  <a:pt x="2904" y="3124"/>
                </a:lnTo>
                <a:lnTo>
                  <a:pt x="2904" y="3123"/>
                </a:lnTo>
                <a:lnTo>
                  <a:pt x="2904" y="3122"/>
                </a:lnTo>
                <a:lnTo>
                  <a:pt x="2903" y="3122"/>
                </a:lnTo>
                <a:lnTo>
                  <a:pt x="2903" y="3121"/>
                </a:lnTo>
                <a:lnTo>
                  <a:pt x="2902" y="3121"/>
                </a:lnTo>
                <a:lnTo>
                  <a:pt x="2902" y="3120"/>
                </a:lnTo>
                <a:lnTo>
                  <a:pt x="2902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8" y="3121"/>
                </a:lnTo>
                <a:lnTo>
                  <a:pt x="2898" y="3120"/>
                </a:lnTo>
                <a:lnTo>
                  <a:pt x="2898" y="3121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21"/>
                </a:lnTo>
                <a:lnTo>
                  <a:pt x="2890" y="3120"/>
                </a:lnTo>
                <a:lnTo>
                  <a:pt x="2889" y="3120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89" y="3111"/>
                </a:lnTo>
                <a:lnTo>
                  <a:pt x="2889" y="3110"/>
                </a:lnTo>
                <a:lnTo>
                  <a:pt x="2888" y="3110"/>
                </a:lnTo>
                <a:lnTo>
                  <a:pt x="2888" y="3109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3" y="3105"/>
                </a:lnTo>
                <a:lnTo>
                  <a:pt x="2882" y="3105"/>
                </a:lnTo>
                <a:lnTo>
                  <a:pt x="2882" y="3104"/>
                </a:lnTo>
                <a:lnTo>
                  <a:pt x="2883" y="3104"/>
                </a:lnTo>
                <a:lnTo>
                  <a:pt x="2882" y="3104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1"/>
                </a:lnTo>
                <a:lnTo>
                  <a:pt x="2880" y="3100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3" y="3095"/>
                </a:lnTo>
                <a:lnTo>
                  <a:pt x="2873" y="3096"/>
                </a:lnTo>
                <a:lnTo>
                  <a:pt x="2872" y="3095"/>
                </a:lnTo>
                <a:lnTo>
                  <a:pt x="2871" y="3095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69" y="3090"/>
                </a:lnTo>
                <a:lnTo>
                  <a:pt x="2869" y="3089"/>
                </a:lnTo>
                <a:lnTo>
                  <a:pt x="2868" y="3089"/>
                </a:lnTo>
                <a:lnTo>
                  <a:pt x="2868" y="3088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59" y="3098"/>
                </a:lnTo>
                <a:lnTo>
                  <a:pt x="2859" y="3099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6" y="3100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7" y="3102"/>
                </a:lnTo>
                <a:lnTo>
                  <a:pt x="2847" y="3101"/>
                </a:lnTo>
                <a:lnTo>
                  <a:pt x="2846" y="3101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6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3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2" y="3112"/>
                </a:lnTo>
                <a:lnTo>
                  <a:pt x="2832" y="3111"/>
                </a:lnTo>
                <a:lnTo>
                  <a:pt x="2831" y="3111"/>
                </a:lnTo>
                <a:lnTo>
                  <a:pt x="2832" y="3111"/>
                </a:lnTo>
                <a:lnTo>
                  <a:pt x="2831" y="3111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2" y="3117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0" y="3116"/>
                </a:lnTo>
                <a:lnTo>
                  <a:pt x="2820" y="3117"/>
                </a:lnTo>
                <a:lnTo>
                  <a:pt x="2821" y="3117"/>
                </a:lnTo>
                <a:lnTo>
                  <a:pt x="2820" y="3117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1" y="3121"/>
                </a:lnTo>
                <a:lnTo>
                  <a:pt x="2821" y="3122"/>
                </a:lnTo>
                <a:lnTo>
                  <a:pt x="2822" y="3122"/>
                </a:lnTo>
                <a:lnTo>
                  <a:pt x="2822" y="3124"/>
                </a:lnTo>
                <a:lnTo>
                  <a:pt x="2822" y="3125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3" y="3129"/>
                </a:lnTo>
                <a:lnTo>
                  <a:pt x="2824" y="3129"/>
                </a:lnTo>
                <a:lnTo>
                  <a:pt x="2824" y="3130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3" y="3143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4" y="3146"/>
                </a:lnTo>
                <a:lnTo>
                  <a:pt x="2813" y="3146"/>
                </a:lnTo>
                <a:lnTo>
                  <a:pt x="2812" y="3146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6"/>
                </a:lnTo>
                <a:lnTo>
                  <a:pt x="2809" y="3146"/>
                </a:lnTo>
                <a:lnTo>
                  <a:pt x="2808" y="3146"/>
                </a:lnTo>
                <a:lnTo>
                  <a:pt x="2808" y="3145"/>
                </a:lnTo>
                <a:lnTo>
                  <a:pt x="2807" y="3145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1" y="3152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6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8"/>
                </a:lnTo>
                <a:lnTo>
                  <a:pt x="2760" y="3147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3" y="3168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0" y="3164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5"/>
                </a:lnTo>
                <a:lnTo>
                  <a:pt x="2722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19" y="3153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09" y="3161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7" y="3159"/>
                </a:lnTo>
                <a:lnTo>
                  <a:pt x="2697" y="3158"/>
                </a:lnTo>
                <a:lnTo>
                  <a:pt x="2697" y="3157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7" y="3153"/>
                </a:lnTo>
                <a:lnTo>
                  <a:pt x="2697" y="3152"/>
                </a:lnTo>
                <a:lnTo>
                  <a:pt x="2696" y="3152"/>
                </a:lnTo>
                <a:lnTo>
                  <a:pt x="2695" y="3152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89" y="3148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3" y="3160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59" y="3184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7" y="3183"/>
                </a:lnTo>
                <a:lnTo>
                  <a:pt x="2657" y="3182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2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1" y="3159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6" y="3159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8" y="3156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5" y="3186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0" y="3189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5" y="3185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3" y="3188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5" y="3199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4" y="3246"/>
                </a:lnTo>
                <a:lnTo>
                  <a:pt x="2545" y="3246"/>
                </a:lnTo>
                <a:lnTo>
                  <a:pt x="2546" y="3246"/>
                </a:lnTo>
                <a:lnTo>
                  <a:pt x="2546" y="3247"/>
                </a:lnTo>
                <a:lnTo>
                  <a:pt x="2547" y="3247"/>
                </a:lnTo>
                <a:lnTo>
                  <a:pt x="2547" y="3246"/>
                </a:lnTo>
                <a:lnTo>
                  <a:pt x="2547" y="3247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5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5" y="3302"/>
                </a:lnTo>
                <a:lnTo>
                  <a:pt x="2546" y="3302"/>
                </a:lnTo>
                <a:lnTo>
                  <a:pt x="2546" y="3303"/>
                </a:lnTo>
                <a:lnTo>
                  <a:pt x="2547" y="3303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1" y="3306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8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39" y="3314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7" y="3307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6" y="3309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0" y="3312"/>
                </a:lnTo>
                <a:lnTo>
                  <a:pt x="2500" y="3311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9"/>
                </a:lnTo>
                <a:lnTo>
                  <a:pt x="2497" y="3309"/>
                </a:lnTo>
                <a:lnTo>
                  <a:pt x="2497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499" y="3301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4" y="3299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3" y="3296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0" y="3291"/>
                </a:lnTo>
                <a:lnTo>
                  <a:pt x="2490" y="3290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90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6" y="3281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7" y="3278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3" y="3275"/>
                </a:lnTo>
                <a:lnTo>
                  <a:pt x="2492" y="3275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1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1" y="3266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3"/>
                </a:lnTo>
                <a:lnTo>
                  <a:pt x="2489" y="3262"/>
                </a:lnTo>
                <a:lnTo>
                  <a:pt x="2488" y="3262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60"/>
                </a:lnTo>
                <a:lnTo>
                  <a:pt x="2488" y="3260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29" y="3283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8" y="3284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0" y="3281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8" y="3277"/>
                </a:lnTo>
                <a:lnTo>
                  <a:pt x="2398" y="3276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8" y="3274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4"/>
                </a:lnTo>
                <a:lnTo>
                  <a:pt x="2402" y="3264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0" y="3262"/>
                </a:lnTo>
                <a:lnTo>
                  <a:pt x="2400" y="3261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8"/>
                </a:lnTo>
                <a:lnTo>
                  <a:pt x="2386" y="3257"/>
                </a:lnTo>
                <a:lnTo>
                  <a:pt x="2385" y="3257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5" y="3230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79" y="3224"/>
                </a:lnTo>
                <a:lnTo>
                  <a:pt x="2379" y="3223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2" y="3226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3" y="3219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2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2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1" y="3192"/>
                </a:lnTo>
                <a:lnTo>
                  <a:pt x="2321" y="3191"/>
                </a:lnTo>
                <a:lnTo>
                  <a:pt x="2320" y="3191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8" y="3159"/>
                </a:lnTo>
                <a:lnTo>
                  <a:pt x="2328" y="3158"/>
                </a:lnTo>
                <a:lnTo>
                  <a:pt x="2328" y="3157"/>
                </a:lnTo>
                <a:lnTo>
                  <a:pt x="2327" y="3157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2" y="3150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8" y="3142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7" y="3139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2" y="3137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5" y="3138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7" y="3132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5" y="3130"/>
                </a:lnTo>
                <a:lnTo>
                  <a:pt x="2345" y="3129"/>
                </a:lnTo>
                <a:lnTo>
                  <a:pt x="2345" y="3128"/>
                </a:lnTo>
                <a:lnTo>
                  <a:pt x="2344" y="3128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6"/>
                </a:lnTo>
                <a:lnTo>
                  <a:pt x="2344" y="3126"/>
                </a:lnTo>
                <a:lnTo>
                  <a:pt x="2345" y="3126"/>
                </a:lnTo>
                <a:lnTo>
                  <a:pt x="2344" y="3126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4" y="3120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3" y="3118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1" y="3117"/>
                </a:lnTo>
                <a:lnTo>
                  <a:pt x="2321" y="3118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6" y="3118"/>
                </a:lnTo>
                <a:lnTo>
                  <a:pt x="2316" y="3117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4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1" y="3116"/>
                </a:lnTo>
                <a:lnTo>
                  <a:pt x="2310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6" y="3118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3" y="3112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7" y="3111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1" y="3109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7" y="3109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0" y="3098"/>
                </a:lnTo>
                <a:lnTo>
                  <a:pt x="2291" y="3097"/>
                </a:lnTo>
                <a:lnTo>
                  <a:pt x="2291" y="3098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1" y="3095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4"/>
                </a:lnTo>
                <a:lnTo>
                  <a:pt x="2286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89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8" y="3082"/>
                </a:lnTo>
                <a:lnTo>
                  <a:pt x="2289" y="3082"/>
                </a:lnTo>
                <a:lnTo>
                  <a:pt x="2288" y="3082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9"/>
                </a:lnTo>
                <a:lnTo>
                  <a:pt x="2282" y="3078"/>
                </a:lnTo>
                <a:lnTo>
                  <a:pt x="2281" y="3078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0" y="3075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6" y="3064"/>
                </a:lnTo>
                <a:lnTo>
                  <a:pt x="2286" y="3063"/>
                </a:lnTo>
                <a:lnTo>
                  <a:pt x="2285" y="3063"/>
                </a:lnTo>
                <a:lnTo>
                  <a:pt x="2284" y="3063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3" y="3060"/>
                </a:lnTo>
                <a:lnTo>
                  <a:pt x="2283" y="3059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7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2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1" y="3052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69" y="3046"/>
                </a:lnTo>
                <a:lnTo>
                  <a:pt x="2269" y="3045"/>
                </a:lnTo>
                <a:lnTo>
                  <a:pt x="2268" y="3045"/>
                </a:lnTo>
                <a:lnTo>
                  <a:pt x="2268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69" y="3036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8" y="3030"/>
                </a:lnTo>
                <a:lnTo>
                  <a:pt x="2268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7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7" y="3015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0" y="3016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7" y="3014"/>
                </a:lnTo>
                <a:lnTo>
                  <a:pt x="2257" y="3013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3"/>
                </a:lnTo>
                <a:lnTo>
                  <a:pt x="2246" y="3012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9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5" y="3015"/>
                </a:lnTo>
                <a:lnTo>
                  <a:pt x="2234" y="3015"/>
                </a:lnTo>
                <a:lnTo>
                  <a:pt x="2233" y="3015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8" y="3014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3" y="3015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19" y="3015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7" y="3027"/>
                </a:lnTo>
                <a:lnTo>
                  <a:pt x="2198" y="3027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0" y="3031"/>
                </a:lnTo>
                <a:lnTo>
                  <a:pt x="2190" y="3030"/>
                </a:lnTo>
                <a:lnTo>
                  <a:pt x="2191" y="3030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9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41"/>
                </a:lnTo>
                <a:lnTo>
                  <a:pt x="2175" y="3041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4" y="3038"/>
                </a:lnTo>
                <a:lnTo>
                  <a:pt x="2174" y="3037"/>
                </a:lnTo>
                <a:lnTo>
                  <a:pt x="2173" y="3037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5" y="3033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5" y="3021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4" y="3007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7" y="2995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90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1" y="2987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8" y="2984"/>
                </a:lnTo>
                <a:lnTo>
                  <a:pt x="2178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5" y="2981"/>
                </a:lnTo>
                <a:lnTo>
                  <a:pt x="2165" y="2980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7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9" y="2964"/>
                </a:lnTo>
                <a:lnTo>
                  <a:pt x="2169" y="2963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9" y="2961"/>
                </a:lnTo>
                <a:lnTo>
                  <a:pt x="2168" y="2960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8" y="2955"/>
                </a:lnTo>
                <a:lnTo>
                  <a:pt x="2168" y="2954"/>
                </a:lnTo>
                <a:lnTo>
                  <a:pt x="2168" y="2953"/>
                </a:lnTo>
                <a:lnTo>
                  <a:pt x="2169" y="2953"/>
                </a:lnTo>
                <a:lnTo>
                  <a:pt x="2169" y="2952"/>
                </a:lnTo>
                <a:lnTo>
                  <a:pt x="2168" y="2952"/>
                </a:lnTo>
                <a:lnTo>
                  <a:pt x="2168" y="2951"/>
                </a:lnTo>
                <a:lnTo>
                  <a:pt x="2169" y="2951"/>
                </a:lnTo>
                <a:lnTo>
                  <a:pt x="2168" y="2951"/>
                </a:lnTo>
                <a:lnTo>
                  <a:pt x="2167" y="2951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40"/>
                </a:lnTo>
                <a:lnTo>
                  <a:pt x="2181" y="2939"/>
                </a:lnTo>
                <a:lnTo>
                  <a:pt x="2181" y="2940"/>
                </a:lnTo>
                <a:lnTo>
                  <a:pt x="2182" y="2940"/>
                </a:lnTo>
                <a:lnTo>
                  <a:pt x="2183" y="2940"/>
                </a:lnTo>
                <a:lnTo>
                  <a:pt x="2183" y="2941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5" y="2941"/>
                </a:lnTo>
                <a:lnTo>
                  <a:pt x="2186" y="2941"/>
                </a:lnTo>
                <a:lnTo>
                  <a:pt x="2186" y="2940"/>
                </a:lnTo>
                <a:lnTo>
                  <a:pt x="2186" y="2941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89" y="2937"/>
                </a:lnTo>
                <a:lnTo>
                  <a:pt x="2188" y="2937"/>
                </a:lnTo>
                <a:lnTo>
                  <a:pt x="2188" y="2936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4" y="2934"/>
                </a:lnTo>
                <a:lnTo>
                  <a:pt x="2184" y="2933"/>
                </a:lnTo>
                <a:lnTo>
                  <a:pt x="2184" y="2932"/>
                </a:lnTo>
                <a:lnTo>
                  <a:pt x="2183" y="2932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2" y="2916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4"/>
                </a:lnTo>
                <a:lnTo>
                  <a:pt x="2183" y="2915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4" y="2896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7"/>
                </a:lnTo>
                <a:lnTo>
                  <a:pt x="2197" y="2897"/>
                </a:lnTo>
                <a:lnTo>
                  <a:pt x="2197" y="2898"/>
                </a:lnTo>
                <a:lnTo>
                  <a:pt x="2197" y="2899"/>
                </a:lnTo>
                <a:lnTo>
                  <a:pt x="2198" y="2899"/>
                </a:lnTo>
                <a:lnTo>
                  <a:pt x="2198" y="2900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5"/>
                </a:lnTo>
                <a:lnTo>
                  <a:pt x="2216" y="2884"/>
                </a:lnTo>
                <a:lnTo>
                  <a:pt x="2217" y="2884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0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6"/>
                </a:lnTo>
                <a:lnTo>
                  <a:pt x="2221" y="2876"/>
                </a:lnTo>
                <a:lnTo>
                  <a:pt x="2221" y="2875"/>
                </a:lnTo>
                <a:lnTo>
                  <a:pt x="2221" y="2874"/>
                </a:lnTo>
                <a:lnTo>
                  <a:pt x="2220" y="2874"/>
                </a:lnTo>
                <a:lnTo>
                  <a:pt x="2221" y="2874"/>
                </a:lnTo>
                <a:lnTo>
                  <a:pt x="2220" y="2874"/>
                </a:lnTo>
                <a:lnTo>
                  <a:pt x="2220" y="2873"/>
                </a:lnTo>
                <a:lnTo>
                  <a:pt x="2220" y="2872"/>
                </a:lnTo>
                <a:lnTo>
                  <a:pt x="2219" y="2872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2" y="2859"/>
                </a:lnTo>
                <a:lnTo>
                  <a:pt x="2223" y="2859"/>
                </a:lnTo>
                <a:lnTo>
                  <a:pt x="2224" y="2859"/>
                </a:lnTo>
                <a:lnTo>
                  <a:pt x="2224" y="2860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1" y="2862"/>
                </a:lnTo>
                <a:lnTo>
                  <a:pt x="2232" y="2862"/>
                </a:lnTo>
                <a:lnTo>
                  <a:pt x="2232" y="2863"/>
                </a:lnTo>
                <a:lnTo>
                  <a:pt x="2233" y="2863"/>
                </a:lnTo>
                <a:lnTo>
                  <a:pt x="2233" y="2864"/>
                </a:lnTo>
                <a:lnTo>
                  <a:pt x="2234" y="2864"/>
                </a:lnTo>
                <a:lnTo>
                  <a:pt x="2234" y="2865"/>
                </a:lnTo>
                <a:lnTo>
                  <a:pt x="2234" y="2866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49" y="2850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4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8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41"/>
                </a:lnTo>
                <a:lnTo>
                  <a:pt x="2265" y="2841"/>
                </a:lnTo>
                <a:lnTo>
                  <a:pt x="2265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69" y="2829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7" y="2826"/>
                </a:lnTo>
                <a:lnTo>
                  <a:pt x="2267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6" y="2825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2" y="2821"/>
                </a:lnTo>
                <a:lnTo>
                  <a:pt x="2262" y="2820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1" y="2814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59" y="2810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7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6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2" y="2806"/>
                </a:lnTo>
                <a:lnTo>
                  <a:pt x="2271" y="2806"/>
                </a:lnTo>
                <a:lnTo>
                  <a:pt x="2271" y="2805"/>
                </a:lnTo>
                <a:lnTo>
                  <a:pt x="2271" y="2804"/>
                </a:lnTo>
                <a:lnTo>
                  <a:pt x="2272" y="2804"/>
                </a:lnTo>
                <a:lnTo>
                  <a:pt x="2273" y="2804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8" y="2796"/>
                </a:lnTo>
                <a:lnTo>
                  <a:pt x="2268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8" y="2792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7" y="2758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7" y="2756"/>
                </a:lnTo>
                <a:lnTo>
                  <a:pt x="2277" y="2755"/>
                </a:lnTo>
                <a:lnTo>
                  <a:pt x="2277" y="2754"/>
                </a:lnTo>
                <a:lnTo>
                  <a:pt x="2276" y="2754"/>
                </a:lnTo>
                <a:lnTo>
                  <a:pt x="2276" y="2753"/>
                </a:lnTo>
                <a:lnTo>
                  <a:pt x="2276" y="2752"/>
                </a:lnTo>
                <a:lnTo>
                  <a:pt x="2277" y="2752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5" y="2750"/>
                </a:lnTo>
                <a:lnTo>
                  <a:pt x="2275" y="2749"/>
                </a:lnTo>
                <a:lnTo>
                  <a:pt x="2275" y="2748"/>
                </a:lnTo>
                <a:lnTo>
                  <a:pt x="2274" y="2748"/>
                </a:lnTo>
                <a:lnTo>
                  <a:pt x="2274" y="2747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6" y="2743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5" y="2737"/>
                </a:lnTo>
                <a:lnTo>
                  <a:pt x="2275" y="2736"/>
                </a:lnTo>
                <a:lnTo>
                  <a:pt x="2274" y="2735"/>
                </a:lnTo>
                <a:lnTo>
                  <a:pt x="2274" y="2734"/>
                </a:lnTo>
                <a:lnTo>
                  <a:pt x="2273" y="2734"/>
                </a:lnTo>
                <a:lnTo>
                  <a:pt x="2273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5" y="2730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4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3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7" y="2714"/>
                </a:lnTo>
                <a:lnTo>
                  <a:pt x="2276" y="2714"/>
                </a:lnTo>
                <a:lnTo>
                  <a:pt x="2276" y="2713"/>
                </a:lnTo>
                <a:lnTo>
                  <a:pt x="2276" y="2712"/>
                </a:lnTo>
                <a:lnTo>
                  <a:pt x="2275" y="2712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1" y="2708"/>
                </a:lnTo>
                <a:lnTo>
                  <a:pt x="2271" y="2707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2" y="2704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0" y="2699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2" y="2693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3" y="2688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3" y="2684"/>
                </a:lnTo>
                <a:lnTo>
                  <a:pt x="2273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0" y="2676"/>
                </a:lnTo>
                <a:lnTo>
                  <a:pt x="2270" y="2675"/>
                </a:lnTo>
                <a:lnTo>
                  <a:pt x="2269" y="2675"/>
                </a:lnTo>
                <a:lnTo>
                  <a:pt x="2269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69" y="2669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2"/>
                </a:lnTo>
                <a:lnTo>
                  <a:pt x="2271" y="2662"/>
                </a:lnTo>
                <a:lnTo>
                  <a:pt x="2271" y="2661"/>
                </a:lnTo>
                <a:lnTo>
                  <a:pt x="2270" y="2661"/>
                </a:lnTo>
                <a:lnTo>
                  <a:pt x="2269" y="2661"/>
                </a:lnTo>
                <a:lnTo>
                  <a:pt x="2269" y="2660"/>
                </a:lnTo>
                <a:lnTo>
                  <a:pt x="2269" y="2659"/>
                </a:lnTo>
                <a:lnTo>
                  <a:pt x="2268" y="2659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60"/>
                </a:lnTo>
                <a:lnTo>
                  <a:pt x="2265" y="2660"/>
                </a:lnTo>
                <a:lnTo>
                  <a:pt x="2264" y="2660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59" y="2656"/>
                </a:lnTo>
                <a:lnTo>
                  <a:pt x="2259" y="2655"/>
                </a:lnTo>
                <a:lnTo>
                  <a:pt x="2259" y="2654"/>
                </a:lnTo>
                <a:lnTo>
                  <a:pt x="2258" y="2654"/>
                </a:lnTo>
                <a:lnTo>
                  <a:pt x="2258" y="2653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3" y="2654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49" y="2653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6" y="2650"/>
                </a:lnTo>
                <a:lnTo>
                  <a:pt x="2246" y="2651"/>
                </a:lnTo>
                <a:lnTo>
                  <a:pt x="2246" y="2652"/>
                </a:lnTo>
                <a:lnTo>
                  <a:pt x="2247" y="2652"/>
                </a:lnTo>
                <a:lnTo>
                  <a:pt x="2246" y="2652"/>
                </a:lnTo>
                <a:lnTo>
                  <a:pt x="2246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7" y="2656"/>
                </a:lnTo>
                <a:lnTo>
                  <a:pt x="2246" y="2656"/>
                </a:lnTo>
                <a:lnTo>
                  <a:pt x="2247" y="2656"/>
                </a:lnTo>
                <a:lnTo>
                  <a:pt x="2247" y="2657"/>
                </a:lnTo>
                <a:lnTo>
                  <a:pt x="2246" y="2657"/>
                </a:lnTo>
                <a:lnTo>
                  <a:pt x="2246" y="2658"/>
                </a:lnTo>
                <a:lnTo>
                  <a:pt x="2246" y="2659"/>
                </a:lnTo>
                <a:lnTo>
                  <a:pt x="2247" y="2659"/>
                </a:lnTo>
                <a:lnTo>
                  <a:pt x="2247" y="2660"/>
                </a:lnTo>
                <a:lnTo>
                  <a:pt x="2246" y="2660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7" y="2666"/>
                </a:lnTo>
                <a:lnTo>
                  <a:pt x="2237" y="2665"/>
                </a:lnTo>
                <a:lnTo>
                  <a:pt x="2236" y="2665"/>
                </a:lnTo>
                <a:lnTo>
                  <a:pt x="2236" y="2664"/>
                </a:lnTo>
                <a:lnTo>
                  <a:pt x="2236" y="2663"/>
                </a:lnTo>
                <a:lnTo>
                  <a:pt x="2235" y="2663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4" y="2656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51"/>
                </a:lnTo>
                <a:lnTo>
                  <a:pt x="2231" y="2651"/>
                </a:lnTo>
                <a:lnTo>
                  <a:pt x="2231" y="2650"/>
                </a:lnTo>
                <a:lnTo>
                  <a:pt x="2231" y="2649"/>
                </a:lnTo>
                <a:lnTo>
                  <a:pt x="2230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7" y="2641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4" y="2634"/>
                </a:lnTo>
                <a:lnTo>
                  <a:pt x="2224" y="2633"/>
                </a:lnTo>
                <a:lnTo>
                  <a:pt x="2223" y="2633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6" y="2626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4" y="2623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0" y="2621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19" y="2618"/>
                </a:lnTo>
                <a:lnTo>
                  <a:pt x="2219" y="2617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5"/>
                </a:lnTo>
                <a:lnTo>
                  <a:pt x="2221" y="2603"/>
                </a:lnTo>
                <a:lnTo>
                  <a:pt x="2220" y="2602"/>
                </a:lnTo>
                <a:lnTo>
                  <a:pt x="2220" y="2601"/>
                </a:lnTo>
                <a:lnTo>
                  <a:pt x="2219" y="2601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6" y="2599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6"/>
                </a:lnTo>
                <a:lnTo>
                  <a:pt x="2214" y="2595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7"/>
                </a:lnTo>
                <a:lnTo>
                  <a:pt x="2210" y="2596"/>
                </a:lnTo>
                <a:lnTo>
                  <a:pt x="2209" y="2596"/>
                </a:lnTo>
                <a:lnTo>
                  <a:pt x="2209" y="2595"/>
                </a:lnTo>
                <a:lnTo>
                  <a:pt x="2208" y="2595"/>
                </a:lnTo>
                <a:lnTo>
                  <a:pt x="2208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8" y="2588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6"/>
                </a:lnTo>
                <a:lnTo>
                  <a:pt x="2203" y="2585"/>
                </a:lnTo>
                <a:lnTo>
                  <a:pt x="2204" y="2584"/>
                </a:lnTo>
                <a:lnTo>
                  <a:pt x="2203" y="2583"/>
                </a:lnTo>
                <a:lnTo>
                  <a:pt x="2202" y="2583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1"/>
                </a:lnTo>
                <a:lnTo>
                  <a:pt x="2200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0"/>
                </a:lnTo>
                <a:lnTo>
                  <a:pt x="2188" y="2579"/>
                </a:lnTo>
                <a:lnTo>
                  <a:pt x="2187" y="2578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4" y="2576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8"/>
                </a:lnTo>
                <a:lnTo>
                  <a:pt x="2183" y="2567"/>
                </a:lnTo>
                <a:lnTo>
                  <a:pt x="2183" y="2566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7" y="2562"/>
                </a:lnTo>
                <a:lnTo>
                  <a:pt x="2177" y="2561"/>
                </a:lnTo>
                <a:lnTo>
                  <a:pt x="2175" y="2561"/>
                </a:lnTo>
                <a:lnTo>
                  <a:pt x="2174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1" y="2563"/>
                </a:lnTo>
                <a:lnTo>
                  <a:pt x="2171" y="2562"/>
                </a:lnTo>
                <a:lnTo>
                  <a:pt x="2171" y="2561"/>
                </a:lnTo>
                <a:lnTo>
                  <a:pt x="2170" y="2561"/>
                </a:lnTo>
                <a:lnTo>
                  <a:pt x="2170" y="2560"/>
                </a:lnTo>
                <a:lnTo>
                  <a:pt x="2169" y="2560"/>
                </a:lnTo>
                <a:lnTo>
                  <a:pt x="2169" y="2561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4" y="2565"/>
                </a:lnTo>
                <a:lnTo>
                  <a:pt x="2163" y="2565"/>
                </a:lnTo>
                <a:lnTo>
                  <a:pt x="2163" y="2568"/>
                </a:lnTo>
                <a:lnTo>
                  <a:pt x="2163" y="2569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2" y="2572"/>
                </a:lnTo>
                <a:lnTo>
                  <a:pt x="2162" y="2573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1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0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3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4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0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1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8" y="2605"/>
                </a:lnTo>
                <a:lnTo>
                  <a:pt x="2147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5" y="2609"/>
                </a:lnTo>
                <a:lnTo>
                  <a:pt x="2145" y="2610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1" y="2613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1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9"/>
                </a:lnTo>
                <a:lnTo>
                  <a:pt x="2149" y="2629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6" y="2628"/>
                </a:lnTo>
                <a:lnTo>
                  <a:pt x="2146" y="2627"/>
                </a:lnTo>
                <a:lnTo>
                  <a:pt x="2146" y="2626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3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6" y="2639"/>
                </a:lnTo>
                <a:lnTo>
                  <a:pt x="2126" y="2640"/>
                </a:lnTo>
                <a:lnTo>
                  <a:pt x="2126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5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3" y="2637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6"/>
                </a:lnTo>
                <a:lnTo>
                  <a:pt x="2117" y="2635"/>
                </a:lnTo>
                <a:lnTo>
                  <a:pt x="2116" y="2634"/>
                </a:lnTo>
                <a:lnTo>
                  <a:pt x="2116" y="2633"/>
                </a:lnTo>
                <a:lnTo>
                  <a:pt x="2115" y="2633"/>
                </a:lnTo>
                <a:lnTo>
                  <a:pt x="2115" y="2632"/>
                </a:lnTo>
                <a:lnTo>
                  <a:pt x="2115" y="2631"/>
                </a:lnTo>
                <a:lnTo>
                  <a:pt x="2114" y="2630"/>
                </a:lnTo>
                <a:lnTo>
                  <a:pt x="2113" y="2630"/>
                </a:lnTo>
                <a:lnTo>
                  <a:pt x="2112" y="2630"/>
                </a:lnTo>
                <a:lnTo>
                  <a:pt x="2112" y="2629"/>
                </a:lnTo>
                <a:lnTo>
                  <a:pt x="2111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9"/>
                </a:lnTo>
                <a:lnTo>
                  <a:pt x="2104" y="2628"/>
                </a:lnTo>
                <a:lnTo>
                  <a:pt x="2103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0" y="2626"/>
                </a:lnTo>
                <a:lnTo>
                  <a:pt x="2100" y="2625"/>
                </a:lnTo>
                <a:lnTo>
                  <a:pt x="2099" y="2625"/>
                </a:lnTo>
                <a:lnTo>
                  <a:pt x="2099" y="2624"/>
                </a:lnTo>
                <a:lnTo>
                  <a:pt x="2099" y="2623"/>
                </a:lnTo>
                <a:lnTo>
                  <a:pt x="2098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4" y="2621"/>
                </a:lnTo>
                <a:lnTo>
                  <a:pt x="2093" y="2621"/>
                </a:lnTo>
                <a:lnTo>
                  <a:pt x="2092" y="2621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1"/>
                </a:lnTo>
                <a:lnTo>
                  <a:pt x="2089" y="2621"/>
                </a:lnTo>
                <a:lnTo>
                  <a:pt x="2088" y="2621"/>
                </a:lnTo>
                <a:lnTo>
                  <a:pt x="2088" y="2620"/>
                </a:lnTo>
                <a:lnTo>
                  <a:pt x="2087" y="2620"/>
                </a:lnTo>
                <a:lnTo>
                  <a:pt x="2086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4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6" y="2609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9"/>
                </a:lnTo>
                <a:lnTo>
                  <a:pt x="2072" y="2609"/>
                </a:lnTo>
                <a:lnTo>
                  <a:pt x="2072" y="2608"/>
                </a:lnTo>
                <a:lnTo>
                  <a:pt x="2071" y="2606"/>
                </a:lnTo>
                <a:lnTo>
                  <a:pt x="2071" y="2605"/>
                </a:lnTo>
                <a:lnTo>
                  <a:pt x="2071" y="2604"/>
                </a:lnTo>
                <a:lnTo>
                  <a:pt x="2070" y="2603"/>
                </a:lnTo>
                <a:lnTo>
                  <a:pt x="2069" y="2602"/>
                </a:lnTo>
                <a:lnTo>
                  <a:pt x="2068" y="2600"/>
                </a:lnTo>
                <a:lnTo>
                  <a:pt x="2067" y="2600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3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3"/>
                </a:lnTo>
                <a:lnTo>
                  <a:pt x="2056" y="2602"/>
                </a:lnTo>
                <a:lnTo>
                  <a:pt x="2055" y="2602"/>
                </a:lnTo>
                <a:lnTo>
                  <a:pt x="2054" y="2601"/>
                </a:lnTo>
                <a:lnTo>
                  <a:pt x="2053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4"/>
                </a:lnTo>
                <a:lnTo>
                  <a:pt x="2052" y="2593"/>
                </a:lnTo>
                <a:lnTo>
                  <a:pt x="2052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6"/>
                </a:lnTo>
                <a:lnTo>
                  <a:pt x="2031" y="2596"/>
                </a:lnTo>
                <a:lnTo>
                  <a:pt x="2029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5" y="2596"/>
                </a:lnTo>
                <a:lnTo>
                  <a:pt x="2025" y="2595"/>
                </a:lnTo>
                <a:lnTo>
                  <a:pt x="2024" y="2594"/>
                </a:lnTo>
                <a:lnTo>
                  <a:pt x="2022" y="2592"/>
                </a:lnTo>
                <a:lnTo>
                  <a:pt x="2021" y="2592"/>
                </a:lnTo>
                <a:lnTo>
                  <a:pt x="2020" y="2591"/>
                </a:lnTo>
                <a:lnTo>
                  <a:pt x="2019" y="2591"/>
                </a:lnTo>
                <a:lnTo>
                  <a:pt x="2018" y="2591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6" y="2588"/>
                </a:lnTo>
                <a:lnTo>
                  <a:pt x="2006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6" y="2590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70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0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4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20" y="2639"/>
                </a:lnTo>
                <a:lnTo>
                  <a:pt x="1920" y="2638"/>
                </a:lnTo>
                <a:lnTo>
                  <a:pt x="1919" y="2638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4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7"/>
                </a:lnTo>
                <a:lnTo>
                  <a:pt x="1909" y="2637"/>
                </a:lnTo>
                <a:lnTo>
                  <a:pt x="1909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3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3"/>
                </a:lnTo>
                <a:lnTo>
                  <a:pt x="1884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59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4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5" y="2675"/>
                </a:lnTo>
                <a:lnTo>
                  <a:pt x="1855" y="2676"/>
                </a:lnTo>
                <a:lnTo>
                  <a:pt x="1854" y="2676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8"/>
                </a:lnTo>
                <a:lnTo>
                  <a:pt x="1843" y="2689"/>
                </a:lnTo>
                <a:lnTo>
                  <a:pt x="1841" y="2692"/>
                </a:lnTo>
                <a:lnTo>
                  <a:pt x="1840" y="2692"/>
                </a:lnTo>
                <a:lnTo>
                  <a:pt x="1840" y="2693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30"/>
                </a:lnTo>
                <a:lnTo>
                  <a:pt x="1762" y="2730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9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3" y="2727"/>
                </a:lnTo>
                <a:lnTo>
                  <a:pt x="1752" y="2727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9"/>
                </a:lnTo>
                <a:lnTo>
                  <a:pt x="1738" y="2729"/>
                </a:lnTo>
                <a:lnTo>
                  <a:pt x="1737" y="2728"/>
                </a:lnTo>
                <a:lnTo>
                  <a:pt x="1736" y="2728"/>
                </a:lnTo>
                <a:lnTo>
                  <a:pt x="1735" y="2727"/>
                </a:lnTo>
                <a:lnTo>
                  <a:pt x="1734" y="2727"/>
                </a:lnTo>
                <a:lnTo>
                  <a:pt x="1733" y="2726"/>
                </a:lnTo>
                <a:lnTo>
                  <a:pt x="1732" y="2726"/>
                </a:lnTo>
                <a:lnTo>
                  <a:pt x="1731" y="2725"/>
                </a:lnTo>
                <a:lnTo>
                  <a:pt x="1730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4" y="2733"/>
                </a:lnTo>
                <a:lnTo>
                  <a:pt x="1675" y="2733"/>
                </a:lnTo>
                <a:lnTo>
                  <a:pt x="1675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7" y="2721"/>
                </a:lnTo>
                <a:lnTo>
                  <a:pt x="1677" y="2720"/>
                </a:lnTo>
                <a:lnTo>
                  <a:pt x="1676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4" y="2717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3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0" y="2712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69" y="2708"/>
                </a:lnTo>
                <a:lnTo>
                  <a:pt x="1670" y="2708"/>
                </a:lnTo>
                <a:lnTo>
                  <a:pt x="1669" y="2708"/>
                </a:lnTo>
                <a:lnTo>
                  <a:pt x="1669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69" y="2702"/>
                </a:lnTo>
                <a:lnTo>
                  <a:pt x="1669" y="2701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3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1" y="2693"/>
                </a:lnTo>
                <a:lnTo>
                  <a:pt x="1671" y="2692"/>
                </a:lnTo>
                <a:lnTo>
                  <a:pt x="1670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0"/>
                </a:lnTo>
                <a:lnTo>
                  <a:pt x="1678" y="2689"/>
                </a:lnTo>
                <a:lnTo>
                  <a:pt x="1677" y="2688"/>
                </a:lnTo>
                <a:lnTo>
                  <a:pt x="1677" y="2687"/>
                </a:lnTo>
                <a:lnTo>
                  <a:pt x="1676" y="2686"/>
                </a:lnTo>
                <a:lnTo>
                  <a:pt x="1676" y="2685"/>
                </a:lnTo>
                <a:lnTo>
                  <a:pt x="1675" y="2684"/>
                </a:lnTo>
                <a:lnTo>
                  <a:pt x="1675" y="2683"/>
                </a:lnTo>
                <a:lnTo>
                  <a:pt x="1674" y="2681"/>
                </a:lnTo>
                <a:lnTo>
                  <a:pt x="1673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2" y="2678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8" y="2673"/>
                </a:lnTo>
                <a:lnTo>
                  <a:pt x="1668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8" y="2670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1"/>
                </a:lnTo>
                <a:lnTo>
                  <a:pt x="1665" y="2672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6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8" y="2673"/>
                </a:lnTo>
                <a:lnTo>
                  <a:pt x="1647" y="2673"/>
                </a:lnTo>
                <a:lnTo>
                  <a:pt x="1645" y="2672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9"/>
                </a:lnTo>
                <a:lnTo>
                  <a:pt x="1636" y="2668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6"/>
                </a:lnTo>
                <a:lnTo>
                  <a:pt x="1633" y="2665"/>
                </a:lnTo>
                <a:lnTo>
                  <a:pt x="1632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29" y="2662"/>
                </a:lnTo>
                <a:lnTo>
                  <a:pt x="1629" y="2661"/>
                </a:lnTo>
                <a:lnTo>
                  <a:pt x="1629" y="2660"/>
                </a:lnTo>
                <a:lnTo>
                  <a:pt x="1628" y="2660"/>
                </a:lnTo>
                <a:lnTo>
                  <a:pt x="1628" y="2659"/>
                </a:lnTo>
                <a:lnTo>
                  <a:pt x="1628" y="2658"/>
                </a:lnTo>
                <a:lnTo>
                  <a:pt x="1629" y="2657"/>
                </a:lnTo>
                <a:lnTo>
                  <a:pt x="1629" y="2656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3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3" y="2636"/>
                </a:lnTo>
                <a:lnTo>
                  <a:pt x="1633" y="2635"/>
                </a:lnTo>
                <a:lnTo>
                  <a:pt x="1632" y="2635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6" y="2634"/>
                </a:lnTo>
                <a:lnTo>
                  <a:pt x="1625" y="2634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0" y="2630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2" y="2628"/>
                </a:lnTo>
                <a:lnTo>
                  <a:pt x="1632" y="2627"/>
                </a:lnTo>
                <a:lnTo>
                  <a:pt x="1631" y="2627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6" y="2626"/>
                </a:lnTo>
                <a:lnTo>
                  <a:pt x="1626" y="2625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1" y="2623"/>
                </a:lnTo>
                <a:lnTo>
                  <a:pt x="1621" y="2622"/>
                </a:lnTo>
                <a:lnTo>
                  <a:pt x="1620" y="2622"/>
                </a:lnTo>
                <a:lnTo>
                  <a:pt x="1620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0" y="2619"/>
                </a:lnTo>
                <a:lnTo>
                  <a:pt x="1620" y="2618"/>
                </a:lnTo>
                <a:lnTo>
                  <a:pt x="1619" y="2618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6" y="2616"/>
                </a:lnTo>
                <a:lnTo>
                  <a:pt x="1616" y="2615"/>
                </a:lnTo>
                <a:lnTo>
                  <a:pt x="1615" y="2615"/>
                </a:lnTo>
                <a:lnTo>
                  <a:pt x="1615" y="2614"/>
                </a:lnTo>
                <a:lnTo>
                  <a:pt x="1614" y="2614"/>
                </a:lnTo>
                <a:lnTo>
                  <a:pt x="1613" y="2614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7" y="2610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4" y="2610"/>
                </a:lnTo>
                <a:lnTo>
                  <a:pt x="1604" y="2611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8" y="2619"/>
                </a:lnTo>
                <a:lnTo>
                  <a:pt x="1598" y="2618"/>
                </a:lnTo>
                <a:lnTo>
                  <a:pt x="1597" y="2618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1" y="2619"/>
                </a:lnTo>
                <a:lnTo>
                  <a:pt x="1591" y="2620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3" y="2631"/>
                </a:lnTo>
                <a:lnTo>
                  <a:pt x="1581" y="2631"/>
                </a:lnTo>
                <a:lnTo>
                  <a:pt x="1580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3" y="2629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8"/>
                </a:lnTo>
                <a:lnTo>
                  <a:pt x="1561" y="2628"/>
                </a:lnTo>
                <a:lnTo>
                  <a:pt x="1561" y="2627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8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3" y="2611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4"/>
                </a:lnTo>
                <a:lnTo>
                  <a:pt x="1539" y="2614"/>
                </a:lnTo>
                <a:lnTo>
                  <a:pt x="1539" y="2613"/>
                </a:lnTo>
                <a:lnTo>
                  <a:pt x="1538" y="2613"/>
                </a:lnTo>
                <a:lnTo>
                  <a:pt x="1538" y="2612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10"/>
                </a:lnTo>
                <a:lnTo>
                  <a:pt x="1521" y="2610"/>
                </a:lnTo>
                <a:lnTo>
                  <a:pt x="1520" y="2610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7" y="2605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3" y="2602"/>
                </a:lnTo>
                <a:lnTo>
                  <a:pt x="1513" y="2601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5" y="2601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7" y="2596"/>
                </a:lnTo>
                <a:lnTo>
                  <a:pt x="1497" y="2597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89" y="2602"/>
                </a:lnTo>
                <a:lnTo>
                  <a:pt x="1489" y="2601"/>
                </a:lnTo>
                <a:lnTo>
                  <a:pt x="1489" y="2600"/>
                </a:lnTo>
                <a:lnTo>
                  <a:pt x="1488" y="2600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8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2" y="2597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8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6" y="2596"/>
                </a:lnTo>
                <a:lnTo>
                  <a:pt x="1477" y="2596"/>
                </a:lnTo>
                <a:lnTo>
                  <a:pt x="1476" y="2596"/>
                </a:lnTo>
                <a:lnTo>
                  <a:pt x="1476" y="2595"/>
                </a:lnTo>
                <a:lnTo>
                  <a:pt x="1475" y="2595"/>
                </a:lnTo>
                <a:lnTo>
                  <a:pt x="1475" y="2594"/>
                </a:lnTo>
                <a:lnTo>
                  <a:pt x="1475" y="2593"/>
                </a:lnTo>
                <a:lnTo>
                  <a:pt x="1474" y="2593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9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7" y="2599"/>
                </a:lnTo>
                <a:lnTo>
                  <a:pt x="1456" y="2599"/>
                </a:lnTo>
                <a:lnTo>
                  <a:pt x="1456" y="2598"/>
                </a:lnTo>
                <a:lnTo>
                  <a:pt x="1456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6" y="2604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7" y="2630"/>
                </a:lnTo>
                <a:lnTo>
                  <a:pt x="1426" y="2631"/>
                </a:lnTo>
                <a:lnTo>
                  <a:pt x="1425" y="2631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6" y="2640"/>
                </a:lnTo>
                <a:lnTo>
                  <a:pt x="1416" y="2641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09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0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3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6" y="2667"/>
                </a:lnTo>
                <a:lnTo>
                  <a:pt x="1405" y="2667"/>
                </a:lnTo>
                <a:lnTo>
                  <a:pt x="1406" y="2667"/>
                </a:lnTo>
                <a:lnTo>
                  <a:pt x="1406" y="2668"/>
                </a:lnTo>
                <a:lnTo>
                  <a:pt x="1407" y="2668"/>
                </a:lnTo>
                <a:lnTo>
                  <a:pt x="1407" y="2669"/>
                </a:lnTo>
                <a:lnTo>
                  <a:pt x="1407" y="2670"/>
                </a:lnTo>
                <a:lnTo>
                  <a:pt x="1408" y="2671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7" y="2674"/>
                </a:lnTo>
                <a:lnTo>
                  <a:pt x="1408" y="2674"/>
                </a:lnTo>
                <a:lnTo>
                  <a:pt x="1409" y="2675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1"/>
                </a:lnTo>
                <a:lnTo>
                  <a:pt x="1399" y="2692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6"/>
                </a:lnTo>
                <a:lnTo>
                  <a:pt x="1395" y="2695"/>
                </a:lnTo>
                <a:lnTo>
                  <a:pt x="1394" y="2695"/>
                </a:lnTo>
                <a:lnTo>
                  <a:pt x="1394" y="2694"/>
                </a:lnTo>
                <a:lnTo>
                  <a:pt x="1393" y="2694"/>
                </a:lnTo>
                <a:lnTo>
                  <a:pt x="1393" y="2693"/>
                </a:lnTo>
                <a:lnTo>
                  <a:pt x="1392" y="2692"/>
                </a:lnTo>
                <a:lnTo>
                  <a:pt x="1391" y="2692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1"/>
                </a:lnTo>
                <a:lnTo>
                  <a:pt x="1389" y="2690"/>
                </a:lnTo>
                <a:lnTo>
                  <a:pt x="1388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89" y="2686"/>
                </a:lnTo>
                <a:lnTo>
                  <a:pt x="1389" y="2685"/>
                </a:lnTo>
                <a:lnTo>
                  <a:pt x="1388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4" y="2681"/>
                </a:lnTo>
                <a:lnTo>
                  <a:pt x="1384" y="2680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1" y="2679"/>
                </a:lnTo>
                <a:lnTo>
                  <a:pt x="1381" y="2678"/>
                </a:lnTo>
                <a:lnTo>
                  <a:pt x="1380" y="2678"/>
                </a:lnTo>
                <a:lnTo>
                  <a:pt x="1380" y="2677"/>
                </a:lnTo>
                <a:lnTo>
                  <a:pt x="1379" y="2677"/>
                </a:lnTo>
                <a:lnTo>
                  <a:pt x="1379" y="2676"/>
                </a:lnTo>
                <a:lnTo>
                  <a:pt x="1379" y="2675"/>
                </a:lnTo>
                <a:lnTo>
                  <a:pt x="1378" y="2675"/>
                </a:lnTo>
                <a:lnTo>
                  <a:pt x="1378" y="2674"/>
                </a:lnTo>
                <a:lnTo>
                  <a:pt x="1378" y="2673"/>
                </a:lnTo>
                <a:lnTo>
                  <a:pt x="1377" y="2673"/>
                </a:lnTo>
                <a:lnTo>
                  <a:pt x="1377" y="2672"/>
                </a:lnTo>
                <a:lnTo>
                  <a:pt x="1377" y="2671"/>
                </a:lnTo>
                <a:lnTo>
                  <a:pt x="1376" y="2671"/>
                </a:lnTo>
                <a:lnTo>
                  <a:pt x="1376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6" y="2664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5" y="2661"/>
                </a:lnTo>
                <a:lnTo>
                  <a:pt x="1375" y="2660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9" y="2658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2" y="2649"/>
                </a:lnTo>
                <a:lnTo>
                  <a:pt x="1382" y="2648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5" y="2627"/>
                </a:lnTo>
                <a:lnTo>
                  <a:pt x="1385" y="2626"/>
                </a:lnTo>
                <a:lnTo>
                  <a:pt x="1385" y="2625"/>
                </a:lnTo>
                <a:lnTo>
                  <a:pt x="1384" y="2624"/>
                </a:lnTo>
                <a:lnTo>
                  <a:pt x="1383" y="2624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1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79" y="2614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6" y="2611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9"/>
                </a:lnTo>
                <a:lnTo>
                  <a:pt x="1371" y="2608"/>
                </a:lnTo>
                <a:lnTo>
                  <a:pt x="1370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6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5" y="2606"/>
                </a:lnTo>
                <a:lnTo>
                  <a:pt x="1364" y="2605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7" y="2610"/>
                </a:lnTo>
                <a:lnTo>
                  <a:pt x="1356" y="2610"/>
                </a:lnTo>
                <a:lnTo>
                  <a:pt x="1356" y="2611"/>
                </a:lnTo>
                <a:lnTo>
                  <a:pt x="1356" y="2612"/>
                </a:lnTo>
                <a:lnTo>
                  <a:pt x="1356" y="2613"/>
                </a:lnTo>
                <a:lnTo>
                  <a:pt x="1354" y="2613"/>
                </a:lnTo>
                <a:lnTo>
                  <a:pt x="1354" y="2612"/>
                </a:lnTo>
                <a:lnTo>
                  <a:pt x="1353" y="2612"/>
                </a:lnTo>
                <a:lnTo>
                  <a:pt x="1352" y="2612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2" y="2618"/>
                </a:lnTo>
                <a:lnTo>
                  <a:pt x="1342" y="2619"/>
                </a:lnTo>
                <a:lnTo>
                  <a:pt x="1341" y="2618"/>
                </a:lnTo>
                <a:lnTo>
                  <a:pt x="1340" y="2618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19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0" y="2620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8" y="2620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1" y="2621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7" y="2624"/>
                </a:lnTo>
                <a:lnTo>
                  <a:pt x="1317" y="2625"/>
                </a:lnTo>
                <a:lnTo>
                  <a:pt x="1317" y="2626"/>
                </a:lnTo>
                <a:lnTo>
                  <a:pt x="1318" y="2626"/>
                </a:lnTo>
                <a:lnTo>
                  <a:pt x="1318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3" y="2627"/>
                </a:lnTo>
                <a:lnTo>
                  <a:pt x="1303" y="2626"/>
                </a:lnTo>
                <a:lnTo>
                  <a:pt x="1302" y="2626"/>
                </a:lnTo>
                <a:lnTo>
                  <a:pt x="1302" y="2625"/>
                </a:lnTo>
                <a:lnTo>
                  <a:pt x="1301" y="2625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4" y="2625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6"/>
                </a:lnTo>
                <a:lnTo>
                  <a:pt x="1276" y="2636"/>
                </a:lnTo>
                <a:lnTo>
                  <a:pt x="1276" y="2635"/>
                </a:lnTo>
                <a:lnTo>
                  <a:pt x="1276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0" y="2634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7" y="2633"/>
                </a:lnTo>
                <a:lnTo>
                  <a:pt x="1227" y="2632"/>
                </a:lnTo>
                <a:lnTo>
                  <a:pt x="1226" y="2632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5" y="2629"/>
                </a:lnTo>
                <a:lnTo>
                  <a:pt x="1225" y="2628"/>
                </a:lnTo>
                <a:lnTo>
                  <a:pt x="1224" y="2628"/>
                </a:lnTo>
                <a:lnTo>
                  <a:pt x="1224" y="2627"/>
                </a:lnTo>
                <a:lnTo>
                  <a:pt x="1224" y="2626"/>
                </a:lnTo>
                <a:lnTo>
                  <a:pt x="1223" y="2626"/>
                </a:lnTo>
                <a:lnTo>
                  <a:pt x="1223" y="2625"/>
                </a:lnTo>
                <a:lnTo>
                  <a:pt x="1223" y="2624"/>
                </a:lnTo>
                <a:lnTo>
                  <a:pt x="1222" y="2624"/>
                </a:lnTo>
                <a:lnTo>
                  <a:pt x="1221" y="2624"/>
                </a:lnTo>
                <a:lnTo>
                  <a:pt x="1221" y="2623"/>
                </a:lnTo>
                <a:lnTo>
                  <a:pt x="1220" y="2623"/>
                </a:lnTo>
                <a:lnTo>
                  <a:pt x="1220" y="2622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2" y="2621"/>
                </a:lnTo>
                <a:lnTo>
                  <a:pt x="1212" y="2620"/>
                </a:lnTo>
                <a:lnTo>
                  <a:pt x="1211" y="2620"/>
                </a:lnTo>
                <a:lnTo>
                  <a:pt x="1210" y="2620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5" y="2616"/>
                </a:lnTo>
                <a:lnTo>
                  <a:pt x="1205" y="2615"/>
                </a:lnTo>
                <a:lnTo>
                  <a:pt x="1205" y="2614"/>
                </a:lnTo>
                <a:lnTo>
                  <a:pt x="1204" y="2614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3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1" y="2609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2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3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3" y="2626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1" y="2624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8" y="2622"/>
                </a:lnTo>
                <a:lnTo>
                  <a:pt x="1157" y="2623"/>
                </a:lnTo>
                <a:lnTo>
                  <a:pt x="1157" y="2622"/>
                </a:lnTo>
                <a:lnTo>
                  <a:pt x="1157" y="2621"/>
                </a:lnTo>
                <a:lnTo>
                  <a:pt x="1156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3" y="2621"/>
                </a:lnTo>
                <a:lnTo>
                  <a:pt x="1153" y="2620"/>
                </a:lnTo>
                <a:lnTo>
                  <a:pt x="1153" y="2619"/>
                </a:lnTo>
                <a:lnTo>
                  <a:pt x="1152" y="2619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7" y="2619"/>
                </a:lnTo>
                <a:lnTo>
                  <a:pt x="1147" y="2618"/>
                </a:lnTo>
                <a:lnTo>
                  <a:pt x="1146" y="2618"/>
                </a:lnTo>
                <a:lnTo>
                  <a:pt x="1146" y="2617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5" y="2611"/>
                </a:lnTo>
                <a:lnTo>
                  <a:pt x="1146" y="2611"/>
                </a:lnTo>
                <a:lnTo>
                  <a:pt x="1145" y="2611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5" y="2604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9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7"/>
                </a:lnTo>
                <a:lnTo>
                  <a:pt x="1136" y="2607"/>
                </a:lnTo>
                <a:lnTo>
                  <a:pt x="1135" y="2607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5" y="2610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3" y="2614"/>
                </a:lnTo>
                <a:lnTo>
                  <a:pt x="1133" y="2615"/>
                </a:lnTo>
                <a:lnTo>
                  <a:pt x="1134" y="2615"/>
                </a:lnTo>
                <a:lnTo>
                  <a:pt x="1134" y="2616"/>
                </a:lnTo>
                <a:lnTo>
                  <a:pt x="1135" y="2616"/>
                </a:lnTo>
                <a:lnTo>
                  <a:pt x="1135" y="2617"/>
                </a:lnTo>
                <a:lnTo>
                  <a:pt x="1135" y="2618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8" y="2626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5" y="2625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2" y="2623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0" y="2614"/>
                </a:lnTo>
                <a:lnTo>
                  <a:pt x="1120" y="2613"/>
                </a:lnTo>
                <a:lnTo>
                  <a:pt x="1119" y="2613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7" y="2611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6" y="2605"/>
                </a:lnTo>
                <a:lnTo>
                  <a:pt x="1116" y="2604"/>
                </a:lnTo>
                <a:lnTo>
                  <a:pt x="1115" y="2604"/>
                </a:lnTo>
                <a:lnTo>
                  <a:pt x="1114" y="2603"/>
                </a:lnTo>
                <a:lnTo>
                  <a:pt x="1114" y="2602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3" y="2600"/>
                </a:lnTo>
                <a:lnTo>
                  <a:pt x="1114" y="2600"/>
                </a:lnTo>
                <a:lnTo>
                  <a:pt x="1113" y="2600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0" y="2597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6"/>
                </a:lnTo>
                <a:lnTo>
                  <a:pt x="1108" y="2596"/>
                </a:lnTo>
                <a:lnTo>
                  <a:pt x="1107" y="2596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5" y="2594"/>
                </a:lnTo>
                <a:lnTo>
                  <a:pt x="1105" y="2593"/>
                </a:lnTo>
                <a:lnTo>
                  <a:pt x="1104" y="2593"/>
                </a:lnTo>
                <a:lnTo>
                  <a:pt x="1104" y="2592"/>
                </a:lnTo>
                <a:lnTo>
                  <a:pt x="1103" y="2592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2" y="2587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5" y="2583"/>
                </a:lnTo>
                <a:lnTo>
                  <a:pt x="1095" y="2584"/>
                </a:lnTo>
                <a:lnTo>
                  <a:pt x="1095" y="2585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90"/>
                </a:lnTo>
                <a:lnTo>
                  <a:pt x="1091" y="2589"/>
                </a:lnTo>
                <a:lnTo>
                  <a:pt x="1090" y="2589"/>
                </a:lnTo>
                <a:lnTo>
                  <a:pt x="1090" y="2588"/>
                </a:lnTo>
                <a:lnTo>
                  <a:pt x="1090" y="2586"/>
                </a:lnTo>
                <a:lnTo>
                  <a:pt x="1090" y="2585"/>
                </a:lnTo>
                <a:lnTo>
                  <a:pt x="1089" y="2585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5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3" y="2583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3" y="2583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70" y="2588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7" y="2587"/>
                </a:lnTo>
                <a:lnTo>
                  <a:pt x="1067" y="2586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8" y="2585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6" y="2583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1" y="2583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8" y="2576"/>
                </a:lnTo>
                <a:lnTo>
                  <a:pt x="1047" y="2576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6" y="2573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2" y="2557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49" y="2549"/>
                </a:lnTo>
                <a:lnTo>
                  <a:pt x="1049" y="2548"/>
                </a:lnTo>
                <a:lnTo>
                  <a:pt x="1048" y="2548"/>
                </a:lnTo>
                <a:lnTo>
                  <a:pt x="1048" y="2547"/>
                </a:lnTo>
                <a:lnTo>
                  <a:pt x="1047" y="2547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2" y="2547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1" y="2557"/>
                </a:lnTo>
                <a:lnTo>
                  <a:pt x="1031" y="2556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7" y="2555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6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8"/>
                </a:lnTo>
                <a:lnTo>
                  <a:pt x="1023" y="2557"/>
                </a:lnTo>
                <a:lnTo>
                  <a:pt x="1022" y="2557"/>
                </a:lnTo>
                <a:lnTo>
                  <a:pt x="1021" y="2557"/>
                </a:lnTo>
                <a:lnTo>
                  <a:pt x="1021" y="2556"/>
                </a:lnTo>
                <a:lnTo>
                  <a:pt x="1020" y="2556"/>
                </a:lnTo>
                <a:lnTo>
                  <a:pt x="1019" y="2555"/>
                </a:lnTo>
                <a:lnTo>
                  <a:pt x="1018" y="2555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1" y="2553"/>
                </a:lnTo>
                <a:lnTo>
                  <a:pt x="1011" y="2552"/>
                </a:lnTo>
                <a:lnTo>
                  <a:pt x="1010" y="2552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6" y="2546"/>
                </a:lnTo>
                <a:lnTo>
                  <a:pt x="1006" y="2545"/>
                </a:lnTo>
                <a:lnTo>
                  <a:pt x="1005" y="2545"/>
                </a:lnTo>
                <a:lnTo>
                  <a:pt x="1005" y="2544"/>
                </a:lnTo>
                <a:lnTo>
                  <a:pt x="1005" y="2543"/>
                </a:lnTo>
                <a:lnTo>
                  <a:pt x="1004" y="2543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7" y="2541"/>
                </a:lnTo>
                <a:lnTo>
                  <a:pt x="997" y="2540"/>
                </a:lnTo>
                <a:lnTo>
                  <a:pt x="996" y="2540"/>
                </a:lnTo>
                <a:lnTo>
                  <a:pt x="996" y="2539"/>
                </a:lnTo>
                <a:lnTo>
                  <a:pt x="995" y="2539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7" y="2539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5" y="2537"/>
                </a:lnTo>
                <a:lnTo>
                  <a:pt x="986" y="2536"/>
                </a:lnTo>
                <a:lnTo>
                  <a:pt x="986" y="2535"/>
                </a:lnTo>
                <a:lnTo>
                  <a:pt x="985" y="2535"/>
                </a:lnTo>
                <a:lnTo>
                  <a:pt x="985" y="2534"/>
                </a:lnTo>
                <a:lnTo>
                  <a:pt x="985" y="2533"/>
                </a:lnTo>
                <a:lnTo>
                  <a:pt x="985" y="2532"/>
                </a:lnTo>
                <a:lnTo>
                  <a:pt x="984" y="2532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2" y="2527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0" y="2525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5"/>
                </a:lnTo>
                <a:lnTo>
                  <a:pt x="967" y="2525"/>
                </a:lnTo>
                <a:lnTo>
                  <a:pt x="966" y="2525"/>
                </a:lnTo>
                <a:lnTo>
                  <a:pt x="966" y="2524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8" y="2517"/>
                </a:lnTo>
                <a:lnTo>
                  <a:pt x="967" y="2517"/>
                </a:lnTo>
                <a:lnTo>
                  <a:pt x="968" y="2517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9" y="2512"/>
                </a:lnTo>
                <a:lnTo>
                  <a:pt x="969" y="2511"/>
                </a:lnTo>
                <a:lnTo>
                  <a:pt x="968" y="2511"/>
                </a:lnTo>
                <a:lnTo>
                  <a:pt x="968" y="2510"/>
                </a:lnTo>
                <a:lnTo>
                  <a:pt x="968" y="2509"/>
                </a:lnTo>
                <a:lnTo>
                  <a:pt x="967" y="2509"/>
                </a:lnTo>
                <a:lnTo>
                  <a:pt x="966" y="2509"/>
                </a:lnTo>
                <a:lnTo>
                  <a:pt x="966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3" y="2509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1" y="2498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2" y="2490"/>
                </a:lnTo>
                <a:lnTo>
                  <a:pt x="962" y="2489"/>
                </a:lnTo>
                <a:lnTo>
                  <a:pt x="961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6" y="2489"/>
                </a:lnTo>
                <a:lnTo>
                  <a:pt x="956" y="2488"/>
                </a:lnTo>
                <a:lnTo>
                  <a:pt x="956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5" y="2485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2" y="2485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49" y="2483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5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7" y="2481"/>
                </a:lnTo>
                <a:lnTo>
                  <a:pt x="937" y="2480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8" y="2485"/>
                </a:lnTo>
                <a:lnTo>
                  <a:pt x="927" y="2485"/>
                </a:lnTo>
                <a:lnTo>
                  <a:pt x="927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8"/>
                </a:lnTo>
                <a:lnTo>
                  <a:pt x="912" y="2497"/>
                </a:lnTo>
                <a:lnTo>
                  <a:pt x="912" y="2496"/>
                </a:lnTo>
                <a:lnTo>
                  <a:pt x="911" y="2496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6"/>
                </a:lnTo>
                <a:lnTo>
                  <a:pt x="909" y="2496"/>
                </a:lnTo>
                <a:lnTo>
                  <a:pt x="908" y="2496"/>
                </a:lnTo>
                <a:lnTo>
                  <a:pt x="908" y="2495"/>
                </a:lnTo>
                <a:lnTo>
                  <a:pt x="907" y="2495"/>
                </a:lnTo>
                <a:lnTo>
                  <a:pt x="907" y="2494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2" y="2491"/>
                </a:lnTo>
                <a:lnTo>
                  <a:pt x="903" y="2491"/>
                </a:lnTo>
                <a:lnTo>
                  <a:pt x="902" y="2491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1" y="2488"/>
                </a:lnTo>
                <a:lnTo>
                  <a:pt x="901" y="2487"/>
                </a:lnTo>
                <a:lnTo>
                  <a:pt x="900" y="2487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8" y="2486"/>
                </a:lnTo>
                <a:lnTo>
                  <a:pt x="897" y="2485"/>
                </a:lnTo>
                <a:lnTo>
                  <a:pt x="898" y="2485"/>
                </a:lnTo>
                <a:lnTo>
                  <a:pt x="897" y="2485"/>
                </a:lnTo>
                <a:lnTo>
                  <a:pt x="897" y="2484"/>
                </a:lnTo>
                <a:lnTo>
                  <a:pt x="896" y="2484"/>
                </a:lnTo>
                <a:lnTo>
                  <a:pt x="896" y="2483"/>
                </a:lnTo>
                <a:lnTo>
                  <a:pt x="896" y="2482"/>
                </a:lnTo>
                <a:lnTo>
                  <a:pt x="895" y="2482"/>
                </a:lnTo>
                <a:lnTo>
                  <a:pt x="896" y="2482"/>
                </a:lnTo>
                <a:lnTo>
                  <a:pt x="895" y="2482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4" y="2478"/>
                </a:lnTo>
                <a:lnTo>
                  <a:pt x="894" y="2477"/>
                </a:lnTo>
                <a:lnTo>
                  <a:pt x="893" y="2477"/>
                </a:lnTo>
                <a:lnTo>
                  <a:pt x="893" y="2476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4" y="2472"/>
                </a:lnTo>
                <a:lnTo>
                  <a:pt x="893" y="2472"/>
                </a:lnTo>
                <a:lnTo>
                  <a:pt x="893" y="2471"/>
                </a:lnTo>
                <a:lnTo>
                  <a:pt x="891" y="2471"/>
                </a:lnTo>
                <a:lnTo>
                  <a:pt x="890" y="2471"/>
                </a:lnTo>
                <a:lnTo>
                  <a:pt x="890" y="2470"/>
                </a:lnTo>
                <a:lnTo>
                  <a:pt x="889" y="2470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7" y="2467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0" y="2462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1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5" y="2454"/>
                </a:lnTo>
                <a:lnTo>
                  <a:pt x="875" y="2453"/>
                </a:lnTo>
                <a:lnTo>
                  <a:pt x="875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0" y="2453"/>
                </a:lnTo>
                <a:lnTo>
                  <a:pt x="870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59" y="2448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4" y="2445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1" y="2446"/>
                </a:lnTo>
                <a:lnTo>
                  <a:pt x="851" y="2445"/>
                </a:lnTo>
                <a:lnTo>
                  <a:pt x="850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4" y="2443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39" y="2443"/>
                </a:lnTo>
                <a:lnTo>
                  <a:pt x="839" y="2442"/>
                </a:lnTo>
                <a:lnTo>
                  <a:pt x="839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4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4" y="2438"/>
                </a:lnTo>
                <a:lnTo>
                  <a:pt x="834" y="2437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1" y="2428"/>
                </a:lnTo>
                <a:lnTo>
                  <a:pt x="830" y="2428"/>
                </a:lnTo>
                <a:lnTo>
                  <a:pt x="829" y="2428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6" y="2427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19" y="2422"/>
                </a:lnTo>
                <a:lnTo>
                  <a:pt x="819" y="2421"/>
                </a:lnTo>
                <a:lnTo>
                  <a:pt x="819" y="2420"/>
                </a:lnTo>
                <a:lnTo>
                  <a:pt x="818" y="2420"/>
                </a:lnTo>
                <a:lnTo>
                  <a:pt x="818" y="2419"/>
                </a:lnTo>
                <a:lnTo>
                  <a:pt x="817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6" y="2417"/>
                </a:lnTo>
                <a:lnTo>
                  <a:pt x="816" y="2416"/>
                </a:lnTo>
                <a:lnTo>
                  <a:pt x="815" y="2416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0" y="2417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8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7" y="2413"/>
                </a:lnTo>
                <a:lnTo>
                  <a:pt x="807" y="2414"/>
                </a:lnTo>
                <a:lnTo>
                  <a:pt x="806" y="2414"/>
                </a:lnTo>
                <a:lnTo>
                  <a:pt x="806" y="2413"/>
                </a:lnTo>
                <a:lnTo>
                  <a:pt x="805" y="2413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8" y="2410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6" y="2408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1" y="2407"/>
                </a:lnTo>
                <a:lnTo>
                  <a:pt x="791" y="2406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8" y="2405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1" y="2405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1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2" y="2395"/>
                </a:lnTo>
                <a:lnTo>
                  <a:pt x="782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79" y="2392"/>
                </a:lnTo>
                <a:lnTo>
                  <a:pt x="779" y="2391"/>
                </a:lnTo>
                <a:lnTo>
                  <a:pt x="778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8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4" y="2376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3" y="2378"/>
                </a:lnTo>
                <a:lnTo>
                  <a:pt x="763" y="2377"/>
                </a:lnTo>
                <a:lnTo>
                  <a:pt x="762" y="2377"/>
                </a:lnTo>
                <a:lnTo>
                  <a:pt x="762" y="2376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5" y="2375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49" y="2373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3" y="2372"/>
                </a:lnTo>
                <a:lnTo>
                  <a:pt x="743" y="2371"/>
                </a:lnTo>
                <a:lnTo>
                  <a:pt x="742" y="2371"/>
                </a:lnTo>
                <a:lnTo>
                  <a:pt x="741" y="2371"/>
                </a:lnTo>
                <a:lnTo>
                  <a:pt x="741" y="2370"/>
                </a:lnTo>
                <a:lnTo>
                  <a:pt x="741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1" y="2366"/>
                </a:lnTo>
                <a:lnTo>
                  <a:pt x="731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8" y="2369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6" y="2370"/>
                </a:lnTo>
                <a:lnTo>
                  <a:pt x="725" y="2370"/>
                </a:lnTo>
                <a:lnTo>
                  <a:pt x="725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5" y="2374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0" y="2372"/>
                </a:lnTo>
                <a:lnTo>
                  <a:pt x="720" y="2373"/>
                </a:lnTo>
                <a:lnTo>
                  <a:pt x="719" y="2372"/>
                </a:lnTo>
                <a:lnTo>
                  <a:pt x="718" y="2372"/>
                </a:lnTo>
                <a:lnTo>
                  <a:pt x="718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6" y="2370"/>
                </a:lnTo>
                <a:lnTo>
                  <a:pt x="716" y="2369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4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1" y="2373"/>
                </a:lnTo>
                <a:lnTo>
                  <a:pt x="711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2" y="2378"/>
                </a:lnTo>
                <a:lnTo>
                  <a:pt x="711" y="2378"/>
                </a:lnTo>
                <a:lnTo>
                  <a:pt x="711" y="2379"/>
                </a:lnTo>
                <a:lnTo>
                  <a:pt x="712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2" y="2383"/>
                </a:lnTo>
                <a:lnTo>
                  <a:pt x="712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2" y="2395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1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700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5" y="2411"/>
                </a:lnTo>
                <a:lnTo>
                  <a:pt x="695" y="2410"/>
                </a:lnTo>
                <a:lnTo>
                  <a:pt x="694" y="2410"/>
                </a:lnTo>
                <a:lnTo>
                  <a:pt x="694" y="2409"/>
                </a:lnTo>
                <a:lnTo>
                  <a:pt x="693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90" y="2411"/>
                </a:lnTo>
                <a:lnTo>
                  <a:pt x="690" y="2410"/>
                </a:lnTo>
                <a:lnTo>
                  <a:pt x="689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5" y="2408"/>
                </a:lnTo>
                <a:lnTo>
                  <a:pt x="685" y="2407"/>
                </a:lnTo>
                <a:lnTo>
                  <a:pt x="684" y="2407"/>
                </a:lnTo>
                <a:lnTo>
                  <a:pt x="684" y="2406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6"/>
                </a:lnTo>
                <a:lnTo>
                  <a:pt x="682" y="2396"/>
                </a:lnTo>
                <a:lnTo>
                  <a:pt x="682" y="2395"/>
                </a:lnTo>
                <a:lnTo>
                  <a:pt x="681" y="2395"/>
                </a:lnTo>
                <a:lnTo>
                  <a:pt x="681" y="2394"/>
                </a:lnTo>
                <a:lnTo>
                  <a:pt x="680" y="2394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78" y="2389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5"/>
                </a:lnTo>
                <a:lnTo>
                  <a:pt x="670" y="2384"/>
                </a:lnTo>
                <a:lnTo>
                  <a:pt x="669" y="2384"/>
                </a:lnTo>
                <a:lnTo>
                  <a:pt x="669" y="2383"/>
                </a:lnTo>
                <a:lnTo>
                  <a:pt x="669" y="2382"/>
                </a:lnTo>
                <a:lnTo>
                  <a:pt x="668" y="2382"/>
                </a:lnTo>
                <a:lnTo>
                  <a:pt x="667" y="2382"/>
                </a:lnTo>
                <a:lnTo>
                  <a:pt x="667" y="2381"/>
                </a:lnTo>
                <a:lnTo>
                  <a:pt x="667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4" y="2381"/>
                </a:lnTo>
                <a:lnTo>
                  <a:pt x="664" y="2380"/>
                </a:lnTo>
                <a:lnTo>
                  <a:pt x="663" y="2380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59" y="2379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6" y="2377"/>
                </a:lnTo>
                <a:lnTo>
                  <a:pt x="656" y="2376"/>
                </a:lnTo>
                <a:lnTo>
                  <a:pt x="656" y="2375"/>
                </a:lnTo>
                <a:lnTo>
                  <a:pt x="655" y="2375"/>
                </a:lnTo>
                <a:lnTo>
                  <a:pt x="655" y="2374"/>
                </a:lnTo>
                <a:lnTo>
                  <a:pt x="654" y="2374"/>
                </a:lnTo>
                <a:lnTo>
                  <a:pt x="654" y="2373"/>
                </a:lnTo>
                <a:lnTo>
                  <a:pt x="653" y="2373"/>
                </a:lnTo>
                <a:lnTo>
                  <a:pt x="653" y="2372"/>
                </a:lnTo>
                <a:lnTo>
                  <a:pt x="652" y="2372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0" y="2370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7" y="2369"/>
                </a:lnTo>
                <a:lnTo>
                  <a:pt x="647" y="2368"/>
                </a:lnTo>
                <a:lnTo>
                  <a:pt x="646" y="2367"/>
                </a:lnTo>
                <a:lnTo>
                  <a:pt x="645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1" y="2365"/>
                </a:lnTo>
                <a:lnTo>
                  <a:pt x="641" y="2364"/>
                </a:lnTo>
                <a:lnTo>
                  <a:pt x="640" y="2364"/>
                </a:lnTo>
                <a:lnTo>
                  <a:pt x="640" y="2363"/>
                </a:lnTo>
                <a:lnTo>
                  <a:pt x="639" y="2363"/>
                </a:lnTo>
                <a:lnTo>
                  <a:pt x="639" y="2364"/>
                </a:lnTo>
                <a:lnTo>
                  <a:pt x="638" y="2364"/>
                </a:lnTo>
                <a:lnTo>
                  <a:pt x="636" y="2364"/>
                </a:lnTo>
                <a:lnTo>
                  <a:pt x="636" y="2365"/>
                </a:lnTo>
                <a:lnTo>
                  <a:pt x="635" y="2365"/>
                </a:lnTo>
                <a:lnTo>
                  <a:pt x="635" y="2366"/>
                </a:lnTo>
                <a:lnTo>
                  <a:pt x="634" y="2366"/>
                </a:lnTo>
                <a:lnTo>
                  <a:pt x="634" y="2365"/>
                </a:lnTo>
                <a:lnTo>
                  <a:pt x="634" y="2366"/>
                </a:lnTo>
                <a:lnTo>
                  <a:pt x="634" y="2365"/>
                </a:lnTo>
                <a:lnTo>
                  <a:pt x="633" y="2365"/>
                </a:lnTo>
                <a:lnTo>
                  <a:pt x="633" y="2364"/>
                </a:lnTo>
                <a:lnTo>
                  <a:pt x="632" y="2363"/>
                </a:lnTo>
                <a:lnTo>
                  <a:pt x="631" y="2363"/>
                </a:lnTo>
                <a:lnTo>
                  <a:pt x="631" y="2362"/>
                </a:lnTo>
                <a:lnTo>
                  <a:pt x="630" y="2362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8" y="2362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4" y="2360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5" y="2356"/>
                </a:lnTo>
                <a:lnTo>
                  <a:pt x="614" y="2356"/>
                </a:lnTo>
                <a:lnTo>
                  <a:pt x="614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2" y="2354"/>
                </a:lnTo>
                <a:lnTo>
                  <a:pt x="612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8" y="2354"/>
                </a:lnTo>
                <a:lnTo>
                  <a:pt x="608" y="2353"/>
                </a:lnTo>
                <a:lnTo>
                  <a:pt x="607" y="2353"/>
                </a:lnTo>
                <a:lnTo>
                  <a:pt x="607" y="2352"/>
                </a:lnTo>
                <a:lnTo>
                  <a:pt x="605" y="2352"/>
                </a:lnTo>
                <a:lnTo>
                  <a:pt x="604" y="2352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5" y="2354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3" y="2352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89" y="2350"/>
                </a:lnTo>
                <a:lnTo>
                  <a:pt x="590" y="2350"/>
                </a:lnTo>
                <a:lnTo>
                  <a:pt x="589" y="2350"/>
                </a:lnTo>
                <a:lnTo>
                  <a:pt x="589" y="2349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7" y="2345"/>
                </a:lnTo>
                <a:lnTo>
                  <a:pt x="587" y="2344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7"/>
                </a:lnTo>
                <a:lnTo>
                  <a:pt x="582" y="2336"/>
                </a:lnTo>
                <a:lnTo>
                  <a:pt x="581" y="2336"/>
                </a:lnTo>
                <a:lnTo>
                  <a:pt x="581" y="2335"/>
                </a:lnTo>
                <a:lnTo>
                  <a:pt x="581" y="2334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6" y="2330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5" y="2324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0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69" y="2324"/>
                </a:lnTo>
                <a:lnTo>
                  <a:pt x="569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7" y="2320"/>
                </a:lnTo>
                <a:lnTo>
                  <a:pt x="567" y="2319"/>
                </a:lnTo>
                <a:lnTo>
                  <a:pt x="566" y="2319"/>
                </a:lnTo>
                <a:lnTo>
                  <a:pt x="566" y="2318"/>
                </a:lnTo>
                <a:lnTo>
                  <a:pt x="565" y="2318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0" y="2315"/>
                </a:lnTo>
                <a:lnTo>
                  <a:pt x="560" y="2314"/>
                </a:lnTo>
                <a:lnTo>
                  <a:pt x="559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5" y="2311"/>
                </a:lnTo>
                <a:lnTo>
                  <a:pt x="555" y="2312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49" y="2316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5" y="2314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2" y="2308"/>
                </a:lnTo>
                <a:lnTo>
                  <a:pt x="541" y="2308"/>
                </a:lnTo>
                <a:lnTo>
                  <a:pt x="541" y="2307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3" y="2305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3" y="2308"/>
                </a:lnTo>
                <a:lnTo>
                  <a:pt x="523" y="2309"/>
                </a:lnTo>
                <a:lnTo>
                  <a:pt x="524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1" y="2313"/>
                </a:lnTo>
                <a:lnTo>
                  <a:pt x="520" y="2313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5" y="2314"/>
                </a:lnTo>
                <a:lnTo>
                  <a:pt x="515" y="2313"/>
                </a:lnTo>
                <a:lnTo>
                  <a:pt x="515" y="2312"/>
                </a:lnTo>
                <a:lnTo>
                  <a:pt x="514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1"/>
                </a:lnTo>
                <a:lnTo>
                  <a:pt x="514" y="2310"/>
                </a:lnTo>
                <a:lnTo>
                  <a:pt x="514" y="2309"/>
                </a:lnTo>
                <a:lnTo>
                  <a:pt x="513" y="2309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1" y="2307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5" y="2304"/>
                </a:lnTo>
                <a:lnTo>
                  <a:pt x="495" y="2303"/>
                </a:lnTo>
                <a:lnTo>
                  <a:pt x="495" y="2302"/>
                </a:lnTo>
                <a:lnTo>
                  <a:pt x="494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6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8" y="2285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3"/>
                </a:lnTo>
                <a:lnTo>
                  <a:pt x="486" y="2282"/>
                </a:lnTo>
                <a:lnTo>
                  <a:pt x="485" y="2282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4" y="2279"/>
                </a:lnTo>
                <a:lnTo>
                  <a:pt x="484" y="2278"/>
                </a:lnTo>
                <a:lnTo>
                  <a:pt x="483" y="2278"/>
                </a:lnTo>
                <a:lnTo>
                  <a:pt x="483" y="2277"/>
                </a:lnTo>
                <a:lnTo>
                  <a:pt x="482" y="2277"/>
                </a:lnTo>
                <a:lnTo>
                  <a:pt x="482" y="2278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5" y="2277"/>
                </a:lnTo>
                <a:lnTo>
                  <a:pt x="476" y="2277"/>
                </a:lnTo>
                <a:lnTo>
                  <a:pt x="475" y="2277"/>
                </a:lnTo>
                <a:lnTo>
                  <a:pt x="475" y="2276"/>
                </a:lnTo>
                <a:lnTo>
                  <a:pt x="475" y="2275"/>
                </a:lnTo>
                <a:lnTo>
                  <a:pt x="474" y="2275"/>
                </a:lnTo>
                <a:lnTo>
                  <a:pt x="474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3" y="2273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6" y="2263"/>
                </a:lnTo>
                <a:lnTo>
                  <a:pt x="475" y="2263"/>
                </a:lnTo>
                <a:lnTo>
                  <a:pt x="475" y="2262"/>
                </a:lnTo>
                <a:lnTo>
                  <a:pt x="475" y="2261"/>
                </a:lnTo>
                <a:lnTo>
                  <a:pt x="474" y="2261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0" y="2258"/>
                </a:lnTo>
                <a:lnTo>
                  <a:pt x="470" y="2257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5" y="2253"/>
                </a:lnTo>
                <a:lnTo>
                  <a:pt x="475" y="2252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1" y="2245"/>
                </a:lnTo>
                <a:lnTo>
                  <a:pt x="480" y="2245"/>
                </a:lnTo>
                <a:lnTo>
                  <a:pt x="479" y="2245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7" y="2243"/>
                </a:lnTo>
                <a:lnTo>
                  <a:pt x="477" y="2242"/>
                </a:lnTo>
                <a:lnTo>
                  <a:pt x="477" y="2241"/>
                </a:lnTo>
                <a:lnTo>
                  <a:pt x="477" y="2240"/>
                </a:lnTo>
                <a:lnTo>
                  <a:pt x="478" y="2240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2" y="2237"/>
                </a:lnTo>
                <a:lnTo>
                  <a:pt x="472" y="2236"/>
                </a:lnTo>
                <a:lnTo>
                  <a:pt x="472" y="2235"/>
                </a:lnTo>
                <a:lnTo>
                  <a:pt x="471" y="2235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8" y="2219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1" y="2211"/>
                </a:lnTo>
                <a:lnTo>
                  <a:pt x="471" y="2210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69" y="2209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8" y="2200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3" y="2196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7" y="2194"/>
                </a:lnTo>
                <a:lnTo>
                  <a:pt x="447" y="2193"/>
                </a:lnTo>
                <a:lnTo>
                  <a:pt x="446" y="2193"/>
                </a:lnTo>
                <a:lnTo>
                  <a:pt x="446" y="2192"/>
                </a:lnTo>
                <a:lnTo>
                  <a:pt x="446" y="2191"/>
                </a:lnTo>
                <a:lnTo>
                  <a:pt x="445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4" y="2187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8" y="2173"/>
                </a:lnTo>
                <a:lnTo>
                  <a:pt x="448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9"/>
                </a:lnTo>
                <a:lnTo>
                  <a:pt x="447" y="2168"/>
                </a:lnTo>
                <a:lnTo>
                  <a:pt x="446" y="2167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6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4" y="2157"/>
                </a:lnTo>
                <a:lnTo>
                  <a:pt x="444" y="2156"/>
                </a:lnTo>
                <a:lnTo>
                  <a:pt x="444" y="2155"/>
                </a:lnTo>
                <a:lnTo>
                  <a:pt x="443" y="2155"/>
                </a:lnTo>
                <a:lnTo>
                  <a:pt x="443" y="2154"/>
                </a:lnTo>
                <a:lnTo>
                  <a:pt x="442" y="2154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4" y="2148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5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2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3" y="2142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5" y="2144"/>
                </a:lnTo>
                <a:lnTo>
                  <a:pt x="476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3" y="2149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4" y="2152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5" y="2157"/>
                </a:lnTo>
                <a:lnTo>
                  <a:pt x="476" y="2157"/>
                </a:lnTo>
                <a:lnTo>
                  <a:pt x="476" y="2158"/>
                </a:lnTo>
                <a:lnTo>
                  <a:pt x="475" y="2158"/>
                </a:lnTo>
                <a:lnTo>
                  <a:pt x="476" y="2158"/>
                </a:lnTo>
                <a:lnTo>
                  <a:pt x="477" y="2158"/>
                </a:lnTo>
                <a:lnTo>
                  <a:pt x="477" y="2159"/>
                </a:lnTo>
                <a:lnTo>
                  <a:pt x="477" y="2160"/>
                </a:lnTo>
                <a:lnTo>
                  <a:pt x="478" y="2160"/>
                </a:lnTo>
                <a:lnTo>
                  <a:pt x="478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0" y="2164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4" y="2165"/>
                </a:lnTo>
                <a:lnTo>
                  <a:pt x="484" y="2166"/>
                </a:lnTo>
                <a:lnTo>
                  <a:pt x="485" y="2166"/>
                </a:lnTo>
                <a:lnTo>
                  <a:pt x="486" y="2166"/>
                </a:lnTo>
                <a:lnTo>
                  <a:pt x="486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8" y="2170"/>
                </a:lnTo>
                <a:lnTo>
                  <a:pt x="489" y="2170"/>
                </a:lnTo>
                <a:lnTo>
                  <a:pt x="490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1" y="2172"/>
                </a:lnTo>
                <a:lnTo>
                  <a:pt x="492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500" y="2168"/>
                </a:lnTo>
                <a:lnTo>
                  <a:pt x="500" y="2167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3" y="2169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4" y="2167"/>
                </a:lnTo>
                <a:lnTo>
                  <a:pt x="504" y="2166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09" y="2157"/>
                </a:lnTo>
                <a:lnTo>
                  <a:pt x="509" y="2156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3" y="2155"/>
                </a:lnTo>
                <a:lnTo>
                  <a:pt x="514" y="2155"/>
                </a:lnTo>
                <a:lnTo>
                  <a:pt x="515" y="2155"/>
                </a:lnTo>
                <a:lnTo>
                  <a:pt x="515" y="2154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8" y="2153"/>
                </a:lnTo>
                <a:lnTo>
                  <a:pt x="518" y="2152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0" y="2150"/>
                </a:lnTo>
                <a:lnTo>
                  <a:pt x="519" y="2150"/>
                </a:lnTo>
                <a:lnTo>
                  <a:pt x="519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2" y="2144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1" y="2141"/>
                </a:lnTo>
                <a:lnTo>
                  <a:pt x="521" y="2140"/>
                </a:lnTo>
                <a:lnTo>
                  <a:pt x="521" y="2139"/>
                </a:lnTo>
                <a:lnTo>
                  <a:pt x="520" y="2139"/>
                </a:lnTo>
                <a:lnTo>
                  <a:pt x="520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1" y="2132"/>
                </a:lnTo>
                <a:lnTo>
                  <a:pt x="522" y="2131"/>
                </a:lnTo>
                <a:lnTo>
                  <a:pt x="521" y="2131"/>
                </a:lnTo>
                <a:lnTo>
                  <a:pt x="521" y="2130"/>
                </a:lnTo>
                <a:lnTo>
                  <a:pt x="521" y="2129"/>
                </a:lnTo>
                <a:lnTo>
                  <a:pt x="520" y="2129"/>
                </a:lnTo>
                <a:lnTo>
                  <a:pt x="520" y="2128"/>
                </a:lnTo>
                <a:lnTo>
                  <a:pt x="520" y="2127"/>
                </a:lnTo>
                <a:lnTo>
                  <a:pt x="519" y="2127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7"/>
                </a:lnTo>
                <a:lnTo>
                  <a:pt x="516" y="2126"/>
                </a:lnTo>
                <a:lnTo>
                  <a:pt x="515" y="2126"/>
                </a:lnTo>
                <a:lnTo>
                  <a:pt x="516" y="2126"/>
                </a:lnTo>
                <a:lnTo>
                  <a:pt x="515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6" y="2117"/>
                </a:lnTo>
                <a:lnTo>
                  <a:pt x="516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8" y="2111"/>
                </a:lnTo>
                <a:lnTo>
                  <a:pt x="518" y="2110"/>
                </a:lnTo>
                <a:lnTo>
                  <a:pt x="517" y="2110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1" y="2106"/>
                </a:lnTo>
                <a:lnTo>
                  <a:pt x="511" y="2105"/>
                </a:lnTo>
                <a:lnTo>
                  <a:pt x="510" y="2105"/>
                </a:lnTo>
                <a:lnTo>
                  <a:pt x="510" y="2104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09" y="2101"/>
                </a:lnTo>
                <a:lnTo>
                  <a:pt x="509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8" y="2096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8" y="2086"/>
                </a:lnTo>
                <a:lnTo>
                  <a:pt x="508" y="2085"/>
                </a:lnTo>
                <a:lnTo>
                  <a:pt x="507" y="2085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3" y="2083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1" y="2081"/>
                </a:lnTo>
                <a:lnTo>
                  <a:pt x="501" y="2080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499" y="2078"/>
                </a:lnTo>
                <a:lnTo>
                  <a:pt x="499" y="2077"/>
                </a:lnTo>
                <a:lnTo>
                  <a:pt x="499" y="2076"/>
                </a:lnTo>
                <a:lnTo>
                  <a:pt x="498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7" y="2072"/>
                </a:lnTo>
                <a:lnTo>
                  <a:pt x="496" y="2072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3" y="2071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1" y="2069"/>
                </a:lnTo>
                <a:lnTo>
                  <a:pt x="491" y="2068"/>
                </a:lnTo>
                <a:lnTo>
                  <a:pt x="491" y="2067"/>
                </a:lnTo>
                <a:lnTo>
                  <a:pt x="491" y="2066"/>
                </a:lnTo>
                <a:lnTo>
                  <a:pt x="490" y="2066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7" y="2064"/>
                </a:lnTo>
                <a:lnTo>
                  <a:pt x="487" y="2063"/>
                </a:lnTo>
                <a:lnTo>
                  <a:pt x="486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1" y="2062"/>
                </a:lnTo>
                <a:lnTo>
                  <a:pt x="481" y="2061"/>
                </a:lnTo>
                <a:lnTo>
                  <a:pt x="480" y="2061"/>
                </a:lnTo>
                <a:lnTo>
                  <a:pt x="480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8" y="2057"/>
                </a:lnTo>
                <a:lnTo>
                  <a:pt x="478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51"/>
                </a:lnTo>
                <a:lnTo>
                  <a:pt x="474" y="2050"/>
                </a:lnTo>
                <a:lnTo>
                  <a:pt x="473" y="2050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1" y="2047"/>
                </a:lnTo>
                <a:lnTo>
                  <a:pt x="471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69" y="2040"/>
                </a:lnTo>
                <a:lnTo>
                  <a:pt x="468" y="2040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6" y="2036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2" y="2034"/>
                </a:lnTo>
                <a:lnTo>
                  <a:pt x="473" y="2034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5" y="2029"/>
                </a:lnTo>
                <a:lnTo>
                  <a:pt x="475" y="2028"/>
                </a:lnTo>
                <a:lnTo>
                  <a:pt x="474" y="2028"/>
                </a:lnTo>
                <a:lnTo>
                  <a:pt x="475" y="2028"/>
                </a:lnTo>
                <a:lnTo>
                  <a:pt x="474" y="2027"/>
                </a:lnTo>
                <a:lnTo>
                  <a:pt x="474" y="2026"/>
                </a:lnTo>
                <a:lnTo>
                  <a:pt x="474" y="2025"/>
                </a:lnTo>
                <a:lnTo>
                  <a:pt x="473" y="2025"/>
                </a:lnTo>
                <a:lnTo>
                  <a:pt x="473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3" y="2016"/>
                </a:lnTo>
                <a:lnTo>
                  <a:pt x="473" y="2015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3" y="2011"/>
                </a:lnTo>
                <a:lnTo>
                  <a:pt x="471" y="2011"/>
                </a:lnTo>
                <a:lnTo>
                  <a:pt x="471" y="2010"/>
                </a:lnTo>
                <a:lnTo>
                  <a:pt x="471" y="2009"/>
                </a:lnTo>
                <a:lnTo>
                  <a:pt x="472" y="2008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7"/>
                </a:lnTo>
                <a:lnTo>
                  <a:pt x="471" y="2007"/>
                </a:lnTo>
                <a:lnTo>
                  <a:pt x="471" y="2006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69" y="2000"/>
                </a:lnTo>
                <a:lnTo>
                  <a:pt x="469" y="1999"/>
                </a:lnTo>
                <a:lnTo>
                  <a:pt x="468" y="1999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4" y="1999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5" y="1996"/>
                </a:lnTo>
                <a:lnTo>
                  <a:pt x="466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0" y="1989"/>
                </a:lnTo>
                <a:lnTo>
                  <a:pt x="481" y="1989"/>
                </a:lnTo>
                <a:lnTo>
                  <a:pt x="480" y="1989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6" y="1988"/>
                </a:lnTo>
                <a:lnTo>
                  <a:pt x="487" y="1988"/>
                </a:lnTo>
                <a:lnTo>
                  <a:pt x="487" y="1987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3" y="1970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499" y="1968"/>
                </a:lnTo>
                <a:lnTo>
                  <a:pt x="498" y="1968"/>
                </a:lnTo>
                <a:lnTo>
                  <a:pt x="497" y="1968"/>
                </a:lnTo>
                <a:lnTo>
                  <a:pt x="497" y="1967"/>
                </a:lnTo>
                <a:lnTo>
                  <a:pt x="496" y="1967"/>
                </a:lnTo>
                <a:lnTo>
                  <a:pt x="495" y="1967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2" y="1964"/>
                </a:lnTo>
                <a:lnTo>
                  <a:pt x="492" y="1963"/>
                </a:lnTo>
                <a:lnTo>
                  <a:pt x="491" y="1963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9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5" y="1966"/>
                </a:lnTo>
                <a:lnTo>
                  <a:pt x="485" y="1965"/>
                </a:lnTo>
                <a:lnTo>
                  <a:pt x="484" y="1965"/>
                </a:lnTo>
                <a:lnTo>
                  <a:pt x="484" y="1964"/>
                </a:lnTo>
                <a:lnTo>
                  <a:pt x="483" y="1964"/>
                </a:lnTo>
                <a:lnTo>
                  <a:pt x="483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79" y="1960"/>
                </a:lnTo>
                <a:lnTo>
                  <a:pt x="479" y="1959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3" y="1957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3" y="1953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8" y="1949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0"/>
                </a:lnTo>
                <a:lnTo>
                  <a:pt x="458" y="1951"/>
                </a:lnTo>
                <a:lnTo>
                  <a:pt x="457" y="1951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5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5" y="1944"/>
                </a:lnTo>
                <a:lnTo>
                  <a:pt x="454" y="1944"/>
                </a:lnTo>
                <a:lnTo>
                  <a:pt x="453" y="1944"/>
                </a:lnTo>
                <a:lnTo>
                  <a:pt x="453" y="1943"/>
                </a:lnTo>
                <a:lnTo>
                  <a:pt x="452" y="1943"/>
                </a:lnTo>
                <a:lnTo>
                  <a:pt x="452" y="1944"/>
                </a:lnTo>
                <a:lnTo>
                  <a:pt x="451" y="1944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8" y="1943"/>
                </a:lnTo>
                <a:lnTo>
                  <a:pt x="448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7"/>
                </a:lnTo>
                <a:lnTo>
                  <a:pt x="444" y="1947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40" y="1941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5" y="1941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29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3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1" y="1908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1" y="1902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8" y="1900"/>
                </a:lnTo>
                <a:lnTo>
                  <a:pt x="418" y="1899"/>
                </a:lnTo>
                <a:lnTo>
                  <a:pt x="417" y="1899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8" y="1895"/>
                </a:lnTo>
                <a:lnTo>
                  <a:pt x="417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7" y="1891"/>
                </a:lnTo>
                <a:lnTo>
                  <a:pt x="417" y="1890"/>
                </a:lnTo>
                <a:lnTo>
                  <a:pt x="416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2" y="1890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09" y="1881"/>
                </a:lnTo>
                <a:lnTo>
                  <a:pt x="409" y="1880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6" y="1878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3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09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4" y="1857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7" y="1850"/>
                </a:lnTo>
                <a:lnTo>
                  <a:pt x="418" y="1850"/>
                </a:lnTo>
                <a:lnTo>
                  <a:pt x="417" y="1850"/>
                </a:lnTo>
                <a:lnTo>
                  <a:pt x="416" y="1849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1"/>
                </a:lnTo>
                <a:lnTo>
                  <a:pt x="400" y="1850"/>
                </a:lnTo>
                <a:lnTo>
                  <a:pt x="399" y="1850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4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2" y="1850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3"/>
                </a:lnTo>
                <a:lnTo>
                  <a:pt x="378" y="1854"/>
                </a:lnTo>
                <a:lnTo>
                  <a:pt x="377" y="1854"/>
                </a:lnTo>
                <a:lnTo>
                  <a:pt x="376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3"/>
                </a:lnTo>
                <a:lnTo>
                  <a:pt x="370" y="1852"/>
                </a:lnTo>
                <a:lnTo>
                  <a:pt x="369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5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3" y="1852"/>
                </a:lnTo>
                <a:lnTo>
                  <a:pt x="352" y="1852"/>
                </a:lnTo>
                <a:lnTo>
                  <a:pt x="350" y="1852"/>
                </a:lnTo>
                <a:lnTo>
                  <a:pt x="349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2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7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5"/>
                </a:lnTo>
                <a:lnTo>
                  <a:pt x="327" y="1844"/>
                </a:lnTo>
                <a:lnTo>
                  <a:pt x="326" y="1843"/>
                </a:lnTo>
                <a:lnTo>
                  <a:pt x="325" y="1843"/>
                </a:lnTo>
                <a:lnTo>
                  <a:pt x="324" y="1842"/>
                </a:lnTo>
                <a:lnTo>
                  <a:pt x="323" y="1841"/>
                </a:lnTo>
                <a:lnTo>
                  <a:pt x="321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9"/>
                </a:lnTo>
                <a:lnTo>
                  <a:pt x="309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5" y="1836"/>
                </a:lnTo>
                <a:lnTo>
                  <a:pt x="304" y="1835"/>
                </a:lnTo>
                <a:lnTo>
                  <a:pt x="303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7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3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2" y="1830"/>
                </a:lnTo>
                <a:lnTo>
                  <a:pt x="291" y="1829"/>
                </a:lnTo>
                <a:lnTo>
                  <a:pt x="291" y="1828"/>
                </a:lnTo>
                <a:lnTo>
                  <a:pt x="290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7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3" y="1822"/>
                </a:lnTo>
                <a:lnTo>
                  <a:pt x="283" y="1821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2"/>
                </a:lnTo>
                <a:lnTo>
                  <a:pt x="278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6" y="1817"/>
                </a:lnTo>
                <a:lnTo>
                  <a:pt x="276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8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6"/>
                </a:lnTo>
                <a:lnTo>
                  <a:pt x="276" y="1805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4" y="1808"/>
                </a:lnTo>
                <a:lnTo>
                  <a:pt x="273" y="1808"/>
                </a:lnTo>
                <a:lnTo>
                  <a:pt x="272" y="1809"/>
                </a:lnTo>
                <a:lnTo>
                  <a:pt x="272" y="1810"/>
                </a:lnTo>
                <a:lnTo>
                  <a:pt x="271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4" y="1813"/>
                </a:lnTo>
                <a:lnTo>
                  <a:pt x="263" y="1813"/>
                </a:lnTo>
                <a:lnTo>
                  <a:pt x="262" y="1813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7" y="1812"/>
                </a:lnTo>
                <a:lnTo>
                  <a:pt x="257" y="1813"/>
                </a:lnTo>
                <a:lnTo>
                  <a:pt x="257" y="1814"/>
                </a:lnTo>
                <a:lnTo>
                  <a:pt x="258" y="1814"/>
                </a:lnTo>
                <a:lnTo>
                  <a:pt x="258" y="1815"/>
                </a:lnTo>
                <a:lnTo>
                  <a:pt x="258" y="1816"/>
                </a:lnTo>
                <a:lnTo>
                  <a:pt x="257" y="1815"/>
                </a:lnTo>
                <a:lnTo>
                  <a:pt x="256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2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5" y="1814"/>
                </a:lnTo>
                <a:lnTo>
                  <a:pt x="245" y="1815"/>
                </a:lnTo>
                <a:lnTo>
                  <a:pt x="244" y="1816"/>
                </a:lnTo>
                <a:lnTo>
                  <a:pt x="241" y="1816"/>
                </a:lnTo>
                <a:lnTo>
                  <a:pt x="239" y="1816"/>
                </a:lnTo>
                <a:lnTo>
                  <a:pt x="239" y="1815"/>
                </a:lnTo>
                <a:lnTo>
                  <a:pt x="238" y="1815"/>
                </a:lnTo>
                <a:lnTo>
                  <a:pt x="238" y="1814"/>
                </a:lnTo>
                <a:lnTo>
                  <a:pt x="239" y="1812"/>
                </a:lnTo>
                <a:lnTo>
                  <a:pt x="239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8" y="1804"/>
                </a:lnTo>
                <a:lnTo>
                  <a:pt x="238" y="1803"/>
                </a:lnTo>
                <a:lnTo>
                  <a:pt x="236" y="1801"/>
                </a:lnTo>
                <a:lnTo>
                  <a:pt x="235" y="1799"/>
                </a:lnTo>
                <a:lnTo>
                  <a:pt x="234" y="1798"/>
                </a:lnTo>
                <a:lnTo>
                  <a:pt x="234" y="1796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5"/>
                </a:lnTo>
                <a:lnTo>
                  <a:pt x="222" y="1794"/>
                </a:lnTo>
                <a:lnTo>
                  <a:pt x="222" y="1793"/>
                </a:lnTo>
                <a:lnTo>
                  <a:pt x="221" y="1792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0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6" y="1780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29" y="1771"/>
                </a:lnTo>
                <a:lnTo>
                  <a:pt x="228" y="1770"/>
                </a:lnTo>
                <a:lnTo>
                  <a:pt x="227" y="1768"/>
                </a:lnTo>
                <a:lnTo>
                  <a:pt x="227" y="1767"/>
                </a:lnTo>
                <a:lnTo>
                  <a:pt x="226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7" y="1754"/>
                </a:lnTo>
                <a:lnTo>
                  <a:pt x="227" y="1753"/>
                </a:lnTo>
                <a:lnTo>
                  <a:pt x="226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2" y="1745"/>
                </a:lnTo>
                <a:lnTo>
                  <a:pt x="222" y="1744"/>
                </a:lnTo>
                <a:lnTo>
                  <a:pt x="221" y="1743"/>
                </a:lnTo>
                <a:lnTo>
                  <a:pt x="221" y="1742"/>
                </a:lnTo>
                <a:lnTo>
                  <a:pt x="220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6"/>
                </a:lnTo>
                <a:lnTo>
                  <a:pt x="219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2" y="1729"/>
                </a:lnTo>
                <a:lnTo>
                  <a:pt x="211" y="1728"/>
                </a:lnTo>
                <a:lnTo>
                  <a:pt x="209" y="1727"/>
                </a:lnTo>
                <a:lnTo>
                  <a:pt x="208" y="1727"/>
                </a:lnTo>
                <a:lnTo>
                  <a:pt x="208" y="1726"/>
                </a:lnTo>
                <a:lnTo>
                  <a:pt x="207" y="1726"/>
                </a:lnTo>
                <a:lnTo>
                  <a:pt x="207" y="1725"/>
                </a:lnTo>
                <a:lnTo>
                  <a:pt x="206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1" y="1722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8" y="1720"/>
                </a:lnTo>
                <a:lnTo>
                  <a:pt x="187" y="1720"/>
                </a:lnTo>
                <a:lnTo>
                  <a:pt x="187" y="1719"/>
                </a:lnTo>
                <a:lnTo>
                  <a:pt x="186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0" y="1723"/>
                </a:lnTo>
                <a:lnTo>
                  <a:pt x="180" y="1722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4"/>
                </a:lnTo>
                <a:lnTo>
                  <a:pt x="176" y="1724"/>
                </a:lnTo>
                <a:lnTo>
                  <a:pt x="176" y="1723"/>
                </a:lnTo>
                <a:lnTo>
                  <a:pt x="175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4" y="1720"/>
                </a:lnTo>
                <a:lnTo>
                  <a:pt x="174" y="1719"/>
                </a:lnTo>
                <a:lnTo>
                  <a:pt x="173" y="1718"/>
                </a:lnTo>
                <a:lnTo>
                  <a:pt x="173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3" y="1709"/>
                </a:lnTo>
                <a:lnTo>
                  <a:pt x="173" y="1708"/>
                </a:lnTo>
                <a:lnTo>
                  <a:pt x="173" y="1707"/>
                </a:lnTo>
                <a:lnTo>
                  <a:pt x="172" y="1707"/>
                </a:lnTo>
                <a:lnTo>
                  <a:pt x="172" y="1706"/>
                </a:lnTo>
                <a:lnTo>
                  <a:pt x="171" y="1705"/>
                </a:lnTo>
                <a:lnTo>
                  <a:pt x="170" y="1705"/>
                </a:lnTo>
                <a:lnTo>
                  <a:pt x="170" y="1704"/>
                </a:lnTo>
                <a:lnTo>
                  <a:pt x="170" y="1703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2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9" y="1700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9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5" y="1698"/>
                </a:lnTo>
                <a:lnTo>
                  <a:pt x="154" y="1698"/>
                </a:lnTo>
                <a:lnTo>
                  <a:pt x="151" y="1697"/>
                </a:lnTo>
                <a:lnTo>
                  <a:pt x="150" y="1697"/>
                </a:lnTo>
                <a:lnTo>
                  <a:pt x="150" y="1696"/>
                </a:lnTo>
                <a:lnTo>
                  <a:pt x="150" y="1694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4"/>
                </a:lnTo>
                <a:lnTo>
                  <a:pt x="142" y="1695"/>
                </a:lnTo>
                <a:lnTo>
                  <a:pt x="140" y="1695"/>
                </a:lnTo>
                <a:lnTo>
                  <a:pt x="140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8" y="1698"/>
                </a:lnTo>
                <a:lnTo>
                  <a:pt x="128" y="1699"/>
                </a:lnTo>
                <a:lnTo>
                  <a:pt x="129" y="1700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7" y="1702"/>
                </a:lnTo>
                <a:lnTo>
                  <a:pt x="126" y="1702"/>
                </a:lnTo>
                <a:lnTo>
                  <a:pt x="125" y="1701"/>
                </a:lnTo>
                <a:lnTo>
                  <a:pt x="124" y="1700"/>
                </a:lnTo>
                <a:lnTo>
                  <a:pt x="124" y="1699"/>
                </a:lnTo>
                <a:lnTo>
                  <a:pt x="124" y="1698"/>
                </a:lnTo>
                <a:lnTo>
                  <a:pt x="123" y="1697"/>
                </a:lnTo>
                <a:lnTo>
                  <a:pt x="122" y="1695"/>
                </a:lnTo>
                <a:lnTo>
                  <a:pt x="122" y="1694"/>
                </a:lnTo>
                <a:lnTo>
                  <a:pt x="121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19" y="1690"/>
                </a:lnTo>
                <a:lnTo>
                  <a:pt x="117" y="1690"/>
                </a:lnTo>
                <a:lnTo>
                  <a:pt x="116" y="1690"/>
                </a:lnTo>
                <a:lnTo>
                  <a:pt x="116" y="1691"/>
                </a:lnTo>
                <a:lnTo>
                  <a:pt x="116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3"/>
                </a:lnTo>
                <a:lnTo>
                  <a:pt x="110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8" y="1686"/>
                </a:lnTo>
                <a:lnTo>
                  <a:pt x="107" y="1686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8"/>
                </a:lnTo>
                <a:lnTo>
                  <a:pt x="102" y="1689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1"/>
                </a:lnTo>
                <a:lnTo>
                  <a:pt x="98" y="1692"/>
                </a:lnTo>
                <a:lnTo>
                  <a:pt x="97" y="1692"/>
                </a:lnTo>
                <a:lnTo>
                  <a:pt x="96" y="1692"/>
                </a:lnTo>
                <a:lnTo>
                  <a:pt x="94" y="1690"/>
                </a:lnTo>
                <a:lnTo>
                  <a:pt x="94" y="1689"/>
                </a:lnTo>
                <a:lnTo>
                  <a:pt x="93" y="1688"/>
                </a:lnTo>
                <a:lnTo>
                  <a:pt x="93" y="1687"/>
                </a:lnTo>
                <a:lnTo>
                  <a:pt x="92" y="1687"/>
                </a:lnTo>
                <a:lnTo>
                  <a:pt x="91" y="1687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89" y="1687"/>
                </a:lnTo>
                <a:lnTo>
                  <a:pt x="89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6" y="1682"/>
                </a:lnTo>
                <a:lnTo>
                  <a:pt x="86" y="1681"/>
                </a:lnTo>
                <a:lnTo>
                  <a:pt x="86" y="1680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89" y="1677"/>
                </a:lnTo>
                <a:lnTo>
                  <a:pt x="88" y="1676"/>
                </a:lnTo>
                <a:lnTo>
                  <a:pt x="88" y="1675"/>
                </a:lnTo>
                <a:lnTo>
                  <a:pt x="88" y="1674"/>
                </a:lnTo>
                <a:lnTo>
                  <a:pt x="89" y="1674"/>
                </a:lnTo>
                <a:lnTo>
                  <a:pt x="90" y="1673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2" y="1670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2"/>
                </a:lnTo>
                <a:lnTo>
                  <a:pt x="98" y="1672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9"/>
                </a:lnTo>
                <a:lnTo>
                  <a:pt x="103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7"/>
                </a:lnTo>
                <a:lnTo>
                  <a:pt x="110" y="1667"/>
                </a:lnTo>
                <a:lnTo>
                  <a:pt x="110" y="1666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7"/>
                </a:lnTo>
                <a:lnTo>
                  <a:pt x="114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7" y="1672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1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4"/>
                </a:lnTo>
                <a:lnTo>
                  <a:pt x="141" y="1663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6" y="1662"/>
                </a:lnTo>
                <a:lnTo>
                  <a:pt x="146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6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3" y="1645"/>
                </a:lnTo>
                <a:lnTo>
                  <a:pt x="142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3"/>
                </a:lnTo>
                <a:lnTo>
                  <a:pt x="140" y="1644"/>
                </a:lnTo>
                <a:lnTo>
                  <a:pt x="138" y="1644"/>
                </a:lnTo>
                <a:lnTo>
                  <a:pt x="136" y="1644"/>
                </a:lnTo>
                <a:lnTo>
                  <a:pt x="135" y="1643"/>
                </a:lnTo>
                <a:lnTo>
                  <a:pt x="135" y="1642"/>
                </a:lnTo>
                <a:lnTo>
                  <a:pt x="135" y="1641"/>
                </a:lnTo>
                <a:lnTo>
                  <a:pt x="134" y="1640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8"/>
                </a:lnTo>
                <a:lnTo>
                  <a:pt x="129" y="1637"/>
                </a:lnTo>
                <a:lnTo>
                  <a:pt x="128" y="1636"/>
                </a:lnTo>
                <a:lnTo>
                  <a:pt x="128" y="1634"/>
                </a:lnTo>
                <a:lnTo>
                  <a:pt x="128" y="1633"/>
                </a:lnTo>
                <a:lnTo>
                  <a:pt x="128" y="1632"/>
                </a:lnTo>
                <a:lnTo>
                  <a:pt x="127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5" y="1628"/>
                </a:lnTo>
                <a:lnTo>
                  <a:pt x="125" y="1627"/>
                </a:lnTo>
                <a:lnTo>
                  <a:pt x="126" y="1627"/>
                </a:lnTo>
                <a:lnTo>
                  <a:pt x="126" y="1626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20"/>
                </a:lnTo>
                <a:lnTo>
                  <a:pt x="132" y="1619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4" y="1617"/>
                </a:lnTo>
                <a:lnTo>
                  <a:pt x="135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29" y="1605"/>
                </a:lnTo>
                <a:lnTo>
                  <a:pt x="128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7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2" y="1587"/>
                </a:lnTo>
                <a:lnTo>
                  <a:pt x="122" y="1586"/>
                </a:lnTo>
                <a:lnTo>
                  <a:pt x="120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8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0"/>
                </a:lnTo>
                <a:lnTo>
                  <a:pt x="117" y="1568"/>
                </a:lnTo>
                <a:lnTo>
                  <a:pt x="117" y="1567"/>
                </a:lnTo>
                <a:lnTo>
                  <a:pt x="116" y="1566"/>
                </a:lnTo>
                <a:lnTo>
                  <a:pt x="116" y="1565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6" y="1561"/>
                </a:lnTo>
                <a:lnTo>
                  <a:pt x="116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0" y="1555"/>
                </a:lnTo>
                <a:lnTo>
                  <a:pt x="121" y="1554"/>
                </a:lnTo>
                <a:lnTo>
                  <a:pt x="122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8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8"/>
                </a:lnTo>
                <a:lnTo>
                  <a:pt x="112" y="1539"/>
                </a:lnTo>
                <a:lnTo>
                  <a:pt x="111" y="1538"/>
                </a:lnTo>
                <a:lnTo>
                  <a:pt x="110" y="1538"/>
                </a:lnTo>
                <a:lnTo>
                  <a:pt x="109" y="1537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4" y="1533"/>
                </a:lnTo>
                <a:lnTo>
                  <a:pt x="103" y="1532"/>
                </a:lnTo>
                <a:lnTo>
                  <a:pt x="102" y="1532"/>
                </a:lnTo>
                <a:lnTo>
                  <a:pt x="102" y="1531"/>
                </a:lnTo>
                <a:lnTo>
                  <a:pt x="101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30"/>
                </a:lnTo>
                <a:lnTo>
                  <a:pt x="93" y="1529"/>
                </a:lnTo>
                <a:lnTo>
                  <a:pt x="92" y="1529"/>
                </a:lnTo>
                <a:lnTo>
                  <a:pt x="91" y="1528"/>
                </a:lnTo>
                <a:lnTo>
                  <a:pt x="90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5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0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2" y="1525"/>
                </a:lnTo>
                <a:lnTo>
                  <a:pt x="60" y="1525"/>
                </a:lnTo>
                <a:lnTo>
                  <a:pt x="59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4"/>
                </a:lnTo>
                <a:lnTo>
                  <a:pt x="57" y="1525"/>
                </a:lnTo>
                <a:lnTo>
                  <a:pt x="56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5" y="1530"/>
                </a:lnTo>
                <a:lnTo>
                  <a:pt x="54" y="1531"/>
                </a:lnTo>
                <a:lnTo>
                  <a:pt x="54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0" y="1533"/>
                </a:lnTo>
                <a:lnTo>
                  <a:pt x="50" y="1534"/>
                </a:lnTo>
                <a:lnTo>
                  <a:pt x="51" y="1534"/>
                </a:lnTo>
                <a:lnTo>
                  <a:pt x="51" y="1535"/>
                </a:lnTo>
                <a:lnTo>
                  <a:pt x="52" y="1537"/>
                </a:lnTo>
                <a:lnTo>
                  <a:pt x="52" y="1538"/>
                </a:lnTo>
                <a:lnTo>
                  <a:pt x="51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8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9"/>
                </a:lnTo>
                <a:lnTo>
                  <a:pt x="42" y="1538"/>
                </a:lnTo>
                <a:lnTo>
                  <a:pt x="41" y="1539"/>
                </a:lnTo>
                <a:lnTo>
                  <a:pt x="40" y="1539"/>
                </a:lnTo>
                <a:lnTo>
                  <a:pt x="39" y="1539"/>
                </a:lnTo>
                <a:lnTo>
                  <a:pt x="38" y="1538"/>
                </a:lnTo>
                <a:lnTo>
                  <a:pt x="37" y="1538"/>
                </a:lnTo>
                <a:lnTo>
                  <a:pt x="37" y="1537"/>
                </a:lnTo>
                <a:lnTo>
                  <a:pt x="36" y="1536"/>
                </a:lnTo>
                <a:lnTo>
                  <a:pt x="36" y="1535"/>
                </a:lnTo>
                <a:lnTo>
                  <a:pt x="35" y="1534"/>
                </a:lnTo>
                <a:lnTo>
                  <a:pt x="33" y="1534"/>
                </a:lnTo>
                <a:lnTo>
                  <a:pt x="32" y="1534"/>
                </a:lnTo>
                <a:lnTo>
                  <a:pt x="30" y="1533"/>
                </a:lnTo>
                <a:lnTo>
                  <a:pt x="28" y="1532"/>
                </a:lnTo>
                <a:lnTo>
                  <a:pt x="27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6" y="1526"/>
                </a:lnTo>
                <a:lnTo>
                  <a:pt x="26" y="1525"/>
                </a:lnTo>
                <a:lnTo>
                  <a:pt x="25" y="1524"/>
                </a:lnTo>
                <a:lnTo>
                  <a:pt x="24" y="1524"/>
                </a:lnTo>
                <a:lnTo>
                  <a:pt x="24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2" y="1519"/>
                </a:lnTo>
                <a:lnTo>
                  <a:pt x="22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4"/>
                </a:lnTo>
                <a:lnTo>
                  <a:pt x="24" y="1513"/>
                </a:lnTo>
                <a:lnTo>
                  <a:pt x="22" y="1512"/>
                </a:lnTo>
                <a:lnTo>
                  <a:pt x="22" y="1511"/>
                </a:lnTo>
                <a:lnTo>
                  <a:pt x="22" y="1510"/>
                </a:lnTo>
                <a:lnTo>
                  <a:pt x="21" y="1509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7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7" y="1498"/>
                </a:lnTo>
                <a:lnTo>
                  <a:pt x="28" y="1499"/>
                </a:lnTo>
                <a:lnTo>
                  <a:pt x="29" y="1499"/>
                </a:lnTo>
                <a:lnTo>
                  <a:pt x="29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0" y="1493"/>
                </a:lnTo>
                <a:lnTo>
                  <a:pt x="30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0" y="1485"/>
                </a:lnTo>
                <a:lnTo>
                  <a:pt x="20" y="1484"/>
                </a:lnTo>
                <a:lnTo>
                  <a:pt x="19" y="1484"/>
                </a:lnTo>
                <a:lnTo>
                  <a:pt x="19" y="1483"/>
                </a:lnTo>
                <a:lnTo>
                  <a:pt x="19" y="1482"/>
                </a:lnTo>
                <a:lnTo>
                  <a:pt x="19" y="1480"/>
                </a:lnTo>
                <a:lnTo>
                  <a:pt x="19" y="1479"/>
                </a:lnTo>
                <a:lnTo>
                  <a:pt x="19" y="1478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3" y="1474"/>
                </a:lnTo>
                <a:lnTo>
                  <a:pt x="14" y="1473"/>
                </a:lnTo>
                <a:lnTo>
                  <a:pt x="14" y="1472"/>
                </a:lnTo>
                <a:lnTo>
                  <a:pt x="13" y="1472"/>
                </a:lnTo>
                <a:lnTo>
                  <a:pt x="13" y="1471"/>
                </a:lnTo>
                <a:lnTo>
                  <a:pt x="12" y="1471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0" y="1466"/>
                </a:lnTo>
                <a:lnTo>
                  <a:pt x="9" y="1466"/>
                </a:lnTo>
                <a:lnTo>
                  <a:pt x="8" y="1467"/>
                </a:lnTo>
                <a:lnTo>
                  <a:pt x="7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60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5"/>
                </a:lnTo>
                <a:lnTo>
                  <a:pt x="2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1"/>
                </a:lnTo>
                <a:lnTo>
                  <a:pt x="2" y="1451"/>
                </a:lnTo>
                <a:lnTo>
                  <a:pt x="3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19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1" y="1442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8"/>
                </a:lnTo>
                <a:lnTo>
                  <a:pt x="35" y="1438"/>
                </a:lnTo>
                <a:lnTo>
                  <a:pt x="35" y="1437"/>
                </a:lnTo>
                <a:lnTo>
                  <a:pt x="35" y="1436"/>
                </a:lnTo>
                <a:lnTo>
                  <a:pt x="34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7" y="1433"/>
                </a:lnTo>
                <a:lnTo>
                  <a:pt x="38" y="1433"/>
                </a:lnTo>
                <a:lnTo>
                  <a:pt x="38" y="1432"/>
                </a:lnTo>
                <a:lnTo>
                  <a:pt x="37" y="1432"/>
                </a:lnTo>
                <a:lnTo>
                  <a:pt x="37" y="1431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29"/>
                </a:lnTo>
                <a:lnTo>
                  <a:pt x="41" y="1428"/>
                </a:lnTo>
                <a:lnTo>
                  <a:pt x="40" y="1427"/>
                </a:lnTo>
                <a:lnTo>
                  <a:pt x="40" y="1426"/>
                </a:lnTo>
                <a:lnTo>
                  <a:pt x="40" y="1425"/>
                </a:lnTo>
                <a:lnTo>
                  <a:pt x="40" y="1424"/>
                </a:lnTo>
                <a:lnTo>
                  <a:pt x="39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8" y="1419"/>
                </a:lnTo>
                <a:lnTo>
                  <a:pt x="37" y="1418"/>
                </a:lnTo>
                <a:lnTo>
                  <a:pt x="38" y="1417"/>
                </a:lnTo>
                <a:lnTo>
                  <a:pt x="37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1" y="1407"/>
                </a:lnTo>
                <a:lnTo>
                  <a:pt x="32" y="1405"/>
                </a:lnTo>
                <a:lnTo>
                  <a:pt x="33" y="1404"/>
                </a:lnTo>
                <a:lnTo>
                  <a:pt x="35" y="1404"/>
                </a:lnTo>
                <a:lnTo>
                  <a:pt x="35" y="1403"/>
                </a:lnTo>
                <a:lnTo>
                  <a:pt x="36" y="1403"/>
                </a:lnTo>
                <a:lnTo>
                  <a:pt x="36" y="1402"/>
                </a:lnTo>
                <a:lnTo>
                  <a:pt x="37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7" y="1399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3"/>
                </a:lnTo>
                <a:lnTo>
                  <a:pt x="40" y="1392"/>
                </a:lnTo>
                <a:lnTo>
                  <a:pt x="41" y="1391"/>
                </a:lnTo>
                <a:lnTo>
                  <a:pt x="42" y="1390"/>
                </a:lnTo>
                <a:lnTo>
                  <a:pt x="42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4" y="1384"/>
                </a:lnTo>
                <a:lnTo>
                  <a:pt x="45" y="1384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8" y="1379"/>
                </a:lnTo>
                <a:lnTo>
                  <a:pt x="49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78"/>
                </a:lnTo>
                <a:lnTo>
                  <a:pt x="56" y="1378"/>
                </a:lnTo>
                <a:lnTo>
                  <a:pt x="59" y="1377"/>
                </a:lnTo>
                <a:lnTo>
                  <a:pt x="61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69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0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0" y="1368"/>
                </a:lnTo>
                <a:lnTo>
                  <a:pt x="93" y="1367"/>
                </a:lnTo>
                <a:lnTo>
                  <a:pt x="93" y="1366"/>
                </a:lnTo>
                <a:lnTo>
                  <a:pt x="94" y="1366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9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3" y="1361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59"/>
                </a:lnTo>
                <a:lnTo>
                  <a:pt x="107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8" y="1354"/>
                </a:lnTo>
                <a:lnTo>
                  <a:pt x="108" y="1353"/>
                </a:lnTo>
                <a:lnTo>
                  <a:pt x="109" y="1353"/>
                </a:lnTo>
                <a:lnTo>
                  <a:pt x="112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19" y="1353"/>
                </a:lnTo>
                <a:lnTo>
                  <a:pt x="121" y="1354"/>
                </a:lnTo>
                <a:lnTo>
                  <a:pt x="122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6" y="1352"/>
                </a:lnTo>
                <a:lnTo>
                  <a:pt x="125" y="1352"/>
                </a:lnTo>
                <a:lnTo>
                  <a:pt x="124" y="1351"/>
                </a:lnTo>
                <a:lnTo>
                  <a:pt x="123" y="1350"/>
                </a:lnTo>
                <a:lnTo>
                  <a:pt x="122" y="1349"/>
                </a:lnTo>
                <a:lnTo>
                  <a:pt x="122" y="1348"/>
                </a:lnTo>
                <a:lnTo>
                  <a:pt x="121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6" y="1343"/>
                </a:lnTo>
                <a:lnTo>
                  <a:pt x="116" y="1342"/>
                </a:lnTo>
                <a:lnTo>
                  <a:pt x="117" y="1342"/>
                </a:lnTo>
                <a:lnTo>
                  <a:pt x="118" y="1342"/>
                </a:lnTo>
                <a:lnTo>
                  <a:pt x="118" y="1341"/>
                </a:lnTo>
                <a:lnTo>
                  <a:pt x="118" y="1338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6"/>
                </a:lnTo>
                <a:lnTo>
                  <a:pt x="120" y="1335"/>
                </a:lnTo>
                <a:lnTo>
                  <a:pt x="121" y="1335"/>
                </a:lnTo>
                <a:lnTo>
                  <a:pt x="122" y="1336"/>
                </a:lnTo>
                <a:lnTo>
                  <a:pt x="123" y="1336"/>
                </a:lnTo>
                <a:lnTo>
                  <a:pt x="124" y="1336"/>
                </a:lnTo>
                <a:lnTo>
                  <a:pt x="125" y="1337"/>
                </a:lnTo>
                <a:lnTo>
                  <a:pt x="126" y="1337"/>
                </a:lnTo>
                <a:lnTo>
                  <a:pt x="127" y="1338"/>
                </a:lnTo>
                <a:lnTo>
                  <a:pt x="128" y="1339"/>
                </a:lnTo>
                <a:lnTo>
                  <a:pt x="130" y="1340"/>
                </a:lnTo>
                <a:lnTo>
                  <a:pt x="131" y="1341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1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1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2"/>
                </a:lnTo>
                <a:lnTo>
                  <a:pt x="150" y="1342"/>
                </a:lnTo>
                <a:lnTo>
                  <a:pt x="151" y="1342"/>
                </a:lnTo>
                <a:lnTo>
                  <a:pt x="153" y="1343"/>
                </a:lnTo>
                <a:lnTo>
                  <a:pt x="155" y="1343"/>
                </a:lnTo>
                <a:lnTo>
                  <a:pt x="156" y="1343"/>
                </a:lnTo>
                <a:lnTo>
                  <a:pt x="157" y="1341"/>
                </a:lnTo>
                <a:lnTo>
                  <a:pt x="158" y="1341"/>
                </a:lnTo>
                <a:lnTo>
                  <a:pt x="158" y="1340"/>
                </a:lnTo>
                <a:lnTo>
                  <a:pt x="159" y="1340"/>
                </a:lnTo>
                <a:lnTo>
                  <a:pt x="159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8" y="1333"/>
                </a:lnTo>
                <a:lnTo>
                  <a:pt x="169" y="1333"/>
                </a:lnTo>
                <a:lnTo>
                  <a:pt x="170" y="1332"/>
                </a:lnTo>
                <a:lnTo>
                  <a:pt x="171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9"/>
                </a:lnTo>
                <a:lnTo>
                  <a:pt x="177" y="1328"/>
                </a:lnTo>
                <a:lnTo>
                  <a:pt x="177" y="1327"/>
                </a:lnTo>
                <a:lnTo>
                  <a:pt x="178" y="1327"/>
                </a:lnTo>
                <a:lnTo>
                  <a:pt x="179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7" y="1321"/>
                </a:lnTo>
                <a:lnTo>
                  <a:pt x="188" y="1321"/>
                </a:lnTo>
                <a:lnTo>
                  <a:pt x="189" y="1322"/>
                </a:lnTo>
                <a:lnTo>
                  <a:pt x="190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1" y="1326"/>
                </a:lnTo>
                <a:lnTo>
                  <a:pt x="191" y="1328"/>
                </a:lnTo>
                <a:lnTo>
                  <a:pt x="191" y="1329"/>
                </a:lnTo>
                <a:lnTo>
                  <a:pt x="191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2" y="1334"/>
                </a:lnTo>
                <a:lnTo>
                  <a:pt x="193" y="1335"/>
                </a:lnTo>
                <a:lnTo>
                  <a:pt x="193" y="1336"/>
                </a:lnTo>
                <a:lnTo>
                  <a:pt x="194" y="1337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0" y="1340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1"/>
                </a:lnTo>
                <a:lnTo>
                  <a:pt x="195" y="1352"/>
                </a:lnTo>
                <a:lnTo>
                  <a:pt x="196" y="1353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0" y="1359"/>
                </a:lnTo>
                <a:lnTo>
                  <a:pt x="201" y="1358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8" y="1356"/>
                </a:lnTo>
                <a:lnTo>
                  <a:pt x="209" y="1356"/>
                </a:lnTo>
                <a:lnTo>
                  <a:pt x="209" y="1355"/>
                </a:lnTo>
                <a:lnTo>
                  <a:pt x="210" y="1355"/>
                </a:lnTo>
                <a:lnTo>
                  <a:pt x="210" y="1356"/>
                </a:lnTo>
                <a:lnTo>
                  <a:pt x="210" y="1357"/>
                </a:lnTo>
                <a:lnTo>
                  <a:pt x="211" y="1357"/>
                </a:lnTo>
                <a:lnTo>
                  <a:pt x="212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8"/>
                </a:lnTo>
                <a:lnTo>
                  <a:pt x="217" y="1359"/>
                </a:lnTo>
                <a:lnTo>
                  <a:pt x="218" y="1359"/>
                </a:lnTo>
                <a:lnTo>
                  <a:pt x="218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8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1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49"/>
                </a:lnTo>
                <a:lnTo>
                  <a:pt x="224" y="1350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9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1" y="1349"/>
                </a:lnTo>
                <a:lnTo>
                  <a:pt x="242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49" y="1344"/>
                </a:lnTo>
                <a:lnTo>
                  <a:pt x="250" y="1344"/>
                </a:lnTo>
                <a:lnTo>
                  <a:pt x="251" y="1345"/>
                </a:lnTo>
                <a:lnTo>
                  <a:pt x="250" y="1346"/>
                </a:lnTo>
                <a:lnTo>
                  <a:pt x="250" y="1347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8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0"/>
                </a:lnTo>
                <a:lnTo>
                  <a:pt x="254" y="1352"/>
                </a:lnTo>
                <a:lnTo>
                  <a:pt x="254" y="1353"/>
                </a:lnTo>
                <a:lnTo>
                  <a:pt x="255" y="1353"/>
                </a:lnTo>
                <a:lnTo>
                  <a:pt x="255" y="1354"/>
                </a:lnTo>
                <a:lnTo>
                  <a:pt x="256" y="1354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59" y="1350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6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3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6" y="1331"/>
                </a:lnTo>
                <a:lnTo>
                  <a:pt x="277" y="1330"/>
                </a:lnTo>
                <a:lnTo>
                  <a:pt x="278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3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4" y="1310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8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7" y="1290"/>
                </a:lnTo>
                <a:lnTo>
                  <a:pt x="298" y="1289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3"/>
                </a:lnTo>
                <a:lnTo>
                  <a:pt x="311" y="1283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80"/>
                </a:lnTo>
                <a:lnTo>
                  <a:pt x="314" y="1279"/>
                </a:lnTo>
                <a:lnTo>
                  <a:pt x="315" y="1279"/>
                </a:lnTo>
                <a:lnTo>
                  <a:pt x="316" y="1280"/>
                </a:lnTo>
                <a:lnTo>
                  <a:pt x="316" y="1281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7" y="1284"/>
                </a:lnTo>
                <a:lnTo>
                  <a:pt x="328" y="1284"/>
                </a:lnTo>
                <a:lnTo>
                  <a:pt x="329" y="1284"/>
                </a:lnTo>
                <a:lnTo>
                  <a:pt x="329" y="1285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2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8" y="1285"/>
                </a:lnTo>
                <a:lnTo>
                  <a:pt x="339" y="1285"/>
                </a:lnTo>
                <a:lnTo>
                  <a:pt x="339" y="1286"/>
                </a:lnTo>
                <a:lnTo>
                  <a:pt x="340" y="1286"/>
                </a:lnTo>
                <a:lnTo>
                  <a:pt x="341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7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7" y="1285"/>
                </a:lnTo>
                <a:lnTo>
                  <a:pt x="357" y="1286"/>
                </a:lnTo>
                <a:lnTo>
                  <a:pt x="358" y="1287"/>
                </a:lnTo>
                <a:lnTo>
                  <a:pt x="359" y="1287"/>
                </a:lnTo>
                <a:lnTo>
                  <a:pt x="360" y="1287"/>
                </a:lnTo>
                <a:lnTo>
                  <a:pt x="361" y="1286"/>
                </a:lnTo>
                <a:lnTo>
                  <a:pt x="362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7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3" y="1284"/>
                </a:lnTo>
                <a:lnTo>
                  <a:pt x="384" y="1284"/>
                </a:lnTo>
                <a:lnTo>
                  <a:pt x="385" y="1284"/>
                </a:lnTo>
                <a:lnTo>
                  <a:pt x="385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89" y="1280"/>
                </a:lnTo>
                <a:lnTo>
                  <a:pt x="389" y="1279"/>
                </a:lnTo>
                <a:lnTo>
                  <a:pt x="388" y="1279"/>
                </a:lnTo>
                <a:lnTo>
                  <a:pt x="388" y="1278"/>
                </a:lnTo>
                <a:lnTo>
                  <a:pt x="387" y="1277"/>
                </a:lnTo>
                <a:lnTo>
                  <a:pt x="387" y="1276"/>
                </a:lnTo>
                <a:lnTo>
                  <a:pt x="387" y="1275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1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6" y="1267"/>
                </a:lnTo>
                <a:lnTo>
                  <a:pt x="397" y="1267"/>
                </a:lnTo>
                <a:lnTo>
                  <a:pt x="398" y="1267"/>
                </a:lnTo>
                <a:lnTo>
                  <a:pt x="401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09" y="1266"/>
                </a:lnTo>
                <a:lnTo>
                  <a:pt x="411" y="1265"/>
                </a:lnTo>
                <a:lnTo>
                  <a:pt x="412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8" y="1256"/>
                </a:lnTo>
                <a:lnTo>
                  <a:pt x="418" y="1255"/>
                </a:lnTo>
                <a:lnTo>
                  <a:pt x="418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19" y="1251"/>
                </a:lnTo>
                <a:lnTo>
                  <a:pt x="419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20" y="1248"/>
                </a:lnTo>
                <a:lnTo>
                  <a:pt x="421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29" y="1246"/>
                </a:lnTo>
                <a:lnTo>
                  <a:pt x="430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7"/>
                </a:lnTo>
                <a:lnTo>
                  <a:pt x="435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0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4" y="1244"/>
                </a:lnTo>
                <a:lnTo>
                  <a:pt x="445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2" y="1241"/>
                </a:lnTo>
                <a:lnTo>
                  <a:pt x="453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8" y="1233"/>
                </a:lnTo>
                <a:lnTo>
                  <a:pt x="469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1" y="1230"/>
                </a:lnTo>
                <a:lnTo>
                  <a:pt x="472" y="1229"/>
                </a:lnTo>
                <a:lnTo>
                  <a:pt x="474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0" y="1220"/>
                </a:lnTo>
                <a:lnTo>
                  <a:pt x="491" y="1220"/>
                </a:lnTo>
                <a:lnTo>
                  <a:pt x="492" y="1220"/>
                </a:lnTo>
                <a:lnTo>
                  <a:pt x="492" y="1219"/>
                </a:lnTo>
                <a:lnTo>
                  <a:pt x="494" y="1219"/>
                </a:lnTo>
                <a:lnTo>
                  <a:pt x="495" y="1218"/>
                </a:lnTo>
                <a:lnTo>
                  <a:pt x="495" y="1219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8" y="1218"/>
                </a:lnTo>
                <a:lnTo>
                  <a:pt x="498" y="1217"/>
                </a:lnTo>
                <a:lnTo>
                  <a:pt x="499" y="1217"/>
                </a:lnTo>
                <a:lnTo>
                  <a:pt x="500" y="1216"/>
                </a:lnTo>
                <a:lnTo>
                  <a:pt x="504" y="1215"/>
                </a:lnTo>
                <a:lnTo>
                  <a:pt x="505" y="1215"/>
                </a:lnTo>
                <a:lnTo>
                  <a:pt x="506" y="1214"/>
                </a:lnTo>
                <a:lnTo>
                  <a:pt x="506" y="1213"/>
                </a:lnTo>
                <a:lnTo>
                  <a:pt x="508" y="1212"/>
                </a:lnTo>
                <a:lnTo>
                  <a:pt x="509" y="1212"/>
                </a:lnTo>
                <a:lnTo>
                  <a:pt x="511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8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6" y="1205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3"/>
                </a:lnTo>
                <a:lnTo>
                  <a:pt x="530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5" y="1200"/>
                </a:lnTo>
                <a:lnTo>
                  <a:pt x="536" y="1200"/>
                </a:lnTo>
                <a:lnTo>
                  <a:pt x="537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3" y="1201"/>
                </a:lnTo>
                <a:lnTo>
                  <a:pt x="545" y="1201"/>
                </a:lnTo>
                <a:lnTo>
                  <a:pt x="546" y="1201"/>
                </a:lnTo>
                <a:lnTo>
                  <a:pt x="548" y="1200"/>
                </a:lnTo>
                <a:lnTo>
                  <a:pt x="549" y="1199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8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5" y="1194"/>
                </a:lnTo>
                <a:lnTo>
                  <a:pt x="566" y="1194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2"/>
                </a:lnTo>
                <a:lnTo>
                  <a:pt x="574" y="1181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8" y="1179"/>
                </a:lnTo>
                <a:lnTo>
                  <a:pt x="593" y="1179"/>
                </a:lnTo>
                <a:lnTo>
                  <a:pt x="594" y="1180"/>
                </a:lnTo>
                <a:lnTo>
                  <a:pt x="595" y="1180"/>
                </a:lnTo>
                <a:lnTo>
                  <a:pt x="597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0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2" y="1175"/>
                </a:lnTo>
                <a:lnTo>
                  <a:pt x="601" y="1175"/>
                </a:lnTo>
                <a:lnTo>
                  <a:pt x="600" y="1174"/>
                </a:lnTo>
                <a:lnTo>
                  <a:pt x="600" y="1173"/>
                </a:lnTo>
                <a:lnTo>
                  <a:pt x="599" y="1171"/>
                </a:lnTo>
                <a:lnTo>
                  <a:pt x="598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5"/>
                </a:lnTo>
                <a:lnTo>
                  <a:pt x="601" y="1163"/>
                </a:lnTo>
                <a:lnTo>
                  <a:pt x="603" y="1163"/>
                </a:lnTo>
                <a:lnTo>
                  <a:pt x="604" y="1163"/>
                </a:lnTo>
                <a:lnTo>
                  <a:pt x="606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0" y="1161"/>
                </a:lnTo>
                <a:lnTo>
                  <a:pt x="611" y="1160"/>
                </a:lnTo>
                <a:lnTo>
                  <a:pt x="612" y="1158"/>
                </a:lnTo>
                <a:lnTo>
                  <a:pt x="611" y="1157"/>
                </a:lnTo>
                <a:lnTo>
                  <a:pt x="611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7" y="1149"/>
                </a:lnTo>
                <a:lnTo>
                  <a:pt x="607" y="1148"/>
                </a:lnTo>
                <a:lnTo>
                  <a:pt x="606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3"/>
                </a:lnTo>
                <a:lnTo>
                  <a:pt x="604" y="1141"/>
                </a:lnTo>
                <a:lnTo>
                  <a:pt x="604" y="1140"/>
                </a:lnTo>
                <a:lnTo>
                  <a:pt x="604" y="1138"/>
                </a:lnTo>
                <a:lnTo>
                  <a:pt x="604" y="1136"/>
                </a:lnTo>
                <a:lnTo>
                  <a:pt x="605" y="1135"/>
                </a:lnTo>
                <a:lnTo>
                  <a:pt x="607" y="1134"/>
                </a:lnTo>
                <a:lnTo>
                  <a:pt x="610" y="1132"/>
                </a:lnTo>
                <a:lnTo>
                  <a:pt x="611" y="1132"/>
                </a:lnTo>
                <a:lnTo>
                  <a:pt x="610" y="1132"/>
                </a:lnTo>
                <a:lnTo>
                  <a:pt x="609" y="1132"/>
                </a:lnTo>
                <a:lnTo>
                  <a:pt x="608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6" y="1130"/>
                </a:lnTo>
                <a:lnTo>
                  <a:pt x="605" y="1130"/>
                </a:lnTo>
                <a:lnTo>
                  <a:pt x="605" y="1129"/>
                </a:lnTo>
                <a:lnTo>
                  <a:pt x="604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0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1" y="1119"/>
                </a:lnTo>
                <a:lnTo>
                  <a:pt x="601" y="1117"/>
                </a:lnTo>
                <a:lnTo>
                  <a:pt x="601" y="1116"/>
                </a:lnTo>
                <a:lnTo>
                  <a:pt x="601" y="1115"/>
                </a:lnTo>
                <a:lnTo>
                  <a:pt x="602" y="1115"/>
                </a:lnTo>
                <a:lnTo>
                  <a:pt x="604" y="1114"/>
                </a:lnTo>
                <a:lnTo>
                  <a:pt x="606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4" y="1098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7" y="1100"/>
                </a:lnTo>
                <a:lnTo>
                  <a:pt x="617" y="1099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8"/>
                </a:lnTo>
                <a:lnTo>
                  <a:pt x="623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5" y="1093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39" y="1092"/>
                </a:lnTo>
                <a:lnTo>
                  <a:pt x="639" y="1091"/>
                </a:lnTo>
                <a:lnTo>
                  <a:pt x="638" y="1091"/>
                </a:lnTo>
                <a:lnTo>
                  <a:pt x="638" y="1090"/>
                </a:lnTo>
                <a:lnTo>
                  <a:pt x="637" y="1089"/>
                </a:lnTo>
                <a:lnTo>
                  <a:pt x="636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2" y="1088"/>
                </a:lnTo>
                <a:lnTo>
                  <a:pt x="630" y="1088"/>
                </a:lnTo>
                <a:lnTo>
                  <a:pt x="629" y="1088"/>
                </a:lnTo>
                <a:lnTo>
                  <a:pt x="628" y="1087"/>
                </a:lnTo>
                <a:lnTo>
                  <a:pt x="626" y="1086"/>
                </a:lnTo>
                <a:lnTo>
                  <a:pt x="625" y="1085"/>
                </a:lnTo>
                <a:lnTo>
                  <a:pt x="624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1" y="1083"/>
                </a:lnTo>
                <a:lnTo>
                  <a:pt x="621" y="1082"/>
                </a:lnTo>
                <a:lnTo>
                  <a:pt x="620" y="1081"/>
                </a:lnTo>
                <a:lnTo>
                  <a:pt x="620" y="1080"/>
                </a:lnTo>
                <a:lnTo>
                  <a:pt x="619" y="1080"/>
                </a:lnTo>
                <a:lnTo>
                  <a:pt x="619" y="1079"/>
                </a:lnTo>
                <a:lnTo>
                  <a:pt x="620" y="1078"/>
                </a:lnTo>
                <a:lnTo>
                  <a:pt x="621" y="1077"/>
                </a:lnTo>
                <a:lnTo>
                  <a:pt x="623" y="1076"/>
                </a:lnTo>
                <a:lnTo>
                  <a:pt x="624" y="1075"/>
                </a:lnTo>
                <a:lnTo>
                  <a:pt x="625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1" y="1073"/>
                </a:lnTo>
                <a:lnTo>
                  <a:pt x="633" y="1072"/>
                </a:lnTo>
                <a:lnTo>
                  <a:pt x="634" y="1072"/>
                </a:lnTo>
                <a:lnTo>
                  <a:pt x="635" y="1071"/>
                </a:lnTo>
                <a:lnTo>
                  <a:pt x="637" y="1070"/>
                </a:lnTo>
                <a:lnTo>
                  <a:pt x="637" y="1069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1" y="1068"/>
                </a:lnTo>
                <a:lnTo>
                  <a:pt x="642" y="1067"/>
                </a:lnTo>
                <a:lnTo>
                  <a:pt x="644" y="1067"/>
                </a:lnTo>
                <a:lnTo>
                  <a:pt x="645" y="1067"/>
                </a:lnTo>
                <a:lnTo>
                  <a:pt x="646" y="1067"/>
                </a:lnTo>
                <a:lnTo>
                  <a:pt x="648" y="1067"/>
                </a:lnTo>
                <a:lnTo>
                  <a:pt x="649" y="1068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7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4"/>
                </a:lnTo>
                <a:lnTo>
                  <a:pt x="657" y="1063"/>
                </a:lnTo>
                <a:lnTo>
                  <a:pt x="657" y="1062"/>
                </a:lnTo>
                <a:lnTo>
                  <a:pt x="656" y="1062"/>
                </a:lnTo>
                <a:lnTo>
                  <a:pt x="656" y="1060"/>
                </a:lnTo>
                <a:lnTo>
                  <a:pt x="656" y="1057"/>
                </a:lnTo>
                <a:lnTo>
                  <a:pt x="655" y="1056"/>
                </a:lnTo>
                <a:lnTo>
                  <a:pt x="655" y="1055"/>
                </a:lnTo>
                <a:lnTo>
                  <a:pt x="654" y="1055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4" y="1050"/>
                </a:lnTo>
                <a:lnTo>
                  <a:pt x="652" y="1050"/>
                </a:lnTo>
                <a:lnTo>
                  <a:pt x="650" y="1050"/>
                </a:lnTo>
                <a:lnTo>
                  <a:pt x="649" y="1050"/>
                </a:lnTo>
                <a:lnTo>
                  <a:pt x="648" y="1049"/>
                </a:lnTo>
                <a:lnTo>
                  <a:pt x="647" y="1048"/>
                </a:lnTo>
                <a:lnTo>
                  <a:pt x="648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3"/>
                </a:lnTo>
                <a:lnTo>
                  <a:pt x="651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7"/>
                </a:lnTo>
                <a:lnTo>
                  <a:pt x="653" y="1036"/>
                </a:lnTo>
                <a:lnTo>
                  <a:pt x="654" y="1036"/>
                </a:lnTo>
                <a:lnTo>
                  <a:pt x="653" y="1032"/>
                </a:lnTo>
                <a:lnTo>
                  <a:pt x="647" y="1023"/>
                </a:lnTo>
                <a:lnTo>
                  <a:pt x="641" y="1012"/>
                </a:lnTo>
                <a:lnTo>
                  <a:pt x="632" y="998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1" y="993"/>
                </a:lnTo>
                <a:lnTo>
                  <a:pt x="631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0" y="989"/>
                </a:lnTo>
                <a:lnTo>
                  <a:pt x="630" y="988"/>
                </a:lnTo>
                <a:lnTo>
                  <a:pt x="629" y="987"/>
                </a:lnTo>
                <a:lnTo>
                  <a:pt x="628" y="986"/>
                </a:lnTo>
                <a:lnTo>
                  <a:pt x="628" y="985"/>
                </a:lnTo>
                <a:lnTo>
                  <a:pt x="629" y="985"/>
                </a:lnTo>
                <a:lnTo>
                  <a:pt x="629" y="984"/>
                </a:lnTo>
                <a:lnTo>
                  <a:pt x="628" y="983"/>
                </a:lnTo>
                <a:lnTo>
                  <a:pt x="627" y="983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6" y="979"/>
                </a:lnTo>
                <a:lnTo>
                  <a:pt x="626" y="978"/>
                </a:lnTo>
                <a:lnTo>
                  <a:pt x="627" y="977"/>
                </a:lnTo>
                <a:lnTo>
                  <a:pt x="627" y="976"/>
                </a:lnTo>
                <a:lnTo>
                  <a:pt x="626" y="976"/>
                </a:lnTo>
                <a:lnTo>
                  <a:pt x="626" y="975"/>
                </a:lnTo>
                <a:lnTo>
                  <a:pt x="626" y="973"/>
                </a:lnTo>
                <a:lnTo>
                  <a:pt x="626" y="972"/>
                </a:lnTo>
                <a:lnTo>
                  <a:pt x="625" y="971"/>
                </a:lnTo>
                <a:lnTo>
                  <a:pt x="625" y="970"/>
                </a:lnTo>
                <a:lnTo>
                  <a:pt x="623" y="970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1" y="959"/>
                </a:lnTo>
                <a:lnTo>
                  <a:pt x="622" y="958"/>
                </a:lnTo>
                <a:lnTo>
                  <a:pt x="622" y="956"/>
                </a:lnTo>
                <a:lnTo>
                  <a:pt x="622" y="955"/>
                </a:lnTo>
                <a:lnTo>
                  <a:pt x="622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1" y="949"/>
                </a:lnTo>
                <a:lnTo>
                  <a:pt x="621" y="948"/>
                </a:lnTo>
                <a:lnTo>
                  <a:pt x="620" y="944"/>
                </a:lnTo>
                <a:lnTo>
                  <a:pt x="620" y="941"/>
                </a:lnTo>
                <a:lnTo>
                  <a:pt x="620" y="939"/>
                </a:lnTo>
                <a:lnTo>
                  <a:pt x="619" y="937"/>
                </a:lnTo>
                <a:lnTo>
                  <a:pt x="618" y="934"/>
                </a:lnTo>
                <a:lnTo>
                  <a:pt x="617" y="932"/>
                </a:lnTo>
                <a:lnTo>
                  <a:pt x="617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8"/>
                </a:lnTo>
                <a:lnTo>
                  <a:pt x="614" y="907"/>
                </a:lnTo>
                <a:lnTo>
                  <a:pt x="613" y="907"/>
                </a:lnTo>
                <a:lnTo>
                  <a:pt x="610" y="906"/>
                </a:lnTo>
                <a:lnTo>
                  <a:pt x="607" y="905"/>
                </a:lnTo>
                <a:lnTo>
                  <a:pt x="606" y="904"/>
                </a:lnTo>
                <a:lnTo>
                  <a:pt x="605" y="904"/>
                </a:lnTo>
                <a:lnTo>
                  <a:pt x="604" y="902"/>
                </a:lnTo>
                <a:lnTo>
                  <a:pt x="604" y="901"/>
                </a:lnTo>
                <a:lnTo>
                  <a:pt x="603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599" y="894"/>
                </a:lnTo>
                <a:lnTo>
                  <a:pt x="599" y="895"/>
                </a:lnTo>
                <a:lnTo>
                  <a:pt x="598" y="895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4" y="896"/>
                </a:lnTo>
                <a:lnTo>
                  <a:pt x="591" y="896"/>
                </a:lnTo>
                <a:lnTo>
                  <a:pt x="589" y="897"/>
                </a:lnTo>
                <a:lnTo>
                  <a:pt x="588" y="897"/>
                </a:lnTo>
                <a:lnTo>
                  <a:pt x="587" y="897"/>
                </a:lnTo>
                <a:lnTo>
                  <a:pt x="586" y="898"/>
                </a:lnTo>
                <a:lnTo>
                  <a:pt x="585" y="898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4" y="894"/>
                </a:lnTo>
                <a:lnTo>
                  <a:pt x="583" y="894"/>
                </a:lnTo>
                <a:lnTo>
                  <a:pt x="581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0"/>
                </a:lnTo>
                <a:lnTo>
                  <a:pt x="582" y="889"/>
                </a:lnTo>
                <a:lnTo>
                  <a:pt x="581" y="889"/>
                </a:lnTo>
                <a:lnTo>
                  <a:pt x="579" y="888"/>
                </a:lnTo>
                <a:lnTo>
                  <a:pt x="578" y="888"/>
                </a:lnTo>
                <a:lnTo>
                  <a:pt x="576" y="888"/>
                </a:lnTo>
                <a:lnTo>
                  <a:pt x="576" y="887"/>
                </a:lnTo>
                <a:lnTo>
                  <a:pt x="575" y="887"/>
                </a:lnTo>
                <a:lnTo>
                  <a:pt x="576" y="886"/>
                </a:lnTo>
                <a:lnTo>
                  <a:pt x="577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2"/>
                </a:lnTo>
                <a:lnTo>
                  <a:pt x="581" y="881"/>
                </a:lnTo>
                <a:lnTo>
                  <a:pt x="582" y="881"/>
                </a:lnTo>
                <a:lnTo>
                  <a:pt x="584" y="881"/>
                </a:lnTo>
                <a:lnTo>
                  <a:pt x="585" y="880"/>
                </a:lnTo>
                <a:lnTo>
                  <a:pt x="586" y="879"/>
                </a:lnTo>
                <a:lnTo>
                  <a:pt x="587" y="878"/>
                </a:lnTo>
                <a:lnTo>
                  <a:pt x="588" y="878"/>
                </a:lnTo>
                <a:lnTo>
                  <a:pt x="590" y="877"/>
                </a:lnTo>
                <a:lnTo>
                  <a:pt x="590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3"/>
                </a:lnTo>
                <a:lnTo>
                  <a:pt x="594" y="872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7" y="873"/>
                </a:lnTo>
                <a:lnTo>
                  <a:pt x="598" y="873"/>
                </a:lnTo>
                <a:lnTo>
                  <a:pt x="598" y="872"/>
                </a:lnTo>
                <a:lnTo>
                  <a:pt x="598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2"/>
                </a:lnTo>
                <a:lnTo>
                  <a:pt x="603" y="874"/>
                </a:lnTo>
                <a:lnTo>
                  <a:pt x="604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2" y="870"/>
                </a:lnTo>
                <a:lnTo>
                  <a:pt x="614" y="870"/>
                </a:lnTo>
                <a:lnTo>
                  <a:pt x="615" y="870"/>
                </a:lnTo>
                <a:lnTo>
                  <a:pt x="616" y="871"/>
                </a:lnTo>
                <a:lnTo>
                  <a:pt x="616" y="872"/>
                </a:lnTo>
                <a:lnTo>
                  <a:pt x="617" y="873"/>
                </a:lnTo>
                <a:lnTo>
                  <a:pt x="619" y="873"/>
                </a:lnTo>
                <a:lnTo>
                  <a:pt x="621" y="872"/>
                </a:lnTo>
                <a:lnTo>
                  <a:pt x="622" y="871"/>
                </a:lnTo>
                <a:lnTo>
                  <a:pt x="624" y="870"/>
                </a:lnTo>
                <a:lnTo>
                  <a:pt x="625" y="869"/>
                </a:lnTo>
                <a:lnTo>
                  <a:pt x="625" y="867"/>
                </a:lnTo>
                <a:lnTo>
                  <a:pt x="626" y="867"/>
                </a:lnTo>
                <a:lnTo>
                  <a:pt x="627" y="866"/>
                </a:lnTo>
                <a:lnTo>
                  <a:pt x="629" y="864"/>
                </a:lnTo>
                <a:lnTo>
                  <a:pt x="630" y="864"/>
                </a:lnTo>
                <a:lnTo>
                  <a:pt x="631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7" y="866"/>
                </a:lnTo>
                <a:lnTo>
                  <a:pt x="638" y="866"/>
                </a:lnTo>
                <a:lnTo>
                  <a:pt x="639" y="866"/>
                </a:lnTo>
                <a:lnTo>
                  <a:pt x="640" y="866"/>
                </a:lnTo>
                <a:lnTo>
                  <a:pt x="642" y="865"/>
                </a:lnTo>
                <a:lnTo>
                  <a:pt x="644" y="865"/>
                </a:lnTo>
                <a:lnTo>
                  <a:pt x="647" y="864"/>
                </a:lnTo>
                <a:lnTo>
                  <a:pt x="648" y="863"/>
                </a:lnTo>
                <a:lnTo>
                  <a:pt x="649" y="863"/>
                </a:lnTo>
                <a:lnTo>
                  <a:pt x="650" y="862"/>
                </a:lnTo>
                <a:lnTo>
                  <a:pt x="651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0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8" y="863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2" y="860"/>
                </a:lnTo>
                <a:lnTo>
                  <a:pt x="673" y="860"/>
                </a:lnTo>
                <a:lnTo>
                  <a:pt x="674" y="861"/>
                </a:lnTo>
                <a:lnTo>
                  <a:pt x="675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3" y="858"/>
                </a:lnTo>
                <a:lnTo>
                  <a:pt x="683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5"/>
                </a:lnTo>
                <a:lnTo>
                  <a:pt x="688" y="855"/>
                </a:lnTo>
                <a:lnTo>
                  <a:pt x="689" y="855"/>
                </a:lnTo>
                <a:lnTo>
                  <a:pt x="690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3"/>
                </a:lnTo>
                <a:lnTo>
                  <a:pt x="694" y="853"/>
                </a:lnTo>
                <a:lnTo>
                  <a:pt x="695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0" y="853"/>
                </a:lnTo>
                <a:lnTo>
                  <a:pt x="701" y="852"/>
                </a:lnTo>
                <a:lnTo>
                  <a:pt x="703" y="851"/>
                </a:lnTo>
                <a:lnTo>
                  <a:pt x="705" y="851"/>
                </a:lnTo>
                <a:lnTo>
                  <a:pt x="706" y="850"/>
                </a:lnTo>
                <a:lnTo>
                  <a:pt x="708" y="850"/>
                </a:lnTo>
                <a:lnTo>
                  <a:pt x="709" y="851"/>
                </a:lnTo>
                <a:lnTo>
                  <a:pt x="710" y="851"/>
                </a:lnTo>
                <a:lnTo>
                  <a:pt x="710" y="850"/>
                </a:lnTo>
                <a:lnTo>
                  <a:pt x="711" y="849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50"/>
                </a:lnTo>
                <a:lnTo>
                  <a:pt x="717" y="850"/>
                </a:lnTo>
                <a:lnTo>
                  <a:pt x="719" y="850"/>
                </a:lnTo>
                <a:lnTo>
                  <a:pt x="720" y="849"/>
                </a:lnTo>
                <a:lnTo>
                  <a:pt x="721" y="848"/>
                </a:lnTo>
                <a:lnTo>
                  <a:pt x="722" y="848"/>
                </a:lnTo>
                <a:lnTo>
                  <a:pt x="723" y="848"/>
                </a:lnTo>
                <a:lnTo>
                  <a:pt x="723" y="847"/>
                </a:lnTo>
                <a:lnTo>
                  <a:pt x="724" y="846"/>
                </a:lnTo>
                <a:lnTo>
                  <a:pt x="727" y="845"/>
                </a:lnTo>
                <a:lnTo>
                  <a:pt x="727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4" y="840"/>
                </a:lnTo>
                <a:lnTo>
                  <a:pt x="736" y="841"/>
                </a:lnTo>
                <a:lnTo>
                  <a:pt x="737" y="840"/>
                </a:lnTo>
                <a:lnTo>
                  <a:pt x="738" y="840"/>
                </a:lnTo>
                <a:lnTo>
                  <a:pt x="739" y="839"/>
                </a:lnTo>
                <a:lnTo>
                  <a:pt x="739" y="840"/>
                </a:lnTo>
                <a:lnTo>
                  <a:pt x="740" y="840"/>
                </a:lnTo>
                <a:lnTo>
                  <a:pt x="741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5" y="838"/>
                </a:lnTo>
                <a:lnTo>
                  <a:pt x="746" y="838"/>
                </a:lnTo>
                <a:lnTo>
                  <a:pt x="747" y="838"/>
                </a:lnTo>
                <a:lnTo>
                  <a:pt x="747" y="839"/>
                </a:lnTo>
                <a:lnTo>
                  <a:pt x="748" y="839"/>
                </a:lnTo>
                <a:lnTo>
                  <a:pt x="748" y="840"/>
                </a:lnTo>
                <a:lnTo>
                  <a:pt x="749" y="841"/>
                </a:lnTo>
                <a:lnTo>
                  <a:pt x="750" y="843"/>
                </a:lnTo>
                <a:lnTo>
                  <a:pt x="750" y="844"/>
                </a:lnTo>
                <a:lnTo>
                  <a:pt x="751" y="844"/>
                </a:lnTo>
                <a:lnTo>
                  <a:pt x="752" y="846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4" y="848"/>
                </a:lnTo>
                <a:lnTo>
                  <a:pt x="755" y="848"/>
                </a:lnTo>
                <a:lnTo>
                  <a:pt x="755" y="849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8" y="853"/>
                </a:lnTo>
                <a:lnTo>
                  <a:pt x="759" y="853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5" y="853"/>
                </a:lnTo>
                <a:lnTo>
                  <a:pt x="766" y="852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69" y="851"/>
                </a:lnTo>
                <a:lnTo>
                  <a:pt x="770" y="851"/>
                </a:lnTo>
                <a:lnTo>
                  <a:pt x="771" y="851"/>
                </a:lnTo>
                <a:lnTo>
                  <a:pt x="773" y="851"/>
                </a:lnTo>
                <a:lnTo>
                  <a:pt x="774" y="852"/>
                </a:lnTo>
                <a:lnTo>
                  <a:pt x="773" y="854"/>
                </a:lnTo>
                <a:lnTo>
                  <a:pt x="774" y="854"/>
                </a:lnTo>
                <a:lnTo>
                  <a:pt x="774" y="855"/>
                </a:lnTo>
                <a:lnTo>
                  <a:pt x="775" y="855"/>
                </a:lnTo>
                <a:lnTo>
                  <a:pt x="775" y="856"/>
                </a:lnTo>
                <a:lnTo>
                  <a:pt x="776" y="856"/>
                </a:lnTo>
                <a:lnTo>
                  <a:pt x="777" y="855"/>
                </a:lnTo>
                <a:lnTo>
                  <a:pt x="778" y="855"/>
                </a:lnTo>
                <a:lnTo>
                  <a:pt x="779" y="854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3"/>
                </a:lnTo>
                <a:lnTo>
                  <a:pt x="786" y="853"/>
                </a:lnTo>
                <a:lnTo>
                  <a:pt x="788" y="853"/>
                </a:lnTo>
                <a:lnTo>
                  <a:pt x="789" y="852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09" y="859"/>
                </a:lnTo>
                <a:lnTo>
                  <a:pt x="815" y="857"/>
                </a:lnTo>
                <a:lnTo>
                  <a:pt x="818" y="854"/>
                </a:lnTo>
                <a:lnTo>
                  <a:pt x="820" y="842"/>
                </a:lnTo>
                <a:lnTo>
                  <a:pt x="816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89" y="814"/>
                </a:lnTo>
                <a:lnTo>
                  <a:pt x="791" y="811"/>
                </a:lnTo>
                <a:lnTo>
                  <a:pt x="791" y="810"/>
                </a:lnTo>
                <a:lnTo>
                  <a:pt x="791" y="806"/>
                </a:lnTo>
                <a:lnTo>
                  <a:pt x="792" y="804"/>
                </a:lnTo>
                <a:lnTo>
                  <a:pt x="792" y="803"/>
                </a:lnTo>
                <a:lnTo>
                  <a:pt x="794" y="800"/>
                </a:lnTo>
                <a:lnTo>
                  <a:pt x="795" y="799"/>
                </a:lnTo>
                <a:lnTo>
                  <a:pt x="796" y="799"/>
                </a:lnTo>
                <a:lnTo>
                  <a:pt x="796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6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1"/>
                </a:lnTo>
                <a:lnTo>
                  <a:pt x="797" y="781"/>
                </a:lnTo>
                <a:lnTo>
                  <a:pt x="800" y="779"/>
                </a:lnTo>
                <a:lnTo>
                  <a:pt x="801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2" y="758"/>
                </a:lnTo>
                <a:lnTo>
                  <a:pt x="820" y="745"/>
                </a:lnTo>
                <a:lnTo>
                  <a:pt x="831" y="724"/>
                </a:lnTo>
                <a:lnTo>
                  <a:pt x="835" y="714"/>
                </a:lnTo>
                <a:lnTo>
                  <a:pt x="836" y="706"/>
                </a:lnTo>
                <a:lnTo>
                  <a:pt x="840" y="696"/>
                </a:lnTo>
                <a:lnTo>
                  <a:pt x="845" y="693"/>
                </a:lnTo>
                <a:lnTo>
                  <a:pt x="844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0" y="672"/>
                </a:lnTo>
                <a:lnTo>
                  <a:pt x="850" y="671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5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5"/>
                </a:lnTo>
                <a:lnTo>
                  <a:pt x="858" y="654"/>
                </a:lnTo>
                <a:lnTo>
                  <a:pt x="858" y="652"/>
                </a:lnTo>
                <a:lnTo>
                  <a:pt x="858" y="651"/>
                </a:lnTo>
                <a:lnTo>
                  <a:pt x="858" y="650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49"/>
                </a:lnTo>
                <a:lnTo>
                  <a:pt x="864" y="649"/>
                </a:lnTo>
                <a:lnTo>
                  <a:pt x="865" y="650"/>
                </a:lnTo>
                <a:lnTo>
                  <a:pt x="866" y="649"/>
                </a:lnTo>
                <a:lnTo>
                  <a:pt x="867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9"/>
                </a:lnTo>
                <a:lnTo>
                  <a:pt x="871" y="650"/>
                </a:lnTo>
                <a:lnTo>
                  <a:pt x="872" y="650"/>
                </a:lnTo>
                <a:lnTo>
                  <a:pt x="874" y="651"/>
                </a:lnTo>
                <a:lnTo>
                  <a:pt x="875" y="652"/>
                </a:lnTo>
                <a:lnTo>
                  <a:pt x="875" y="653"/>
                </a:lnTo>
                <a:lnTo>
                  <a:pt x="876" y="653"/>
                </a:lnTo>
                <a:lnTo>
                  <a:pt x="877" y="653"/>
                </a:lnTo>
                <a:lnTo>
                  <a:pt x="877" y="654"/>
                </a:lnTo>
                <a:lnTo>
                  <a:pt x="878" y="654"/>
                </a:lnTo>
                <a:lnTo>
                  <a:pt x="879" y="655"/>
                </a:lnTo>
                <a:lnTo>
                  <a:pt x="881" y="655"/>
                </a:lnTo>
                <a:lnTo>
                  <a:pt x="883" y="654"/>
                </a:lnTo>
                <a:lnTo>
                  <a:pt x="884" y="654"/>
                </a:lnTo>
                <a:lnTo>
                  <a:pt x="884" y="655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4"/>
                </a:lnTo>
                <a:lnTo>
                  <a:pt x="889" y="654"/>
                </a:lnTo>
                <a:lnTo>
                  <a:pt x="889" y="655"/>
                </a:lnTo>
                <a:lnTo>
                  <a:pt x="889" y="656"/>
                </a:lnTo>
                <a:lnTo>
                  <a:pt x="890" y="657"/>
                </a:lnTo>
                <a:lnTo>
                  <a:pt x="891" y="657"/>
                </a:lnTo>
                <a:lnTo>
                  <a:pt x="892" y="658"/>
                </a:lnTo>
                <a:lnTo>
                  <a:pt x="892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7" y="659"/>
                </a:lnTo>
                <a:lnTo>
                  <a:pt x="898" y="659"/>
                </a:lnTo>
                <a:lnTo>
                  <a:pt x="898" y="660"/>
                </a:lnTo>
                <a:lnTo>
                  <a:pt x="899" y="660"/>
                </a:lnTo>
                <a:lnTo>
                  <a:pt x="899" y="661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7" y="665"/>
                </a:lnTo>
                <a:lnTo>
                  <a:pt x="907" y="666"/>
                </a:lnTo>
                <a:lnTo>
                  <a:pt x="909" y="666"/>
                </a:lnTo>
                <a:lnTo>
                  <a:pt x="910" y="667"/>
                </a:lnTo>
                <a:lnTo>
                  <a:pt x="911" y="668"/>
                </a:lnTo>
                <a:lnTo>
                  <a:pt x="913" y="668"/>
                </a:lnTo>
                <a:lnTo>
                  <a:pt x="914" y="668"/>
                </a:lnTo>
                <a:lnTo>
                  <a:pt x="916" y="668"/>
                </a:lnTo>
                <a:lnTo>
                  <a:pt x="917" y="669"/>
                </a:lnTo>
                <a:lnTo>
                  <a:pt x="918" y="669"/>
                </a:lnTo>
                <a:lnTo>
                  <a:pt x="919" y="669"/>
                </a:lnTo>
                <a:lnTo>
                  <a:pt x="919" y="670"/>
                </a:lnTo>
                <a:lnTo>
                  <a:pt x="918" y="671"/>
                </a:lnTo>
                <a:lnTo>
                  <a:pt x="919" y="671"/>
                </a:lnTo>
                <a:lnTo>
                  <a:pt x="920" y="671"/>
                </a:lnTo>
                <a:lnTo>
                  <a:pt x="920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7" y="671"/>
                </a:lnTo>
                <a:lnTo>
                  <a:pt x="929" y="671"/>
                </a:lnTo>
                <a:lnTo>
                  <a:pt x="930" y="672"/>
                </a:lnTo>
                <a:lnTo>
                  <a:pt x="931" y="672"/>
                </a:lnTo>
                <a:lnTo>
                  <a:pt x="932" y="673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5" y="674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3"/>
                </a:lnTo>
                <a:lnTo>
                  <a:pt x="946" y="674"/>
                </a:lnTo>
                <a:lnTo>
                  <a:pt x="947" y="674"/>
                </a:lnTo>
                <a:lnTo>
                  <a:pt x="949" y="675"/>
                </a:lnTo>
                <a:lnTo>
                  <a:pt x="951" y="676"/>
                </a:lnTo>
                <a:lnTo>
                  <a:pt x="954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3" y="672"/>
                </a:lnTo>
                <a:lnTo>
                  <a:pt x="964" y="672"/>
                </a:lnTo>
                <a:lnTo>
                  <a:pt x="966" y="672"/>
                </a:lnTo>
                <a:lnTo>
                  <a:pt x="967" y="672"/>
                </a:lnTo>
                <a:lnTo>
                  <a:pt x="968" y="673"/>
                </a:lnTo>
                <a:lnTo>
                  <a:pt x="970" y="672"/>
                </a:lnTo>
                <a:lnTo>
                  <a:pt x="971" y="673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6" y="672"/>
                </a:lnTo>
                <a:lnTo>
                  <a:pt x="977" y="673"/>
                </a:lnTo>
                <a:lnTo>
                  <a:pt x="980" y="673"/>
                </a:lnTo>
                <a:lnTo>
                  <a:pt x="981" y="673"/>
                </a:lnTo>
                <a:lnTo>
                  <a:pt x="983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7" y="673"/>
                </a:lnTo>
                <a:lnTo>
                  <a:pt x="988" y="674"/>
                </a:lnTo>
                <a:lnTo>
                  <a:pt x="989" y="674"/>
                </a:lnTo>
                <a:lnTo>
                  <a:pt x="991" y="675"/>
                </a:lnTo>
                <a:lnTo>
                  <a:pt x="992" y="675"/>
                </a:lnTo>
                <a:lnTo>
                  <a:pt x="994" y="675"/>
                </a:lnTo>
                <a:lnTo>
                  <a:pt x="995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5" y="673"/>
                </a:lnTo>
                <a:lnTo>
                  <a:pt x="1005" y="672"/>
                </a:lnTo>
                <a:lnTo>
                  <a:pt x="1005" y="673"/>
                </a:lnTo>
                <a:lnTo>
                  <a:pt x="1006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3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7" y="675"/>
                </a:lnTo>
                <a:lnTo>
                  <a:pt x="1019" y="676"/>
                </a:lnTo>
                <a:lnTo>
                  <a:pt x="1021" y="677"/>
                </a:lnTo>
                <a:lnTo>
                  <a:pt x="1022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7" y="683"/>
                </a:lnTo>
                <a:lnTo>
                  <a:pt x="1028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3" y="686"/>
                </a:lnTo>
                <a:lnTo>
                  <a:pt x="1034" y="685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80"/>
                </a:lnTo>
                <a:lnTo>
                  <a:pt x="1039" y="680"/>
                </a:lnTo>
                <a:lnTo>
                  <a:pt x="1040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8"/>
                </a:lnTo>
                <a:lnTo>
                  <a:pt x="1044" y="677"/>
                </a:lnTo>
                <a:lnTo>
                  <a:pt x="1046" y="675"/>
                </a:lnTo>
                <a:lnTo>
                  <a:pt x="1048" y="674"/>
                </a:lnTo>
                <a:lnTo>
                  <a:pt x="1050" y="673"/>
                </a:lnTo>
                <a:lnTo>
                  <a:pt x="1051" y="673"/>
                </a:lnTo>
                <a:lnTo>
                  <a:pt x="1052" y="672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7"/>
                </a:lnTo>
                <a:lnTo>
                  <a:pt x="1057" y="667"/>
                </a:lnTo>
                <a:lnTo>
                  <a:pt x="1059" y="667"/>
                </a:lnTo>
                <a:lnTo>
                  <a:pt x="1060" y="667"/>
                </a:lnTo>
                <a:lnTo>
                  <a:pt x="1060" y="666"/>
                </a:lnTo>
                <a:lnTo>
                  <a:pt x="1061" y="666"/>
                </a:lnTo>
                <a:lnTo>
                  <a:pt x="1063" y="666"/>
                </a:lnTo>
                <a:lnTo>
                  <a:pt x="1063" y="667"/>
                </a:lnTo>
                <a:lnTo>
                  <a:pt x="1064" y="668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7"/>
                </a:lnTo>
                <a:lnTo>
                  <a:pt x="1069" y="667"/>
                </a:lnTo>
                <a:lnTo>
                  <a:pt x="1070" y="668"/>
                </a:lnTo>
                <a:lnTo>
                  <a:pt x="1071" y="667"/>
                </a:lnTo>
                <a:lnTo>
                  <a:pt x="1072" y="667"/>
                </a:lnTo>
                <a:lnTo>
                  <a:pt x="1074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79" y="667"/>
                </a:lnTo>
                <a:lnTo>
                  <a:pt x="1081" y="667"/>
                </a:lnTo>
                <a:lnTo>
                  <a:pt x="1083" y="667"/>
                </a:lnTo>
                <a:lnTo>
                  <a:pt x="1084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9"/>
                </a:lnTo>
                <a:lnTo>
                  <a:pt x="1089" y="658"/>
                </a:lnTo>
                <a:lnTo>
                  <a:pt x="1094" y="652"/>
                </a:lnTo>
                <a:lnTo>
                  <a:pt x="1095" y="651"/>
                </a:lnTo>
                <a:lnTo>
                  <a:pt x="1096" y="650"/>
                </a:lnTo>
                <a:lnTo>
                  <a:pt x="1098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8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6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5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8" y="630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3" y="624"/>
                </a:lnTo>
                <a:lnTo>
                  <a:pt x="1093" y="623"/>
                </a:lnTo>
                <a:lnTo>
                  <a:pt x="1093" y="622"/>
                </a:lnTo>
                <a:lnTo>
                  <a:pt x="1092" y="622"/>
                </a:lnTo>
                <a:lnTo>
                  <a:pt x="1092" y="621"/>
                </a:lnTo>
                <a:lnTo>
                  <a:pt x="1091" y="621"/>
                </a:lnTo>
                <a:lnTo>
                  <a:pt x="1091" y="619"/>
                </a:lnTo>
                <a:lnTo>
                  <a:pt x="1092" y="617"/>
                </a:lnTo>
                <a:lnTo>
                  <a:pt x="1091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0" y="608"/>
                </a:lnTo>
                <a:lnTo>
                  <a:pt x="1088" y="588"/>
                </a:lnTo>
                <a:lnTo>
                  <a:pt x="1086" y="576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2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3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7" y="555"/>
                </a:lnTo>
                <a:lnTo>
                  <a:pt x="1087" y="554"/>
                </a:lnTo>
                <a:lnTo>
                  <a:pt x="1088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6" y="545"/>
                </a:lnTo>
                <a:lnTo>
                  <a:pt x="1096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4" y="530"/>
                </a:lnTo>
                <a:lnTo>
                  <a:pt x="1104" y="529"/>
                </a:lnTo>
                <a:lnTo>
                  <a:pt x="1105" y="529"/>
                </a:lnTo>
                <a:lnTo>
                  <a:pt x="1106" y="528"/>
                </a:lnTo>
                <a:lnTo>
                  <a:pt x="1107" y="528"/>
                </a:lnTo>
                <a:lnTo>
                  <a:pt x="1107" y="527"/>
                </a:lnTo>
                <a:lnTo>
                  <a:pt x="1108" y="528"/>
                </a:lnTo>
                <a:lnTo>
                  <a:pt x="1109" y="527"/>
                </a:lnTo>
                <a:lnTo>
                  <a:pt x="1110" y="527"/>
                </a:lnTo>
                <a:lnTo>
                  <a:pt x="1111" y="527"/>
                </a:lnTo>
                <a:lnTo>
                  <a:pt x="1111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32" y="525"/>
                </a:lnTo>
                <a:lnTo>
                  <a:pt x="1146" y="526"/>
                </a:lnTo>
                <a:lnTo>
                  <a:pt x="1147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49" y="524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4" y="520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9" y="520"/>
                </a:lnTo>
                <a:lnTo>
                  <a:pt x="1159" y="519"/>
                </a:lnTo>
                <a:lnTo>
                  <a:pt x="1160" y="519"/>
                </a:lnTo>
                <a:lnTo>
                  <a:pt x="1161" y="520"/>
                </a:lnTo>
                <a:lnTo>
                  <a:pt x="1162" y="521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0" y="514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1" y="510"/>
                </a:lnTo>
                <a:lnTo>
                  <a:pt x="1182" y="509"/>
                </a:lnTo>
                <a:lnTo>
                  <a:pt x="1183" y="509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7" y="505"/>
                </a:lnTo>
                <a:lnTo>
                  <a:pt x="1188" y="505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5" y="497"/>
                </a:lnTo>
                <a:lnTo>
                  <a:pt x="1196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5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7"/>
                </a:lnTo>
                <a:lnTo>
                  <a:pt x="1198" y="486"/>
                </a:lnTo>
                <a:lnTo>
                  <a:pt x="1200" y="485"/>
                </a:lnTo>
                <a:lnTo>
                  <a:pt x="1200" y="484"/>
                </a:lnTo>
                <a:lnTo>
                  <a:pt x="1200" y="483"/>
                </a:lnTo>
                <a:lnTo>
                  <a:pt x="1199" y="482"/>
                </a:lnTo>
                <a:lnTo>
                  <a:pt x="1198" y="482"/>
                </a:lnTo>
                <a:lnTo>
                  <a:pt x="1198" y="481"/>
                </a:lnTo>
                <a:lnTo>
                  <a:pt x="1196" y="480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2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0" y="463"/>
                </a:lnTo>
                <a:lnTo>
                  <a:pt x="1201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1"/>
                </a:lnTo>
                <a:lnTo>
                  <a:pt x="1202" y="461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5" y="455"/>
                </a:lnTo>
                <a:lnTo>
                  <a:pt x="1207" y="454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1" y="455"/>
                </a:lnTo>
                <a:lnTo>
                  <a:pt x="1212" y="454"/>
                </a:lnTo>
                <a:lnTo>
                  <a:pt x="1213" y="454"/>
                </a:lnTo>
                <a:lnTo>
                  <a:pt x="1214" y="454"/>
                </a:lnTo>
                <a:lnTo>
                  <a:pt x="1216" y="453"/>
                </a:lnTo>
                <a:lnTo>
                  <a:pt x="1218" y="454"/>
                </a:lnTo>
                <a:lnTo>
                  <a:pt x="1219" y="454"/>
                </a:lnTo>
                <a:lnTo>
                  <a:pt x="1220" y="454"/>
                </a:lnTo>
                <a:lnTo>
                  <a:pt x="1220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3" y="454"/>
                </a:lnTo>
                <a:lnTo>
                  <a:pt x="1224" y="454"/>
                </a:lnTo>
                <a:lnTo>
                  <a:pt x="1225" y="453"/>
                </a:lnTo>
                <a:lnTo>
                  <a:pt x="1226" y="452"/>
                </a:lnTo>
                <a:lnTo>
                  <a:pt x="1229" y="452"/>
                </a:lnTo>
                <a:lnTo>
                  <a:pt x="1230" y="453"/>
                </a:lnTo>
                <a:lnTo>
                  <a:pt x="1231" y="453"/>
                </a:lnTo>
                <a:lnTo>
                  <a:pt x="1234" y="454"/>
                </a:lnTo>
                <a:lnTo>
                  <a:pt x="1235" y="454"/>
                </a:lnTo>
                <a:lnTo>
                  <a:pt x="1237" y="456"/>
                </a:lnTo>
                <a:lnTo>
                  <a:pt x="1241" y="456"/>
                </a:lnTo>
                <a:lnTo>
                  <a:pt x="1242" y="456"/>
                </a:lnTo>
                <a:lnTo>
                  <a:pt x="1244" y="457"/>
                </a:lnTo>
                <a:lnTo>
                  <a:pt x="1246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1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5" y="460"/>
                </a:lnTo>
                <a:lnTo>
                  <a:pt x="1256" y="460"/>
                </a:lnTo>
                <a:lnTo>
                  <a:pt x="1258" y="459"/>
                </a:lnTo>
                <a:lnTo>
                  <a:pt x="1259" y="459"/>
                </a:lnTo>
                <a:lnTo>
                  <a:pt x="1260" y="459"/>
                </a:lnTo>
                <a:lnTo>
                  <a:pt x="1262" y="458"/>
                </a:lnTo>
                <a:lnTo>
                  <a:pt x="1262" y="457"/>
                </a:lnTo>
                <a:lnTo>
                  <a:pt x="1262" y="456"/>
                </a:lnTo>
                <a:lnTo>
                  <a:pt x="1260" y="455"/>
                </a:lnTo>
                <a:lnTo>
                  <a:pt x="1260" y="454"/>
                </a:lnTo>
                <a:lnTo>
                  <a:pt x="1261" y="454"/>
                </a:lnTo>
                <a:lnTo>
                  <a:pt x="1261" y="453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0" y="452"/>
                </a:lnTo>
                <a:lnTo>
                  <a:pt x="1271" y="452"/>
                </a:lnTo>
                <a:lnTo>
                  <a:pt x="1272" y="453"/>
                </a:lnTo>
                <a:lnTo>
                  <a:pt x="1273" y="453"/>
                </a:lnTo>
                <a:lnTo>
                  <a:pt x="1274" y="452"/>
                </a:lnTo>
                <a:lnTo>
                  <a:pt x="1275" y="452"/>
                </a:lnTo>
                <a:lnTo>
                  <a:pt x="1276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8" y="450"/>
                </a:lnTo>
                <a:lnTo>
                  <a:pt x="1279" y="450"/>
                </a:lnTo>
                <a:lnTo>
                  <a:pt x="1281" y="449"/>
                </a:lnTo>
                <a:lnTo>
                  <a:pt x="1282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90" y="450"/>
                </a:lnTo>
                <a:lnTo>
                  <a:pt x="1290" y="452"/>
                </a:lnTo>
                <a:lnTo>
                  <a:pt x="1290" y="453"/>
                </a:lnTo>
                <a:lnTo>
                  <a:pt x="1292" y="453"/>
                </a:lnTo>
                <a:lnTo>
                  <a:pt x="1293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2" y="458"/>
                </a:lnTo>
                <a:lnTo>
                  <a:pt x="1292" y="459"/>
                </a:lnTo>
                <a:lnTo>
                  <a:pt x="1292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2" y="462"/>
                </a:lnTo>
                <a:lnTo>
                  <a:pt x="1291" y="462"/>
                </a:lnTo>
                <a:lnTo>
                  <a:pt x="1291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5" y="467"/>
                </a:lnTo>
                <a:lnTo>
                  <a:pt x="1296" y="468"/>
                </a:lnTo>
                <a:lnTo>
                  <a:pt x="1296" y="469"/>
                </a:lnTo>
                <a:lnTo>
                  <a:pt x="1297" y="469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89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6"/>
                </a:lnTo>
                <a:lnTo>
                  <a:pt x="1285" y="475"/>
                </a:lnTo>
                <a:lnTo>
                  <a:pt x="1284" y="476"/>
                </a:lnTo>
                <a:lnTo>
                  <a:pt x="1284" y="477"/>
                </a:lnTo>
                <a:lnTo>
                  <a:pt x="1284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6" y="481"/>
                </a:lnTo>
                <a:lnTo>
                  <a:pt x="1287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8" y="483"/>
                </a:lnTo>
                <a:lnTo>
                  <a:pt x="1288" y="484"/>
                </a:lnTo>
                <a:lnTo>
                  <a:pt x="1289" y="484"/>
                </a:lnTo>
                <a:lnTo>
                  <a:pt x="1290" y="485"/>
                </a:lnTo>
                <a:lnTo>
                  <a:pt x="1291" y="485"/>
                </a:lnTo>
                <a:lnTo>
                  <a:pt x="1291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8"/>
                </a:lnTo>
                <a:lnTo>
                  <a:pt x="1290" y="488"/>
                </a:lnTo>
                <a:lnTo>
                  <a:pt x="1291" y="489"/>
                </a:lnTo>
                <a:lnTo>
                  <a:pt x="1292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6" y="490"/>
                </a:lnTo>
                <a:lnTo>
                  <a:pt x="1298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2"/>
                </a:lnTo>
                <a:lnTo>
                  <a:pt x="1306" y="493"/>
                </a:lnTo>
                <a:lnTo>
                  <a:pt x="1308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1" y="496"/>
                </a:lnTo>
                <a:lnTo>
                  <a:pt x="1311" y="497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1" y="501"/>
                </a:lnTo>
                <a:lnTo>
                  <a:pt x="1311" y="502"/>
                </a:lnTo>
                <a:lnTo>
                  <a:pt x="1309" y="503"/>
                </a:lnTo>
                <a:lnTo>
                  <a:pt x="1308" y="504"/>
                </a:lnTo>
                <a:lnTo>
                  <a:pt x="1309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6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3" y="509"/>
                </a:lnTo>
                <a:lnTo>
                  <a:pt x="1303" y="510"/>
                </a:lnTo>
                <a:lnTo>
                  <a:pt x="1303" y="511"/>
                </a:lnTo>
                <a:lnTo>
                  <a:pt x="1304" y="512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3"/>
                </a:lnTo>
                <a:lnTo>
                  <a:pt x="1308" y="514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6" y="515"/>
                </a:lnTo>
                <a:lnTo>
                  <a:pt x="1317" y="515"/>
                </a:lnTo>
                <a:lnTo>
                  <a:pt x="1317" y="516"/>
                </a:lnTo>
                <a:lnTo>
                  <a:pt x="1317" y="517"/>
                </a:lnTo>
                <a:lnTo>
                  <a:pt x="1318" y="517"/>
                </a:lnTo>
                <a:lnTo>
                  <a:pt x="1319" y="516"/>
                </a:lnTo>
                <a:lnTo>
                  <a:pt x="1320" y="517"/>
                </a:lnTo>
                <a:lnTo>
                  <a:pt x="1322" y="519"/>
                </a:lnTo>
                <a:lnTo>
                  <a:pt x="1323" y="519"/>
                </a:lnTo>
                <a:lnTo>
                  <a:pt x="1324" y="520"/>
                </a:lnTo>
                <a:lnTo>
                  <a:pt x="1325" y="519"/>
                </a:lnTo>
                <a:lnTo>
                  <a:pt x="1326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20"/>
                </a:lnTo>
                <a:lnTo>
                  <a:pt x="1333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8" y="523"/>
                </a:lnTo>
                <a:lnTo>
                  <a:pt x="1339" y="523"/>
                </a:lnTo>
                <a:lnTo>
                  <a:pt x="1338" y="524"/>
                </a:lnTo>
                <a:lnTo>
                  <a:pt x="1338" y="525"/>
                </a:lnTo>
                <a:lnTo>
                  <a:pt x="1339" y="526"/>
                </a:lnTo>
                <a:lnTo>
                  <a:pt x="1341" y="527"/>
                </a:lnTo>
                <a:lnTo>
                  <a:pt x="1344" y="529"/>
                </a:lnTo>
                <a:lnTo>
                  <a:pt x="1345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3" y="531"/>
                </a:lnTo>
                <a:lnTo>
                  <a:pt x="1354" y="532"/>
                </a:lnTo>
                <a:lnTo>
                  <a:pt x="1354" y="533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8" y="535"/>
                </a:lnTo>
                <a:lnTo>
                  <a:pt x="1359" y="535"/>
                </a:lnTo>
                <a:lnTo>
                  <a:pt x="1360" y="535"/>
                </a:lnTo>
                <a:lnTo>
                  <a:pt x="1361" y="536"/>
                </a:lnTo>
                <a:lnTo>
                  <a:pt x="1360" y="538"/>
                </a:lnTo>
                <a:lnTo>
                  <a:pt x="1359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8" y="542"/>
                </a:lnTo>
                <a:lnTo>
                  <a:pt x="1359" y="542"/>
                </a:lnTo>
                <a:lnTo>
                  <a:pt x="1359" y="543"/>
                </a:lnTo>
                <a:lnTo>
                  <a:pt x="1360" y="544"/>
                </a:lnTo>
                <a:lnTo>
                  <a:pt x="1360" y="545"/>
                </a:lnTo>
                <a:lnTo>
                  <a:pt x="1360" y="547"/>
                </a:lnTo>
                <a:lnTo>
                  <a:pt x="1360" y="548"/>
                </a:lnTo>
                <a:lnTo>
                  <a:pt x="1361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3" y="550"/>
                </a:lnTo>
                <a:lnTo>
                  <a:pt x="1363" y="551"/>
                </a:lnTo>
                <a:lnTo>
                  <a:pt x="1364" y="552"/>
                </a:lnTo>
                <a:lnTo>
                  <a:pt x="1366" y="553"/>
                </a:lnTo>
                <a:lnTo>
                  <a:pt x="1367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1" y="553"/>
                </a:lnTo>
                <a:lnTo>
                  <a:pt x="1371" y="554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6"/>
                </a:lnTo>
                <a:lnTo>
                  <a:pt x="1376" y="556"/>
                </a:lnTo>
                <a:lnTo>
                  <a:pt x="1377" y="557"/>
                </a:lnTo>
                <a:lnTo>
                  <a:pt x="1379" y="557"/>
                </a:lnTo>
                <a:lnTo>
                  <a:pt x="1379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1" y="559"/>
                </a:lnTo>
                <a:lnTo>
                  <a:pt x="1391" y="560"/>
                </a:lnTo>
                <a:lnTo>
                  <a:pt x="1392" y="561"/>
                </a:lnTo>
                <a:lnTo>
                  <a:pt x="1395" y="563"/>
                </a:lnTo>
                <a:lnTo>
                  <a:pt x="1398" y="564"/>
                </a:lnTo>
                <a:lnTo>
                  <a:pt x="1399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2" y="572"/>
                </a:lnTo>
                <a:lnTo>
                  <a:pt x="1403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1"/>
                </a:lnTo>
                <a:lnTo>
                  <a:pt x="1410" y="571"/>
                </a:lnTo>
                <a:lnTo>
                  <a:pt x="1411" y="571"/>
                </a:lnTo>
                <a:lnTo>
                  <a:pt x="1413" y="572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19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8"/>
                </a:lnTo>
                <a:lnTo>
                  <a:pt x="1426" y="568"/>
                </a:lnTo>
                <a:lnTo>
                  <a:pt x="1428" y="568"/>
                </a:lnTo>
                <a:lnTo>
                  <a:pt x="1429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7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50" y="570"/>
                </a:lnTo>
                <a:lnTo>
                  <a:pt x="1449" y="572"/>
                </a:lnTo>
                <a:lnTo>
                  <a:pt x="1450" y="573"/>
                </a:lnTo>
                <a:lnTo>
                  <a:pt x="1450" y="574"/>
                </a:lnTo>
                <a:lnTo>
                  <a:pt x="1451" y="575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4" y="578"/>
                </a:lnTo>
                <a:lnTo>
                  <a:pt x="1454" y="579"/>
                </a:lnTo>
                <a:lnTo>
                  <a:pt x="1455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3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4" y="585"/>
                </a:lnTo>
                <a:lnTo>
                  <a:pt x="1464" y="586"/>
                </a:lnTo>
                <a:lnTo>
                  <a:pt x="1465" y="587"/>
                </a:lnTo>
                <a:lnTo>
                  <a:pt x="1465" y="588"/>
                </a:lnTo>
                <a:lnTo>
                  <a:pt x="1467" y="588"/>
                </a:lnTo>
                <a:lnTo>
                  <a:pt x="1468" y="587"/>
                </a:lnTo>
                <a:lnTo>
                  <a:pt x="1469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4" y="588"/>
                </a:lnTo>
                <a:lnTo>
                  <a:pt x="1475" y="588"/>
                </a:lnTo>
                <a:lnTo>
                  <a:pt x="1475" y="587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2" y="582"/>
                </a:lnTo>
                <a:lnTo>
                  <a:pt x="1493" y="582"/>
                </a:lnTo>
                <a:lnTo>
                  <a:pt x="1493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3" y="589"/>
                </a:lnTo>
                <a:lnTo>
                  <a:pt x="1493" y="590"/>
                </a:lnTo>
                <a:lnTo>
                  <a:pt x="1493" y="592"/>
                </a:lnTo>
                <a:lnTo>
                  <a:pt x="1493" y="593"/>
                </a:lnTo>
                <a:lnTo>
                  <a:pt x="1494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8" y="598"/>
                </a:lnTo>
                <a:lnTo>
                  <a:pt x="1500" y="599"/>
                </a:lnTo>
                <a:lnTo>
                  <a:pt x="1502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7" y="601"/>
                </a:lnTo>
                <a:lnTo>
                  <a:pt x="1508" y="601"/>
                </a:lnTo>
                <a:lnTo>
                  <a:pt x="1508" y="600"/>
                </a:lnTo>
                <a:lnTo>
                  <a:pt x="1509" y="600"/>
                </a:lnTo>
                <a:lnTo>
                  <a:pt x="1509" y="601"/>
                </a:lnTo>
                <a:lnTo>
                  <a:pt x="1511" y="601"/>
                </a:lnTo>
                <a:lnTo>
                  <a:pt x="1513" y="602"/>
                </a:lnTo>
                <a:lnTo>
                  <a:pt x="1515" y="603"/>
                </a:lnTo>
                <a:lnTo>
                  <a:pt x="1518" y="604"/>
                </a:lnTo>
                <a:lnTo>
                  <a:pt x="1519" y="604"/>
                </a:lnTo>
                <a:lnTo>
                  <a:pt x="1520" y="605"/>
                </a:lnTo>
                <a:lnTo>
                  <a:pt x="1520" y="606"/>
                </a:lnTo>
                <a:lnTo>
                  <a:pt x="1522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8" y="609"/>
                </a:lnTo>
                <a:lnTo>
                  <a:pt x="1521" y="611"/>
                </a:lnTo>
                <a:lnTo>
                  <a:pt x="1521" y="613"/>
                </a:lnTo>
                <a:lnTo>
                  <a:pt x="1522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3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5"/>
                </a:lnTo>
                <a:lnTo>
                  <a:pt x="1529" y="626"/>
                </a:lnTo>
                <a:lnTo>
                  <a:pt x="1529" y="627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29"/>
                </a:lnTo>
                <a:lnTo>
                  <a:pt x="1528" y="631"/>
                </a:lnTo>
                <a:lnTo>
                  <a:pt x="1529" y="631"/>
                </a:lnTo>
                <a:lnTo>
                  <a:pt x="1530" y="631"/>
                </a:lnTo>
                <a:lnTo>
                  <a:pt x="1531" y="632"/>
                </a:lnTo>
                <a:lnTo>
                  <a:pt x="1532" y="632"/>
                </a:lnTo>
                <a:lnTo>
                  <a:pt x="1533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2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4" y="645"/>
                </a:lnTo>
                <a:lnTo>
                  <a:pt x="1535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7" y="651"/>
                </a:lnTo>
                <a:lnTo>
                  <a:pt x="1539" y="653"/>
                </a:lnTo>
                <a:lnTo>
                  <a:pt x="1540" y="655"/>
                </a:lnTo>
                <a:lnTo>
                  <a:pt x="1541" y="656"/>
                </a:lnTo>
                <a:lnTo>
                  <a:pt x="1542" y="657"/>
                </a:lnTo>
                <a:lnTo>
                  <a:pt x="1543" y="657"/>
                </a:lnTo>
                <a:lnTo>
                  <a:pt x="1543" y="659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6" y="663"/>
                </a:lnTo>
                <a:lnTo>
                  <a:pt x="1547" y="663"/>
                </a:lnTo>
                <a:lnTo>
                  <a:pt x="1548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4" y="671"/>
                </a:lnTo>
                <a:lnTo>
                  <a:pt x="1555" y="671"/>
                </a:lnTo>
                <a:lnTo>
                  <a:pt x="1555" y="672"/>
                </a:lnTo>
                <a:lnTo>
                  <a:pt x="1555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8" y="673"/>
                </a:lnTo>
                <a:lnTo>
                  <a:pt x="1561" y="673"/>
                </a:lnTo>
                <a:lnTo>
                  <a:pt x="1563" y="674"/>
                </a:lnTo>
                <a:lnTo>
                  <a:pt x="1565" y="675"/>
                </a:lnTo>
                <a:lnTo>
                  <a:pt x="1566" y="676"/>
                </a:lnTo>
                <a:lnTo>
                  <a:pt x="1567" y="676"/>
                </a:lnTo>
                <a:lnTo>
                  <a:pt x="1568" y="677"/>
                </a:lnTo>
                <a:lnTo>
                  <a:pt x="1568" y="678"/>
                </a:lnTo>
                <a:lnTo>
                  <a:pt x="1569" y="679"/>
                </a:lnTo>
                <a:lnTo>
                  <a:pt x="1569" y="681"/>
                </a:lnTo>
                <a:lnTo>
                  <a:pt x="1569" y="682"/>
                </a:lnTo>
                <a:lnTo>
                  <a:pt x="1570" y="683"/>
                </a:lnTo>
                <a:lnTo>
                  <a:pt x="1570" y="684"/>
                </a:lnTo>
                <a:lnTo>
                  <a:pt x="1571" y="684"/>
                </a:lnTo>
                <a:lnTo>
                  <a:pt x="1572" y="685"/>
                </a:lnTo>
                <a:lnTo>
                  <a:pt x="1573" y="685"/>
                </a:lnTo>
                <a:lnTo>
                  <a:pt x="1572" y="688"/>
                </a:lnTo>
                <a:lnTo>
                  <a:pt x="1572" y="689"/>
                </a:lnTo>
                <a:lnTo>
                  <a:pt x="1571" y="690"/>
                </a:lnTo>
                <a:lnTo>
                  <a:pt x="1571" y="691"/>
                </a:lnTo>
                <a:lnTo>
                  <a:pt x="1574" y="693"/>
                </a:lnTo>
                <a:lnTo>
                  <a:pt x="1575" y="694"/>
                </a:lnTo>
                <a:lnTo>
                  <a:pt x="1576" y="694"/>
                </a:lnTo>
                <a:lnTo>
                  <a:pt x="1576" y="695"/>
                </a:lnTo>
                <a:lnTo>
                  <a:pt x="1576" y="696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8" y="712"/>
                </a:lnTo>
                <a:lnTo>
                  <a:pt x="1578" y="715"/>
                </a:lnTo>
                <a:lnTo>
                  <a:pt x="1579" y="716"/>
                </a:lnTo>
                <a:lnTo>
                  <a:pt x="1582" y="716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1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8" y="728"/>
                </a:lnTo>
                <a:lnTo>
                  <a:pt x="1578" y="730"/>
                </a:lnTo>
                <a:lnTo>
                  <a:pt x="1577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5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3"/>
                </a:lnTo>
                <a:lnTo>
                  <a:pt x="1567" y="743"/>
                </a:lnTo>
                <a:lnTo>
                  <a:pt x="1567" y="744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2" y="751"/>
                </a:lnTo>
                <a:lnTo>
                  <a:pt x="1572" y="753"/>
                </a:lnTo>
                <a:lnTo>
                  <a:pt x="1575" y="759"/>
                </a:lnTo>
                <a:lnTo>
                  <a:pt x="1578" y="762"/>
                </a:lnTo>
                <a:lnTo>
                  <a:pt x="1578" y="767"/>
                </a:lnTo>
                <a:lnTo>
                  <a:pt x="1577" y="768"/>
                </a:lnTo>
                <a:lnTo>
                  <a:pt x="1578" y="768"/>
                </a:lnTo>
                <a:lnTo>
                  <a:pt x="1578" y="769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8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8" y="782"/>
                </a:lnTo>
                <a:lnTo>
                  <a:pt x="1566" y="783"/>
                </a:lnTo>
                <a:lnTo>
                  <a:pt x="1563" y="786"/>
                </a:lnTo>
                <a:lnTo>
                  <a:pt x="1556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5"/>
                </a:lnTo>
                <a:lnTo>
                  <a:pt x="1547" y="827"/>
                </a:lnTo>
                <a:lnTo>
                  <a:pt x="1548" y="829"/>
                </a:lnTo>
                <a:lnTo>
                  <a:pt x="1549" y="830"/>
                </a:lnTo>
                <a:lnTo>
                  <a:pt x="1551" y="830"/>
                </a:lnTo>
                <a:lnTo>
                  <a:pt x="1553" y="832"/>
                </a:lnTo>
                <a:lnTo>
                  <a:pt x="1555" y="833"/>
                </a:lnTo>
                <a:lnTo>
                  <a:pt x="1556" y="833"/>
                </a:lnTo>
                <a:lnTo>
                  <a:pt x="1556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59" y="844"/>
                </a:lnTo>
                <a:lnTo>
                  <a:pt x="1559" y="846"/>
                </a:lnTo>
                <a:lnTo>
                  <a:pt x="1559" y="847"/>
                </a:lnTo>
                <a:lnTo>
                  <a:pt x="1562" y="847"/>
                </a:lnTo>
                <a:lnTo>
                  <a:pt x="1565" y="849"/>
                </a:lnTo>
                <a:lnTo>
                  <a:pt x="1567" y="852"/>
                </a:lnTo>
                <a:lnTo>
                  <a:pt x="1565" y="856"/>
                </a:lnTo>
                <a:lnTo>
                  <a:pt x="1566" y="857"/>
                </a:lnTo>
                <a:lnTo>
                  <a:pt x="1566" y="858"/>
                </a:lnTo>
                <a:lnTo>
                  <a:pt x="1573" y="857"/>
                </a:lnTo>
                <a:lnTo>
                  <a:pt x="1576" y="855"/>
                </a:lnTo>
                <a:lnTo>
                  <a:pt x="1578" y="855"/>
                </a:lnTo>
                <a:lnTo>
                  <a:pt x="1581" y="856"/>
                </a:lnTo>
                <a:lnTo>
                  <a:pt x="1584" y="855"/>
                </a:lnTo>
                <a:lnTo>
                  <a:pt x="1585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89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2" y="859"/>
                </a:lnTo>
                <a:lnTo>
                  <a:pt x="1593" y="859"/>
                </a:lnTo>
                <a:lnTo>
                  <a:pt x="1594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7" y="862"/>
                </a:lnTo>
                <a:lnTo>
                  <a:pt x="1598" y="863"/>
                </a:lnTo>
                <a:lnTo>
                  <a:pt x="1600" y="864"/>
                </a:lnTo>
                <a:lnTo>
                  <a:pt x="1601" y="864"/>
                </a:lnTo>
                <a:lnTo>
                  <a:pt x="1604" y="864"/>
                </a:lnTo>
                <a:lnTo>
                  <a:pt x="1606" y="864"/>
                </a:lnTo>
                <a:lnTo>
                  <a:pt x="1608" y="865"/>
                </a:lnTo>
                <a:lnTo>
                  <a:pt x="1610" y="866"/>
                </a:lnTo>
                <a:lnTo>
                  <a:pt x="1612" y="866"/>
                </a:lnTo>
                <a:lnTo>
                  <a:pt x="1611" y="864"/>
                </a:lnTo>
                <a:lnTo>
                  <a:pt x="1615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19" y="863"/>
                </a:lnTo>
                <a:lnTo>
                  <a:pt x="1620" y="865"/>
                </a:lnTo>
                <a:lnTo>
                  <a:pt x="1621" y="867"/>
                </a:lnTo>
                <a:lnTo>
                  <a:pt x="1622" y="867"/>
                </a:lnTo>
                <a:lnTo>
                  <a:pt x="1625" y="868"/>
                </a:lnTo>
                <a:lnTo>
                  <a:pt x="1627" y="870"/>
                </a:lnTo>
                <a:lnTo>
                  <a:pt x="1628" y="869"/>
                </a:lnTo>
                <a:lnTo>
                  <a:pt x="1629" y="869"/>
                </a:lnTo>
                <a:lnTo>
                  <a:pt x="1632" y="870"/>
                </a:lnTo>
                <a:lnTo>
                  <a:pt x="1637" y="870"/>
                </a:lnTo>
                <a:lnTo>
                  <a:pt x="1638" y="871"/>
                </a:lnTo>
                <a:lnTo>
                  <a:pt x="1640" y="870"/>
                </a:lnTo>
                <a:lnTo>
                  <a:pt x="1641" y="870"/>
                </a:lnTo>
                <a:lnTo>
                  <a:pt x="1649" y="869"/>
                </a:lnTo>
                <a:lnTo>
                  <a:pt x="1657" y="869"/>
                </a:lnTo>
                <a:lnTo>
                  <a:pt x="1661" y="869"/>
                </a:lnTo>
                <a:lnTo>
                  <a:pt x="1665" y="869"/>
                </a:lnTo>
                <a:lnTo>
                  <a:pt x="1667" y="869"/>
                </a:lnTo>
                <a:lnTo>
                  <a:pt x="1671" y="869"/>
                </a:lnTo>
                <a:lnTo>
                  <a:pt x="1675" y="869"/>
                </a:lnTo>
                <a:lnTo>
                  <a:pt x="1680" y="871"/>
                </a:lnTo>
                <a:lnTo>
                  <a:pt x="1688" y="876"/>
                </a:lnTo>
                <a:lnTo>
                  <a:pt x="1689" y="875"/>
                </a:lnTo>
                <a:lnTo>
                  <a:pt x="1690" y="875"/>
                </a:lnTo>
                <a:lnTo>
                  <a:pt x="1691" y="875"/>
                </a:lnTo>
                <a:lnTo>
                  <a:pt x="1695" y="874"/>
                </a:lnTo>
                <a:lnTo>
                  <a:pt x="1698" y="876"/>
                </a:lnTo>
                <a:lnTo>
                  <a:pt x="1704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8" y="875"/>
                </a:lnTo>
                <a:lnTo>
                  <a:pt x="1720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1" y="874"/>
                </a:lnTo>
                <a:lnTo>
                  <a:pt x="1732" y="874"/>
                </a:lnTo>
                <a:lnTo>
                  <a:pt x="1733" y="873"/>
                </a:lnTo>
                <a:lnTo>
                  <a:pt x="1734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8" y="873"/>
                </a:lnTo>
                <a:lnTo>
                  <a:pt x="1750" y="874"/>
                </a:lnTo>
                <a:lnTo>
                  <a:pt x="1750" y="875"/>
                </a:lnTo>
                <a:lnTo>
                  <a:pt x="1751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5" y="877"/>
                </a:lnTo>
                <a:lnTo>
                  <a:pt x="1756" y="877"/>
                </a:lnTo>
                <a:lnTo>
                  <a:pt x="1757" y="876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4" y="876"/>
                </a:lnTo>
                <a:lnTo>
                  <a:pt x="1765" y="877"/>
                </a:lnTo>
                <a:lnTo>
                  <a:pt x="1770" y="876"/>
                </a:lnTo>
                <a:lnTo>
                  <a:pt x="1771" y="876"/>
                </a:lnTo>
                <a:lnTo>
                  <a:pt x="1772" y="876"/>
                </a:lnTo>
                <a:lnTo>
                  <a:pt x="1778" y="878"/>
                </a:lnTo>
                <a:lnTo>
                  <a:pt x="1779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5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4" y="881"/>
                </a:lnTo>
                <a:lnTo>
                  <a:pt x="1795" y="882"/>
                </a:lnTo>
                <a:lnTo>
                  <a:pt x="1796" y="882"/>
                </a:lnTo>
                <a:lnTo>
                  <a:pt x="1797" y="882"/>
                </a:lnTo>
                <a:lnTo>
                  <a:pt x="1799" y="882"/>
                </a:lnTo>
                <a:lnTo>
                  <a:pt x="1800" y="881"/>
                </a:lnTo>
                <a:lnTo>
                  <a:pt x="1801" y="881"/>
                </a:lnTo>
                <a:lnTo>
                  <a:pt x="1802" y="882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1"/>
                </a:lnTo>
                <a:lnTo>
                  <a:pt x="1806" y="882"/>
                </a:lnTo>
                <a:lnTo>
                  <a:pt x="1809" y="883"/>
                </a:lnTo>
                <a:lnTo>
                  <a:pt x="1810" y="884"/>
                </a:lnTo>
                <a:lnTo>
                  <a:pt x="1812" y="885"/>
                </a:lnTo>
                <a:lnTo>
                  <a:pt x="1815" y="886"/>
                </a:lnTo>
                <a:lnTo>
                  <a:pt x="1817" y="887"/>
                </a:lnTo>
                <a:lnTo>
                  <a:pt x="1819" y="888"/>
                </a:lnTo>
                <a:lnTo>
                  <a:pt x="1821" y="888"/>
                </a:lnTo>
                <a:lnTo>
                  <a:pt x="1821" y="889"/>
                </a:lnTo>
                <a:lnTo>
                  <a:pt x="1821" y="890"/>
                </a:lnTo>
                <a:lnTo>
                  <a:pt x="1822" y="891"/>
                </a:lnTo>
                <a:lnTo>
                  <a:pt x="1823" y="892"/>
                </a:lnTo>
                <a:lnTo>
                  <a:pt x="1825" y="893"/>
                </a:lnTo>
                <a:lnTo>
                  <a:pt x="1830" y="894"/>
                </a:lnTo>
                <a:lnTo>
                  <a:pt x="1831" y="895"/>
                </a:lnTo>
                <a:lnTo>
                  <a:pt x="1838" y="898"/>
                </a:lnTo>
                <a:lnTo>
                  <a:pt x="1842" y="900"/>
                </a:lnTo>
                <a:lnTo>
                  <a:pt x="1845" y="901"/>
                </a:lnTo>
                <a:lnTo>
                  <a:pt x="1849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6" y="911"/>
                </a:lnTo>
                <a:lnTo>
                  <a:pt x="1867" y="912"/>
                </a:lnTo>
                <a:lnTo>
                  <a:pt x="1867" y="913"/>
                </a:lnTo>
                <a:lnTo>
                  <a:pt x="1871" y="916"/>
                </a:lnTo>
                <a:lnTo>
                  <a:pt x="1872" y="918"/>
                </a:lnTo>
                <a:lnTo>
                  <a:pt x="1876" y="920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8" y="926"/>
                </a:lnTo>
                <a:lnTo>
                  <a:pt x="1879" y="926"/>
                </a:lnTo>
                <a:lnTo>
                  <a:pt x="1879" y="927"/>
                </a:lnTo>
                <a:lnTo>
                  <a:pt x="1882" y="926"/>
                </a:lnTo>
                <a:lnTo>
                  <a:pt x="1883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5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09" y="940"/>
                </a:lnTo>
                <a:lnTo>
                  <a:pt x="1911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8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9"/>
                </a:lnTo>
                <a:lnTo>
                  <a:pt x="1932" y="949"/>
                </a:lnTo>
                <a:lnTo>
                  <a:pt x="1932" y="950"/>
                </a:lnTo>
                <a:lnTo>
                  <a:pt x="1932" y="951"/>
                </a:lnTo>
                <a:lnTo>
                  <a:pt x="1933" y="951"/>
                </a:lnTo>
                <a:lnTo>
                  <a:pt x="1935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8" y="952"/>
                </a:lnTo>
                <a:lnTo>
                  <a:pt x="1954" y="952"/>
                </a:lnTo>
                <a:lnTo>
                  <a:pt x="1965" y="950"/>
                </a:lnTo>
                <a:lnTo>
                  <a:pt x="1974" y="949"/>
                </a:lnTo>
                <a:lnTo>
                  <a:pt x="1976" y="951"/>
                </a:lnTo>
                <a:lnTo>
                  <a:pt x="1975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8" y="971"/>
                </a:lnTo>
                <a:lnTo>
                  <a:pt x="1966" y="977"/>
                </a:lnTo>
                <a:lnTo>
                  <a:pt x="1971" y="977"/>
                </a:lnTo>
                <a:lnTo>
                  <a:pt x="1975" y="979"/>
                </a:lnTo>
                <a:lnTo>
                  <a:pt x="1980" y="979"/>
                </a:lnTo>
                <a:lnTo>
                  <a:pt x="1984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1" y="991"/>
                </a:lnTo>
                <a:lnTo>
                  <a:pt x="1993" y="995"/>
                </a:lnTo>
                <a:lnTo>
                  <a:pt x="1995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1" y="1015"/>
                </a:lnTo>
                <a:lnTo>
                  <a:pt x="2003" y="1019"/>
                </a:lnTo>
                <a:lnTo>
                  <a:pt x="2003" y="1021"/>
                </a:lnTo>
                <a:lnTo>
                  <a:pt x="2010" y="1033"/>
                </a:lnTo>
                <a:lnTo>
                  <a:pt x="2014" y="1039"/>
                </a:lnTo>
                <a:lnTo>
                  <a:pt x="2016" y="1053"/>
                </a:lnTo>
                <a:lnTo>
                  <a:pt x="2019" y="1057"/>
                </a:lnTo>
                <a:lnTo>
                  <a:pt x="2021" y="1060"/>
                </a:lnTo>
                <a:lnTo>
                  <a:pt x="2027" y="1064"/>
                </a:lnTo>
                <a:lnTo>
                  <a:pt x="2027" y="1065"/>
                </a:lnTo>
                <a:lnTo>
                  <a:pt x="2037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6" y="1110"/>
                </a:lnTo>
                <a:lnTo>
                  <a:pt x="2068" y="1109"/>
                </a:lnTo>
                <a:lnTo>
                  <a:pt x="2070" y="1109"/>
                </a:lnTo>
                <a:lnTo>
                  <a:pt x="2072" y="1109"/>
                </a:lnTo>
                <a:lnTo>
                  <a:pt x="2073" y="1109"/>
                </a:lnTo>
                <a:lnTo>
                  <a:pt x="2075" y="1109"/>
                </a:lnTo>
                <a:lnTo>
                  <a:pt x="2077" y="1108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5" y="1108"/>
                </a:lnTo>
                <a:lnTo>
                  <a:pt x="2095" y="1107"/>
                </a:lnTo>
                <a:lnTo>
                  <a:pt x="2100" y="1107"/>
                </a:lnTo>
                <a:lnTo>
                  <a:pt x="2115" y="1107"/>
                </a:lnTo>
                <a:lnTo>
                  <a:pt x="2117" y="1106"/>
                </a:lnTo>
                <a:lnTo>
                  <a:pt x="2119" y="1106"/>
                </a:lnTo>
                <a:lnTo>
                  <a:pt x="2120" y="1106"/>
                </a:lnTo>
                <a:lnTo>
                  <a:pt x="2121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29" y="1104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7" y="1113"/>
                </a:lnTo>
                <a:lnTo>
                  <a:pt x="2225" y="1117"/>
                </a:lnTo>
                <a:lnTo>
                  <a:pt x="2256" y="1119"/>
                </a:lnTo>
                <a:lnTo>
                  <a:pt x="2266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3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2" y="1118"/>
                </a:lnTo>
                <a:lnTo>
                  <a:pt x="2417" y="1114"/>
                </a:lnTo>
                <a:lnTo>
                  <a:pt x="2464" y="1115"/>
                </a:lnTo>
                <a:lnTo>
                  <a:pt x="2516" y="1127"/>
                </a:lnTo>
                <a:lnTo>
                  <a:pt x="2529" y="1130"/>
                </a:lnTo>
                <a:lnTo>
                  <a:pt x="2550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8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1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5" y="1202"/>
                </a:lnTo>
                <a:lnTo>
                  <a:pt x="2735" y="1204"/>
                </a:lnTo>
                <a:lnTo>
                  <a:pt x="2755" y="1204"/>
                </a:lnTo>
                <a:lnTo>
                  <a:pt x="2775" y="1200"/>
                </a:lnTo>
                <a:lnTo>
                  <a:pt x="2795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8" y="1210"/>
                </a:lnTo>
                <a:lnTo>
                  <a:pt x="2864" y="1210"/>
                </a:lnTo>
                <a:lnTo>
                  <a:pt x="2870" y="1207"/>
                </a:lnTo>
                <a:lnTo>
                  <a:pt x="2872" y="1205"/>
                </a:lnTo>
                <a:lnTo>
                  <a:pt x="2881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5" y="1179"/>
                </a:lnTo>
                <a:lnTo>
                  <a:pt x="2961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4" y="1142"/>
                </a:lnTo>
                <a:lnTo>
                  <a:pt x="3060" y="1137"/>
                </a:lnTo>
                <a:lnTo>
                  <a:pt x="3063" y="1137"/>
                </a:lnTo>
                <a:lnTo>
                  <a:pt x="3069" y="1142"/>
                </a:lnTo>
                <a:lnTo>
                  <a:pt x="3084" y="1141"/>
                </a:lnTo>
                <a:lnTo>
                  <a:pt x="3102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0" y="1140"/>
                </a:lnTo>
                <a:lnTo>
                  <a:pt x="3116" y="1139"/>
                </a:lnTo>
                <a:lnTo>
                  <a:pt x="3130" y="1137"/>
                </a:lnTo>
                <a:lnTo>
                  <a:pt x="3135" y="1139"/>
                </a:lnTo>
                <a:lnTo>
                  <a:pt x="3151" y="1139"/>
                </a:lnTo>
                <a:lnTo>
                  <a:pt x="3156" y="1139"/>
                </a:lnTo>
                <a:lnTo>
                  <a:pt x="3171" y="1142"/>
                </a:lnTo>
                <a:lnTo>
                  <a:pt x="3180" y="1142"/>
                </a:lnTo>
                <a:lnTo>
                  <a:pt x="3183" y="1143"/>
                </a:lnTo>
                <a:lnTo>
                  <a:pt x="3184" y="1144"/>
                </a:lnTo>
                <a:lnTo>
                  <a:pt x="3194" y="1139"/>
                </a:lnTo>
                <a:lnTo>
                  <a:pt x="3198" y="1138"/>
                </a:lnTo>
                <a:lnTo>
                  <a:pt x="3199" y="1138"/>
                </a:lnTo>
                <a:lnTo>
                  <a:pt x="3200" y="1137"/>
                </a:lnTo>
                <a:lnTo>
                  <a:pt x="3220" y="1139"/>
                </a:lnTo>
                <a:lnTo>
                  <a:pt x="3224" y="1140"/>
                </a:lnTo>
                <a:lnTo>
                  <a:pt x="3226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4" y="1138"/>
                </a:lnTo>
                <a:lnTo>
                  <a:pt x="3235" y="1138"/>
                </a:lnTo>
                <a:lnTo>
                  <a:pt x="3238" y="1138"/>
                </a:lnTo>
                <a:lnTo>
                  <a:pt x="3242" y="1137"/>
                </a:lnTo>
                <a:lnTo>
                  <a:pt x="3243" y="1136"/>
                </a:lnTo>
                <a:lnTo>
                  <a:pt x="3245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3" y="1126"/>
                </a:lnTo>
                <a:lnTo>
                  <a:pt x="3280" y="1119"/>
                </a:lnTo>
                <a:lnTo>
                  <a:pt x="3286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4" y="1114"/>
                </a:lnTo>
                <a:lnTo>
                  <a:pt x="3313" y="1111"/>
                </a:lnTo>
                <a:lnTo>
                  <a:pt x="3316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0" y="1098"/>
                </a:lnTo>
                <a:lnTo>
                  <a:pt x="3341" y="1091"/>
                </a:lnTo>
                <a:lnTo>
                  <a:pt x="3345" y="1088"/>
                </a:lnTo>
                <a:lnTo>
                  <a:pt x="3350" y="1080"/>
                </a:lnTo>
                <a:lnTo>
                  <a:pt x="3350" y="1078"/>
                </a:lnTo>
                <a:lnTo>
                  <a:pt x="3354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4" y="1045"/>
                </a:lnTo>
                <a:lnTo>
                  <a:pt x="3386" y="1045"/>
                </a:lnTo>
                <a:lnTo>
                  <a:pt x="3391" y="1043"/>
                </a:lnTo>
                <a:lnTo>
                  <a:pt x="3395" y="1041"/>
                </a:lnTo>
                <a:lnTo>
                  <a:pt x="3402" y="1039"/>
                </a:lnTo>
                <a:lnTo>
                  <a:pt x="3407" y="1038"/>
                </a:lnTo>
                <a:lnTo>
                  <a:pt x="3409" y="1038"/>
                </a:lnTo>
                <a:lnTo>
                  <a:pt x="3410" y="1037"/>
                </a:lnTo>
                <a:lnTo>
                  <a:pt x="3414" y="1034"/>
                </a:lnTo>
                <a:lnTo>
                  <a:pt x="3419" y="1031"/>
                </a:lnTo>
                <a:lnTo>
                  <a:pt x="3424" y="1032"/>
                </a:lnTo>
                <a:lnTo>
                  <a:pt x="3429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5" y="1005"/>
                </a:lnTo>
                <a:lnTo>
                  <a:pt x="3465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49" y="979"/>
                </a:lnTo>
                <a:lnTo>
                  <a:pt x="3446" y="978"/>
                </a:lnTo>
                <a:lnTo>
                  <a:pt x="3443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6" y="971"/>
                </a:lnTo>
                <a:lnTo>
                  <a:pt x="3433" y="968"/>
                </a:lnTo>
                <a:lnTo>
                  <a:pt x="3432" y="966"/>
                </a:lnTo>
                <a:lnTo>
                  <a:pt x="3430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6" y="955"/>
                </a:lnTo>
                <a:lnTo>
                  <a:pt x="3426" y="952"/>
                </a:lnTo>
                <a:lnTo>
                  <a:pt x="3425" y="951"/>
                </a:lnTo>
                <a:lnTo>
                  <a:pt x="3422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1" y="930"/>
                </a:lnTo>
                <a:lnTo>
                  <a:pt x="3425" y="928"/>
                </a:lnTo>
                <a:lnTo>
                  <a:pt x="3426" y="923"/>
                </a:lnTo>
                <a:lnTo>
                  <a:pt x="3429" y="922"/>
                </a:lnTo>
                <a:lnTo>
                  <a:pt x="3429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4" y="900"/>
                </a:lnTo>
                <a:lnTo>
                  <a:pt x="3439" y="894"/>
                </a:lnTo>
                <a:lnTo>
                  <a:pt x="3441" y="891"/>
                </a:lnTo>
                <a:lnTo>
                  <a:pt x="3445" y="883"/>
                </a:lnTo>
                <a:lnTo>
                  <a:pt x="3448" y="880"/>
                </a:lnTo>
                <a:lnTo>
                  <a:pt x="3458" y="872"/>
                </a:lnTo>
                <a:lnTo>
                  <a:pt x="3464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4" y="871"/>
                </a:lnTo>
                <a:lnTo>
                  <a:pt x="3507" y="870"/>
                </a:lnTo>
                <a:lnTo>
                  <a:pt x="3517" y="877"/>
                </a:lnTo>
                <a:lnTo>
                  <a:pt x="3523" y="884"/>
                </a:lnTo>
                <a:lnTo>
                  <a:pt x="3532" y="890"/>
                </a:lnTo>
                <a:lnTo>
                  <a:pt x="3545" y="893"/>
                </a:lnTo>
                <a:lnTo>
                  <a:pt x="3552" y="893"/>
                </a:lnTo>
                <a:lnTo>
                  <a:pt x="3559" y="895"/>
                </a:lnTo>
                <a:lnTo>
                  <a:pt x="3560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7" y="902"/>
                </a:lnTo>
                <a:lnTo>
                  <a:pt x="3615" y="903"/>
                </a:lnTo>
                <a:lnTo>
                  <a:pt x="3623" y="899"/>
                </a:lnTo>
                <a:lnTo>
                  <a:pt x="3630" y="893"/>
                </a:lnTo>
                <a:lnTo>
                  <a:pt x="3636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8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5" y="885"/>
                </a:lnTo>
                <a:lnTo>
                  <a:pt x="3649" y="885"/>
                </a:lnTo>
                <a:lnTo>
                  <a:pt x="3654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3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1" y="870"/>
                </a:lnTo>
                <a:lnTo>
                  <a:pt x="3678" y="866"/>
                </a:lnTo>
                <a:lnTo>
                  <a:pt x="3679" y="865"/>
                </a:lnTo>
                <a:lnTo>
                  <a:pt x="3680" y="865"/>
                </a:lnTo>
                <a:lnTo>
                  <a:pt x="3685" y="859"/>
                </a:lnTo>
                <a:lnTo>
                  <a:pt x="3690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7" y="844"/>
                </a:lnTo>
                <a:lnTo>
                  <a:pt x="3698" y="838"/>
                </a:lnTo>
                <a:lnTo>
                  <a:pt x="3716" y="832"/>
                </a:lnTo>
                <a:lnTo>
                  <a:pt x="3716" y="833"/>
                </a:lnTo>
                <a:lnTo>
                  <a:pt x="3732" y="838"/>
                </a:lnTo>
                <a:lnTo>
                  <a:pt x="3736" y="839"/>
                </a:lnTo>
                <a:lnTo>
                  <a:pt x="3739" y="838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6" y="838"/>
                </a:lnTo>
                <a:lnTo>
                  <a:pt x="3748" y="837"/>
                </a:lnTo>
                <a:lnTo>
                  <a:pt x="3754" y="837"/>
                </a:lnTo>
                <a:lnTo>
                  <a:pt x="3771" y="837"/>
                </a:lnTo>
                <a:lnTo>
                  <a:pt x="3773" y="837"/>
                </a:lnTo>
                <a:lnTo>
                  <a:pt x="3789" y="833"/>
                </a:lnTo>
                <a:lnTo>
                  <a:pt x="3801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3" y="812"/>
                </a:lnTo>
                <a:lnTo>
                  <a:pt x="3829" y="810"/>
                </a:lnTo>
                <a:lnTo>
                  <a:pt x="3831" y="810"/>
                </a:lnTo>
                <a:lnTo>
                  <a:pt x="3832" y="807"/>
                </a:lnTo>
                <a:lnTo>
                  <a:pt x="3833" y="807"/>
                </a:lnTo>
                <a:lnTo>
                  <a:pt x="3837" y="807"/>
                </a:lnTo>
                <a:lnTo>
                  <a:pt x="3840" y="808"/>
                </a:lnTo>
                <a:lnTo>
                  <a:pt x="3841" y="807"/>
                </a:lnTo>
                <a:lnTo>
                  <a:pt x="3845" y="807"/>
                </a:lnTo>
                <a:lnTo>
                  <a:pt x="3847" y="804"/>
                </a:lnTo>
                <a:lnTo>
                  <a:pt x="3848" y="803"/>
                </a:lnTo>
                <a:lnTo>
                  <a:pt x="3849" y="801"/>
                </a:lnTo>
                <a:lnTo>
                  <a:pt x="3850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0" y="788"/>
                </a:lnTo>
                <a:lnTo>
                  <a:pt x="3853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8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3" y="744"/>
                </a:lnTo>
                <a:lnTo>
                  <a:pt x="3890" y="742"/>
                </a:lnTo>
                <a:lnTo>
                  <a:pt x="3896" y="741"/>
                </a:lnTo>
                <a:lnTo>
                  <a:pt x="3898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1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10" y="737"/>
                </a:lnTo>
                <a:lnTo>
                  <a:pt x="3919" y="738"/>
                </a:lnTo>
                <a:lnTo>
                  <a:pt x="3921" y="738"/>
                </a:lnTo>
                <a:lnTo>
                  <a:pt x="3927" y="738"/>
                </a:lnTo>
                <a:lnTo>
                  <a:pt x="3941" y="738"/>
                </a:lnTo>
                <a:lnTo>
                  <a:pt x="3952" y="738"/>
                </a:lnTo>
                <a:lnTo>
                  <a:pt x="3953" y="735"/>
                </a:lnTo>
                <a:lnTo>
                  <a:pt x="3952" y="732"/>
                </a:lnTo>
                <a:lnTo>
                  <a:pt x="3954" y="727"/>
                </a:lnTo>
                <a:lnTo>
                  <a:pt x="3959" y="721"/>
                </a:lnTo>
                <a:lnTo>
                  <a:pt x="3956" y="716"/>
                </a:lnTo>
                <a:lnTo>
                  <a:pt x="3959" y="715"/>
                </a:lnTo>
                <a:lnTo>
                  <a:pt x="3963" y="714"/>
                </a:lnTo>
                <a:lnTo>
                  <a:pt x="3965" y="714"/>
                </a:lnTo>
                <a:lnTo>
                  <a:pt x="3968" y="714"/>
                </a:lnTo>
                <a:lnTo>
                  <a:pt x="3971" y="714"/>
                </a:lnTo>
                <a:lnTo>
                  <a:pt x="3972" y="713"/>
                </a:lnTo>
                <a:lnTo>
                  <a:pt x="3975" y="714"/>
                </a:lnTo>
                <a:lnTo>
                  <a:pt x="3976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7" y="719"/>
                </a:lnTo>
                <a:lnTo>
                  <a:pt x="3979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6" y="722"/>
                </a:lnTo>
                <a:lnTo>
                  <a:pt x="3988" y="721"/>
                </a:lnTo>
                <a:lnTo>
                  <a:pt x="3988" y="720"/>
                </a:lnTo>
                <a:lnTo>
                  <a:pt x="3989" y="720"/>
                </a:lnTo>
                <a:lnTo>
                  <a:pt x="3992" y="721"/>
                </a:lnTo>
                <a:lnTo>
                  <a:pt x="3993" y="721"/>
                </a:lnTo>
                <a:lnTo>
                  <a:pt x="3995" y="720"/>
                </a:lnTo>
                <a:lnTo>
                  <a:pt x="3996" y="720"/>
                </a:lnTo>
                <a:lnTo>
                  <a:pt x="3997" y="719"/>
                </a:lnTo>
                <a:lnTo>
                  <a:pt x="3996" y="717"/>
                </a:lnTo>
                <a:lnTo>
                  <a:pt x="3997" y="716"/>
                </a:lnTo>
                <a:lnTo>
                  <a:pt x="3999" y="716"/>
                </a:lnTo>
                <a:lnTo>
                  <a:pt x="3999" y="715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2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8" y="710"/>
                </a:lnTo>
                <a:lnTo>
                  <a:pt x="4009" y="710"/>
                </a:lnTo>
                <a:lnTo>
                  <a:pt x="4012" y="711"/>
                </a:lnTo>
                <a:lnTo>
                  <a:pt x="4013" y="711"/>
                </a:lnTo>
                <a:lnTo>
                  <a:pt x="4014" y="710"/>
                </a:lnTo>
                <a:lnTo>
                  <a:pt x="4020" y="706"/>
                </a:lnTo>
                <a:lnTo>
                  <a:pt x="4022" y="705"/>
                </a:lnTo>
                <a:lnTo>
                  <a:pt x="4025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7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2" y="704"/>
                </a:lnTo>
                <a:lnTo>
                  <a:pt x="4066" y="701"/>
                </a:lnTo>
                <a:lnTo>
                  <a:pt x="4068" y="701"/>
                </a:lnTo>
                <a:lnTo>
                  <a:pt x="4068" y="702"/>
                </a:lnTo>
                <a:lnTo>
                  <a:pt x="4070" y="704"/>
                </a:lnTo>
                <a:lnTo>
                  <a:pt x="4074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5" y="696"/>
                </a:lnTo>
                <a:lnTo>
                  <a:pt x="4088" y="696"/>
                </a:lnTo>
                <a:lnTo>
                  <a:pt x="4090" y="696"/>
                </a:lnTo>
                <a:lnTo>
                  <a:pt x="4091" y="696"/>
                </a:lnTo>
                <a:lnTo>
                  <a:pt x="4092" y="697"/>
                </a:lnTo>
                <a:lnTo>
                  <a:pt x="4092" y="699"/>
                </a:lnTo>
                <a:lnTo>
                  <a:pt x="4091" y="700"/>
                </a:lnTo>
                <a:lnTo>
                  <a:pt x="4092" y="701"/>
                </a:lnTo>
                <a:lnTo>
                  <a:pt x="4094" y="701"/>
                </a:lnTo>
                <a:lnTo>
                  <a:pt x="4096" y="700"/>
                </a:lnTo>
                <a:lnTo>
                  <a:pt x="4100" y="699"/>
                </a:lnTo>
                <a:lnTo>
                  <a:pt x="4101" y="701"/>
                </a:lnTo>
                <a:lnTo>
                  <a:pt x="4105" y="705"/>
                </a:lnTo>
                <a:lnTo>
                  <a:pt x="4108" y="709"/>
                </a:lnTo>
                <a:lnTo>
                  <a:pt x="4110" y="709"/>
                </a:lnTo>
                <a:lnTo>
                  <a:pt x="4113" y="708"/>
                </a:lnTo>
                <a:lnTo>
                  <a:pt x="4117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3" y="710"/>
                </a:lnTo>
                <a:lnTo>
                  <a:pt x="4125" y="711"/>
                </a:lnTo>
                <a:lnTo>
                  <a:pt x="4127" y="713"/>
                </a:lnTo>
                <a:lnTo>
                  <a:pt x="4128" y="713"/>
                </a:lnTo>
                <a:lnTo>
                  <a:pt x="4130" y="712"/>
                </a:lnTo>
                <a:lnTo>
                  <a:pt x="4131" y="712"/>
                </a:lnTo>
                <a:lnTo>
                  <a:pt x="4132" y="713"/>
                </a:lnTo>
                <a:lnTo>
                  <a:pt x="4132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4" y="710"/>
                </a:lnTo>
                <a:lnTo>
                  <a:pt x="4146" y="710"/>
                </a:lnTo>
                <a:lnTo>
                  <a:pt x="4149" y="710"/>
                </a:lnTo>
                <a:lnTo>
                  <a:pt x="4151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2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6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2" y="708"/>
                </a:lnTo>
                <a:lnTo>
                  <a:pt x="4172" y="706"/>
                </a:lnTo>
                <a:lnTo>
                  <a:pt x="4171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1" y="707"/>
                </a:lnTo>
                <a:lnTo>
                  <a:pt x="4181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3" y="702"/>
                </a:lnTo>
                <a:lnTo>
                  <a:pt x="4182" y="700"/>
                </a:lnTo>
                <a:lnTo>
                  <a:pt x="4181" y="698"/>
                </a:lnTo>
                <a:lnTo>
                  <a:pt x="4181" y="697"/>
                </a:lnTo>
                <a:lnTo>
                  <a:pt x="4183" y="694"/>
                </a:lnTo>
                <a:lnTo>
                  <a:pt x="4183" y="693"/>
                </a:lnTo>
                <a:lnTo>
                  <a:pt x="4182" y="691"/>
                </a:lnTo>
                <a:lnTo>
                  <a:pt x="4183" y="689"/>
                </a:lnTo>
                <a:lnTo>
                  <a:pt x="4183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6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6" y="677"/>
                </a:lnTo>
                <a:lnTo>
                  <a:pt x="4175" y="677"/>
                </a:lnTo>
                <a:lnTo>
                  <a:pt x="4172" y="673"/>
                </a:lnTo>
                <a:lnTo>
                  <a:pt x="4171" y="671"/>
                </a:lnTo>
                <a:lnTo>
                  <a:pt x="4170" y="671"/>
                </a:lnTo>
                <a:lnTo>
                  <a:pt x="4170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2" y="667"/>
                </a:lnTo>
                <a:lnTo>
                  <a:pt x="4168" y="660"/>
                </a:lnTo>
                <a:lnTo>
                  <a:pt x="4167" y="659"/>
                </a:lnTo>
                <a:lnTo>
                  <a:pt x="4165" y="655"/>
                </a:lnTo>
                <a:lnTo>
                  <a:pt x="4164" y="655"/>
                </a:lnTo>
                <a:lnTo>
                  <a:pt x="4164" y="654"/>
                </a:lnTo>
                <a:lnTo>
                  <a:pt x="4162" y="653"/>
                </a:lnTo>
                <a:lnTo>
                  <a:pt x="4161" y="652"/>
                </a:lnTo>
                <a:lnTo>
                  <a:pt x="4160" y="651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0" y="647"/>
                </a:lnTo>
                <a:lnTo>
                  <a:pt x="4149" y="647"/>
                </a:lnTo>
                <a:lnTo>
                  <a:pt x="4149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48" y="642"/>
                </a:lnTo>
                <a:lnTo>
                  <a:pt x="4147" y="642"/>
                </a:lnTo>
                <a:lnTo>
                  <a:pt x="4148" y="641"/>
                </a:lnTo>
                <a:lnTo>
                  <a:pt x="4147" y="641"/>
                </a:lnTo>
                <a:lnTo>
                  <a:pt x="4147" y="642"/>
                </a:lnTo>
                <a:lnTo>
                  <a:pt x="4146" y="642"/>
                </a:lnTo>
                <a:lnTo>
                  <a:pt x="4146" y="641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40"/>
                </a:lnTo>
                <a:lnTo>
                  <a:pt x="4143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3"/>
                </a:lnTo>
                <a:lnTo>
                  <a:pt x="4134" y="632"/>
                </a:lnTo>
                <a:lnTo>
                  <a:pt x="4133" y="632"/>
                </a:lnTo>
                <a:lnTo>
                  <a:pt x="4133" y="631"/>
                </a:lnTo>
                <a:lnTo>
                  <a:pt x="4132" y="631"/>
                </a:lnTo>
                <a:lnTo>
                  <a:pt x="4133" y="631"/>
                </a:lnTo>
                <a:lnTo>
                  <a:pt x="4132" y="631"/>
                </a:lnTo>
                <a:lnTo>
                  <a:pt x="4132" y="630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8" y="629"/>
                </a:lnTo>
                <a:lnTo>
                  <a:pt x="4128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29" y="623"/>
                </a:lnTo>
                <a:lnTo>
                  <a:pt x="4117" y="620"/>
                </a:lnTo>
                <a:lnTo>
                  <a:pt x="4117" y="619"/>
                </a:lnTo>
                <a:lnTo>
                  <a:pt x="4112" y="617"/>
                </a:lnTo>
                <a:lnTo>
                  <a:pt x="4112" y="615"/>
                </a:lnTo>
                <a:lnTo>
                  <a:pt x="4111" y="610"/>
                </a:lnTo>
                <a:lnTo>
                  <a:pt x="4111" y="609"/>
                </a:lnTo>
                <a:lnTo>
                  <a:pt x="4111" y="605"/>
                </a:lnTo>
                <a:lnTo>
                  <a:pt x="4105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71"/>
                </a:lnTo>
                <a:lnTo>
                  <a:pt x="4048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0" y="567"/>
                </a:lnTo>
                <a:lnTo>
                  <a:pt x="4031" y="567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5" y="566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6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6" y="567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2" y="569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9" y="568"/>
                </a:lnTo>
                <a:lnTo>
                  <a:pt x="3992" y="569"/>
                </a:lnTo>
                <a:lnTo>
                  <a:pt x="3991" y="570"/>
                </a:lnTo>
                <a:lnTo>
                  <a:pt x="3990" y="570"/>
                </a:lnTo>
                <a:lnTo>
                  <a:pt x="3966" y="593"/>
                </a:lnTo>
                <a:lnTo>
                  <a:pt x="3966" y="594"/>
                </a:lnTo>
                <a:lnTo>
                  <a:pt x="3965" y="595"/>
                </a:lnTo>
                <a:lnTo>
                  <a:pt x="3963" y="595"/>
                </a:lnTo>
                <a:lnTo>
                  <a:pt x="3963" y="596"/>
                </a:lnTo>
                <a:lnTo>
                  <a:pt x="3953" y="607"/>
                </a:lnTo>
                <a:lnTo>
                  <a:pt x="3927" y="589"/>
                </a:lnTo>
                <a:lnTo>
                  <a:pt x="3919" y="586"/>
                </a:lnTo>
                <a:lnTo>
                  <a:pt x="3908" y="581"/>
                </a:lnTo>
                <a:lnTo>
                  <a:pt x="3900" y="581"/>
                </a:lnTo>
                <a:lnTo>
                  <a:pt x="3889" y="582"/>
                </a:lnTo>
                <a:lnTo>
                  <a:pt x="3869" y="587"/>
                </a:lnTo>
                <a:lnTo>
                  <a:pt x="3853" y="583"/>
                </a:lnTo>
                <a:lnTo>
                  <a:pt x="3839" y="589"/>
                </a:lnTo>
                <a:lnTo>
                  <a:pt x="3826" y="602"/>
                </a:lnTo>
                <a:lnTo>
                  <a:pt x="3823" y="603"/>
                </a:lnTo>
                <a:lnTo>
                  <a:pt x="3791" y="578"/>
                </a:lnTo>
                <a:lnTo>
                  <a:pt x="3790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8"/>
                </a:lnTo>
                <a:lnTo>
                  <a:pt x="3788" y="557"/>
                </a:lnTo>
                <a:lnTo>
                  <a:pt x="3787" y="556"/>
                </a:lnTo>
                <a:lnTo>
                  <a:pt x="3787" y="555"/>
                </a:lnTo>
                <a:lnTo>
                  <a:pt x="3812" y="544"/>
                </a:lnTo>
                <a:lnTo>
                  <a:pt x="3810" y="517"/>
                </a:lnTo>
                <a:lnTo>
                  <a:pt x="3835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8" y="389"/>
                </a:lnTo>
                <a:lnTo>
                  <a:pt x="3924" y="397"/>
                </a:lnTo>
                <a:lnTo>
                  <a:pt x="3931" y="399"/>
                </a:lnTo>
                <a:lnTo>
                  <a:pt x="3944" y="403"/>
                </a:lnTo>
                <a:lnTo>
                  <a:pt x="3962" y="404"/>
                </a:lnTo>
                <a:lnTo>
                  <a:pt x="3976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2" y="415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6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1" y="407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7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6"/>
                </a:lnTo>
                <a:lnTo>
                  <a:pt x="4014" y="406"/>
                </a:lnTo>
                <a:lnTo>
                  <a:pt x="4014" y="405"/>
                </a:lnTo>
                <a:lnTo>
                  <a:pt x="4015" y="405"/>
                </a:lnTo>
                <a:lnTo>
                  <a:pt x="4016" y="405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399"/>
                </a:lnTo>
                <a:lnTo>
                  <a:pt x="4021" y="400"/>
                </a:lnTo>
                <a:lnTo>
                  <a:pt x="4022" y="400"/>
                </a:lnTo>
                <a:lnTo>
                  <a:pt x="4023" y="401"/>
                </a:lnTo>
                <a:lnTo>
                  <a:pt x="4024" y="401"/>
                </a:lnTo>
                <a:lnTo>
                  <a:pt x="4024" y="400"/>
                </a:lnTo>
                <a:lnTo>
                  <a:pt x="4024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8" y="398"/>
                </a:lnTo>
                <a:lnTo>
                  <a:pt x="4028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90"/>
                </a:lnTo>
                <a:lnTo>
                  <a:pt x="4039" y="390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3" y="388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5"/>
                </a:lnTo>
                <a:lnTo>
                  <a:pt x="4044" y="385"/>
                </a:lnTo>
                <a:lnTo>
                  <a:pt x="4045" y="385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8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1" y="384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5"/>
                </a:lnTo>
                <a:lnTo>
                  <a:pt x="4059" y="376"/>
                </a:lnTo>
                <a:lnTo>
                  <a:pt x="4060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7" y="371"/>
                </a:lnTo>
                <a:lnTo>
                  <a:pt x="4069" y="371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0" y="370"/>
                </a:lnTo>
                <a:lnTo>
                  <a:pt x="4081" y="370"/>
                </a:lnTo>
                <a:lnTo>
                  <a:pt x="4081" y="369"/>
                </a:lnTo>
                <a:lnTo>
                  <a:pt x="4082" y="369"/>
                </a:lnTo>
                <a:lnTo>
                  <a:pt x="4083" y="369"/>
                </a:lnTo>
                <a:lnTo>
                  <a:pt x="4083" y="370"/>
                </a:lnTo>
                <a:lnTo>
                  <a:pt x="4084" y="370"/>
                </a:lnTo>
                <a:lnTo>
                  <a:pt x="4084" y="369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6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101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3" y="368"/>
                </a:lnTo>
                <a:lnTo>
                  <a:pt x="4104" y="368"/>
                </a:lnTo>
                <a:lnTo>
                  <a:pt x="4104" y="367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8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5" y="354"/>
                </a:lnTo>
                <a:lnTo>
                  <a:pt x="4126" y="353"/>
                </a:lnTo>
                <a:lnTo>
                  <a:pt x="4125" y="352"/>
                </a:lnTo>
                <a:lnTo>
                  <a:pt x="4126" y="352"/>
                </a:lnTo>
                <a:lnTo>
                  <a:pt x="4127" y="352"/>
                </a:lnTo>
                <a:lnTo>
                  <a:pt x="4127" y="351"/>
                </a:lnTo>
                <a:lnTo>
                  <a:pt x="4128" y="351"/>
                </a:lnTo>
                <a:lnTo>
                  <a:pt x="4128" y="350"/>
                </a:lnTo>
                <a:lnTo>
                  <a:pt x="4127" y="350"/>
                </a:lnTo>
                <a:lnTo>
                  <a:pt x="4127" y="349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0" y="345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8"/>
                </a:lnTo>
                <a:lnTo>
                  <a:pt x="4129" y="337"/>
                </a:lnTo>
                <a:lnTo>
                  <a:pt x="4128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1" y="332"/>
                </a:lnTo>
                <a:lnTo>
                  <a:pt x="4132" y="332"/>
                </a:lnTo>
                <a:lnTo>
                  <a:pt x="4132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1" y="330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30"/>
                </a:lnTo>
                <a:lnTo>
                  <a:pt x="4127" y="330"/>
                </a:lnTo>
                <a:lnTo>
                  <a:pt x="4126" y="330"/>
                </a:lnTo>
                <a:lnTo>
                  <a:pt x="4126" y="331"/>
                </a:lnTo>
                <a:lnTo>
                  <a:pt x="4126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4" y="329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3" y="330"/>
                </a:lnTo>
                <a:lnTo>
                  <a:pt x="4122" y="330"/>
                </a:lnTo>
                <a:lnTo>
                  <a:pt x="4122" y="331"/>
                </a:lnTo>
                <a:lnTo>
                  <a:pt x="4120" y="330"/>
                </a:lnTo>
                <a:lnTo>
                  <a:pt x="4120" y="329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30"/>
                </a:lnTo>
                <a:lnTo>
                  <a:pt x="4115" y="330"/>
                </a:lnTo>
                <a:lnTo>
                  <a:pt x="4115" y="329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3" y="329"/>
                </a:lnTo>
                <a:lnTo>
                  <a:pt x="4113" y="328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0" y="326"/>
                </a:lnTo>
                <a:lnTo>
                  <a:pt x="4111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7" y="324"/>
                </a:lnTo>
                <a:lnTo>
                  <a:pt x="4118" y="324"/>
                </a:lnTo>
                <a:lnTo>
                  <a:pt x="4118" y="323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2" y="320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2" y="316"/>
                </a:lnTo>
                <a:lnTo>
                  <a:pt x="4122" y="315"/>
                </a:lnTo>
                <a:lnTo>
                  <a:pt x="4120" y="315"/>
                </a:lnTo>
                <a:lnTo>
                  <a:pt x="4120" y="314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0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7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6"/>
                </a:lnTo>
                <a:lnTo>
                  <a:pt x="4125" y="305"/>
                </a:lnTo>
                <a:lnTo>
                  <a:pt x="4124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2"/>
                </a:lnTo>
                <a:lnTo>
                  <a:pt x="4129" y="302"/>
                </a:lnTo>
                <a:lnTo>
                  <a:pt x="4129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301"/>
                </a:lnTo>
                <a:lnTo>
                  <a:pt x="4131" y="301"/>
                </a:lnTo>
                <a:lnTo>
                  <a:pt x="4132" y="301"/>
                </a:lnTo>
                <a:lnTo>
                  <a:pt x="4132" y="300"/>
                </a:lnTo>
                <a:lnTo>
                  <a:pt x="4133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3" y="297"/>
                </a:lnTo>
                <a:lnTo>
                  <a:pt x="4134" y="296"/>
                </a:lnTo>
                <a:lnTo>
                  <a:pt x="4135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5"/>
                </a:lnTo>
                <a:lnTo>
                  <a:pt x="4140" y="295"/>
                </a:lnTo>
                <a:lnTo>
                  <a:pt x="4140" y="294"/>
                </a:lnTo>
                <a:lnTo>
                  <a:pt x="4139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4" y="282"/>
                </a:lnTo>
                <a:lnTo>
                  <a:pt x="4144" y="281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3" y="277"/>
                </a:lnTo>
                <a:lnTo>
                  <a:pt x="4143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7" y="273"/>
                </a:lnTo>
                <a:lnTo>
                  <a:pt x="4148" y="272"/>
                </a:lnTo>
                <a:lnTo>
                  <a:pt x="4149" y="272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5" y="264"/>
                </a:lnTo>
                <a:lnTo>
                  <a:pt x="4156" y="264"/>
                </a:lnTo>
                <a:lnTo>
                  <a:pt x="4156" y="263"/>
                </a:lnTo>
                <a:lnTo>
                  <a:pt x="4156" y="262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1" y="261"/>
                </a:lnTo>
                <a:lnTo>
                  <a:pt x="4161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9"/>
                </a:lnTo>
                <a:lnTo>
                  <a:pt x="4164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6" y="255"/>
                </a:lnTo>
                <a:lnTo>
                  <a:pt x="4166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7" y="251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68" y="247"/>
                </a:lnTo>
                <a:lnTo>
                  <a:pt x="4167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8" y="244"/>
                </a:lnTo>
                <a:lnTo>
                  <a:pt x="4168" y="243"/>
                </a:lnTo>
                <a:lnTo>
                  <a:pt x="4168" y="242"/>
                </a:lnTo>
                <a:lnTo>
                  <a:pt x="4167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3" y="241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3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8" y="230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3" y="227"/>
                </a:lnTo>
                <a:lnTo>
                  <a:pt x="4184" y="227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1" y="223"/>
                </a:lnTo>
                <a:lnTo>
                  <a:pt x="4182" y="223"/>
                </a:lnTo>
                <a:lnTo>
                  <a:pt x="4183" y="223"/>
                </a:lnTo>
                <a:lnTo>
                  <a:pt x="4185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89" y="217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90" y="210"/>
                </a:lnTo>
                <a:lnTo>
                  <a:pt x="4191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5"/>
                </a:lnTo>
                <a:lnTo>
                  <a:pt x="4193" y="204"/>
                </a:lnTo>
                <a:lnTo>
                  <a:pt x="4192" y="204"/>
                </a:lnTo>
                <a:lnTo>
                  <a:pt x="4192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7" y="197"/>
                </a:lnTo>
                <a:lnTo>
                  <a:pt x="4198" y="197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0" y="195"/>
                </a:lnTo>
                <a:lnTo>
                  <a:pt x="4202" y="195"/>
                </a:lnTo>
                <a:lnTo>
                  <a:pt x="4202" y="194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9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2" y="182"/>
                </a:lnTo>
                <a:lnTo>
                  <a:pt x="4223" y="181"/>
                </a:lnTo>
                <a:lnTo>
                  <a:pt x="4225" y="181"/>
                </a:lnTo>
                <a:lnTo>
                  <a:pt x="4225" y="180"/>
                </a:lnTo>
                <a:lnTo>
                  <a:pt x="4226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5" y="178"/>
                </a:lnTo>
                <a:lnTo>
                  <a:pt x="4226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29" y="177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8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39" y="171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3" y="159"/>
                </a:lnTo>
                <a:lnTo>
                  <a:pt x="4252" y="159"/>
                </a:lnTo>
                <a:lnTo>
                  <a:pt x="4251" y="158"/>
                </a:lnTo>
                <a:lnTo>
                  <a:pt x="4251" y="157"/>
                </a:lnTo>
                <a:lnTo>
                  <a:pt x="4251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3" y="154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7" y="152"/>
                </a:lnTo>
                <a:lnTo>
                  <a:pt x="4256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9" y="146"/>
                </a:lnTo>
                <a:lnTo>
                  <a:pt x="4260" y="145"/>
                </a:lnTo>
                <a:lnTo>
                  <a:pt x="4260" y="144"/>
                </a:lnTo>
                <a:lnTo>
                  <a:pt x="4259" y="144"/>
                </a:lnTo>
                <a:lnTo>
                  <a:pt x="4259" y="143"/>
                </a:lnTo>
                <a:lnTo>
                  <a:pt x="4258" y="143"/>
                </a:lnTo>
                <a:lnTo>
                  <a:pt x="4258" y="142"/>
                </a:lnTo>
                <a:lnTo>
                  <a:pt x="4257" y="141"/>
                </a:lnTo>
                <a:lnTo>
                  <a:pt x="4256" y="140"/>
                </a:lnTo>
                <a:lnTo>
                  <a:pt x="4256" y="139"/>
                </a:lnTo>
                <a:lnTo>
                  <a:pt x="4256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5" y="135"/>
                </a:lnTo>
                <a:lnTo>
                  <a:pt x="4254" y="135"/>
                </a:lnTo>
                <a:lnTo>
                  <a:pt x="4253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5" y="126"/>
                </a:lnTo>
                <a:lnTo>
                  <a:pt x="4245" y="125"/>
                </a:lnTo>
                <a:lnTo>
                  <a:pt x="4245" y="124"/>
                </a:lnTo>
                <a:lnTo>
                  <a:pt x="4247" y="124"/>
                </a:lnTo>
                <a:lnTo>
                  <a:pt x="4248" y="124"/>
                </a:lnTo>
                <a:lnTo>
                  <a:pt x="4248" y="123"/>
                </a:lnTo>
                <a:lnTo>
                  <a:pt x="4248" y="122"/>
                </a:lnTo>
                <a:lnTo>
                  <a:pt x="4247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2" y="110"/>
                </a:lnTo>
                <a:lnTo>
                  <a:pt x="4251" y="110"/>
                </a:lnTo>
                <a:lnTo>
                  <a:pt x="4251" y="109"/>
                </a:lnTo>
                <a:lnTo>
                  <a:pt x="4251" y="108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0" y="105"/>
                </a:lnTo>
                <a:lnTo>
                  <a:pt x="4250" y="104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3"/>
                </a:lnTo>
                <a:lnTo>
                  <a:pt x="4245" y="102"/>
                </a:lnTo>
                <a:lnTo>
                  <a:pt x="4244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0" y="101"/>
                </a:lnTo>
                <a:lnTo>
                  <a:pt x="4240" y="100"/>
                </a:lnTo>
                <a:lnTo>
                  <a:pt x="4239" y="100"/>
                </a:lnTo>
                <a:lnTo>
                  <a:pt x="4238" y="99"/>
                </a:lnTo>
                <a:lnTo>
                  <a:pt x="4236" y="98"/>
                </a:lnTo>
                <a:lnTo>
                  <a:pt x="4235" y="98"/>
                </a:lnTo>
                <a:lnTo>
                  <a:pt x="4233" y="97"/>
                </a:lnTo>
                <a:lnTo>
                  <a:pt x="4232" y="96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7"/>
                </a:lnTo>
                <a:lnTo>
                  <a:pt x="4226" y="98"/>
                </a:lnTo>
                <a:lnTo>
                  <a:pt x="4225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3" y="98"/>
                </a:lnTo>
                <a:lnTo>
                  <a:pt x="4213" y="99"/>
                </a:lnTo>
                <a:lnTo>
                  <a:pt x="4212" y="99"/>
                </a:lnTo>
                <a:lnTo>
                  <a:pt x="4211" y="99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3" y="102"/>
                </a:lnTo>
                <a:lnTo>
                  <a:pt x="4202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1"/>
                </a:lnTo>
                <a:lnTo>
                  <a:pt x="4199" y="102"/>
                </a:lnTo>
                <a:lnTo>
                  <a:pt x="4198" y="102"/>
                </a:lnTo>
                <a:lnTo>
                  <a:pt x="4198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4" y="101"/>
                </a:lnTo>
                <a:lnTo>
                  <a:pt x="4194" y="100"/>
                </a:lnTo>
                <a:lnTo>
                  <a:pt x="4193" y="100"/>
                </a:lnTo>
                <a:lnTo>
                  <a:pt x="4193" y="99"/>
                </a:lnTo>
                <a:lnTo>
                  <a:pt x="4193" y="98"/>
                </a:lnTo>
                <a:lnTo>
                  <a:pt x="4193" y="97"/>
                </a:lnTo>
                <a:lnTo>
                  <a:pt x="4192" y="97"/>
                </a:lnTo>
                <a:lnTo>
                  <a:pt x="4192" y="96"/>
                </a:lnTo>
                <a:lnTo>
                  <a:pt x="4192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5" y="90"/>
                </a:lnTo>
                <a:lnTo>
                  <a:pt x="4195" y="89"/>
                </a:lnTo>
                <a:lnTo>
                  <a:pt x="4195" y="88"/>
                </a:lnTo>
                <a:lnTo>
                  <a:pt x="4194" y="88"/>
                </a:lnTo>
                <a:lnTo>
                  <a:pt x="4194" y="87"/>
                </a:lnTo>
                <a:lnTo>
                  <a:pt x="4194" y="86"/>
                </a:lnTo>
                <a:lnTo>
                  <a:pt x="4194" y="85"/>
                </a:lnTo>
                <a:lnTo>
                  <a:pt x="4193" y="84"/>
                </a:lnTo>
                <a:lnTo>
                  <a:pt x="4192" y="84"/>
                </a:lnTo>
                <a:lnTo>
                  <a:pt x="4192" y="83"/>
                </a:lnTo>
                <a:lnTo>
                  <a:pt x="4192" y="82"/>
                </a:lnTo>
                <a:lnTo>
                  <a:pt x="4193" y="81"/>
                </a:lnTo>
                <a:lnTo>
                  <a:pt x="4194" y="81"/>
                </a:lnTo>
                <a:lnTo>
                  <a:pt x="4194" y="82"/>
                </a:lnTo>
                <a:lnTo>
                  <a:pt x="4195" y="82"/>
                </a:lnTo>
                <a:lnTo>
                  <a:pt x="4195" y="81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8" y="80"/>
                </a:lnTo>
                <a:lnTo>
                  <a:pt x="4199" y="79"/>
                </a:lnTo>
                <a:lnTo>
                  <a:pt x="4200" y="79"/>
                </a:lnTo>
                <a:lnTo>
                  <a:pt x="4201" y="79"/>
                </a:lnTo>
                <a:lnTo>
                  <a:pt x="4201" y="78"/>
                </a:lnTo>
                <a:lnTo>
                  <a:pt x="4202" y="78"/>
                </a:lnTo>
                <a:lnTo>
                  <a:pt x="4204" y="78"/>
                </a:lnTo>
                <a:lnTo>
                  <a:pt x="4205" y="79"/>
                </a:lnTo>
                <a:lnTo>
                  <a:pt x="4206" y="79"/>
                </a:lnTo>
                <a:lnTo>
                  <a:pt x="4206" y="78"/>
                </a:lnTo>
                <a:lnTo>
                  <a:pt x="4207" y="78"/>
                </a:lnTo>
                <a:lnTo>
                  <a:pt x="4207" y="77"/>
                </a:lnTo>
                <a:lnTo>
                  <a:pt x="4208" y="76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1" y="74"/>
                </a:lnTo>
                <a:lnTo>
                  <a:pt x="4212" y="74"/>
                </a:lnTo>
                <a:lnTo>
                  <a:pt x="4213" y="74"/>
                </a:lnTo>
                <a:lnTo>
                  <a:pt x="4213" y="73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69"/>
                </a:lnTo>
                <a:lnTo>
                  <a:pt x="4218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7" y="61"/>
                </a:lnTo>
                <a:lnTo>
                  <a:pt x="4228" y="60"/>
                </a:lnTo>
                <a:lnTo>
                  <a:pt x="4229" y="59"/>
                </a:lnTo>
                <a:lnTo>
                  <a:pt x="4229" y="58"/>
                </a:lnTo>
                <a:lnTo>
                  <a:pt x="4230" y="58"/>
                </a:lnTo>
                <a:lnTo>
                  <a:pt x="4231" y="58"/>
                </a:lnTo>
                <a:lnTo>
                  <a:pt x="4231" y="57"/>
                </a:lnTo>
                <a:lnTo>
                  <a:pt x="4232" y="57"/>
                </a:lnTo>
                <a:lnTo>
                  <a:pt x="4233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7" y="53"/>
                </a:lnTo>
                <a:lnTo>
                  <a:pt x="4238" y="52"/>
                </a:lnTo>
                <a:lnTo>
                  <a:pt x="4239" y="51"/>
                </a:lnTo>
                <a:lnTo>
                  <a:pt x="4240" y="51"/>
                </a:lnTo>
                <a:lnTo>
                  <a:pt x="4240" y="50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3" y="49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6" y="48"/>
                </a:lnTo>
                <a:lnTo>
                  <a:pt x="4247" y="48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1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5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3" y="32"/>
                </a:lnTo>
                <a:lnTo>
                  <a:pt x="4263" y="31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7" y="30"/>
                </a:lnTo>
                <a:lnTo>
                  <a:pt x="4268" y="30"/>
                </a:lnTo>
                <a:lnTo>
                  <a:pt x="4269" y="30"/>
                </a:lnTo>
                <a:lnTo>
                  <a:pt x="4269" y="29"/>
                </a:lnTo>
                <a:lnTo>
                  <a:pt x="4270" y="29"/>
                </a:lnTo>
                <a:lnTo>
                  <a:pt x="4271" y="30"/>
                </a:lnTo>
                <a:lnTo>
                  <a:pt x="4272" y="30"/>
                </a:lnTo>
                <a:lnTo>
                  <a:pt x="4273" y="30"/>
                </a:lnTo>
                <a:lnTo>
                  <a:pt x="4274" y="29"/>
                </a:lnTo>
                <a:lnTo>
                  <a:pt x="4275" y="29"/>
                </a:lnTo>
                <a:lnTo>
                  <a:pt x="4275" y="28"/>
                </a:lnTo>
                <a:lnTo>
                  <a:pt x="4275" y="29"/>
                </a:lnTo>
                <a:lnTo>
                  <a:pt x="4276" y="29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2" y="29"/>
                </a:lnTo>
                <a:lnTo>
                  <a:pt x="4284" y="29"/>
                </a:lnTo>
                <a:lnTo>
                  <a:pt x="4285" y="29"/>
                </a:lnTo>
                <a:lnTo>
                  <a:pt x="4285" y="28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8" y="29"/>
                </a:lnTo>
                <a:lnTo>
                  <a:pt x="4289" y="29"/>
                </a:lnTo>
                <a:lnTo>
                  <a:pt x="4290" y="29"/>
                </a:lnTo>
                <a:lnTo>
                  <a:pt x="4290" y="30"/>
                </a:lnTo>
                <a:lnTo>
                  <a:pt x="4291" y="31"/>
                </a:lnTo>
                <a:lnTo>
                  <a:pt x="4292" y="31"/>
                </a:lnTo>
                <a:lnTo>
                  <a:pt x="4292" y="30"/>
                </a:lnTo>
                <a:lnTo>
                  <a:pt x="4293" y="30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9" y="30"/>
                </a:lnTo>
                <a:lnTo>
                  <a:pt x="4300" y="30"/>
                </a:lnTo>
                <a:lnTo>
                  <a:pt x="4301" y="30"/>
                </a:lnTo>
                <a:lnTo>
                  <a:pt x="4302" y="30"/>
                </a:lnTo>
                <a:lnTo>
                  <a:pt x="4302" y="29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6" y="28"/>
                </a:lnTo>
                <a:lnTo>
                  <a:pt x="4307" y="28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39" y="19"/>
                </a:lnTo>
                <a:lnTo>
                  <a:pt x="4340" y="19"/>
                </a:lnTo>
                <a:lnTo>
                  <a:pt x="4341" y="18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5"/>
                </a:lnTo>
                <a:lnTo>
                  <a:pt x="4362" y="15"/>
                </a:lnTo>
                <a:lnTo>
                  <a:pt x="4363" y="15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5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1"/>
                </a:lnTo>
                <a:lnTo>
                  <a:pt x="4384" y="10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4" y="11"/>
                </a:lnTo>
                <a:lnTo>
                  <a:pt x="4405" y="11"/>
                </a:lnTo>
                <a:lnTo>
                  <a:pt x="4406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09" y="13"/>
                </a:lnTo>
                <a:lnTo>
                  <a:pt x="4410" y="13"/>
                </a:lnTo>
                <a:lnTo>
                  <a:pt x="4411" y="13"/>
                </a:lnTo>
                <a:lnTo>
                  <a:pt x="4412" y="12"/>
                </a:lnTo>
                <a:lnTo>
                  <a:pt x="4413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2"/>
                </a:lnTo>
                <a:lnTo>
                  <a:pt x="4418" y="12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6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1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1"/>
                </a:lnTo>
                <a:lnTo>
                  <a:pt x="4451" y="10"/>
                </a:lnTo>
                <a:lnTo>
                  <a:pt x="4452" y="10"/>
                </a:lnTo>
                <a:lnTo>
                  <a:pt x="4453" y="10"/>
                </a:lnTo>
                <a:lnTo>
                  <a:pt x="4453" y="9"/>
                </a:lnTo>
                <a:lnTo>
                  <a:pt x="4455" y="9"/>
                </a:lnTo>
                <a:lnTo>
                  <a:pt x="4458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0" y="7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1"/>
                </a:lnTo>
                <a:lnTo>
                  <a:pt x="4484" y="0"/>
                </a:lnTo>
                <a:lnTo>
                  <a:pt x="4485" y="0"/>
                </a:lnTo>
                <a:lnTo>
                  <a:pt x="4486" y="1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3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2" y="7"/>
                </a:lnTo>
                <a:lnTo>
                  <a:pt x="4503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10" y="7"/>
                </a:lnTo>
                <a:lnTo>
                  <a:pt x="4511" y="7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3" y="2"/>
                </a:lnTo>
                <a:lnTo>
                  <a:pt x="45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470880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469944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4688280" y="38962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468108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1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467388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 flipV="1">
            <a:off x="470448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 flipV="1">
            <a:off x="466128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451800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451620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>
            <a:off x="4518360" y="4269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>
            <a:off x="451908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451800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4516200" y="4269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45190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4516560" y="4269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451584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451728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5"/>
                </a:lnTo>
                <a:lnTo>
                  <a:pt x="14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6" y="6"/>
                </a:lnTo>
                <a:lnTo>
                  <a:pt x="16" y="9"/>
                </a:lnTo>
                <a:lnTo>
                  <a:pt x="14" y="10"/>
                </a:lnTo>
                <a:lnTo>
                  <a:pt x="13" y="11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4605840" y="433188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7"/>
                </a:lnTo>
                <a:lnTo>
                  <a:pt x="18" y="64"/>
                </a:lnTo>
                <a:lnTo>
                  <a:pt x="22" y="59"/>
                </a:lnTo>
                <a:lnTo>
                  <a:pt x="24" y="55"/>
                </a:lnTo>
                <a:lnTo>
                  <a:pt x="26" y="51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8"/>
                </a:lnTo>
                <a:lnTo>
                  <a:pt x="44" y="14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445248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4450320" y="443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445284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4450680" y="4435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4448160" y="4435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4448160" y="443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443952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2"/>
                </a:lnTo>
                <a:lnTo>
                  <a:pt x="4" y="2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4439520" y="4439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443448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4434480" y="444132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445716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445644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4429800" y="4442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443016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445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445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442692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4427280" y="4446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442512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445392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442548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4453200" y="44467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445212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4451400" y="4448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442476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442548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4449960" y="44535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4449960" y="445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442440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4425120" y="4454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4447080" y="445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444708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4419360" y="4456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444096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444096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4418280" y="4456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4437000" y="4459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4436640" y="445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4420800" y="446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4420440" y="4460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442332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442296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4433760" y="446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442728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443376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4427280" y="446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454896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427608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30"/>
                </a:lnTo>
                <a:lnTo>
                  <a:pt x="23" y="34"/>
                </a:lnTo>
                <a:lnTo>
                  <a:pt x="26" y="38"/>
                </a:lnTo>
                <a:lnTo>
                  <a:pt x="28" y="42"/>
                </a:lnTo>
                <a:lnTo>
                  <a:pt x="30" y="46"/>
                </a:lnTo>
                <a:lnTo>
                  <a:pt x="32" y="49"/>
                </a:lnTo>
                <a:lnTo>
                  <a:pt x="34" y="53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4552920" y="44744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455184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454896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4551120" y="447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4548600" y="447156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1" y="7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459216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6"/>
                </a:lnTo>
                <a:lnTo>
                  <a:pt x="1" y="71"/>
                </a:lnTo>
                <a:lnTo>
                  <a:pt x="1" y="64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5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4440600" y="4610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443988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443952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4438800" y="461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443880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443772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430092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2"/>
                </a:lnTo>
                <a:lnTo>
                  <a:pt x="22" y="38"/>
                </a:lnTo>
                <a:lnTo>
                  <a:pt x="22" y="43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6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4453920" y="4622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452160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4520880" y="4623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446148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444024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 flipV="1">
            <a:off x="443700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446112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446184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443664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 flipH="1"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443556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443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>
            <a:off x="443736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443844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443772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443736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4434480" y="46260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4431960" y="4630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4575600" y="4591440"/>
            <a:ext cx="14760" cy="39600"/>
          </a:xfrm>
          <a:custGeom>
            <a:avLst/>
            <a:gdLst/>
            <a:ahLst/>
            <a:rect l="0" t="0" r="r" b="b"/>
            <a:pathLst>
              <a:path fill="none" w="41" h="110">
                <a:moveTo>
                  <a:pt x="0" y="110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5" y="53"/>
                </a:lnTo>
                <a:lnTo>
                  <a:pt x="27" y="47"/>
                </a:lnTo>
                <a:lnTo>
                  <a:pt x="29" y="43"/>
                </a:lnTo>
                <a:lnTo>
                  <a:pt x="30" y="38"/>
                </a:lnTo>
                <a:lnTo>
                  <a:pt x="32" y="34"/>
                </a:lnTo>
                <a:lnTo>
                  <a:pt x="33" y="29"/>
                </a:lnTo>
                <a:lnTo>
                  <a:pt x="35" y="24"/>
                </a:lnTo>
                <a:lnTo>
                  <a:pt x="36" y="21"/>
                </a:lnTo>
                <a:lnTo>
                  <a:pt x="36" y="18"/>
                </a:lnTo>
                <a:lnTo>
                  <a:pt x="38" y="13"/>
                </a:lnTo>
                <a:lnTo>
                  <a:pt x="39" y="8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443232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4431960" y="463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443160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443232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445824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443196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443088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4458600" y="463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445824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4456800" y="463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 flipV="1">
            <a:off x="4457160" y="4632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451836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>
            <a:off x="4488120" y="4632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448740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>
            <a:off x="4487040" y="4633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4518720" y="463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2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444672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455112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444672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455040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4446720" y="4636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4446360" y="4636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 flipH="1">
            <a:off x="444528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44866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444528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>
            <a:off x="448632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4438800" y="4637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4443120" y="463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4442760" y="463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4441680" y="4639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444168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4532040" y="463608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4498560" y="463932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453060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4" y="12"/>
                </a:lnTo>
                <a:lnTo>
                  <a:pt x="21" y="12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4499640" y="46393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0"/>
                </a:moveTo>
                <a:lnTo>
                  <a:pt x="3" y="4"/>
                </a:lnTo>
                <a:lnTo>
                  <a:pt x="3" y="5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448596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448380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448344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4484160" y="464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4485600" y="4646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444672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4441320" y="4649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4441320" y="464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4443840" y="465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443988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444348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443952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445140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445104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 flipV="1">
            <a:off x="445140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4508280" y="464940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1" y="2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4451400" y="465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4451040" y="4651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>
            <a:off x="445104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450828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3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441540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447264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 flipV="1"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447012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443988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>
            <a:off x="4440240" y="4657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447048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4439520" y="465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 flipH="1">
            <a:off x="4470840" y="4657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4470840" y="465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447048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443628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>
            <a:off x="4470120" y="465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4496760" y="46591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453744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4536000" y="4659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442908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4429440" y="466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4423320" y="4660200"/>
            <a:ext cx="1440" cy="5400"/>
          </a:xfrm>
          <a:custGeom>
            <a:avLst/>
            <a:gdLst/>
            <a:ahLst/>
            <a:rect l="0" t="0" r="r" b="b"/>
            <a:pathLst>
              <a:path fill="none" w="4" h="15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4" y="13"/>
                </a:lnTo>
                <a:lnTo>
                  <a:pt x="2" y="14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444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4447800" y="466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4448160" y="4665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444924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444708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4446000" y="466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444888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 flipH="1">
            <a:off x="4477320" y="4667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447804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4444560" y="4667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447732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>
            <a:off x="447804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447912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4443840" y="4667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447660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444636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 flipV="1">
            <a:off x="447732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4438800" y="4668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>
            <a:off x="4442400" y="466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444708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>
            <a:off x="444564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443880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4478760" y="466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4440240" y="4668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4479120" y="46684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447840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 flipH="1">
            <a:off x="447768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4445280" y="466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443844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447696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>
            <a:off x="4476600" y="4669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443736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4478040" y="4669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447732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443700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444420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4436640" y="4670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4443480" y="467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44427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45082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450684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4440600" y="467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451044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451044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443952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451116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4436280" y="4673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4512600" y="4673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4488120" y="46717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8"/>
                </a:ln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4512600" y="467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448884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4437000" y="4674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448848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4396320" y="4676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439488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439596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439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439380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439416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439344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 flipH="1">
            <a:off x="439344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4498560" y="4678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 flipV="1">
            <a:off x="4391640" y="4679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 flipH="1">
            <a:off x="439164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>
            <a:off x="4392360" y="467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4391640" y="46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>
            <a:off x="439092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>
            <a:off x="452268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4474800" y="468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4474440" y="468576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9"/>
                </a:lnTo>
                <a:lnTo>
                  <a:pt x="4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4491000" y="4688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449136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 flipV="1">
            <a:off x="4490640" y="4688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 flipV="1">
            <a:off x="4491000" y="4689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449136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 flipH="1">
            <a:off x="449100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>
            <a:off x="449064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>
            <a:off x="450828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4507920" y="469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>
            <a:off x="451620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451548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4419000" y="470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441648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6" y="1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4375080" y="4703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439056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 flipV="1">
            <a:off x="4502160" y="470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439128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450216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450180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>
            <a:off x="437112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439020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450180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437148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4371120" y="470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444852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4369320" y="470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44276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4425120" y="470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438120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442692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4370040" y="470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442764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444780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7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442764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438372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4381560" y="4707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4381920" y="470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438084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2"/>
                </a:move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442800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4428360" y="470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442836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1" y="4"/>
                </a:lnTo>
                <a:lnTo>
                  <a:pt x="3" y="5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5" y="4"/>
                </a:lnTo>
                <a:lnTo>
                  <a:pt x="4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443484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2" y="6"/>
                </a:lnTo>
                <a:lnTo>
                  <a:pt x="2" y="8"/>
                </a:lnTo>
                <a:lnTo>
                  <a:pt x="4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 flipH="1">
            <a:off x="4360680" y="4713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4351680" y="4713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436068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4361040" y="4714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>
            <a:off x="436032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4466880" y="472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446760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446580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430272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4407840" y="472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430272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440748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4451040" y="47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445068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4406760" y="473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440676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431352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444708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4445640" y="473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444744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4405680" y="473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4405320" y="4733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4444560" y="47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444564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4404600" y="472644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11" y="9"/>
                </a:lnTo>
                <a:lnTo>
                  <a:pt x="11" y="8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7" y="9"/>
                </a:lnTo>
                <a:lnTo>
                  <a:pt x="4" y="12"/>
                </a:lnTo>
                <a:lnTo>
                  <a:pt x="3" y="13"/>
                </a:lnTo>
                <a:lnTo>
                  <a:pt x="3" y="14"/>
                </a:lnTo>
                <a:lnTo>
                  <a:pt x="1" y="16"/>
                </a:lnTo>
                <a:lnTo>
                  <a:pt x="1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4444560" y="4733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440424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445356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4404600" y="4733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4431960" y="473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431280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4403160" y="473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4403160" y="4733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4424760" y="4737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442584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431784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4318560" y="473508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5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4425120" y="4737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4295880" y="473904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4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4352040" y="47397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8" y="5"/>
                </a:lnTo>
                <a:lnTo>
                  <a:pt x="8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435204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2"/>
                </a:lnTo>
                <a:lnTo>
                  <a:pt x="5" y="2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4296600" y="47394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9" y="5"/>
                </a:lnTo>
                <a:lnTo>
                  <a:pt x="7" y="8"/>
                </a:lnTo>
                <a:lnTo>
                  <a:pt x="4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439272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439236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4312800" y="47440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1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431280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4353120" y="4747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4353480" y="47484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442044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442080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442044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442044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442548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3"/>
                </a:move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428760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4292640" y="47538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2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434808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4349160" y="47527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3" y="0"/>
                </a:moveTo>
                <a:lnTo>
                  <a:pt x="3" y="3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428832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429264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1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428472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1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428580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442332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442296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421520" y="4759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421160" y="4760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47840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6"/>
                </a:lnTo>
                <a:lnTo>
                  <a:pt x="16" y="62"/>
                </a:lnTo>
                <a:lnTo>
                  <a:pt x="19" y="59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415040" y="477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41468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40388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403520" y="4799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24044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3" y="86"/>
                </a:lnTo>
                <a:lnTo>
                  <a:pt x="4" y="90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37976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38084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379400" y="48178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379760" y="4819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37832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376520" y="4822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6"/>
                </a:move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374360" y="4825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438084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4377960" y="482940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1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437796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438408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4372200" y="488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437220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4365000" y="488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435672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5"/>
                </a:lnTo>
                <a:lnTo>
                  <a:pt x="47" y="24"/>
                </a:lnTo>
                <a:lnTo>
                  <a:pt x="52" y="20"/>
                </a:lnTo>
                <a:lnTo>
                  <a:pt x="58" y="19"/>
                </a:lnTo>
                <a:lnTo>
                  <a:pt x="64" y="16"/>
                </a:lnTo>
                <a:lnTo>
                  <a:pt x="69" y="14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 txBox="1"/>
          <p:nvPr/>
        </p:nvSpPr>
        <p:spPr>
          <a:xfrm>
            <a:off x="319608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10%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681480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3" y="30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40" y="37"/>
                </a:lnTo>
                <a:lnTo>
                  <a:pt x="141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8"/>
                </a:lnTo>
                <a:lnTo>
                  <a:pt x="156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5" y="40"/>
                </a:lnTo>
                <a:lnTo>
                  <a:pt x="167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2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39"/>
                </a:lnTo>
                <a:lnTo>
                  <a:pt x="184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9" y="44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2" y="46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1"/>
                </a:lnTo>
                <a:lnTo>
                  <a:pt x="179" y="53"/>
                </a:lnTo>
                <a:lnTo>
                  <a:pt x="178" y="53"/>
                </a:lnTo>
                <a:lnTo>
                  <a:pt x="177" y="51"/>
                </a:lnTo>
                <a:lnTo>
                  <a:pt x="176" y="50"/>
                </a:lnTo>
                <a:lnTo>
                  <a:pt x="175" y="50"/>
                </a:lnTo>
                <a:lnTo>
                  <a:pt x="175" y="49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1" y="51"/>
                </a:lnTo>
                <a:lnTo>
                  <a:pt x="170" y="51"/>
                </a:lnTo>
                <a:lnTo>
                  <a:pt x="169" y="51"/>
                </a:lnTo>
                <a:lnTo>
                  <a:pt x="169" y="53"/>
                </a:lnTo>
                <a:lnTo>
                  <a:pt x="168" y="53"/>
                </a:lnTo>
                <a:lnTo>
                  <a:pt x="168" y="51"/>
                </a:lnTo>
                <a:lnTo>
                  <a:pt x="168" y="53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7" y="58"/>
                </a:lnTo>
                <a:lnTo>
                  <a:pt x="166" y="57"/>
                </a:lnTo>
                <a:lnTo>
                  <a:pt x="165" y="57"/>
                </a:lnTo>
                <a:lnTo>
                  <a:pt x="164" y="58"/>
                </a:lnTo>
                <a:lnTo>
                  <a:pt x="164" y="57"/>
                </a:lnTo>
                <a:lnTo>
                  <a:pt x="163" y="57"/>
                </a:lnTo>
                <a:lnTo>
                  <a:pt x="163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4"/>
                </a:lnTo>
                <a:lnTo>
                  <a:pt x="167" y="65"/>
                </a:lnTo>
                <a:lnTo>
                  <a:pt x="166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70" y="80"/>
                </a:lnTo>
                <a:lnTo>
                  <a:pt x="170" y="81"/>
                </a:lnTo>
                <a:lnTo>
                  <a:pt x="170" y="82"/>
                </a:lnTo>
                <a:lnTo>
                  <a:pt x="171" y="82"/>
                </a:lnTo>
                <a:lnTo>
                  <a:pt x="171" y="81"/>
                </a:lnTo>
                <a:lnTo>
                  <a:pt x="172" y="81"/>
                </a:lnTo>
                <a:lnTo>
                  <a:pt x="173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7"/>
                </a:lnTo>
                <a:lnTo>
                  <a:pt x="178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0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1" y="97"/>
                </a:lnTo>
                <a:lnTo>
                  <a:pt x="170" y="98"/>
                </a:lnTo>
                <a:lnTo>
                  <a:pt x="169" y="97"/>
                </a:lnTo>
                <a:lnTo>
                  <a:pt x="169" y="98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1"/>
                </a:lnTo>
                <a:lnTo>
                  <a:pt x="112" y="151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5" y="155"/>
                </a:lnTo>
                <a:lnTo>
                  <a:pt x="74" y="155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4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5"/>
                </a:lnTo>
                <a:lnTo>
                  <a:pt x="9" y="124"/>
                </a:lnTo>
                <a:lnTo>
                  <a:pt x="10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1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2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685656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8" y="0"/>
                </a:moveTo>
                <a:lnTo>
                  <a:pt x="70" y="1"/>
                </a:lnTo>
                <a:lnTo>
                  <a:pt x="71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3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2" y="10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6" y="17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5" y="18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3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90" y="28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7"/>
                </a:lnTo>
                <a:lnTo>
                  <a:pt x="81" y="26"/>
                </a:lnTo>
                <a:lnTo>
                  <a:pt x="80" y="26"/>
                </a:lnTo>
                <a:lnTo>
                  <a:pt x="80" y="27"/>
                </a:lnTo>
                <a:lnTo>
                  <a:pt x="79" y="27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3" y="35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40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0" y="53"/>
                </a:lnTo>
                <a:lnTo>
                  <a:pt x="80" y="54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8" y="61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5"/>
                </a:lnTo>
                <a:lnTo>
                  <a:pt x="85" y="66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4" y="67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3" y="68"/>
                </a:lnTo>
                <a:lnTo>
                  <a:pt x="84" y="68"/>
                </a:lnTo>
                <a:lnTo>
                  <a:pt x="84" y="67"/>
                </a:lnTo>
                <a:lnTo>
                  <a:pt x="85" y="66"/>
                </a:lnTo>
                <a:lnTo>
                  <a:pt x="85" y="67"/>
                </a:lnTo>
                <a:lnTo>
                  <a:pt x="85" y="68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4" y="68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1" y="71"/>
                </a:lnTo>
                <a:lnTo>
                  <a:pt x="110" y="71"/>
                </a:lnTo>
                <a:lnTo>
                  <a:pt x="110" y="72"/>
                </a:lnTo>
                <a:lnTo>
                  <a:pt x="110" y="73"/>
                </a:lnTo>
                <a:lnTo>
                  <a:pt x="109" y="73"/>
                </a:lnTo>
                <a:lnTo>
                  <a:pt x="109" y="74"/>
                </a:lnTo>
                <a:lnTo>
                  <a:pt x="109" y="75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2"/>
                </a:lnTo>
                <a:lnTo>
                  <a:pt x="106" y="86"/>
                </a:lnTo>
                <a:lnTo>
                  <a:pt x="105" y="86"/>
                </a:lnTo>
                <a:lnTo>
                  <a:pt x="104" y="86"/>
                </a:lnTo>
                <a:lnTo>
                  <a:pt x="104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9"/>
                </a:lnTo>
                <a:lnTo>
                  <a:pt x="106" y="89"/>
                </a:lnTo>
                <a:lnTo>
                  <a:pt x="105" y="90"/>
                </a:lnTo>
                <a:lnTo>
                  <a:pt x="104" y="89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100" y="91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2"/>
                </a:lnTo>
                <a:lnTo>
                  <a:pt x="104" y="91"/>
                </a:lnTo>
                <a:lnTo>
                  <a:pt x="104" y="90"/>
                </a:lnTo>
                <a:lnTo>
                  <a:pt x="105" y="91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4" y="94"/>
                </a:lnTo>
                <a:lnTo>
                  <a:pt x="104" y="95"/>
                </a:lnTo>
                <a:lnTo>
                  <a:pt x="105" y="95"/>
                </a:lnTo>
                <a:lnTo>
                  <a:pt x="105" y="94"/>
                </a:lnTo>
                <a:lnTo>
                  <a:pt x="106" y="94"/>
                </a:lnTo>
                <a:lnTo>
                  <a:pt x="108" y="94"/>
                </a:lnTo>
                <a:lnTo>
                  <a:pt x="108" y="95"/>
                </a:lnTo>
                <a:lnTo>
                  <a:pt x="109" y="95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2" y="95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6" y="97"/>
                </a:lnTo>
                <a:lnTo>
                  <a:pt x="116" y="98"/>
                </a:lnTo>
                <a:lnTo>
                  <a:pt x="117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0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4"/>
                </a:lnTo>
                <a:lnTo>
                  <a:pt x="123" y="105"/>
                </a:lnTo>
                <a:lnTo>
                  <a:pt x="121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7" y="110"/>
                </a:lnTo>
                <a:lnTo>
                  <a:pt x="106" y="109"/>
                </a:lnTo>
                <a:lnTo>
                  <a:pt x="106" y="110"/>
                </a:lnTo>
                <a:lnTo>
                  <a:pt x="107" y="111"/>
                </a:lnTo>
                <a:lnTo>
                  <a:pt x="106" y="111"/>
                </a:lnTo>
                <a:lnTo>
                  <a:pt x="105" y="109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1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2" y="113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9" y="114"/>
                </a:lnTo>
                <a:lnTo>
                  <a:pt x="100" y="115"/>
                </a:lnTo>
                <a:lnTo>
                  <a:pt x="104" y="118"/>
                </a:lnTo>
                <a:lnTo>
                  <a:pt x="103" y="118"/>
                </a:lnTo>
                <a:lnTo>
                  <a:pt x="102" y="121"/>
                </a:lnTo>
                <a:lnTo>
                  <a:pt x="101" y="121"/>
                </a:lnTo>
                <a:lnTo>
                  <a:pt x="100" y="120"/>
                </a:lnTo>
                <a:lnTo>
                  <a:pt x="99" y="120"/>
                </a:lnTo>
                <a:lnTo>
                  <a:pt x="96" y="119"/>
                </a:lnTo>
                <a:lnTo>
                  <a:pt x="95" y="118"/>
                </a:lnTo>
                <a:lnTo>
                  <a:pt x="94" y="119"/>
                </a:lnTo>
                <a:lnTo>
                  <a:pt x="93" y="119"/>
                </a:lnTo>
                <a:lnTo>
                  <a:pt x="94" y="119"/>
                </a:lnTo>
                <a:lnTo>
                  <a:pt x="94" y="120"/>
                </a:lnTo>
                <a:lnTo>
                  <a:pt x="96" y="120"/>
                </a:lnTo>
                <a:lnTo>
                  <a:pt x="98" y="121"/>
                </a:lnTo>
                <a:lnTo>
                  <a:pt x="101" y="122"/>
                </a:lnTo>
                <a:lnTo>
                  <a:pt x="102" y="126"/>
                </a:lnTo>
                <a:lnTo>
                  <a:pt x="102" y="127"/>
                </a:lnTo>
                <a:lnTo>
                  <a:pt x="103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3" y="131"/>
                </a:lnTo>
                <a:lnTo>
                  <a:pt x="102" y="131"/>
                </a:lnTo>
                <a:lnTo>
                  <a:pt x="101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9" y="127"/>
                </a:lnTo>
                <a:lnTo>
                  <a:pt x="98" y="123"/>
                </a:lnTo>
                <a:lnTo>
                  <a:pt x="97" y="123"/>
                </a:lnTo>
                <a:lnTo>
                  <a:pt x="96" y="123"/>
                </a:lnTo>
                <a:lnTo>
                  <a:pt x="97" y="123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8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0"/>
                </a:lnTo>
                <a:lnTo>
                  <a:pt x="99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5" y="129"/>
                </a:lnTo>
                <a:lnTo>
                  <a:pt x="95" y="130"/>
                </a:lnTo>
                <a:lnTo>
                  <a:pt x="94" y="129"/>
                </a:lnTo>
                <a:lnTo>
                  <a:pt x="93" y="129"/>
                </a:lnTo>
                <a:lnTo>
                  <a:pt x="92" y="129"/>
                </a:lnTo>
                <a:lnTo>
                  <a:pt x="93" y="129"/>
                </a:lnTo>
                <a:lnTo>
                  <a:pt x="93" y="130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4" y="133"/>
                </a:lnTo>
                <a:lnTo>
                  <a:pt x="107" y="134"/>
                </a:lnTo>
                <a:lnTo>
                  <a:pt x="107" y="135"/>
                </a:lnTo>
                <a:lnTo>
                  <a:pt x="102" y="134"/>
                </a:lnTo>
                <a:lnTo>
                  <a:pt x="96" y="132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2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7" y="135"/>
                </a:lnTo>
                <a:lnTo>
                  <a:pt x="98" y="136"/>
                </a:lnTo>
                <a:lnTo>
                  <a:pt x="99" y="134"/>
                </a:lnTo>
                <a:lnTo>
                  <a:pt x="102" y="135"/>
                </a:lnTo>
                <a:lnTo>
                  <a:pt x="101" y="137"/>
                </a:lnTo>
                <a:lnTo>
                  <a:pt x="102" y="137"/>
                </a:lnTo>
                <a:lnTo>
                  <a:pt x="103" y="136"/>
                </a:lnTo>
                <a:lnTo>
                  <a:pt x="105" y="136"/>
                </a:lnTo>
                <a:lnTo>
                  <a:pt x="104" y="139"/>
                </a:lnTo>
                <a:lnTo>
                  <a:pt x="103" y="140"/>
                </a:lnTo>
                <a:lnTo>
                  <a:pt x="104" y="141"/>
                </a:lnTo>
                <a:lnTo>
                  <a:pt x="103" y="142"/>
                </a:lnTo>
                <a:lnTo>
                  <a:pt x="101" y="141"/>
                </a:lnTo>
                <a:lnTo>
                  <a:pt x="100" y="141"/>
                </a:lnTo>
                <a:lnTo>
                  <a:pt x="98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4" y="140"/>
                </a:lnTo>
                <a:lnTo>
                  <a:pt x="94" y="141"/>
                </a:lnTo>
                <a:lnTo>
                  <a:pt x="96" y="141"/>
                </a:lnTo>
                <a:lnTo>
                  <a:pt x="96" y="142"/>
                </a:lnTo>
                <a:lnTo>
                  <a:pt x="95" y="143"/>
                </a:lnTo>
                <a:lnTo>
                  <a:pt x="94" y="142"/>
                </a:lnTo>
                <a:lnTo>
                  <a:pt x="90" y="141"/>
                </a:lnTo>
                <a:lnTo>
                  <a:pt x="90" y="143"/>
                </a:lnTo>
                <a:lnTo>
                  <a:pt x="94" y="144"/>
                </a:lnTo>
                <a:lnTo>
                  <a:pt x="95" y="144"/>
                </a:lnTo>
                <a:lnTo>
                  <a:pt x="94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3" y="146"/>
                </a:lnTo>
                <a:lnTo>
                  <a:pt x="82" y="147"/>
                </a:lnTo>
                <a:lnTo>
                  <a:pt x="81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2" y="151"/>
                </a:lnTo>
                <a:lnTo>
                  <a:pt x="82" y="152"/>
                </a:lnTo>
                <a:lnTo>
                  <a:pt x="81" y="152"/>
                </a:lnTo>
                <a:lnTo>
                  <a:pt x="81" y="153"/>
                </a:lnTo>
                <a:lnTo>
                  <a:pt x="82" y="153"/>
                </a:lnTo>
                <a:lnTo>
                  <a:pt x="83" y="153"/>
                </a:lnTo>
                <a:lnTo>
                  <a:pt x="83" y="158"/>
                </a:lnTo>
                <a:lnTo>
                  <a:pt x="84" y="158"/>
                </a:lnTo>
                <a:lnTo>
                  <a:pt x="84" y="154"/>
                </a:lnTo>
                <a:lnTo>
                  <a:pt x="86" y="153"/>
                </a:lnTo>
                <a:lnTo>
                  <a:pt x="90" y="153"/>
                </a:lnTo>
                <a:lnTo>
                  <a:pt x="90" y="156"/>
                </a:lnTo>
                <a:lnTo>
                  <a:pt x="92" y="156"/>
                </a:lnTo>
                <a:lnTo>
                  <a:pt x="92" y="153"/>
                </a:lnTo>
                <a:lnTo>
                  <a:pt x="93" y="153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3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70"/>
                </a:lnTo>
                <a:lnTo>
                  <a:pt x="67" y="170"/>
                </a:lnTo>
                <a:lnTo>
                  <a:pt x="66" y="170"/>
                </a:lnTo>
                <a:lnTo>
                  <a:pt x="65" y="171"/>
                </a:lnTo>
                <a:lnTo>
                  <a:pt x="64" y="171"/>
                </a:lnTo>
                <a:lnTo>
                  <a:pt x="64" y="172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5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4" y="144"/>
                </a:lnTo>
                <a:lnTo>
                  <a:pt x="4" y="143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20" y="115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9" y="82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8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7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7" y="44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1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4" y="14"/>
                </a:lnTo>
                <a:lnTo>
                  <a:pt x="55" y="13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2"/>
                </a:lnTo>
                <a:lnTo>
                  <a:pt x="65" y="1"/>
                </a:lnTo>
                <a:lnTo>
                  <a:pt x="65" y="0"/>
                </a:lnTo>
                <a:lnTo>
                  <a:pt x="66" y="1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6751080" y="132012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2"/>
                </a:lnTo>
                <a:lnTo>
                  <a:pt x="391" y="3"/>
                </a:lnTo>
                <a:lnTo>
                  <a:pt x="392" y="5"/>
                </a:lnTo>
                <a:lnTo>
                  <a:pt x="392" y="4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5"/>
                </a:lnTo>
                <a:lnTo>
                  <a:pt x="412" y="26"/>
                </a:lnTo>
                <a:lnTo>
                  <a:pt x="412" y="27"/>
                </a:lnTo>
                <a:lnTo>
                  <a:pt x="411" y="27"/>
                </a:lnTo>
                <a:lnTo>
                  <a:pt x="410" y="29"/>
                </a:lnTo>
                <a:lnTo>
                  <a:pt x="411" y="31"/>
                </a:lnTo>
                <a:lnTo>
                  <a:pt x="412" y="31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6"/>
                </a:lnTo>
                <a:lnTo>
                  <a:pt x="413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10" y="41"/>
                </a:lnTo>
                <a:lnTo>
                  <a:pt x="410" y="42"/>
                </a:lnTo>
                <a:lnTo>
                  <a:pt x="411" y="42"/>
                </a:lnTo>
                <a:lnTo>
                  <a:pt x="411" y="43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3" y="45"/>
                </a:lnTo>
                <a:lnTo>
                  <a:pt x="415" y="45"/>
                </a:lnTo>
                <a:lnTo>
                  <a:pt x="416" y="45"/>
                </a:lnTo>
                <a:lnTo>
                  <a:pt x="418" y="46"/>
                </a:lnTo>
                <a:lnTo>
                  <a:pt x="419" y="46"/>
                </a:lnTo>
                <a:lnTo>
                  <a:pt x="420" y="47"/>
                </a:lnTo>
                <a:lnTo>
                  <a:pt x="419" y="49"/>
                </a:lnTo>
                <a:lnTo>
                  <a:pt x="419" y="50"/>
                </a:lnTo>
                <a:lnTo>
                  <a:pt x="418" y="51"/>
                </a:lnTo>
                <a:lnTo>
                  <a:pt x="418" y="52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1" y="54"/>
                </a:lnTo>
                <a:lnTo>
                  <a:pt x="422" y="54"/>
                </a:lnTo>
                <a:lnTo>
                  <a:pt x="422" y="55"/>
                </a:lnTo>
                <a:lnTo>
                  <a:pt x="423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2" y="61"/>
                </a:lnTo>
                <a:lnTo>
                  <a:pt x="423" y="61"/>
                </a:lnTo>
                <a:lnTo>
                  <a:pt x="424" y="62"/>
                </a:lnTo>
                <a:lnTo>
                  <a:pt x="427" y="61"/>
                </a:lnTo>
                <a:lnTo>
                  <a:pt x="429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29" y="58"/>
                </a:lnTo>
                <a:lnTo>
                  <a:pt x="429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5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8"/>
                </a:lnTo>
                <a:lnTo>
                  <a:pt x="436" y="58"/>
                </a:lnTo>
                <a:lnTo>
                  <a:pt x="436" y="59"/>
                </a:lnTo>
                <a:lnTo>
                  <a:pt x="435" y="61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1" y="64"/>
                </a:lnTo>
                <a:lnTo>
                  <a:pt x="432" y="63"/>
                </a:lnTo>
                <a:lnTo>
                  <a:pt x="433" y="63"/>
                </a:lnTo>
                <a:lnTo>
                  <a:pt x="436" y="64"/>
                </a:lnTo>
                <a:lnTo>
                  <a:pt x="436" y="65"/>
                </a:lnTo>
                <a:lnTo>
                  <a:pt x="437" y="65"/>
                </a:lnTo>
                <a:lnTo>
                  <a:pt x="437" y="66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7" y="70"/>
                </a:lnTo>
                <a:lnTo>
                  <a:pt x="437" y="71"/>
                </a:lnTo>
                <a:lnTo>
                  <a:pt x="435" y="71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5" y="74"/>
                </a:lnTo>
                <a:lnTo>
                  <a:pt x="436" y="74"/>
                </a:lnTo>
                <a:lnTo>
                  <a:pt x="437" y="75"/>
                </a:lnTo>
                <a:lnTo>
                  <a:pt x="438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7" y="86"/>
                </a:lnTo>
                <a:lnTo>
                  <a:pt x="437" y="87"/>
                </a:lnTo>
                <a:lnTo>
                  <a:pt x="437" y="88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2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6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3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4" y="95"/>
                </a:lnTo>
                <a:lnTo>
                  <a:pt x="425" y="96"/>
                </a:lnTo>
                <a:lnTo>
                  <a:pt x="425" y="97"/>
                </a:lnTo>
                <a:lnTo>
                  <a:pt x="424" y="97"/>
                </a:lnTo>
                <a:lnTo>
                  <a:pt x="425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8" y="101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29" y="105"/>
                </a:lnTo>
                <a:lnTo>
                  <a:pt x="430" y="106"/>
                </a:lnTo>
                <a:lnTo>
                  <a:pt x="430" y="107"/>
                </a:lnTo>
                <a:lnTo>
                  <a:pt x="431" y="107"/>
                </a:lnTo>
                <a:lnTo>
                  <a:pt x="431" y="108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8" y="110"/>
                </a:lnTo>
                <a:lnTo>
                  <a:pt x="437" y="110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39" y="121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0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1" y="132"/>
                </a:lnTo>
                <a:lnTo>
                  <a:pt x="472" y="132"/>
                </a:lnTo>
                <a:lnTo>
                  <a:pt x="472" y="133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6" y="134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29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0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8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60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8" y="166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2"/>
                </a:lnTo>
                <a:lnTo>
                  <a:pt x="492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500" y="198"/>
                </a:lnTo>
                <a:lnTo>
                  <a:pt x="501" y="199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4" y="208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7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4"/>
                </a:lnTo>
                <a:lnTo>
                  <a:pt x="539" y="213"/>
                </a:lnTo>
                <a:lnTo>
                  <a:pt x="539" y="214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8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4" y="265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8" y="266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2" y="279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4"/>
                </a:lnTo>
                <a:lnTo>
                  <a:pt x="533" y="295"/>
                </a:lnTo>
                <a:lnTo>
                  <a:pt x="533" y="296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9" y="305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4" y="322"/>
                </a:lnTo>
                <a:lnTo>
                  <a:pt x="524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2" y="353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0" y="357"/>
                </a:lnTo>
                <a:lnTo>
                  <a:pt x="491" y="357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3"/>
                </a:lnTo>
                <a:lnTo>
                  <a:pt x="498" y="352"/>
                </a:lnTo>
                <a:lnTo>
                  <a:pt x="499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6"/>
                </a:lnTo>
                <a:lnTo>
                  <a:pt x="471" y="355"/>
                </a:lnTo>
                <a:lnTo>
                  <a:pt x="470" y="356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6"/>
                </a:lnTo>
                <a:lnTo>
                  <a:pt x="459" y="356"/>
                </a:lnTo>
                <a:lnTo>
                  <a:pt x="462" y="360"/>
                </a:lnTo>
                <a:lnTo>
                  <a:pt x="461" y="361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4" y="362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7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6" y="380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3" y="376"/>
                </a:lnTo>
                <a:lnTo>
                  <a:pt x="453" y="375"/>
                </a:lnTo>
                <a:lnTo>
                  <a:pt x="452" y="374"/>
                </a:lnTo>
                <a:lnTo>
                  <a:pt x="452" y="371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9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6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2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2"/>
                </a:lnTo>
                <a:lnTo>
                  <a:pt x="419" y="351"/>
                </a:lnTo>
                <a:lnTo>
                  <a:pt x="419" y="350"/>
                </a:lnTo>
                <a:lnTo>
                  <a:pt x="417" y="350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5" y="348"/>
                </a:lnTo>
                <a:lnTo>
                  <a:pt x="415" y="347"/>
                </a:lnTo>
                <a:lnTo>
                  <a:pt x="415" y="345"/>
                </a:lnTo>
                <a:lnTo>
                  <a:pt x="414" y="345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6" y="337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8" y="311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4" y="311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6" y="310"/>
                </a:lnTo>
                <a:lnTo>
                  <a:pt x="376" y="311"/>
                </a:lnTo>
                <a:lnTo>
                  <a:pt x="375" y="311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9"/>
                </a:lnTo>
                <a:lnTo>
                  <a:pt x="377" y="308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1" y="295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3" y="269"/>
                </a:lnTo>
                <a:lnTo>
                  <a:pt x="373" y="270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6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2"/>
                </a:lnTo>
                <a:lnTo>
                  <a:pt x="372" y="251"/>
                </a:lnTo>
                <a:lnTo>
                  <a:pt x="371" y="251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1"/>
                </a:lnTo>
                <a:lnTo>
                  <a:pt x="346" y="240"/>
                </a:lnTo>
                <a:lnTo>
                  <a:pt x="346" y="239"/>
                </a:lnTo>
                <a:lnTo>
                  <a:pt x="345" y="238"/>
                </a:lnTo>
                <a:lnTo>
                  <a:pt x="344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39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0" y="209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3"/>
                </a:lnTo>
                <a:lnTo>
                  <a:pt x="362" y="204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6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1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3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8" y="197"/>
                </a:lnTo>
                <a:lnTo>
                  <a:pt x="317" y="197"/>
                </a:lnTo>
                <a:lnTo>
                  <a:pt x="316" y="196"/>
                </a:lnTo>
                <a:lnTo>
                  <a:pt x="316" y="195"/>
                </a:lnTo>
                <a:lnTo>
                  <a:pt x="315" y="195"/>
                </a:lnTo>
                <a:lnTo>
                  <a:pt x="314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1" y="190"/>
                </a:lnTo>
                <a:lnTo>
                  <a:pt x="311" y="189"/>
                </a:lnTo>
                <a:lnTo>
                  <a:pt x="310" y="190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9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9" y="310"/>
                </a:lnTo>
                <a:lnTo>
                  <a:pt x="288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299" y="311"/>
                </a:lnTo>
                <a:lnTo>
                  <a:pt x="300" y="311"/>
                </a:lnTo>
                <a:lnTo>
                  <a:pt x="301" y="310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1" y="310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1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2"/>
                </a:lnTo>
                <a:lnTo>
                  <a:pt x="301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4"/>
                </a:lnTo>
                <a:lnTo>
                  <a:pt x="301" y="325"/>
                </a:lnTo>
                <a:lnTo>
                  <a:pt x="301" y="326"/>
                </a:lnTo>
                <a:lnTo>
                  <a:pt x="301" y="325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7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8" y="348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8" y="398"/>
                </a:lnTo>
                <a:lnTo>
                  <a:pt x="299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6" y="398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5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4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2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7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5" y="419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7" y="424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2" y="430"/>
                </a:lnTo>
                <a:lnTo>
                  <a:pt x="383" y="432"/>
                </a:lnTo>
                <a:lnTo>
                  <a:pt x="383" y="433"/>
                </a:lnTo>
                <a:lnTo>
                  <a:pt x="383" y="434"/>
                </a:lnTo>
                <a:lnTo>
                  <a:pt x="384" y="435"/>
                </a:lnTo>
                <a:lnTo>
                  <a:pt x="385" y="436"/>
                </a:lnTo>
                <a:lnTo>
                  <a:pt x="386" y="437"/>
                </a:lnTo>
                <a:lnTo>
                  <a:pt x="386" y="438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7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7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89" y="456"/>
                </a:lnTo>
                <a:lnTo>
                  <a:pt x="389" y="457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3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1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300" y="492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7" y="550"/>
                </a:lnTo>
                <a:lnTo>
                  <a:pt x="226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5" y="553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3"/>
                </a:lnTo>
                <a:lnTo>
                  <a:pt x="212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8" y="586"/>
                </a:lnTo>
                <a:lnTo>
                  <a:pt x="207" y="586"/>
                </a:lnTo>
                <a:lnTo>
                  <a:pt x="207" y="585"/>
                </a:lnTo>
                <a:lnTo>
                  <a:pt x="207" y="586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3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2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7" y="665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4" y="651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1"/>
                </a:lnTo>
                <a:lnTo>
                  <a:pt x="15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9" y="562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3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9" y="475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4" y="404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399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9" y="365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8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1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4" y="278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6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9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7" y="167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7" y="149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3" y="133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40" y="121"/>
                </a:lnTo>
                <a:lnTo>
                  <a:pt x="41" y="121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1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7"/>
                </a:lnTo>
                <a:lnTo>
                  <a:pt x="71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1" y="100"/>
                </a:lnTo>
                <a:lnTo>
                  <a:pt x="69" y="98"/>
                </a:lnTo>
                <a:lnTo>
                  <a:pt x="69" y="97"/>
                </a:lnTo>
                <a:lnTo>
                  <a:pt x="68" y="97"/>
                </a:lnTo>
                <a:lnTo>
                  <a:pt x="69" y="96"/>
                </a:lnTo>
                <a:lnTo>
                  <a:pt x="69" y="95"/>
                </a:lnTo>
                <a:lnTo>
                  <a:pt x="70" y="95"/>
                </a:lnTo>
                <a:lnTo>
                  <a:pt x="71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2"/>
                </a:lnTo>
                <a:lnTo>
                  <a:pt x="68" y="91"/>
                </a:lnTo>
                <a:lnTo>
                  <a:pt x="68" y="90"/>
                </a:lnTo>
                <a:lnTo>
                  <a:pt x="69" y="90"/>
                </a:lnTo>
                <a:lnTo>
                  <a:pt x="69" y="89"/>
                </a:lnTo>
                <a:lnTo>
                  <a:pt x="68" y="89"/>
                </a:lnTo>
                <a:lnTo>
                  <a:pt x="67" y="89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4"/>
                </a:lnTo>
                <a:lnTo>
                  <a:pt x="70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5" y="78"/>
                </a:lnTo>
                <a:lnTo>
                  <a:pt x="75" y="77"/>
                </a:lnTo>
                <a:lnTo>
                  <a:pt x="76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9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3" y="69"/>
                </a:lnTo>
                <a:lnTo>
                  <a:pt x="85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5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2"/>
                </a:lnTo>
                <a:lnTo>
                  <a:pt x="106" y="53"/>
                </a:lnTo>
                <a:lnTo>
                  <a:pt x="107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1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7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3" y="74"/>
                </a:lnTo>
                <a:lnTo>
                  <a:pt x="133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1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9"/>
                </a:lnTo>
                <a:lnTo>
                  <a:pt x="130" y="100"/>
                </a:lnTo>
                <a:lnTo>
                  <a:pt x="131" y="101"/>
                </a:lnTo>
                <a:lnTo>
                  <a:pt x="130" y="102"/>
                </a:lnTo>
                <a:lnTo>
                  <a:pt x="129" y="102"/>
                </a:lnTo>
                <a:lnTo>
                  <a:pt x="129" y="103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9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4" y="104"/>
                </a:lnTo>
                <a:lnTo>
                  <a:pt x="135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4"/>
                </a:lnTo>
                <a:lnTo>
                  <a:pt x="171" y="103"/>
                </a:lnTo>
                <a:lnTo>
                  <a:pt x="171" y="102"/>
                </a:lnTo>
                <a:lnTo>
                  <a:pt x="170" y="102"/>
                </a:lnTo>
                <a:lnTo>
                  <a:pt x="170" y="101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9" y="71"/>
                </a:lnTo>
                <a:lnTo>
                  <a:pt x="271" y="69"/>
                </a:lnTo>
                <a:lnTo>
                  <a:pt x="273" y="68"/>
                </a:lnTo>
                <a:lnTo>
                  <a:pt x="273" y="67"/>
                </a:lnTo>
                <a:lnTo>
                  <a:pt x="274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299" y="66"/>
                </a:lnTo>
                <a:lnTo>
                  <a:pt x="300" y="67"/>
                </a:lnTo>
                <a:lnTo>
                  <a:pt x="305" y="65"/>
                </a:lnTo>
                <a:lnTo>
                  <a:pt x="306" y="64"/>
                </a:lnTo>
                <a:lnTo>
                  <a:pt x="307" y="64"/>
                </a:lnTo>
                <a:lnTo>
                  <a:pt x="308" y="63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09" y="53"/>
                </a:lnTo>
                <a:lnTo>
                  <a:pt x="308" y="52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6" y="50"/>
                </a:lnTo>
                <a:lnTo>
                  <a:pt x="306" y="49"/>
                </a:lnTo>
                <a:lnTo>
                  <a:pt x="306" y="48"/>
                </a:lnTo>
                <a:lnTo>
                  <a:pt x="305" y="48"/>
                </a:lnTo>
                <a:lnTo>
                  <a:pt x="305" y="49"/>
                </a:lnTo>
                <a:lnTo>
                  <a:pt x="304" y="49"/>
                </a:lnTo>
                <a:lnTo>
                  <a:pt x="303" y="48"/>
                </a:lnTo>
                <a:lnTo>
                  <a:pt x="303" y="47"/>
                </a:lnTo>
                <a:lnTo>
                  <a:pt x="302" y="46"/>
                </a:lnTo>
                <a:lnTo>
                  <a:pt x="301" y="45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4"/>
                </a:lnTo>
                <a:lnTo>
                  <a:pt x="313" y="43"/>
                </a:lnTo>
                <a:lnTo>
                  <a:pt x="312" y="42"/>
                </a:lnTo>
                <a:lnTo>
                  <a:pt x="312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0" y="32"/>
                </a:lnTo>
                <a:lnTo>
                  <a:pt x="310" y="31"/>
                </a:lnTo>
                <a:lnTo>
                  <a:pt x="309" y="30"/>
                </a:lnTo>
                <a:lnTo>
                  <a:pt x="309" y="28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2" y="16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6"/>
                </a:lnTo>
                <a:lnTo>
                  <a:pt x="334" y="16"/>
                </a:lnTo>
                <a:lnTo>
                  <a:pt x="335" y="16"/>
                </a:lnTo>
                <a:lnTo>
                  <a:pt x="338" y="16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7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2" y="2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1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685836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2" y="2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6"/>
                </a:lnTo>
                <a:lnTo>
                  <a:pt x="36" y="16"/>
                </a:lnTo>
                <a:lnTo>
                  <a:pt x="35" y="17"/>
                </a:lnTo>
                <a:lnTo>
                  <a:pt x="35" y="18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2"/>
                </a:lnTo>
                <a:lnTo>
                  <a:pt x="37" y="22"/>
                </a:lnTo>
                <a:lnTo>
                  <a:pt x="38" y="23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2" y="24"/>
                </a:lnTo>
                <a:lnTo>
                  <a:pt x="43" y="24"/>
                </a:lnTo>
                <a:lnTo>
                  <a:pt x="44" y="23"/>
                </a:lnTo>
                <a:lnTo>
                  <a:pt x="45" y="23"/>
                </a:lnTo>
                <a:lnTo>
                  <a:pt x="45" y="24"/>
                </a:lnTo>
                <a:lnTo>
                  <a:pt x="46" y="25"/>
                </a:lnTo>
                <a:lnTo>
                  <a:pt x="45" y="25"/>
                </a:lnTo>
                <a:lnTo>
                  <a:pt x="45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2" y="27"/>
                </a:lnTo>
                <a:lnTo>
                  <a:pt x="42" y="26"/>
                </a:lnTo>
                <a:lnTo>
                  <a:pt x="41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8" y="27"/>
                </a:lnTo>
                <a:lnTo>
                  <a:pt x="37" y="28"/>
                </a:lnTo>
                <a:lnTo>
                  <a:pt x="37" y="27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29"/>
                </a:lnTo>
                <a:lnTo>
                  <a:pt x="38" y="30"/>
                </a:lnTo>
                <a:lnTo>
                  <a:pt x="38" y="31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4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7" y="43"/>
                </a:lnTo>
                <a:lnTo>
                  <a:pt x="37" y="44"/>
                </a:lnTo>
                <a:lnTo>
                  <a:pt x="38" y="45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29" y="47"/>
                </a:lnTo>
                <a:lnTo>
                  <a:pt x="28" y="45"/>
                </a:lnTo>
                <a:lnTo>
                  <a:pt x="26" y="45"/>
                </a:lnTo>
                <a:lnTo>
                  <a:pt x="25" y="45"/>
                </a:lnTo>
                <a:lnTo>
                  <a:pt x="25" y="44"/>
                </a:lnTo>
                <a:lnTo>
                  <a:pt x="24" y="44"/>
                </a:lnTo>
                <a:lnTo>
                  <a:pt x="22" y="45"/>
                </a:lnTo>
                <a:lnTo>
                  <a:pt x="21" y="45"/>
                </a:lnTo>
                <a:lnTo>
                  <a:pt x="21" y="47"/>
                </a:lnTo>
                <a:lnTo>
                  <a:pt x="20" y="47"/>
                </a:lnTo>
                <a:lnTo>
                  <a:pt x="19" y="47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7" y="44"/>
                </a:lnTo>
                <a:lnTo>
                  <a:pt x="18" y="43"/>
                </a:lnTo>
                <a:lnTo>
                  <a:pt x="17" y="42"/>
                </a:lnTo>
                <a:lnTo>
                  <a:pt x="17" y="41"/>
                </a:lnTo>
                <a:lnTo>
                  <a:pt x="16" y="41"/>
                </a:lnTo>
                <a:lnTo>
                  <a:pt x="17" y="40"/>
                </a:lnTo>
                <a:lnTo>
                  <a:pt x="17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9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3" y="36"/>
                </a:lnTo>
                <a:lnTo>
                  <a:pt x="13" y="35"/>
                </a:lnTo>
                <a:lnTo>
                  <a:pt x="14" y="35"/>
                </a:lnTo>
                <a:lnTo>
                  <a:pt x="13" y="34"/>
                </a:lnTo>
                <a:lnTo>
                  <a:pt x="12" y="34"/>
                </a:lnTo>
                <a:lnTo>
                  <a:pt x="13" y="33"/>
                </a:lnTo>
                <a:lnTo>
                  <a:pt x="13" y="32"/>
                </a:lnTo>
                <a:lnTo>
                  <a:pt x="14" y="32"/>
                </a:lnTo>
                <a:lnTo>
                  <a:pt x="14" y="31"/>
                </a:lnTo>
                <a:lnTo>
                  <a:pt x="15" y="31"/>
                </a:lnTo>
                <a:lnTo>
                  <a:pt x="16" y="31"/>
                </a:lnTo>
                <a:lnTo>
                  <a:pt x="16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664668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8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1" y="91"/>
                </a:lnTo>
                <a:lnTo>
                  <a:pt x="360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10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9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6" y="130"/>
                </a:lnTo>
                <a:lnTo>
                  <a:pt x="386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0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69" y="171"/>
                </a:lnTo>
                <a:lnTo>
                  <a:pt x="368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60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20" y="189"/>
                </a:lnTo>
                <a:lnTo>
                  <a:pt x="320" y="190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4"/>
                </a:lnTo>
                <a:lnTo>
                  <a:pt x="326" y="195"/>
                </a:lnTo>
                <a:lnTo>
                  <a:pt x="327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4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0" y="206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1"/>
                </a:lnTo>
                <a:lnTo>
                  <a:pt x="315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10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4" y="221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6"/>
                </a:lnTo>
                <a:lnTo>
                  <a:pt x="352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9" y="376"/>
                </a:lnTo>
                <a:lnTo>
                  <a:pt x="318" y="376"/>
                </a:lnTo>
                <a:lnTo>
                  <a:pt x="319" y="376"/>
                </a:lnTo>
                <a:lnTo>
                  <a:pt x="319" y="377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2" y="413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5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1" y="470"/>
                </a:lnTo>
                <a:lnTo>
                  <a:pt x="313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5" y="511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3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300" y="522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6" y="535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3"/>
                </a:lnTo>
                <a:lnTo>
                  <a:pt x="263" y="553"/>
                </a:lnTo>
                <a:lnTo>
                  <a:pt x="263" y="554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3" y="552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42" y="563"/>
                </a:lnTo>
                <a:lnTo>
                  <a:pt x="240" y="564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4"/>
                </a:lnTo>
                <a:lnTo>
                  <a:pt x="194" y="565"/>
                </a:lnTo>
                <a:lnTo>
                  <a:pt x="193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4" y="568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3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6"/>
                </a:lnTo>
                <a:lnTo>
                  <a:pt x="139" y="587"/>
                </a:lnTo>
                <a:lnTo>
                  <a:pt x="138" y="587"/>
                </a:lnTo>
                <a:lnTo>
                  <a:pt x="138" y="586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30" y="590"/>
                </a:lnTo>
                <a:lnTo>
                  <a:pt x="131" y="591"/>
                </a:lnTo>
                <a:lnTo>
                  <a:pt x="131" y="593"/>
                </a:lnTo>
                <a:lnTo>
                  <a:pt x="131" y="594"/>
                </a:lnTo>
                <a:lnTo>
                  <a:pt x="130" y="594"/>
                </a:lnTo>
                <a:lnTo>
                  <a:pt x="128" y="594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3" y="603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1" y="605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3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7" y="607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4" y="607"/>
                </a:lnTo>
                <a:lnTo>
                  <a:pt x="93" y="606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8"/>
                </a:lnTo>
                <a:lnTo>
                  <a:pt x="82" y="609"/>
                </a:lnTo>
                <a:lnTo>
                  <a:pt x="82" y="610"/>
                </a:lnTo>
                <a:lnTo>
                  <a:pt x="82" y="611"/>
                </a:lnTo>
                <a:lnTo>
                  <a:pt x="81" y="611"/>
                </a:lnTo>
                <a:lnTo>
                  <a:pt x="81" y="612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1" y="616"/>
                </a:lnTo>
                <a:lnTo>
                  <a:pt x="61" y="617"/>
                </a:lnTo>
                <a:lnTo>
                  <a:pt x="63" y="617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9" y="584"/>
                </a:lnTo>
                <a:lnTo>
                  <a:pt x="9" y="583"/>
                </a:lnTo>
                <a:lnTo>
                  <a:pt x="10" y="583"/>
                </a:lnTo>
                <a:lnTo>
                  <a:pt x="10" y="582"/>
                </a:lnTo>
                <a:lnTo>
                  <a:pt x="9" y="581"/>
                </a:lnTo>
                <a:lnTo>
                  <a:pt x="8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3"/>
                </a:lnTo>
                <a:lnTo>
                  <a:pt x="19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1" y="317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8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3" y="222"/>
                </a:lnTo>
                <a:lnTo>
                  <a:pt x="63" y="221"/>
                </a:lnTo>
                <a:lnTo>
                  <a:pt x="61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5"/>
                </a:lnTo>
                <a:lnTo>
                  <a:pt x="66" y="204"/>
                </a:lnTo>
                <a:lnTo>
                  <a:pt x="67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7"/>
                </a:lnTo>
                <a:lnTo>
                  <a:pt x="71" y="186"/>
                </a:lnTo>
                <a:lnTo>
                  <a:pt x="71" y="185"/>
                </a:lnTo>
                <a:lnTo>
                  <a:pt x="70" y="183"/>
                </a:lnTo>
                <a:lnTo>
                  <a:pt x="69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8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5" y="167"/>
                </a:lnTo>
                <a:lnTo>
                  <a:pt x="85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5" y="161"/>
                </a:lnTo>
                <a:lnTo>
                  <a:pt x="86" y="160"/>
                </a:lnTo>
                <a:lnTo>
                  <a:pt x="87" y="159"/>
                </a:lnTo>
                <a:lnTo>
                  <a:pt x="87" y="157"/>
                </a:lnTo>
                <a:lnTo>
                  <a:pt x="88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4"/>
                </a:lnTo>
                <a:lnTo>
                  <a:pt x="90" y="153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4" y="140"/>
                </a:lnTo>
                <a:lnTo>
                  <a:pt x="83" y="140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9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6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7"/>
                </a:lnTo>
                <a:lnTo>
                  <a:pt x="107" y="127"/>
                </a:lnTo>
                <a:lnTo>
                  <a:pt x="108" y="127"/>
                </a:lnTo>
                <a:lnTo>
                  <a:pt x="108" y="126"/>
                </a:lnTo>
                <a:lnTo>
                  <a:pt x="109" y="126"/>
                </a:lnTo>
                <a:lnTo>
                  <a:pt x="109" y="125"/>
                </a:lnTo>
                <a:lnTo>
                  <a:pt x="109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9" y="120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19" y="111"/>
                </a:lnTo>
                <a:lnTo>
                  <a:pt x="122" y="112"/>
                </a:lnTo>
                <a:lnTo>
                  <a:pt x="123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7" y="112"/>
                </a:lnTo>
                <a:lnTo>
                  <a:pt x="128" y="112"/>
                </a:lnTo>
                <a:lnTo>
                  <a:pt x="129" y="113"/>
                </a:lnTo>
                <a:lnTo>
                  <a:pt x="130" y="113"/>
                </a:lnTo>
                <a:lnTo>
                  <a:pt x="132" y="114"/>
                </a:lnTo>
                <a:lnTo>
                  <a:pt x="133" y="114"/>
                </a:lnTo>
                <a:lnTo>
                  <a:pt x="134" y="115"/>
                </a:lnTo>
                <a:lnTo>
                  <a:pt x="134" y="116"/>
                </a:lnTo>
                <a:lnTo>
                  <a:pt x="135" y="116"/>
                </a:lnTo>
                <a:lnTo>
                  <a:pt x="138" y="117"/>
                </a:lnTo>
                <a:lnTo>
                  <a:pt x="140" y="118"/>
                </a:lnTo>
                <a:lnTo>
                  <a:pt x="141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9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5"/>
                </a:lnTo>
                <a:lnTo>
                  <a:pt x="153" y="116"/>
                </a:lnTo>
                <a:lnTo>
                  <a:pt x="154" y="116"/>
                </a:lnTo>
                <a:lnTo>
                  <a:pt x="154" y="115"/>
                </a:lnTo>
                <a:lnTo>
                  <a:pt x="154" y="113"/>
                </a:lnTo>
                <a:lnTo>
                  <a:pt x="154" y="112"/>
                </a:lnTo>
                <a:lnTo>
                  <a:pt x="154" y="111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8"/>
                </a:lnTo>
                <a:lnTo>
                  <a:pt x="156" y="107"/>
                </a:lnTo>
                <a:lnTo>
                  <a:pt x="157" y="105"/>
                </a:lnTo>
                <a:lnTo>
                  <a:pt x="157" y="104"/>
                </a:lnTo>
                <a:lnTo>
                  <a:pt x="157" y="101"/>
                </a:lnTo>
                <a:lnTo>
                  <a:pt x="157" y="98"/>
                </a:lnTo>
                <a:lnTo>
                  <a:pt x="157" y="97"/>
                </a:lnTo>
                <a:lnTo>
                  <a:pt x="159" y="95"/>
                </a:lnTo>
                <a:lnTo>
                  <a:pt x="160" y="94"/>
                </a:lnTo>
                <a:lnTo>
                  <a:pt x="163" y="91"/>
                </a:lnTo>
                <a:lnTo>
                  <a:pt x="163" y="90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7" y="82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2" y="76"/>
                </a:lnTo>
                <a:lnTo>
                  <a:pt x="172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2"/>
                </a:lnTo>
                <a:lnTo>
                  <a:pt x="175" y="71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6" y="67"/>
                </a:lnTo>
                <a:lnTo>
                  <a:pt x="177" y="67"/>
                </a:lnTo>
                <a:lnTo>
                  <a:pt x="178" y="66"/>
                </a:lnTo>
                <a:lnTo>
                  <a:pt x="178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1" y="62"/>
                </a:lnTo>
                <a:lnTo>
                  <a:pt x="180" y="61"/>
                </a:lnTo>
                <a:lnTo>
                  <a:pt x="180" y="60"/>
                </a:lnTo>
                <a:lnTo>
                  <a:pt x="181" y="60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6"/>
                </a:lnTo>
                <a:lnTo>
                  <a:pt x="187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0"/>
                </a:lnTo>
                <a:lnTo>
                  <a:pt x="189" y="50"/>
                </a:lnTo>
                <a:lnTo>
                  <a:pt x="189" y="49"/>
                </a:lnTo>
                <a:lnTo>
                  <a:pt x="190" y="50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1" y="50"/>
                </a:lnTo>
                <a:lnTo>
                  <a:pt x="212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5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2" y="22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622296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9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6" y="128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9" y="138"/>
                </a:lnTo>
                <a:lnTo>
                  <a:pt x="2299" y="139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3"/>
                </a:lnTo>
                <a:lnTo>
                  <a:pt x="2318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6" y="190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6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2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9" y="204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8" y="229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3" y="285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7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2" y="311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5" y="328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2" y="331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8" y="415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8" y="418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20" y="430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5" y="427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80" y="459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4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4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3" y="480"/>
                </a:lnTo>
                <a:lnTo>
                  <a:pt x="2473" y="481"/>
                </a:lnTo>
                <a:lnTo>
                  <a:pt x="2472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6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6" y="502"/>
                </a:lnTo>
                <a:lnTo>
                  <a:pt x="2466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6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8" y="537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8" y="534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50" y="513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7" y="508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8" y="506"/>
                </a:lnTo>
                <a:lnTo>
                  <a:pt x="2447" y="505"/>
                </a:lnTo>
                <a:lnTo>
                  <a:pt x="2447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6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40" y="493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2" y="497"/>
                </a:lnTo>
                <a:lnTo>
                  <a:pt x="2432" y="498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6" y="501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8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7" y="534"/>
                </a:lnTo>
                <a:lnTo>
                  <a:pt x="2387" y="535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6" y="547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5" y="551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9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4"/>
                </a:lnTo>
                <a:lnTo>
                  <a:pt x="2307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9" y="595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3" y="608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80" y="619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0" y="639"/>
                </a:lnTo>
                <a:lnTo>
                  <a:pt x="2301" y="638"/>
                </a:lnTo>
                <a:lnTo>
                  <a:pt x="2302" y="638"/>
                </a:lnTo>
                <a:lnTo>
                  <a:pt x="2303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8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2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1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6"/>
                </a:lnTo>
                <a:lnTo>
                  <a:pt x="2365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2"/>
                </a:lnTo>
                <a:lnTo>
                  <a:pt x="2361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5" y="653"/>
                </a:lnTo>
                <a:lnTo>
                  <a:pt x="2375" y="652"/>
                </a:lnTo>
                <a:lnTo>
                  <a:pt x="2376" y="652"/>
                </a:lnTo>
                <a:lnTo>
                  <a:pt x="2376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2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2"/>
                </a:lnTo>
                <a:lnTo>
                  <a:pt x="2380" y="661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5" y="674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3" y="680"/>
                </a:lnTo>
                <a:lnTo>
                  <a:pt x="2380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7" y="715"/>
                </a:lnTo>
                <a:lnTo>
                  <a:pt x="2340" y="719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3" y="760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8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2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1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4"/>
                </a:lnTo>
                <a:lnTo>
                  <a:pt x="2282" y="763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1" y="760"/>
                </a:lnTo>
                <a:lnTo>
                  <a:pt x="2270" y="760"/>
                </a:lnTo>
                <a:lnTo>
                  <a:pt x="2271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2" y="765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6" y="752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3" y="752"/>
                </a:lnTo>
                <a:lnTo>
                  <a:pt x="2232" y="752"/>
                </a:lnTo>
                <a:lnTo>
                  <a:pt x="2232" y="751"/>
                </a:lnTo>
                <a:lnTo>
                  <a:pt x="2231" y="751"/>
                </a:lnTo>
                <a:lnTo>
                  <a:pt x="2230" y="751"/>
                </a:lnTo>
                <a:lnTo>
                  <a:pt x="2230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9" y="750"/>
                </a:lnTo>
                <a:lnTo>
                  <a:pt x="2227" y="749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4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8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6" y="775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4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6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8" y="791"/>
                </a:lnTo>
                <a:lnTo>
                  <a:pt x="2235" y="792"/>
                </a:lnTo>
                <a:lnTo>
                  <a:pt x="2235" y="791"/>
                </a:lnTo>
                <a:lnTo>
                  <a:pt x="2234" y="791"/>
                </a:lnTo>
                <a:lnTo>
                  <a:pt x="2234" y="792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6"/>
                </a:lnTo>
                <a:lnTo>
                  <a:pt x="2236" y="797"/>
                </a:lnTo>
                <a:lnTo>
                  <a:pt x="2238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2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8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4" y="861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5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6" y="868"/>
                </a:lnTo>
                <a:lnTo>
                  <a:pt x="2245" y="869"/>
                </a:lnTo>
                <a:lnTo>
                  <a:pt x="2246" y="870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8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6" y="898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9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3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5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3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2" y="931"/>
                </a:lnTo>
                <a:lnTo>
                  <a:pt x="2282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7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0"/>
                </a:lnTo>
                <a:lnTo>
                  <a:pt x="2306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9" y="914"/>
                </a:lnTo>
                <a:lnTo>
                  <a:pt x="2338" y="914"/>
                </a:lnTo>
                <a:lnTo>
                  <a:pt x="2339" y="915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3" y="940"/>
                </a:lnTo>
                <a:lnTo>
                  <a:pt x="2361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60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8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3"/>
                </a:lnTo>
                <a:lnTo>
                  <a:pt x="2361" y="954"/>
                </a:lnTo>
                <a:lnTo>
                  <a:pt x="2363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5" y="962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7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999"/>
                </a:lnTo>
                <a:lnTo>
                  <a:pt x="2360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1" y="1019"/>
                </a:lnTo>
                <a:lnTo>
                  <a:pt x="2392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5" y="1049"/>
                </a:lnTo>
                <a:lnTo>
                  <a:pt x="2384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4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6" y="1056"/>
                </a:lnTo>
                <a:lnTo>
                  <a:pt x="2376" y="1055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2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2" y="1084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1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7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4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9" y="1085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7" y="1089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8" y="1088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5" y="1086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3" y="1088"/>
                </a:lnTo>
                <a:lnTo>
                  <a:pt x="2233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1" y="1089"/>
                </a:lnTo>
                <a:lnTo>
                  <a:pt x="2231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29" y="1094"/>
                </a:lnTo>
                <a:lnTo>
                  <a:pt x="2228" y="1094"/>
                </a:lnTo>
                <a:lnTo>
                  <a:pt x="2228" y="1095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8" y="1095"/>
                </a:lnTo>
                <a:lnTo>
                  <a:pt x="2228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8"/>
                </a:lnTo>
                <a:lnTo>
                  <a:pt x="2229" y="1099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5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5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9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4"/>
                </a:lnTo>
                <a:lnTo>
                  <a:pt x="1994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7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9" y="1229"/>
                </a:lnTo>
                <a:lnTo>
                  <a:pt x="1988" y="1229"/>
                </a:lnTo>
                <a:lnTo>
                  <a:pt x="1988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7" y="1151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2" y="1112"/>
                </a:lnTo>
                <a:lnTo>
                  <a:pt x="1801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40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1" y="1161"/>
                </a:lnTo>
                <a:lnTo>
                  <a:pt x="1740" y="1162"/>
                </a:lnTo>
                <a:lnTo>
                  <a:pt x="1740" y="1163"/>
                </a:lnTo>
                <a:lnTo>
                  <a:pt x="1738" y="1164"/>
                </a:lnTo>
                <a:lnTo>
                  <a:pt x="1736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5"/>
                </a:lnTo>
                <a:lnTo>
                  <a:pt x="1689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6" y="1200"/>
                </a:lnTo>
                <a:lnTo>
                  <a:pt x="1594" y="1200"/>
                </a:lnTo>
                <a:lnTo>
                  <a:pt x="1595" y="1199"/>
                </a:lnTo>
                <a:lnTo>
                  <a:pt x="1595" y="1198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7" y="1195"/>
                </a:lnTo>
                <a:lnTo>
                  <a:pt x="1597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8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2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2" y="1164"/>
                </a:lnTo>
                <a:lnTo>
                  <a:pt x="1550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6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80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6" y="1202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6" y="1209"/>
                </a:lnTo>
                <a:lnTo>
                  <a:pt x="1515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19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6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6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5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90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4"/>
                </a:lnTo>
                <a:lnTo>
                  <a:pt x="1495" y="1314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3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8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4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8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0"/>
                </a:lnTo>
                <a:lnTo>
                  <a:pt x="1221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7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2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5"/>
                </a:lnTo>
                <a:lnTo>
                  <a:pt x="849" y="1544"/>
                </a:lnTo>
                <a:lnTo>
                  <a:pt x="846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4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7" y="1457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4" y="1456"/>
                </a:lnTo>
                <a:lnTo>
                  <a:pt x="873" y="1456"/>
                </a:lnTo>
                <a:lnTo>
                  <a:pt x="873" y="1455"/>
                </a:lnTo>
                <a:lnTo>
                  <a:pt x="873" y="1454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2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70" y="1445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4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2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5" y="1438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3" y="1451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9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3"/>
                </a:lnTo>
                <a:lnTo>
                  <a:pt x="803" y="1464"/>
                </a:lnTo>
                <a:lnTo>
                  <a:pt x="804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8" y="1470"/>
                </a:lnTo>
                <a:lnTo>
                  <a:pt x="798" y="1471"/>
                </a:lnTo>
                <a:lnTo>
                  <a:pt x="797" y="1471"/>
                </a:lnTo>
                <a:lnTo>
                  <a:pt x="797" y="1472"/>
                </a:lnTo>
                <a:lnTo>
                  <a:pt x="796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90" y="1486"/>
                </a:lnTo>
                <a:lnTo>
                  <a:pt x="787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81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8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4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20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6" y="1453"/>
                </a:lnTo>
                <a:lnTo>
                  <a:pt x="508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49" y="1449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7" y="1499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6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9" y="1489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9" y="1480"/>
                </a:lnTo>
                <a:lnTo>
                  <a:pt x="367" y="1480"/>
                </a:lnTo>
                <a:lnTo>
                  <a:pt x="367" y="1478"/>
                </a:lnTo>
                <a:lnTo>
                  <a:pt x="366" y="1478"/>
                </a:lnTo>
                <a:lnTo>
                  <a:pt x="366" y="1477"/>
                </a:lnTo>
                <a:lnTo>
                  <a:pt x="367" y="1477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4" y="1469"/>
                </a:lnTo>
                <a:lnTo>
                  <a:pt x="365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7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1" y="1441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9" y="1398"/>
                </a:lnTo>
                <a:lnTo>
                  <a:pt x="278" y="1398"/>
                </a:lnTo>
                <a:lnTo>
                  <a:pt x="277" y="1396"/>
                </a:lnTo>
                <a:lnTo>
                  <a:pt x="266" y="1394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4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5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3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9" y="1342"/>
                </a:lnTo>
                <a:lnTo>
                  <a:pt x="260" y="1341"/>
                </a:lnTo>
                <a:lnTo>
                  <a:pt x="261" y="1340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40" y="1270"/>
                </a:lnTo>
                <a:lnTo>
                  <a:pt x="233" y="1269"/>
                </a:lnTo>
                <a:lnTo>
                  <a:pt x="226" y="1269"/>
                </a:lnTo>
                <a:lnTo>
                  <a:pt x="216" y="1277"/>
                </a:lnTo>
                <a:lnTo>
                  <a:pt x="210" y="1277"/>
                </a:lnTo>
                <a:lnTo>
                  <a:pt x="205" y="1277"/>
                </a:lnTo>
                <a:lnTo>
                  <a:pt x="198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1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7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4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8" y="1296"/>
                </a:lnTo>
                <a:lnTo>
                  <a:pt x="148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6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8" y="1289"/>
                </a:lnTo>
                <a:lnTo>
                  <a:pt x="128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5" y="1276"/>
                </a:lnTo>
                <a:lnTo>
                  <a:pt x="105" y="1272"/>
                </a:lnTo>
                <a:lnTo>
                  <a:pt x="105" y="1271"/>
                </a:lnTo>
                <a:lnTo>
                  <a:pt x="105" y="1270"/>
                </a:lnTo>
                <a:lnTo>
                  <a:pt x="103" y="1269"/>
                </a:lnTo>
                <a:lnTo>
                  <a:pt x="102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6" y="1266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90" y="1262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3" y="1229"/>
                </a:lnTo>
                <a:lnTo>
                  <a:pt x="51" y="1227"/>
                </a:lnTo>
                <a:lnTo>
                  <a:pt x="42" y="1217"/>
                </a:lnTo>
                <a:lnTo>
                  <a:pt x="42" y="1216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09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3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1" y="1193"/>
                </a:lnTo>
                <a:lnTo>
                  <a:pt x="60" y="1193"/>
                </a:lnTo>
                <a:lnTo>
                  <a:pt x="60" y="1192"/>
                </a:lnTo>
                <a:lnTo>
                  <a:pt x="60" y="1191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3" y="1178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6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9" y="1151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4" y="1142"/>
                </a:lnTo>
                <a:lnTo>
                  <a:pt x="34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5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0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4" y="1102"/>
                </a:lnTo>
                <a:lnTo>
                  <a:pt x="396" y="1105"/>
                </a:lnTo>
                <a:lnTo>
                  <a:pt x="418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4" y="1113"/>
                </a:lnTo>
                <a:lnTo>
                  <a:pt x="1065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1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9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1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6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3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4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3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0" y="558"/>
                </a:lnTo>
                <a:lnTo>
                  <a:pt x="1707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7" y="375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2" y="273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702288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700308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692604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4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7" y="90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7"/>
                </a:lnTo>
                <a:lnTo>
                  <a:pt x="598" y="138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9"/>
                </a:lnTo>
                <a:lnTo>
                  <a:pt x="590" y="150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2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5" y="287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2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7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2" y="322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5" y="376"/>
                </a:lnTo>
                <a:lnTo>
                  <a:pt x="442" y="376"/>
                </a:lnTo>
                <a:lnTo>
                  <a:pt x="441" y="376"/>
                </a:lnTo>
                <a:lnTo>
                  <a:pt x="437" y="377"/>
                </a:lnTo>
                <a:lnTo>
                  <a:pt x="436" y="376"/>
                </a:lnTo>
                <a:lnTo>
                  <a:pt x="435" y="375"/>
                </a:lnTo>
                <a:lnTo>
                  <a:pt x="434" y="374"/>
                </a:lnTo>
                <a:lnTo>
                  <a:pt x="433" y="374"/>
                </a:lnTo>
                <a:lnTo>
                  <a:pt x="434" y="374"/>
                </a:lnTo>
                <a:lnTo>
                  <a:pt x="434" y="373"/>
                </a:lnTo>
                <a:lnTo>
                  <a:pt x="433" y="373"/>
                </a:lnTo>
                <a:lnTo>
                  <a:pt x="432" y="372"/>
                </a:lnTo>
                <a:lnTo>
                  <a:pt x="432" y="373"/>
                </a:lnTo>
                <a:lnTo>
                  <a:pt x="433" y="374"/>
                </a:lnTo>
                <a:lnTo>
                  <a:pt x="433" y="375"/>
                </a:lnTo>
                <a:lnTo>
                  <a:pt x="431" y="375"/>
                </a:lnTo>
                <a:lnTo>
                  <a:pt x="431" y="376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2"/>
                </a:lnTo>
                <a:lnTo>
                  <a:pt x="424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19" y="381"/>
                </a:lnTo>
                <a:lnTo>
                  <a:pt x="419" y="382"/>
                </a:lnTo>
                <a:lnTo>
                  <a:pt x="418" y="383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5"/>
                </a:lnTo>
                <a:lnTo>
                  <a:pt x="410" y="386"/>
                </a:lnTo>
                <a:lnTo>
                  <a:pt x="409" y="385"/>
                </a:lnTo>
                <a:lnTo>
                  <a:pt x="409" y="384"/>
                </a:lnTo>
                <a:lnTo>
                  <a:pt x="410" y="383"/>
                </a:lnTo>
                <a:lnTo>
                  <a:pt x="411" y="384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1" y="380"/>
                </a:lnTo>
                <a:lnTo>
                  <a:pt x="411" y="379"/>
                </a:lnTo>
                <a:lnTo>
                  <a:pt x="411" y="378"/>
                </a:lnTo>
                <a:lnTo>
                  <a:pt x="411" y="379"/>
                </a:lnTo>
                <a:lnTo>
                  <a:pt x="410" y="380"/>
                </a:lnTo>
                <a:lnTo>
                  <a:pt x="409" y="380"/>
                </a:lnTo>
                <a:lnTo>
                  <a:pt x="410" y="382"/>
                </a:lnTo>
                <a:lnTo>
                  <a:pt x="409" y="383"/>
                </a:lnTo>
                <a:lnTo>
                  <a:pt x="408" y="384"/>
                </a:lnTo>
                <a:lnTo>
                  <a:pt x="407" y="384"/>
                </a:lnTo>
                <a:lnTo>
                  <a:pt x="407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3"/>
                </a:lnTo>
                <a:lnTo>
                  <a:pt x="402" y="382"/>
                </a:lnTo>
                <a:lnTo>
                  <a:pt x="401" y="382"/>
                </a:lnTo>
                <a:lnTo>
                  <a:pt x="401" y="381"/>
                </a:lnTo>
                <a:lnTo>
                  <a:pt x="400" y="381"/>
                </a:lnTo>
                <a:lnTo>
                  <a:pt x="400" y="380"/>
                </a:lnTo>
                <a:lnTo>
                  <a:pt x="400" y="379"/>
                </a:lnTo>
                <a:lnTo>
                  <a:pt x="399" y="379"/>
                </a:lnTo>
                <a:lnTo>
                  <a:pt x="399" y="380"/>
                </a:lnTo>
                <a:lnTo>
                  <a:pt x="401" y="382"/>
                </a:lnTo>
                <a:lnTo>
                  <a:pt x="399" y="383"/>
                </a:lnTo>
                <a:lnTo>
                  <a:pt x="399" y="384"/>
                </a:lnTo>
                <a:lnTo>
                  <a:pt x="399" y="385"/>
                </a:lnTo>
                <a:lnTo>
                  <a:pt x="398" y="384"/>
                </a:lnTo>
                <a:lnTo>
                  <a:pt x="397" y="384"/>
                </a:lnTo>
                <a:lnTo>
                  <a:pt x="396" y="383"/>
                </a:lnTo>
                <a:lnTo>
                  <a:pt x="396" y="384"/>
                </a:lnTo>
                <a:lnTo>
                  <a:pt x="396" y="385"/>
                </a:lnTo>
                <a:lnTo>
                  <a:pt x="397" y="385"/>
                </a:lnTo>
                <a:lnTo>
                  <a:pt x="397" y="384"/>
                </a:lnTo>
                <a:lnTo>
                  <a:pt x="398" y="385"/>
                </a:lnTo>
                <a:lnTo>
                  <a:pt x="399" y="386"/>
                </a:lnTo>
                <a:lnTo>
                  <a:pt x="399" y="387"/>
                </a:lnTo>
                <a:lnTo>
                  <a:pt x="398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399" y="389"/>
                </a:lnTo>
                <a:lnTo>
                  <a:pt x="398" y="388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4" y="388"/>
                </a:lnTo>
                <a:lnTo>
                  <a:pt x="394" y="389"/>
                </a:lnTo>
                <a:lnTo>
                  <a:pt x="393" y="389"/>
                </a:lnTo>
                <a:lnTo>
                  <a:pt x="393" y="390"/>
                </a:lnTo>
                <a:lnTo>
                  <a:pt x="394" y="390"/>
                </a:lnTo>
                <a:lnTo>
                  <a:pt x="394" y="391"/>
                </a:lnTo>
                <a:lnTo>
                  <a:pt x="393" y="391"/>
                </a:lnTo>
                <a:lnTo>
                  <a:pt x="393" y="392"/>
                </a:lnTo>
                <a:lnTo>
                  <a:pt x="391" y="392"/>
                </a:lnTo>
                <a:lnTo>
                  <a:pt x="391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7" y="394"/>
                </a:lnTo>
                <a:lnTo>
                  <a:pt x="386" y="394"/>
                </a:lnTo>
                <a:lnTo>
                  <a:pt x="385" y="393"/>
                </a:lnTo>
                <a:lnTo>
                  <a:pt x="385" y="392"/>
                </a:lnTo>
                <a:lnTo>
                  <a:pt x="386" y="392"/>
                </a:lnTo>
                <a:lnTo>
                  <a:pt x="385" y="392"/>
                </a:lnTo>
                <a:lnTo>
                  <a:pt x="384" y="391"/>
                </a:lnTo>
                <a:lnTo>
                  <a:pt x="383" y="391"/>
                </a:lnTo>
                <a:lnTo>
                  <a:pt x="383" y="392"/>
                </a:lnTo>
                <a:lnTo>
                  <a:pt x="382" y="393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5" y="392"/>
                </a:lnTo>
                <a:lnTo>
                  <a:pt x="375" y="391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2"/>
                </a:lnTo>
                <a:lnTo>
                  <a:pt x="372" y="393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3" y="394"/>
                </a:lnTo>
                <a:lnTo>
                  <a:pt x="373" y="395"/>
                </a:lnTo>
                <a:lnTo>
                  <a:pt x="372" y="395"/>
                </a:lnTo>
                <a:lnTo>
                  <a:pt x="371" y="396"/>
                </a:lnTo>
                <a:lnTo>
                  <a:pt x="371" y="398"/>
                </a:lnTo>
                <a:lnTo>
                  <a:pt x="369" y="399"/>
                </a:lnTo>
                <a:lnTo>
                  <a:pt x="369" y="397"/>
                </a:lnTo>
                <a:lnTo>
                  <a:pt x="366" y="398"/>
                </a:lnTo>
                <a:lnTo>
                  <a:pt x="365" y="398"/>
                </a:lnTo>
                <a:lnTo>
                  <a:pt x="363" y="398"/>
                </a:lnTo>
                <a:lnTo>
                  <a:pt x="362" y="398"/>
                </a:lnTo>
                <a:lnTo>
                  <a:pt x="360" y="398"/>
                </a:lnTo>
                <a:lnTo>
                  <a:pt x="360" y="399"/>
                </a:lnTo>
                <a:lnTo>
                  <a:pt x="359" y="399"/>
                </a:lnTo>
                <a:lnTo>
                  <a:pt x="360" y="401"/>
                </a:lnTo>
                <a:lnTo>
                  <a:pt x="358" y="402"/>
                </a:lnTo>
                <a:lnTo>
                  <a:pt x="357" y="400"/>
                </a:lnTo>
                <a:lnTo>
                  <a:pt x="356" y="400"/>
                </a:lnTo>
                <a:lnTo>
                  <a:pt x="356" y="401"/>
                </a:lnTo>
                <a:lnTo>
                  <a:pt x="355" y="401"/>
                </a:lnTo>
                <a:lnTo>
                  <a:pt x="357" y="402"/>
                </a:lnTo>
                <a:lnTo>
                  <a:pt x="349" y="406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6" y="407"/>
                </a:lnTo>
                <a:lnTo>
                  <a:pt x="345" y="407"/>
                </a:lnTo>
                <a:lnTo>
                  <a:pt x="344" y="407"/>
                </a:lnTo>
                <a:lnTo>
                  <a:pt x="345" y="406"/>
                </a:lnTo>
                <a:lnTo>
                  <a:pt x="344" y="406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1" y="411"/>
                </a:lnTo>
                <a:lnTo>
                  <a:pt x="340" y="411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2"/>
                </a:lnTo>
                <a:lnTo>
                  <a:pt x="336" y="411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1"/>
                </a:lnTo>
                <a:lnTo>
                  <a:pt x="336" y="412"/>
                </a:lnTo>
                <a:lnTo>
                  <a:pt x="335" y="413"/>
                </a:lnTo>
                <a:lnTo>
                  <a:pt x="335" y="414"/>
                </a:lnTo>
                <a:lnTo>
                  <a:pt x="336" y="415"/>
                </a:lnTo>
                <a:lnTo>
                  <a:pt x="336" y="416"/>
                </a:lnTo>
                <a:lnTo>
                  <a:pt x="335" y="416"/>
                </a:lnTo>
                <a:lnTo>
                  <a:pt x="334" y="415"/>
                </a:lnTo>
                <a:lnTo>
                  <a:pt x="332" y="417"/>
                </a:lnTo>
                <a:lnTo>
                  <a:pt x="331" y="417"/>
                </a:lnTo>
                <a:lnTo>
                  <a:pt x="330" y="418"/>
                </a:lnTo>
                <a:lnTo>
                  <a:pt x="330" y="417"/>
                </a:lnTo>
                <a:lnTo>
                  <a:pt x="329" y="417"/>
                </a:lnTo>
                <a:lnTo>
                  <a:pt x="330" y="418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5" y="446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2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5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3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8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5" y="482"/>
                </a:lnTo>
                <a:lnTo>
                  <a:pt x="216" y="482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5" y="478"/>
                </a:lnTo>
                <a:lnTo>
                  <a:pt x="205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1" y="457"/>
                </a:lnTo>
                <a:lnTo>
                  <a:pt x="241" y="456"/>
                </a:lnTo>
                <a:lnTo>
                  <a:pt x="242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1" y="437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8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30"/>
                </a:lnTo>
                <a:lnTo>
                  <a:pt x="240" y="430"/>
                </a:lnTo>
                <a:lnTo>
                  <a:pt x="240" y="431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7" y="421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6" y="418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9" y="415"/>
                </a:lnTo>
                <a:lnTo>
                  <a:pt x="219" y="414"/>
                </a:lnTo>
                <a:lnTo>
                  <a:pt x="220" y="414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8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1" y="408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1"/>
                </a:lnTo>
                <a:lnTo>
                  <a:pt x="215" y="411"/>
                </a:lnTo>
                <a:lnTo>
                  <a:pt x="215" y="406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8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3" y="397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9" y="382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9" y="361"/>
                </a:lnTo>
                <a:lnTo>
                  <a:pt x="270" y="360"/>
                </a:lnTo>
                <a:lnTo>
                  <a:pt x="268" y="359"/>
                </a:lnTo>
                <a:lnTo>
                  <a:pt x="269" y="359"/>
                </a:lnTo>
                <a:lnTo>
                  <a:pt x="268" y="358"/>
                </a:lnTo>
                <a:lnTo>
                  <a:pt x="269" y="357"/>
                </a:lnTo>
                <a:lnTo>
                  <a:pt x="268" y="357"/>
                </a:lnTo>
                <a:lnTo>
                  <a:pt x="266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4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9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0" y="346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10" y="310"/>
                </a:lnTo>
                <a:lnTo>
                  <a:pt x="310" y="309"/>
                </a:lnTo>
                <a:lnTo>
                  <a:pt x="310" y="308"/>
                </a:lnTo>
                <a:lnTo>
                  <a:pt x="309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3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1" y="287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0"/>
                </a:lnTo>
                <a:lnTo>
                  <a:pt x="282" y="280"/>
                </a:lnTo>
                <a:lnTo>
                  <a:pt x="282" y="279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1" y="270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70" y="259"/>
                </a:lnTo>
                <a:lnTo>
                  <a:pt x="270" y="258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7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9" y="267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2" y="269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5" y="273"/>
                </a:lnTo>
                <a:lnTo>
                  <a:pt x="253" y="273"/>
                </a:lnTo>
                <a:lnTo>
                  <a:pt x="253" y="272"/>
                </a:lnTo>
                <a:lnTo>
                  <a:pt x="252" y="271"/>
                </a:lnTo>
                <a:lnTo>
                  <a:pt x="253" y="271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6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5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2" y="269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4" y="267"/>
                </a:lnTo>
                <a:lnTo>
                  <a:pt x="233" y="267"/>
                </a:lnTo>
                <a:lnTo>
                  <a:pt x="233" y="266"/>
                </a:lnTo>
                <a:lnTo>
                  <a:pt x="233" y="265"/>
                </a:lnTo>
                <a:lnTo>
                  <a:pt x="233" y="266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22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7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69"/>
                </a:lnTo>
                <a:lnTo>
                  <a:pt x="215" y="270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2" y="279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70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6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7" y="315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6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2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1"/>
                </a:lnTo>
                <a:lnTo>
                  <a:pt x="102" y="351"/>
                </a:lnTo>
                <a:lnTo>
                  <a:pt x="101" y="352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7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7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4" y="308"/>
                </a:lnTo>
                <a:lnTo>
                  <a:pt x="64" y="307"/>
                </a:lnTo>
                <a:lnTo>
                  <a:pt x="65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299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7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4" y="262"/>
                </a:lnTo>
                <a:lnTo>
                  <a:pt x="5" y="261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5" y="257"/>
                </a:lnTo>
                <a:lnTo>
                  <a:pt x="16" y="257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9" y="253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7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7" y="241"/>
                </a:lnTo>
                <a:lnTo>
                  <a:pt x="26" y="240"/>
                </a:lnTo>
                <a:lnTo>
                  <a:pt x="27" y="240"/>
                </a:lnTo>
                <a:lnTo>
                  <a:pt x="28" y="239"/>
                </a:lnTo>
                <a:lnTo>
                  <a:pt x="30" y="237"/>
                </a:lnTo>
                <a:lnTo>
                  <a:pt x="31" y="236"/>
                </a:lnTo>
                <a:lnTo>
                  <a:pt x="32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3" y="231"/>
                </a:lnTo>
                <a:lnTo>
                  <a:pt x="33" y="229"/>
                </a:lnTo>
                <a:lnTo>
                  <a:pt x="35" y="229"/>
                </a:lnTo>
                <a:lnTo>
                  <a:pt x="36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4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4"/>
                </a:lnTo>
                <a:lnTo>
                  <a:pt x="47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3" y="125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8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2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1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4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5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6" y="178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9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7" y="143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6" y="129"/>
                </a:lnTo>
                <a:lnTo>
                  <a:pt x="177" y="129"/>
                </a:lnTo>
                <a:lnTo>
                  <a:pt x="178" y="130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5" y="125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3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8" y="121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1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9" y="105"/>
                </a:lnTo>
                <a:lnTo>
                  <a:pt x="231" y="105"/>
                </a:lnTo>
                <a:lnTo>
                  <a:pt x="232" y="104"/>
                </a:lnTo>
                <a:lnTo>
                  <a:pt x="231" y="104"/>
                </a:lnTo>
                <a:lnTo>
                  <a:pt x="232" y="104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2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7" y="101"/>
                </a:lnTo>
                <a:lnTo>
                  <a:pt x="267" y="102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9" y="99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4" y="96"/>
                </a:lnTo>
                <a:lnTo>
                  <a:pt x="274" y="97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1" y="80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2" y="83"/>
                </a:lnTo>
                <a:lnTo>
                  <a:pt x="303" y="83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3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6" y="76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1" y="66"/>
                </a:lnTo>
                <a:lnTo>
                  <a:pt x="322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6" y="72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5" y="72"/>
                </a:lnTo>
                <a:lnTo>
                  <a:pt x="345" y="73"/>
                </a:lnTo>
                <a:lnTo>
                  <a:pt x="345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0" y="74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3" y="76"/>
                </a:lnTo>
                <a:lnTo>
                  <a:pt x="354" y="76"/>
                </a:lnTo>
                <a:lnTo>
                  <a:pt x="355" y="76"/>
                </a:lnTo>
                <a:lnTo>
                  <a:pt x="355" y="77"/>
                </a:lnTo>
                <a:lnTo>
                  <a:pt x="356" y="77"/>
                </a:lnTo>
                <a:lnTo>
                  <a:pt x="356" y="78"/>
                </a:lnTo>
                <a:lnTo>
                  <a:pt x="357" y="78"/>
                </a:lnTo>
                <a:lnTo>
                  <a:pt x="358" y="78"/>
                </a:lnTo>
                <a:lnTo>
                  <a:pt x="359" y="79"/>
                </a:lnTo>
                <a:lnTo>
                  <a:pt x="359" y="80"/>
                </a:lnTo>
                <a:lnTo>
                  <a:pt x="360" y="80"/>
                </a:lnTo>
                <a:lnTo>
                  <a:pt x="360" y="81"/>
                </a:lnTo>
                <a:lnTo>
                  <a:pt x="361" y="81"/>
                </a:lnTo>
                <a:lnTo>
                  <a:pt x="361" y="79"/>
                </a:lnTo>
                <a:lnTo>
                  <a:pt x="362" y="79"/>
                </a:lnTo>
                <a:lnTo>
                  <a:pt x="363" y="78"/>
                </a:lnTo>
                <a:lnTo>
                  <a:pt x="363" y="77"/>
                </a:lnTo>
                <a:lnTo>
                  <a:pt x="363" y="76"/>
                </a:lnTo>
                <a:lnTo>
                  <a:pt x="364" y="74"/>
                </a:lnTo>
                <a:lnTo>
                  <a:pt x="365" y="74"/>
                </a:lnTo>
                <a:lnTo>
                  <a:pt x="367" y="74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3"/>
                </a:lnTo>
                <a:lnTo>
                  <a:pt x="381" y="73"/>
                </a:lnTo>
                <a:lnTo>
                  <a:pt x="381" y="72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69"/>
                </a:lnTo>
                <a:lnTo>
                  <a:pt x="390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7"/>
                </a:lnTo>
                <a:lnTo>
                  <a:pt x="418" y="48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2" y="50"/>
                </a:lnTo>
                <a:lnTo>
                  <a:pt x="422" y="49"/>
                </a:lnTo>
                <a:lnTo>
                  <a:pt x="423" y="49"/>
                </a:lnTo>
                <a:lnTo>
                  <a:pt x="424" y="49"/>
                </a:lnTo>
                <a:lnTo>
                  <a:pt x="425" y="50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7" y="47"/>
                </a:lnTo>
                <a:lnTo>
                  <a:pt x="428" y="47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1" y="37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7" y="22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6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7" y="9"/>
                </a:lnTo>
                <a:lnTo>
                  <a:pt x="438" y="9"/>
                </a:lnTo>
                <a:lnTo>
                  <a:pt x="438" y="8"/>
                </a:lnTo>
                <a:lnTo>
                  <a:pt x="439" y="7"/>
                </a:lnTo>
                <a:lnTo>
                  <a:pt x="440" y="7"/>
                </a:lnTo>
                <a:lnTo>
                  <a:pt x="440" y="6"/>
                </a:lnTo>
                <a:lnTo>
                  <a:pt x="441" y="6"/>
                </a:lnTo>
                <a:lnTo>
                  <a:pt x="441" y="5"/>
                </a:lnTo>
                <a:lnTo>
                  <a:pt x="442" y="4"/>
                </a:lnTo>
                <a:lnTo>
                  <a:pt x="442" y="3"/>
                </a:lnTo>
                <a:lnTo>
                  <a:pt x="442" y="2"/>
                </a:lnTo>
                <a:lnTo>
                  <a:pt x="442" y="1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6" y="1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06176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7121160" y="1400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730620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730404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7295760" y="1312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729576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729648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701676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4" y="16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3" y="21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7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2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5" y="94"/>
                </a:lnTo>
                <a:lnTo>
                  <a:pt x="336" y="94"/>
                </a:lnTo>
                <a:lnTo>
                  <a:pt x="337" y="93"/>
                </a:lnTo>
                <a:lnTo>
                  <a:pt x="339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6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8" y="87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4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6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80" y="121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6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8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8"/>
                </a:lnTo>
                <a:lnTo>
                  <a:pt x="489" y="177"/>
                </a:lnTo>
                <a:lnTo>
                  <a:pt x="490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20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5" y="209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29" y="241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5"/>
                </a:lnTo>
                <a:lnTo>
                  <a:pt x="768" y="245"/>
                </a:lnTo>
                <a:lnTo>
                  <a:pt x="768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5" y="333"/>
                </a:lnTo>
                <a:lnTo>
                  <a:pt x="854" y="333"/>
                </a:lnTo>
                <a:lnTo>
                  <a:pt x="855" y="334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6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6" y="382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3" y="382"/>
                </a:lnTo>
                <a:lnTo>
                  <a:pt x="793" y="381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1" y="384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6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60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4" y="455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8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4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7" y="494"/>
                </a:lnTo>
                <a:lnTo>
                  <a:pt x="508" y="493"/>
                </a:lnTo>
                <a:lnTo>
                  <a:pt x="509" y="493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7" y="489"/>
                </a:lnTo>
                <a:lnTo>
                  <a:pt x="496" y="488"/>
                </a:lnTo>
                <a:lnTo>
                  <a:pt x="496" y="489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9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4"/>
                </a:lnTo>
                <a:lnTo>
                  <a:pt x="472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70" y="470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70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6" y="473"/>
                </a:lnTo>
                <a:lnTo>
                  <a:pt x="465" y="473"/>
                </a:lnTo>
                <a:lnTo>
                  <a:pt x="464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6" y="474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9" y="502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8" y="506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6" y="529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6" y="534"/>
                </a:lnTo>
                <a:lnTo>
                  <a:pt x="405" y="534"/>
                </a:lnTo>
                <a:lnTo>
                  <a:pt x="405" y="535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9" y="549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6" y="553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90" y="556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6" y="553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9" y="554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8" y="533"/>
                </a:lnTo>
                <a:lnTo>
                  <a:pt x="368" y="532"/>
                </a:lnTo>
                <a:lnTo>
                  <a:pt x="369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3" y="528"/>
                </a:lnTo>
                <a:lnTo>
                  <a:pt x="374" y="528"/>
                </a:lnTo>
                <a:lnTo>
                  <a:pt x="375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7" y="488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9" y="474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7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6" y="426"/>
                </a:lnTo>
                <a:lnTo>
                  <a:pt x="345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2" y="425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1" y="423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9" y="423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7" y="410"/>
                </a:lnTo>
                <a:lnTo>
                  <a:pt x="326" y="410"/>
                </a:lnTo>
                <a:lnTo>
                  <a:pt x="325" y="409"/>
                </a:lnTo>
                <a:lnTo>
                  <a:pt x="324" y="410"/>
                </a:lnTo>
                <a:lnTo>
                  <a:pt x="324" y="411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2" y="373"/>
                </a:lnTo>
                <a:lnTo>
                  <a:pt x="301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2" y="344"/>
                </a:lnTo>
                <a:lnTo>
                  <a:pt x="292" y="342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2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6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5" y="350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7" y="336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9" y="329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7" y="297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5" y="298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1" y="282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7" y="201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8" y="211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9" y="146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7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5"/>
                </a:lnTo>
                <a:lnTo>
                  <a:pt x="48" y="92"/>
                </a:lnTo>
                <a:lnTo>
                  <a:pt x="48" y="91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2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19" y="31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8" y="45"/>
                </a:lnTo>
                <a:lnTo>
                  <a:pt x="48" y="46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0"/>
                </a:lnTo>
                <a:lnTo>
                  <a:pt x="60" y="49"/>
                </a:lnTo>
                <a:lnTo>
                  <a:pt x="59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5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2" y="50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0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2"/>
                </a:lnTo>
                <a:lnTo>
                  <a:pt x="99" y="61"/>
                </a:lnTo>
                <a:lnTo>
                  <a:pt x="99" y="60"/>
                </a:lnTo>
                <a:lnTo>
                  <a:pt x="100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3"/>
                </a:lnTo>
                <a:lnTo>
                  <a:pt x="102" y="52"/>
                </a:lnTo>
                <a:lnTo>
                  <a:pt x="101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8" y="42"/>
                </a:lnTo>
                <a:lnTo>
                  <a:pt x="108" y="41"/>
                </a:lnTo>
                <a:lnTo>
                  <a:pt x="106" y="41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1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700200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7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4" y="5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4" y="4"/>
                </a:lnTo>
                <a:lnTo>
                  <a:pt x="225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9" y="11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4" y="14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8" y="16"/>
                </a:lnTo>
                <a:lnTo>
                  <a:pt x="259" y="16"/>
                </a:lnTo>
                <a:lnTo>
                  <a:pt x="260" y="17"/>
                </a:lnTo>
                <a:lnTo>
                  <a:pt x="261" y="17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0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7"/>
                </a:lnTo>
                <a:lnTo>
                  <a:pt x="285" y="28"/>
                </a:lnTo>
                <a:lnTo>
                  <a:pt x="286" y="28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1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6" y="39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3" y="82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5" y="102"/>
                </a:lnTo>
                <a:lnTo>
                  <a:pt x="449" y="103"/>
                </a:lnTo>
                <a:lnTo>
                  <a:pt x="450" y="105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8" y="113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8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8"/>
                </a:lnTo>
                <a:lnTo>
                  <a:pt x="463" y="129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1" y="138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1" y="143"/>
                </a:lnTo>
                <a:lnTo>
                  <a:pt x="472" y="143"/>
                </a:lnTo>
                <a:lnTo>
                  <a:pt x="473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8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5"/>
                </a:lnTo>
                <a:lnTo>
                  <a:pt x="485" y="176"/>
                </a:lnTo>
                <a:lnTo>
                  <a:pt x="485" y="178"/>
                </a:lnTo>
                <a:lnTo>
                  <a:pt x="486" y="179"/>
                </a:lnTo>
                <a:lnTo>
                  <a:pt x="487" y="180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3" y="188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200"/>
                </a:lnTo>
                <a:lnTo>
                  <a:pt x="494" y="201"/>
                </a:lnTo>
                <a:lnTo>
                  <a:pt x="494" y="202"/>
                </a:lnTo>
                <a:lnTo>
                  <a:pt x="495" y="203"/>
                </a:lnTo>
                <a:lnTo>
                  <a:pt x="496" y="203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20"/>
                </a:lnTo>
                <a:lnTo>
                  <a:pt x="507" y="220"/>
                </a:lnTo>
                <a:lnTo>
                  <a:pt x="508" y="220"/>
                </a:lnTo>
                <a:lnTo>
                  <a:pt x="511" y="221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8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09" y="237"/>
                </a:lnTo>
                <a:lnTo>
                  <a:pt x="511" y="237"/>
                </a:lnTo>
                <a:lnTo>
                  <a:pt x="512" y="237"/>
                </a:lnTo>
                <a:lnTo>
                  <a:pt x="513" y="238"/>
                </a:lnTo>
                <a:lnTo>
                  <a:pt x="514" y="238"/>
                </a:lnTo>
                <a:lnTo>
                  <a:pt x="515" y="238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6" y="229"/>
                </a:lnTo>
                <a:lnTo>
                  <a:pt x="518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7"/>
                </a:lnTo>
                <a:lnTo>
                  <a:pt x="517" y="237"/>
                </a:lnTo>
                <a:lnTo>
                  <a:pt x="517" y="238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3"/>
                </a:lnTo>
                <a:lnTo>
                  <a:pt x="515" y="245"/>
                </a:lnTo>
                <a:lnTo>
                  <a:pt x="516" y="247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3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20" y="258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8" y="267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3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6" y="287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7"/>
                </a:lnTo>
                <a:lnTo>
                  <a:pt x="551" y="299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4"/>
                </a:lnTo>
                <a:lnTo>
                  <a:pt x="557" y="305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5" y="310"/>
                </a:lnTo>
                <a:lnTo>
                  <a:pt x="553" y="311"/>
                </a:lnTo>
                <a:lnTo>
                  <a:pt x="552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1" y="315"/>
                </a:lnTo>
                <a:lnTo>
                  <a:pt x="550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20"/>
                </a:lnTo>
                <a:lnTo>
                  <a:pt x="557" y="320"/>
                </a:lnTo>
                <a:lnTo>
                  <a:pt x="557" y="322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5" y="326"/>
                </a:lnTo>
                <a:lnTo>
                  <a:pt x="554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0"/>
                </a:lnTo>
                <a:lnTo>
                  <a:pt x="554" y="331"/>
                </a:lnTo>
                <a:lnTo>
                  <a:pt x="554" y="332"/>
                </a:lnTo>
                <a:lnTo>
                  <a:pt x="555" y="332"/>
                </a:lnTo>
                <a:lnTo>
                  <a:pt x="555" y="333"/>
                </a:lnTo>
                <a:lnTo>
                  <a:pt x="556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7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9"/>
                </a:lnTo>
                <a:lnTo>
                  <a:pt x="569" y="339"/>
                </a:lnTo>
                <a:lnTo>
                  <a:pt x="571" y="339"/>
                </a:lnTo>
                <a:lnTo>
                  <a:pt x="573" y="339"/>
                </a:lnTo>
                <a:lnTo>
                  <a:pt x="574" y="340"/>
                </a:lnTo>
                <a:lnTo>
                  <a:pt x="576" y="340"/>
                </a:lnTo>
                <a:lnTo>
                  <a:pt x="578" y="340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6"/>
                </a:lnTo>
                <a:lnTo>
                  <a:pt x="578" y="347"/>
                </a:lnTo>
                <a:lnTo>
                  <a:pt x="578" y="348"/>
                </a:lnTo>
                <a:lnTo>
                  <a:pt x="577" y="350"/>
                </a:lnTo>
                <a:lnTo>
                  <a:pt x="576" y="351"/>
                </a:lnTo>
                <a:lnTo>
                  <a:pt x="575" y="352"/>
                </a:lnTo>
                <a:lnTo>
                  <a:pt x="573" y="354"/>
                </a:lnTo>
                <a:lnTo>
                  <a:pt x="572" y="355"/>
                </a:lnTo>
                <a:lnTo>
                  <a:pt x="570" y="357"/>
                </a:lnTo>
                <a:lnTo>
                  <a:pt x="570" y="358"/>
                </a:lnTo>
                <a:lnTo>
                  <a:pt x="569" y="359"/>
                </a:lnTo>
                <a:lnTo>
                  <a:pt x="569" y="361"/>
                </a:lnTo>
                <a:lnTo>
                  <a:pt x="568" y="362"/>
                </a:lnTo>
                <a:lnTo>
                  <a:pt x="568" y="363"/>
                </a:lnTo>
                <a:lnTo>
                  <a:pt x="568" y="364"/>
                </a:lnTo>
                <a:lnTo>
                  <a:pt x="568" y="365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69"/>
                </a:lnTo>
                <a:lnTo>
                  <a:pt x="572" y="370"/>
                </a:lnTo>
                <a:lnTo>
                  <a:pt x="572" y="371"/>
                </a:lnTo>
                <a:lnTo>
                  <a:pt x="573" y="372"/>
                </a:lnTo>
                <a:lnTo>
                  <a:pt x="573" y="373"/>
                </a:lnTo>
                <a:lnTo>
                  <a:pt x="573" y="374"/>
                </a:lnTo>
                <a:lnTo>
                  <a:pt x="572" y="375"/>
                </a:lnTo>
                <a:lnTo>
                  <a:pt x="571" y="380"/>
                </a:lnTo>
                <a:lnTo>
                  <a:pt x="571" y="382"/>
                </a:lnTo>
                <a:lnTo>
                  <a:pt x="571" y="383"/>
                </a:lnTo>
                <a:lnTo>
                  <a:pt x="572" y="383"/>
                </a:lnTo>
                <a:lnTo>
                  <a:pt x="573" y="385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8" y="387"/>
                </a:lnTo>
                <a:lnTo>
                  <a:pt x="580" y="387"/>
                </a:lnTo>
                <a:lnTo>
                  <a:pt x="582" y="388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3"/>
                </a:lnTo>
                <a:lnTo>
                  <a:pt x="585" y="395"/>
                </a:lnTo>
                <a:lnTo>
                  <a:pt x="585" y="396"/>
                </a:lnTo>
                <a:lnTo>
                  <a:pt x="585" y="397"/>
                </a:lnTo>
                <a:lnTo>
                  <a:pt x="586" y="399"/>
                </a:lnTo>
                <a:lnTo>
                  <a:pt x="588" y="400"/>
                </a:lnTo>
                <a:lnTo>
                  <a:pt x="589" y="401"/>
                </a:lnTo>
                <a:lnTo>
                  <a:pt x="591" y="401"/>
                </a:lnTo>
                <a:lnTo>
                  <a:pt x="593" y="402"/>
                </a:lnTo>
                <a:lnTo>
                  <a:pt x="593" y="403"/>
                </a:lnTo>
                <a:lnTo>
                  <a:pt x="594" y="403"/>
                </a:lnTo>
                <a:lnTo>
                  <a:pt x="595" y="404"/>
                </a:lnTo>
                <a:lnTo>
                  <a:pt x="596" y="406"/>
                </a:lnTo>
                <a:lnTo>
                  <a:pt x="596" y="407"/>
                </a:lnTo>
                <a:lnTo>
                  <a:pt x="597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7"/>
                </a:lnTo>
                <a:lnTo>
                  <a:pt x="609" y="407"/>
                </a:lnTo>
                <a:lnTo>
                  <a:pt x="609" y="406"/>
                </a:lnTo>
                <a:lnTo>
                  <a:pt x="610" y="406"/>
                </a:lnTo>
                <a:lnTo>
                  <a:pt x="611" y="406"/>
                </a:lnTo>
                <a:lnTo>
                  <a:pt x="612" y="407"/>
                </a:lnTo>
                <a:lnTo>
                  <a:pt x="613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20" y="410"/>
                </a:lnTo>
                <a:lnTo>
                  <a:pt x="622" y="411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7" y="412"/>
                </a:lnTo>
                <a:lnTo>
                  <a:pt x="629" y="412"/>
                </a:lnTo>
                <a:lnTo>
                  <a:pt x="631" y="412"/>
                </a:lnTo>
                <a:lnTo>
                  <a:pt x="632" y="412"/>
                </a:lnTo>
                <a:lnTo>
                  <a:pt x="633" y="412"/>
                </a:lnTo>
                <a:lnTo>
                  <a:pt x="633" y="411"/>
                </a:lnTo>
                <a:lnTo>
                  <a:pt x="634" y="411"/>
                </a:lnTo>
                <a:lnTo>
                  <a:pt x="635" y="410"/>
                </a:lnTo>
                <a:lnTo>
                  <a:pt x="636" y="410"/>
                </a:lnTo>
                <a:lnTo>
                  <a:pt x="638" y="409"/>
                </a:lnTo>
                <a:lnTo>
                  <a:pt x="639" y="409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6" y="410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7"/>
                </a:lnTo>
                <a:lnTo>
                  <a:pt x="650" y="407"/>
                </a:lnTo>
                <a:lnTo>
                  <a:pt x="652" y="407"/>
                </a:lnTo>
                <a:lnTo>
                  <a:pt x="654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6"/>
                </a:lnTo>
                <a:lnTo>
                  <a:pt x="661" y="406"/>
                </a:lnTo>
                <a:lnTo>
                  <a:pt x="662" y="405"/>
                </a:lnTo>
                <a:lnTo>
                  <a:pt x="663" y="405"/>
                </a:lnTo>
                <a:lnTo>
                  <a:pt x="664" y="406"/>
                </a:lnTo>
                <a:lnTo>
                  <a:pt x="666" y="406"/>
                </a:lnTo>
                <a:lnTo>
                  <a:pt x="668" y="407"/>
                </a:lnTo>
                <a:lnTo>
                  <a:pt x="669" y="407"/>
                </a:lnTo>
                <a:lnTo>
                  <a:pt x="670" y="407"/>
                </a:lnTo>
                <a:lnTo>
                  <a:pt x="672" y="408"/>
                </a:lnTo>
                <a:lnTo>
                  <a:pt x="674" y="409"/>
                </a:lnTo>
                <a:lnTo>
                  <a:pt x="676" y="409"/>
                </a:lnTo>
                <a:lnTo>
                  <a:pt x="677" y="409"/>
                </a:lnTo>
                <a:lnTo>
                  <a:pt x="678" y="410"/>
                </a:lnTo>
                <a:lnTo>
                  <a:pt x="679" y="410"/>
                </a:lnTo>
                <a:lnTo>
                  <a:pt x="679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6"/>
                </a:lnTo>
                <a:lnTo>
                  <a:pt x="682" y="406"/>
                </a:lnTo>
                <a:lnTo>
                  <a:pt x="682" y="407"/>
                </a:lnTo>
                <a:lnTo>
                  <a:pt x="683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10"/>
                </a:lnTo>
                <a:lnTo>
                  <a:pt x="686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2" y="414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7" y="418"/>
                </a:lnTo>
                <a:lnTo>
                  <a:pt x="688" y="418"/>
                </a:lnTo>
                <a:lnTo>
                  <a:pt x="690" y="417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1" y="420"/>
                </a:lnTo>
                <a:lnTo>
                  <a:pt x="704" y="420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5"/>
                </a:lnTo>
                <a:lnTo>
                  <a:pt x="708" y="427"/>
                </a:lnTo>
                <a:lnTo>
                  <a:pt x="708" y="428"/>
                </a:lnTo>
                <a:lnTo>
                  <a:pt x="709" y="428"/>
                </a:lnTo>
                <a:lnTo>
                  <a:pt x="709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7" y="430"/>
                </a:lnTo>
                <a:lnTo>
                  <a:pt x="718" y="429"/>
                </a:lnTo>
                <a:lnTo>
                  <a:pt x="719" y="428"/>
                </a:lnTo>
                <a:lnTo>
                  <a:pt x="720" y="428"/>
                </a:lnTo>
                <a:lnTo>
                  <a:pt x="721" y="427"/>
                </a:lnTo>
                <a:lnTo>
                  <a:pt x="723" y="426"/>
                </a:lnTo>
                <a:lnTo>
                  <a:pt x="724" y="426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4"/>
                </a:lnTo>
                <a:lnTo>
                  <a:pt x="739" y="423"/>
                </a:lnTo>
                <a:lnTo>
                  <a:pt x="740" y="422"/>
                </a:lnTo>
                <a:lnTo>
                  <a:pt x="741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3"/>
                </a:lnTo>
                <a:lnTo>
                  <a:pt x="746" y="423"/>
                </a:lnTo>
                <a:lnTo>
                  <a:pt x="747" y="423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2" y="426"/>
                </a:lnTo>
                <a:lnTo>
                  <a:pt x="753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2"/>
                </a:lnTo>
                <a:lnTo>
                  <a:pt x="753" y="434"/>
                </a:lnTo>
                <a:lnTo>
                  <a:pt x="753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8"/>
                </a:lnTo>
                <a:lnTo>
                  <a:pt x="756" y="439"/>
                </a:lnTo>
                <a:lnTo>
                  <a:pt x="757" y="439"/>
                </a:lnTo>
                <a:lnTo>
                  <a:pt x="759" y="439"/>
                </a:lnTo>
                <a:lnTo>
                  <a:pt x="760" y="439"/>
                </a:lnTo>
                <a:lnTo>
                  <a:pt x="762" y="438"/>
                </a:lnTo>
                <a:lnTo>
                  <a:pt x="762" y="437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3"/>
                </a:lnTo>
                <a:lnTo>
                  <a:pt x="771" y="444"/>
                </a:lnTo>
                <a:lnTo>
                  <a:pt x="771" y="445"/>
                </a:lnTo>
                <a:lnTo>
                  <a:pt x="772" y="446"/>
                </a:lnTo>
                <a:lnTo>
                  <a:pt x="772" y="447"/>
                </a:lnTo>
                <a:lnTo>
                  <a:pt x="774" y="449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1" y="450"/>
                </a:lnTo>
                <a:lnTo>
                  <a:pt x="781" y="451"/>
                </a:lnTo>
                <a:lnTo>
                  <a:pt x="781" y="452"/>
                </a:lnTo>
                <a:lnTo>
                  <a:pt x="780" y="453"/>
                </a:lnTo>
                <a:lnTo>
                  <a:pt x="780" y="454"/>
                </a:lnTo>
                <a:lnTo>
                  <a:pt x="780" y="455"/>
                </a:lnTo>
                <a:lnTo>
                  <a:pt x="781" y="456"/>
                </a:lnTo>
                <a:lnTo>
                  <a:pt x="782" y="456"/>
                </a:lnTo>
                <a:lnTo>
                  <a:pt x="783" y="456"/>
                </a:lnTo>
                <a:lnTo>
                  <a:pt x="785" y="456"/>
                </a:lnTo>
                <a:lnTo>
                  <a:pt x="786" y="457"/>
                </a:lnTo>
                <a:lnTo>
                  <a:pt x="787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7" y="460"/>
                </a:lnTo>
                <a:lnTo>
                  <a:pt x="786" y="461"/>
                </a:lnTo>
                <a:lnTo>
                  <a:pt x="786" y="462"/>
                </a:lnTo>
                <a:lnTo>
                  <a:pt x="786" y="463"/>
                </a:lnTo>
                <a:lnTo>
                  <a:pt x="787" y="463"/>
                </a:lnTo>
                <a:lnTo>
                  <a:pt x="788" y="464"/>
                </a:lnTo>
                <a:lnTo>
                  <a:pt x="790" y="464"/>
                </a:lnTo>
                <a:lnTo>
                  <a:pt x="791" y="464"/>
                </a:lnTo>
                <a:lnTo>
                  <a:pt x="792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7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6" y="474"/>
                </a:lnTo>
                <a:lnTo>
                  <a:pt x="807" y="474"/>
                </a:lnTo>
                <a:lnTo>
                  <a:pt x="808" y="475"/>
                </a:lnTo>
                <a:lnTo>
                  <a:pt x="810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3" y="479"/>
                </a:lnTo>
                <a:lnTo>
                  <a:pt x="814" y="480"/>
                </a:lnTo>
                <a:lnTo>
                  <a:pt x="815" y="481"/>
                </a:lnTo>
                <a:lnTo>
                  <a:pt x="816" y="481"/>
                </a:lnTo>
                <a:lnTo>
                  <a:pt x="818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3" y="480"/>
                </a:lnTo>
                <a:lnTo>
                  <a:pt x="825" y="479"/>
                </a:lnTo>
                <a:lnTo>
                  <a:pt x="829" y="478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8" y="481"/>
                </a:lnTo>
                <a:lnTo>
                  <a:pt x="839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5" y="481"/>
                </a:lnTo>
                <a:lnTo>
                  <a:pt x="846" y="481"/>
                </a:lnTo>
                <a:lnTo>
                  <a:pt x="847" y="481"/>
                </a:lnTo>
                <a:lnTo>
                  <a:pt x="847" y="480"/>
                </a:lnTo>
                <a:lnTo>
                  <a:pt x="848" y="480"/>
                </a:lnTo>
                <a:lnTo>
                  <a:pt x="849" y="480"/>
                </a:lnTo>
                <a:lnTo>
                  <a:pt x="849" y="479"/>
                </a:lnTo>
                <a:lnTo>
                  <a:pt x="850" y="479"/>
                </a:lnTo>
                <a:lnTo>
                  <a:pt x="851" y="479"/>
                </a:lnTo>
                <a:lnTo>
                  <a:pt x="854" y="479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5" y="483"/>
                </a:lnTo>
                <a:lnTo>
                  <a:pt x="855" y="484"/>
                </a:lnTo>
                <a:lnTo>
                  <a:pt x="854" y="484"/>
                </a:lnTo>
                <a:lnTo>
                  <a:pt x="853" y="485"/>
                </a:lnTo>
                <a:lnTo>
                  <a:pt x="853" y="486"/>
                </a:lnTo>
                <a:lnTo>
                  <a:pt x="851" y="487"/>
                </a:lnTo>
                <a:lnTo>
                  <a:pt x="851" y="488"/>
                </a:lnTo>
                <a:lnTo>
                  <a:pt x="850" y="488"/>
                </a:lnTo>
                <a:lnTo>
                  <a:pt x="850" y="489"/>
                </a:lnTo>
                <a:lnTo>
                  <a:pt x="849" y="489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2"/>
                </a:lnTo>
                <a:lnTo>
                  <a:pt x="848" y="493"/>
                </a:lnTo>
                <a:lnTo>
                  <a:pt x="847" y="495"/>
                </a:lnTo>
                <a:lnTo>
                  <a:pt x="847" y="496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499"/>
                </a:lnTo>
                <a:lnTo>
                  <a:pt x="845" y="500"/>
                </a:lnTo>
                <a:lnTo>
                  <a:pt x="844" y="501"/>
                </a:lnTo>
                <a:lnTo>
                  <a:pt x="844" y="502"/>
                </a:lnTo>
                <a:lnTo>
                  <a:pt x="843" y="502"/>
                </a:lnTo>
                <a:lnTo>
                  <a:pt x="843" y="503"/>
                </a:lnTo>
                <a:lnTo>
                  <a:pt x="842" y="504"/>
                </a:lnTo>
                <a:lnTo>
                  <a:pt x="842" y="505"/>
                </a:lnTo>
                <a:lnTo>
                  <a:pt x="841" y="505"/>
                </a:lnTo>
                <a:lnTo>
                  <a:pt x="841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7"/>
                </a:lnTo>
                <a:lnTo>
                  <a:pt x="849" y="518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3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6" y="518"/>
                </a:lnTo>
                <a:lnTo>
                  <a:pt x="857" y="518"/>
                </a:lnTo>
                <a:lnTo>
                  <a:pt x="858" y="518"/>
                </a:lnTo>
                <a:lnTo>
                  <a:pt x="858" y="517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8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61" y="526"/>
                </a:lnTo>
                <a:lnTo>
                  <a:pt x="861" y="527"/>
                </a:lnTo>
                <a:lnTo>
                  <a:pt x="861" y="528"/>
                </a:lnTo>
                <a:lnTo>
                  <a:pt x="862" y="528"/>
                </a:lnTo>
                <a:lnTo>
                  <a:pt x="862" y="529"/>
                </a:lnTo>
                <a:lnTo>
                  <a:pt x="863" y="530"/>
                </a:lnTo>
                <a:lnTo>
                  <a:pt x="863" y="531"/>
                </a:lnTo>
                <a:lnTo>
                  <a:pt x="863" y="533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5"/>
                </a:lnTo>
                <a:lnTo>
                  <a:pt x="868" y="537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0"/>
                </a:lnTo>
                <a:lnTo>
                  <a:pt x="868" y="541"/>
                </a:lnTo>
                <a:lnTo>
                  <a:pt x="867" y="541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3"/>
                </a:lnTo>
                <a:lnTo>
                  <a:pt x="864" y="544"/>
                </a:lnTo>
                <a:lnTo>
                  <a:pt x="863" y="544"/>
                </a:lnTo>
                <a:lnTo>
                  <a:pt x="863" y="545"/>
                </a:lnTo>
                <a:lnTo>
                  <a:pt x="863" y="546"/>
                </a:lnTo>
                <a:lnTo>
                  <a:pt x="862" y="546"/>
                </a:lnTo>
                <a:lnTo>
                  <a:pt x="862" y="547"/>
                </a:lnTo>
                <a:lnTo>
                  <a:pt x="862" y="548"/>
                </a:lnTo>
                <a:lnTo>
                  <a:pt x="862" y="550"/>
                </a:lnTo>
                <a:lnTo>
                  <a:pt x="862" y="551"/>
                </a:lnTo>
                <a:lnTo>
                  <a:pt x="861" y="551"/>
                </a:lnTo>
                <a:lnTo>
                  <a:pt x="860" y="551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3"/>
                </a:lnTo>
                <a:lnTo>
                  <a:pt x="857" y="554"/>
                </a:lnTo>
                <a:lnTo>
                  <a:pt x="856" y="555"/>
                </a:lnTo>
                <a:lnTo>
                  <a:pt x="855" y="555"/>
                </a:lnTo>
                <a:lnTo>
                  <a:pt x="855" y="556"/>
                </a:lnTo>
                <a:lnTo>
                  <a:pt x="854" y="556"/>
                </a:lnTo>
                <a:lnTo>
                  <a:pt x="854" y="557"/>
                </a:lnTo>
                <a:lnTo>
                  <a:pt x="854" y="558"/>
                </a:lnTo>
                <a:lnTo>
                  <a:pt x="853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0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6" y="572"/>
                </a:lnTo>
                <a:lnTo>
                  <a:pt x="869" y="574"/>
                </a:lnTo>
                <a:lnTo>
                  <a:pt x="871" y="575"/>
                </a:lnTo>
                <a:lnTo>
                  <a:pt x="872" y="576"/>
                </a:lnTo>
                <a:lnTo>
                  <a:pt x="873" y="577"/>
                </a:lnTo>
                <a:lnTo>
                  <a:pt x="873" y="578"/>
                </a:lnTo>
                <a:lnTo>
                  <a:pt x="874" y="579"/>
                </a:lnTo>
                <a:lnTo>
                  <a:pt x="875" y="580"/>
                </a:lnTo>
                <a:lnTo>
                  <a:pt x="876" y="581"/>
                </a:lnTo>
                <a:lnTo>
                  <a:pt x="877" y="582"/>
                </a:lnTo>
                <a:lnTo>
                  <a:pt x="878" y="584"/>
                </a:lnTo>
                <a:lnTo>
                  <a:pt x="879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1"/>
                </a:lnTo>
                <a:lnTo>
                  <a:pt x="880" y="593"/>
                </a:lnTo>
                <a:lnTo>
                  <a:pt x="880" y="595"/>
                </a:lnTo>
                <a:lnTo>
                  <a:pt x="880" y="596"/>
                </a:lnTo>
                <a:lnTo>
                  <a:pt x="881" y="597"/>
                </a:lnTo>
                <a:lnTo>
                  <a:pt x="881" y="598"/>
                </a:lnTo>
                <a:lnTo>
                  <a:pt x="881" y="599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5" y="601"/>
                </a:lnTo>
                <a:lnTo>
                  <a:pt x="886" y="601"/>
                </a:lnTo>
                <a:lnTo>
                  <a:pt x="888" y="602"/>
                </a:lnTo>
                <a:lnTo>
                  <a:pt x="889" y="602"/>
                </a:lnTo>
                <a:lnTo>
                  <a:pt x="892" y="602"/>
                </a:lnTo>
                <a:lnTo>
                  <a:pt x="894" y="602"/>
                </a:lnTo>
                <a:lnTo>
                  <a:pt x="895" y="602"/>
                </a:lnTo>
                <a:lnTo>
                  <a:pt x="900" y="600"/>
                </a:lnTo>
                <a:lnTo>
                  <a:pt x="902" y="600"/>
                </a:lnTo>
                <a:lnTo>
                  <a:pt x="902" y="599"/>
                </a:lnTo>
                <a:lnTo>
                  <a:pt x="903" y="598"/>
                </a:lnTo>
                <a:lnTo>
                  <a:pt x="904" y="598"/>
                </a:lnTo>
                <a:lnTo>
                  <a:pt x="905" y="597"/>
                </a:lnTo>
                <a:lnTo>
                  <a:pt x="907" y="597"/>
                </a:lnTo>
                <a:lnTo>
                  <a:pt x="908" y="596"/>
                </a:lnTo>
                <a:lnTo>
                  <a:pt x="909" y="596"/>
                </a:lnTo>
                <a:lnTo>
                  <a:pt x="910" y="596"/>
                </a:lnTo>
                <a:lnTo>
                  <a:pt x="911" y="597"/>
                </a:lnTo>
                <a:lnTo>
                  <a:pt x="912" y="597"/>
                </a:lnTo>
                <a:lnTo>
                  <a:pt x="914" y="597"/>
                </a:lnTo>
                <a:lnTo>
                  <a:pt x="915" y="597"/>
                </a:lnTo>
                <a:lnTo>
                  <a:pt x="917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6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2" y="597"/>
                </a:lnTo>
                <a:lnTo>
                  <a:pt x="933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5" y="602"/>
                </a:lnTo>
                <a:lnTo>
                  <a:pt x="935" y="603"/>
                </a:lnTo>
                <a:lnTo>
                  <a:pt x="937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4"/>
                </a:lnTo>
                <a:lnTo>
                  <a:pt x="942" y="604"/>
                </a:lnTo>
                <a:lnTo>
                  <a:pt x="943" y="603"/>
                </a:lnTo>
                <a:lnTo>
                  <a:pt x="944" y="603"/>
                </a:lnTo>
                <a:lnTo>
                  <a:pt x="944" y="602"/>
                </a:lnTo>
                <a:lnTo>
                  <a:pt x="944" y="601"/>
                </a:lnTo>
                <a:lnTo>
                  <a:pt x="945" y="600"/>
                </a:lnTo>
                <a:lnTo>
                  <a:pt x="946" y="600"/>
                </a:lnTo>
                <a:lnTo>
                  <a:pt x="947" y="600"/>
                </a:lnTo>
                <a:lnTo>
                  <a:pt x="947" y="599"/>
                </a:lnTo>
                <a:lnTo>
                  <a:pt x="948" y="599"/>
                </a:lnTo>
                <a:lnTo>
                  <a:pt x="949" y="600"/>
                </a:lnTo>
                <a:lnTo>
                  <a:pt x="950" y="600"/>
                </a:lnTo>
                <a:lnTo>
                  <a:pt x="951" y="600"/>
                </a:lnTo>
                <a:lnTo>
                  <a:pt x="953" y="601"/>
                </a:lnTo>
                <a:lnTo>
                  <a:pt x="953" y="602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5" y="602"/>
                </a:lnTo>
                <a:lnTo>
                  <a:pt x="966" y="602"/>
                </a:lnTo>
                <a:lnTo>
                  <a:pt x="966" y="603"/>
                </a:lnTo>
                <a:lnTo>
                  <a:pt x="967" y="603"/>
                </a:lnTo>
                <a:lnTo>
                  <a:pt x="969" y="603"/>
                </a:lnTo>
                <a:lnTo>
                  <a:pt x="971" y="604"/>
                </a:lnTo>
                <a:lnTo>
                  <a:pt x="972" y="604"/>
                </a:lnTo>
                <a:lnTo>
                  <a:pt x="973" y="603"/>
                </a:lnTo>
                <a:lnTo>
                  <a:pt x="973" y="601"/>
                </a:lnTo>
                <a:lnTo>
                  <a:pt x="974" y="600"/>
                </a:lnTo>
                <a:lnTo>
                  <a:pt x="974" y="599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600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5" y="600"/>
                </a:lnTo>
                <a:lnTo>
                  <a:pt x="989" y="600"/>
                </a:lnTo>
                <a:lnTo>
                  <a:pt x="990" y="600"/>
                </a:lnTo>
                <a:lnTo>
                  <a:pt x="991" y="599"/>
                </a:lnTo>
                <a:lnTo>
                  <a:pt x="992" y="599"/>
                </a:lnTo>
                <a:lnTo>
                  <a:pt x="994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600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999" y="598"/>
                </a:lnTo>
                <a:lnTo>
                  <a:pt x="1000" y="598"/>
                </a:lnTo>
                <a:lnTo>
                  <a:pt x="1000" y="597"/>
                </a:lnTo>
                <a:lnTo>
                  <a:pt x="1000" y="596"/>
                </a:lnTo>
                <a:lnTo>
                  <a:pt x="1001" y="595"/>
                </a:lnTo>
                <a:lnTo>
                  <a:pt x="1002" y="595"/>
                </a:lnTo>
                <a:lnTo>
                  <a:pt x="1003" y="594"/>
                </a:lnTo>
                <a:lnTo>
                  <a:pt x="1005" y="594"/>
                </a:lnTo>
                <a:lnTo>
                  <a:pt x="1006" y="594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7"/>
                </a:lnTo>
                <a:lnTo>
                  <a:pt x="1017" y="598"/>
                </a:lnTo>
                <a:lnTo>
                  <a:pt x="1018" y="598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4" y="599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7" y="597"/>
                </a:lnTo>
                <a:lnTo>
                  <a:pt x="1028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7" y="593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8" y="589"/>
                </a:lnTo>
                <a:lnTo>
                  <a:pt x="1029" y="589"/>
                </a:lnTo>
                <a:lnTo>
                  <a:pt x="1029" y="588"/>
                </a:lnTo>
                <a:lnTo>
                  <a:pt x="1030" y="588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1" y="585"/>
                </a:lnTo>
                <a:lnTo>
                  <a:pt x="1032" y="585"/>
                </a:lnTo>
                <a:lnTo>
                  <a:pt x="1033" y="585"/>
                </a:lnTo>
                <a:lnTo>
                  <a:pt x="1033" y="584"/>
                </a:lnTo>
                <a:lnTo>
                  <a:pt x="1034" y="584"/>
                </a:lnTo>
                <a:lnTo>
                  <a:pt x="1035" y="584"/>
                </a:lnTo>
                <a:lnTo>
                  <a:pt x="1035" y="583"/>
                </a:lnTo>
                <a:lnTo>
                  <a:pt x="1036" y="583"/>
                </a:lnTo>
                <a:lnTo>
                  <a:pt x="1036" y="581"/>
                </a:lnTo>
                <a:lnTo>
                  <a:pt x="1036" y="580"/>
                </a:lnTo>
                <a:lnTo>
                  <a:pt x="1035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3" y="577"/>
                </a:lnTo>
                <a:lnTo>
                  <a:pt x="1033" y="576"/>
                </a:lnTo>
                <a:lnTo>
                  <a:pt x="1033" y="575"/>
                </a:lnTo>
                <a:lnTo>
                  <a:pt x="1034" y="575"/>
                </a:lnTo>
                <a:lnTo>
                  <a:pt x="1034" y="574"/>
                </a:lnTo>
                <a:lnTo>
                  <a:pt x="1035" y="574"/>
                </a:lnTo>
                <a:lnTo>
                  <a:pt x="1036" y="574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0" y="574"/>
                </a:lnTo>
                <a:lnTo>
                  <a:pt x="1041" y="575"/>
                </a:lnTo>
                <a:lnTo>
                  <a:pt x="1042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7" y="577"/>
                </a:lnTo>
                <a:lnTo>
                  <a:pt x="1048" y="576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4"/>
                </a:lnTo>
                <a:lnTo>
                  <a:pt x="1050" y="573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2"/>
                </a:lnTo>
                <a:lnTo>
                  <a:pt x="1052" y="571"/>
                </a:lnTo>
                <a:lnTo>
                  <a:pt x="1052" y="570"/>
                </a:lnTo>
                <a:lnTo>
                  <a:pt x="1053" y="569"/>
                </a:lnTo>
                <a:lnTo>
                  <a:pt x="1057" y="568"/>
                </a:lnTo>
                <a:lnTo>
                  <a:pt x="1058" y="567"/>
                </a:lnTo>
                <a:lnTo>
                  <a:pt x="1063" y="566"/>
                </a:lnTo>
                <a:lnTo>
                  <a:pt x="1064" y="566"/>
                </a:lnTo>
                <a:lnTo>
                  <a:pt x="1066" y="565"/>
                </a:lnTo>
                <a:lnTo>
                  <a:pt x="1067" y="562"/>
                </a:lnTo>
                <a:lnTo>
                  <a:pt x="1067" y="561"/>
                </a:lnTo>
                <a:lnTo>
                  <a:pt x="1067" y="560"/>
                </a:lnTo>
                <a:lnTo>
                  <a:pt x="1068" y="559"/>
                </a:lnTo>
                <a:lnTo>
                  <a:pt x="1069" y="558"/>
                </a:lnTo>
                <a:lnTo>
                  <a:pt x="1070" y="558"/>
                </a:lnTo>
                <a:lnTo>
                  <a:pt x="1071" y="558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3" y="556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1" y="559"/>
                </a:lnTo>
                <a:lnTo>
                  <a:pt x="1092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3"/>
                </a:lnTo>
                <a:lnTo>
                  <a:pt x="1116" y="552"/>
                </a:lnTo>
                <a:lnTo>
                  <a:pt x="1117" y="551"/>
                </a:lnTo>
                <a:lnTo>
                  <a:pt x="1117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7" y="551"/>
                </a:lnTo>
                <a:lnTo>
                  <a:pt x="1128" y="550"/>
                </a:lnTo>
                <a:lnTo>
                  <a:pt x="1129" y="549"/>
                </a:lnTo>
                <a:lnTo>
                  <a:pt x="1129" y="548"/>
                </a:lnTo>
                <a:lnTo>
                  <a:pt x="1129" y="547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4"/>
                </a:lnTo>
                <a:lnTo>
                  <a:pt x="1131" y="543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7" y="543"/>
                </a:lnTo>
                <a:lnTo>
                  <a:pt x="1138" y="542"/>
                </a:lnTo>
                <a:lnTo>
                  <a:pt x="1139" y="541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39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9"/>
                </a:lnTo>
                <a:lnTo>
                  <a:pt x="1152" y="539"/>
                </a:lnTo>
                <a:lnTo>
                  <a:pt x="1154" y="539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6" y="537"/>
                </a:lnTo>
                <a:lnTo>
                  <a:pt x="1157" y="536"/>
                </a:lnTo>
                <a:lnTo>
                  <a:pt x="1158" y="535"/>
                </a:lnTo>
                <a:lnTo>
                  <a:pt x="1160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7" y="534"/>
                </a:lnTo>
                <a:lnTo>
                  <a:pt x="1168" y="534"/>
                </a:lnTo>
                <a:lnTo>
                  <a:pt x="1170" y="532"/>
                </a:lnTo>
                <a:lnTo>
                  <a:pt x="1171" y="531"/>
                </a:lnTo>
                <a:lnTo>
                  <a:pt x="1172" y="531"/>
                </a:lnTo>
                <a:lnTo>
                  <a:pt x="1173" y="530"/>
                </a:lnTo>
                <a:lnTo>
                  <a:pt x="1176" y="530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1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29"/>
                </a:lnTo>
                <a:lnTo>
                  <a:pt x="1191" y="529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198" y="527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4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2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7" y="563"/>
                </a:lnTo>
                <a:lnTo>
                  <a:pt x="1206" y="563"/>
                </a:lnTo>
                <a:lnTo>
                  <a:pt x="1206" y="564"/>
                </a:lnTo>
                <a:lnTo>
                  <a:pt x="1206" y="565"/>
                </a:lnTo>
                <a:lnTo>
                  <a:pt x="1205" y="565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7" y="618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4"/>
                </a:lnTo>
                <a:lnTo>
                  <a:pt x="1201" y="625"/>
                </a:lnTo>
                <a:lnTo>
                  <a:pt x="1200" y="625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7"/>
                </a:lnTo>
                <a:lnTo>
                  <a:pt x="1182" y="628"/>
                </a:lnTo>
                <a:lnTo>
                  <a:pt x="1181" y="629"/>
                </a:lnTo>
                <a:lnTo>
                  <a:pt x="1180" y="630"/>
                </a:lnTo>
                <a:lnTo>
                  <a:pt x="1179" y="631"/>
                </a:lnTo>
                <a:lnTo>
                  <a:pt x="1178" y="631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6" y="635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2" y="637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69" y="642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8" y="645"/>
                </a:lnTo>
                <a:lnTo>
                  <a:pt x="1168" y="646"/>
                </a:lnTo>
                <a:lnTo>
                  <a:pt x="1169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2" y="650"/>
                </a:lnTo>
                <a:lnTo>
                  <a:pt x="1173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3"/>
                </a:lnTo>
                <a:lnTo>
                  <a:pt x="1175" y="655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59"/>
                </a:lnTo>
                <a:lnTo>
                  <a:pt x="1175" y="660"/>
                </a:lnTo>
                <a:lnTo>
                  <a:pt x="1174" y="661"/>
                </a:lnTo>
                <a:lnTo>
                  <a:pt x="1173" y="662"/>
                </a:lnTo>
                <a:lnTo>
                  <a:pt x="1172" y="662"/>
                </a:lnTo>
                <a:lnTo>
                  <a:pt x="1171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2"/>
                </a:lnTo>
                <a:lnTo>
                  <a:pt x="1167" y="663"/>
                </a:lnTo>
                <a:lnTo>
                  <a:pt x="1166" y="663"/>
                </a:lnTo>
                <a:lnTo>
                  <a:pt x="1166" y="664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8"/>
                </a:lnTo>
                <a:lnTo>
                  <a:pt x="1164" y="668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3" y="672"/>
                </a:lnTo>
                <a:lnTo>
                  <a:pt x="1162" y="673"/>
                </a:lnTo>
                <a:lnTo>
                  <a:pt x="1161" y="673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0" y="679"/>
                </a:lnTo>
                <a:lnTo>
                  <a:pt x="1160" y="680"/>
                </a:lnTo>
                <a:lnTo>
                  <a:pt x="1159" y="682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7" y="691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4"/>
                </a:lnTo>
                <a:lnTo>
                  <a:pt x="1159" y="695"/>
                </a:lnTo>
                <a:lnTo>
                  <a:pt x="1158" y="696"/>
                </a:lnTo>
                <a:lnTo>
                  <a:pt x="1157" y="697"/>
                </a:lnTo>
                <a:lnTo>
                  <a:pt x="1157" y="698"/>
                </a:lnTo>
                <a:lnTo>
                  <a:pt x="1156" y="699"/>
                </a:lnTo>
                <a:lnTo>
                  <a:pt x="1156" y="701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6" y="704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8"/>
                </a:lnTo>
                <a:lnTo>
                  <a:pt x="1155" y="708"/>
                </a:lnTo>
                <a:lnTo>
                  <a:pt x="1155" y="709"/>
                </a:lnTo>
                <a:lnTo>
                  <a:pt x="1153" y="710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2"/>
                </a:lnTo>
                <a:lnTo>
                  <a:pt x="1148" y="713"/>
                </a:lnTo>
                <a:lnTo>
                  <a:pt x="1147" y="713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2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3" y="729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8" y="732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49" y="734"/>
                </a:lnTo>
                <a:lnTo>
                  <a:pt x="1149" y="735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6" y="737"/>
                </a:lnTo>
                <a:lnTo>
                  <a:pt x="1144" y="737"/>
                </a:lnTo>
                <a:lnTo>
                  <a:pt x="1143" y="737"/>
                </a:lnTo>
                <a:lnTo>
                  <a:pt x="1143" y="738"/>
                </a:lnTo>
                <a:lnTo>
                  <a:pt x="1142" y="738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0"/>
                </a:lnTo>
                <a:lnTo>
                  <a:pt x="1144" y="740"/>
                </a:lnTo>
                <a:lnTo>
                  <a:pt x="1145" y="741"/>
                </a:lnTo>
                <a:lnTo>
                  <a:pt x="1146" y="741"/>
                </a:lnTo>
                <a:lnTo>
                  <a:pt x="1146" y="740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6" y="742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6" y="751"/>
                </a:lnTo>
                <a:lnTo>
                  <a:pt x="1136" y="753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2" y="756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7" y="758"/>
                </a:lnTo>
                <a:lnTo>
                  <a:pt x="1126" y="758"/>
                </a:lnTo>
                <a:lnTo>
                  <a:pt x="1126" y="759"/>
                </a:lnTo>
                <a:lnTo>
                  <a:pt x="1126" y="760"/>
                </a:lnTo>
                <a:lnTo>
                  <a:pt x="1127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0" y="769"/>
                </a:lnTo>
                <a:lnTo>
                  <a:pt x="1130" y="770"/>
                </a:lnTo>
                <a:lnTo>
                  <a:pt x="1129" y="771"/>
                </a:lnTo>
                <a:lnTo>
                  <a:pt x="1129" y="772"/>
                </a:lnTo>
                <a:lnTo>
                  <a:pt x="1128" y="772"/>
                </a:lnTo>
                <a:lnTo>
                  <a:pt x="1127" y="773"/>
                </a:lnTo>
                <a:lnTo>
                  <a:pt x="1126" y="774"/>
                </a:lnTo>
                <a:lnTo>
                  <a:pt x="1126" y="775"/>
                </a:lnTo>
                <a:lnTo>
                  <a:pt x="1125" y="775"/>
                </a:lnTo>
                <a:lnTo>
                  <a:pt x="1125" y="776"/>
                </a:lnTo>
                <a:lnTo>
                  <a:pt x="1125" y="777"/>
                </a:lnTo>
                <a:lnTo>
                  <a:pt x="1126" y="778"/>
                </a:lnTo>
                <a:lnTo>
                  <a:pt x="1125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5" y="779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19" y="780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3"/>
                </a:lnTo>
                <a:lnTo>
                  <a:pt x="1120" y="784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0" y="785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0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6" y="793"/>
                </a:lnTo>
                <a:lnTo>
                  <a:pt x="1106" y="794"/>
                </a:lnTo>
                <a:lnTo>
                  <a:pt x="1106" y="795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6"/>
                </a:lnTo>
                <a:lnTo>
                  <a:pt x="1107" y="796"/>
                </a:lnTo>
                <a:lnTo>
                  <a:pt x="1107" y="797"/>
                </a:lnTo>
                <a:lnTo>
                  <a:pt x="1106" y="797"/>
                </a:lnTo>
                <a:lnTo>
                  <a:pt x="1107" y="798"/>
                </a:lnTo>
                <a:lnTo>
                  <a:pt x="1106" y="798"/>
                </a:lnTo>
                <a:lnTo>
                  <a:pt x="1106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5" y="802"/>
                </a:lnTo>
                <a:lnTo>
                  <a:pt x="1104" y="802"/>
                </a:lnTo>
                <a:lnTo>
                  <a:pt x="1104" y="803"/>
                </a:lnTo>
                <a:lnTo>
                  <a:pt x="1104" y="804"/>
                </a:lnTo>
                <a:lnTo>
                  <a:pt x="1103" y="804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4" y="804"/>
                </a:lnTo>
                <a:lnTo>
                  <a:pt x="1105" y="804"/>
                </a:lnTo>
                <a:lnTo>
                  <a:pt x="1105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5" y="809"/>
                </a:lnTo>
                <a:lnTo>
                  <a:pt x="1105" y="810"/>
                </a:lnTo>
                <a:lnTo>
                  <a:pt x="1104" y="810"/>
                </a:lnTo>
                <a:lnTo>
                  <a:pt x="1104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5" y="812"/>
                </a:lnTo>
                <a:lnTo>
                  <a:pt x="1103" y="812"/>
                </a:lnTo>
                <a:lnTo>
                  <a:pt x="1103" y="813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3"/>
                </a:lnTo>
                <a:lnTo>
                  <a:pt x="1101" y="813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2" y="818"/>
                </a:lnTo>
                <a:lnTo>
                  <a:pt x="1100" y="818"/>
                </a:lnTo>
                <a:lnTo>
                  <a:pt x="1100" y="817"/>
                </a:lnTo>
                <a:lnTo>
                  <a:pt x="1099" y="817"/>
                </a:lnTo>
                <a:lnTo>
                  <a:pt x="1099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18"/>
                </a:lnTo>
                <a:lnTo>
                  <a:pt x="1095" y="818"/>
                </a:lnTo>
                <a:lnTo>
                  <a:pt x="1095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19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0"/>
                </a:lnTo>
                <a:lnTo>
                  <a:pt x="1093" y="820"/>
                </a:lnTo>
                <a:lnTo>
                  <a:pt x="1092" y="820"/>
                </a:lnTo>
                <a:lnTo>
                  <a:pt x="1092" y="821"/>
                </a:lnTo>
                <a:lnTo>
                  <a:pt x="1091" y="821"/>
                </a:lnTo>
                <a:lnTo>
                  <a:pt x="1090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1"/>
                </a:lnTo>
                <a:lnTo>
                  <a:pt x="1089" y="821"/>
                </a:lnTo>
                <a:lnTo>
                  <a:pt x="1089" y="822"/>
                </a:lnTo>
                <a:lnTo>
                  <a:pt x="1088" y="822"/>
                </a:lnTo>
                <a:lnTo>
                  <a:pt x="1087" y="822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3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2" y="824"/>
                </a:lnTo>
                <a:lnTo>
                  <a:pt x="1083" y="825"/>
                </a:lnTo>
                <a:lnTo>
                  <a:pt x="1082" y="825"/>
                </a:lnTo>
                <a:lnTo>
                  <a:pt x="1081" y="825"/>
                </a:lnTo>
                <a:lnTo>
                  <a:pt x="1081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8"/>
                </a:lnTo>
                <a:lnTo>
                  <a:pt x="1081" y="827"/>
                </a:lnTo>
                <a:lnTo>
                  <a:pt x="1080" y="827"/>
                </a:lnTo>
                <a:lnTo>
                  <a:pt x="1080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79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1"/>
                </a:lnTo>
                <a:lnTo>
                  <a:pt x="1079" y="831"/>
                </a:lnTo>
                <a:lnTo>
                  <a:pt x="1080" y="831"/>
                </a:lnTo>
                <a:lnTo>
                  <a:pt x="1079" y="831"/>
                </a:lnTo>
                <a:lnTo>
                  <a:pt x="1079" y="832"/>
                </a:lnTo>
                <a:lnTo>
                  <a:pt x="1078" y="832"/>
                </a:lnTo>
                <a:lnTo>
                  <a:pt x="1077" y="832"/>
                </a:lnTo>
                <a:lnTo>
                  <a:pt x="1078" y="832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6" y="835"/>
                </a:lnTo>
                <a:lnTo>
                  <a:pt x="1077" y="835"/>
                </a:lnTo>
                <a:lnTo>
                  <a:pt x="1077" y="836"/>
                </a:lnTo>
                <a:lnTo>
                  <a:pt x="1078" y="836"/>
                </a:lnTo>
                <a:lnTo>
                  <a:pt x="1077" y="836"/>
                </a:lnTo>
                <a:lnTo>
                  <a:pt x="1076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8"/>
                </a:lnTo>
                <a:lnTo>
                  <a:pt x="1076" y="839"/>
                </a:lnTo>
                <a:lnTo>
                  <a:pt x="1075" y="839"/>
                </a:lnTo>
                <a:lnTo>
                  <a:pt x="1075" y="840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5" y="842"/>
                </a:lnTo>
                <a:lnTo>
                  <a:pt x="1075" y="843"/>
                </a:lnTo>
                <a:lnTo>
                  <a:pt x="1074" y="843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3" y="845"/>
                </a:lnTo>
                <a:lnTo>
                  <a:pt x="1074" y="846"/>
                </a:lnTo>
                <a:lnTo>
                  <a:pt x="1073" y="846"/>
                </a:lnTo>
                <a:lnTo>
                  <a:pt x="1073" y="847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48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2" y="850"/>
                </a:lnTo>
                <a:lnTo>
                  <a:pt x="1072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4"/>
                </a:lnTo>
                <a:lnTo>
                  <a:pt x="1075" y="855"/>
                </a:lnTo>
                <a:lnTo>
                  <a:pt x="1076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7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7" y="861"/>
                </a:lnTo>
                <a:lnTo>
                  <a:pt x="1076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3" y="864"/>
                </a:lnTo>
                <a:lnTo>
                  <a:pt x="1073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2" y="866"/>
                </a:lnTo>
                <a:lnTo>
                  <a:pt x="1071" y="866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69" y="868"/>
                </a:lnTo>
                <a:lnTo>
                  <a:pt x="1068" y="868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7" y="871"/>
                </a:lnTo>
                <a:lnTo>
                  <a:pt x="1066" y="871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3" y="872"/>
                </a:lnTo>
                <a:lnTo>
                  <a:pt x="1063" y="873"/>
                </a:lnTo>
                <a:lnTo>
                  <a:pt x="1062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3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4" y="871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1051" y="870"/>
                </a:lnTo>
                <a:lnTo>
                  <a:pt x="975" y="851"/>
                </a:lnTo>
                <a:lnTo>
                  <a:pt x="974" y="849"/>
                </a:lnTo>
                <a:lnTo>
                  <a:pt x="973" y="849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8" y="847"/>
                </a:lnTo>
                <a:lnTo>
                  <a:pt x="968" y="846"/>
                </a:lnTo>
                <a:lnTo>
                  <a:pt x="967" y="845"/>
                </a:lnTo>
                <a:lnTo>
                  <a:pt x="967" y="843"/>
                </a:lnTo>
                <a:lnTo>
                  <a:pt x="967" y="842"/>
                </a:lnTo>
                <a:lnTo>
                  <a:pt x="964" y="841"/>
                </a:lnTo>
                <a:lnTo>
                  <a:pt x="963" y="841"/>
                </a:lnTo>
                <a:lnTo>
                  <a:pt x="962" y="842"/>
                </a:lnTo>
                <a:lnTo>
                  <a:pt x="962" y="843"/>
                </a:lnTo>
                <a:lnTo>
                  <a:pt x="960" y="844"/>
                </a:lnTo>
                <a:lnTo>
                  <a:pt x="959" y="844"/>
                </a:lnTo>
                <a:lnTo>
                  <a:pt x="959" y="845"/>
                </a:lnTo>
                <a:lnTo>
                  <a:pt x="959" y="846"/>
                </a:lnTo>
                <a:lnTo>
                  <a:pt x="958" y="847"/>
                </a:lnTo>
                <a:lnTo>
                  <a:pt x="957" y="849"/>
                </a:lnTo>
                <a:lnTo>
                  <a:pt x="956" y="849"/>
                </a:lnTo>
                <a:lnTo>
                  <a:pt x="955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4"/>
                </a:lnTo>
                <a:lnTo>
                  <a:pt x="955" y="855"/>
                </a:lnTo>
                <a:lnTo>
                  <a:pt x="953" y="854"/>
                </a:lnTo>
                <a:lnTo>
                  <a:pt x="952" y="854"/>
                </a:lnTo>
                <a:lnTo>
                  <a:pt x="951" y="854"/>
                </a:lnTo>
                <a:lnTo>
                  <a:pt x="950" y="853"/>
                </a:lnTo>
                <a:lnTo>
                  <a:pt x="949" y="853"/>
                </a:lnTo>
                <a:lnTo>
                  <a:pt x="948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5" y="854"/>
                </a:lnTo>
                <a:lnTo>
                  <a:pt x="945" y="855"/>
                </a:lnTo>
                <a:lnTo>
                  <a:pt x="944" y="857"/>
                </a:lnTo>
                <a:lnTo>
                  <a:pt x="943" y="858"/>
                </a:lnTo>
                <a:lnTo>
                  <a:pt x="942" y="860"/>
                </a:lnTo>
                <a:lnTo>
                  <a:pt x="942" y="861"/>
                </a:lnTo>
                <a:lnTo>
                  <a:pt x="943" y="861"/>
                </a:lnTo>
                <a:lnTo>
                  <a:pt x="944" y="861"/>
                </a:lnTo>
                <a:lnTo>
                  <a:pt x="946" y="861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5" y="865"/>
                </a:lnTo>
                <a:lnTo>
                  <a:pt x="944" y="866"/>
                </a:lnTo>
                <a:lnTo>
                  <a:pt x="941" y="868"/>
                </a:lnTo>
                <a:lnTo>
                  <a:pt x="940" y="869"/>
                </a:lnTo>
                <a:lnTo>
                  <a:pt x="939" y="870"/>
                </a:lnTo>
                <a:lnTo>
                  <a:pt x="938" y="870"/>
                </a:lnTo>
                <a:lnTo>
                  <a:pt x="936" y="872"/>
                </a:lnTo>
                <a:lnTo>
                  <a:pt x="935" y="872"/>
                </a:lnTo>
                <a:lnTo>
                  <a:pt x="934" y="873"/>
                </a:lnTo>
                <a:lnTo>
                  <a:pt x="933" y="874"/>
                </a:lnTo>
                <a:lnTo>
                  <a:pt x="932" y="875"/>
                </a:lnTo>
                <a:lnTo>
                  <a:pt x="931" y="875"/>
                </a:lnTo>
                <a:lnTo>
                  <a:pt x="930" y="875"/>
                </a:lnTo>
                <a:lnTo>
                  <a:pt x="929" y="876"/>
                </a:lnTo>
                <a:lnTo>
                  <a:pt x="928" y="876"/>
                </a:lnTo>
                <a:lnTo>
                  <a:pt x="927" y="877"/>
                </a:lnTo>
                <a:lnTo>
                  <a:pt x="927" y="878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28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2" y="879"/>
                </a:lnTo>
                <a:lnTo>
                  <a:pt x="921" y="878"/>
                </a:lnTo>
                <a:lnTo>
                  <a:pt x="920" y="878"/>
                </a:lnTo>
                <a:lnTo>
                  <a:pt x="919" y="878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6" y="878"/>
                </a:lnTo>
                <a:lnTo>
                  <a:pt x="915" y="878"/>
                </a:lnTo>
                <a:lnTo>
                  <a:pt x="914" y="879"/>
                </a:lnTo>
                <a:lnTo>
                  <a:pt x="913" y="880"/>
                </a:lnTo>
                <a:lnTo>
                  <a:pt x="912" y="880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0" y="883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5" y="884"/>
                </a:lnTo>
                <a:lnTo>
                  <a:pt x="904" y="885"/>
                </a:lnTo>
                <a:lnTo>
                  <a:pt x="903" y="885"/>
                </a:lnTo>
                <a:lnTo>
                  <a:pt x="902" y="885"/>
                </a:lnTo>
                <a:lnTo>
                  <a:pt x="902" y="884"/>
                </a:lnTo>
                <a:lnTo>
                  <a:pt x="901" y="884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2"/>
                </a:lnTo>
                <a:lnTo>
                  <a:pt x="895" y="883"/>
                </a:lnTo>
                <a:lnTo>
                  <a:pt x="893" y="883"/>
                </a:lnTo>
                <a:lnTo>
                  <a:pt x="892" y="884"/>
                </a:lnTo>
                <a:lnTo>
                  <a:pt x="891" y="884"/>
                </a:lnTo>
                <a:lnTo>
                  <a:pt x="891" y="885"/>
                </a:lnTo>
                <a:lnTo>
                  <a:pt x="892" y="886"/>
                </a:lnTo>
                <a:lnTo>
                  <a:pt x="893" y="887"/>
                </a:lnTo>
                <a:lnTo>
                  <a:pt x="892" y="888"/>
                </a:lnTo>
                <a:lnTo>
                  <a:pt x="891" y="888"/>
                </a:lnTo>
                <a:lnTo>
                  <a:pt x="889" y="889"/>
                </a:lnTo>
                <a:lnTo>
                  <a:pt x="888" y="889"/>
                </a:lnTo>
                <a:lnTo>
                  <a:pt x="888" y="890"/>
                </a:lnTo>
                <a:lnTo>
                  <a:pt x="887" y="889"/>
                </a:lnTo>
                <a:lnTo>
                  <a:pt x="886" y="889"/>
                </a:lnTo>
                <a:lnTo>
                  <a:pt x="886" y="890"/>
                </a:lnTo>
                <a:lnTo>
                  <a:pt x="885" y="890"/>
                </a:lnTo>
                <a:lnTo>
                  <a:pt x="882" y="890"/>
                </a:lnTo>
                <a:lnTo>
                  <a:pt x="881" y="891"/>
                </a:lnTo>
                <a:lnTo>
                  <a:pt x="880" y="892"/>
                </a:lnTo>
                <a:lnTo>
                  <a:pt x="880" y="894"/>
                </a:lnTo>
                <a:lnTo>
                  <a:pt x="880" y="895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6" y="899"/>
                </a:lnTo>
                <a:lnTo>
                  <a:pt x="887" y="899"/>
                </a:lnTo>
                <a:lnTo>
                  <a:pt x="889" y="899"/>
                </a:lnTo>
                <a:lnTo>
                  <a:pt x="890" y="901"/>
                </a:lnTo>
                <a:lnTo>
                  <a:pt x="890" y="902"/>
                </a:lnTo>
                <a:lnTo>
                  <a:pt x="892" y="903"/>
                </a:lnTo>
                <a:lnTo>
                  <a:pt x="892" y="906"/>
                </a:lnTo>
                <a:lnTo>
                  <a:pt x="893" y="906"/>
                </a:lnTo>
                <a:lnTo>
                  <a:pt x="897" y="919"/>
                </a:lnTo>
                <a:lnTo>
                  <a:pt x="898" y="924"/>
                </a:lnTo>
                <a:lnTo>
                  <a:pt x="904" y="948"/>
                </a:lnTo>
                <a:lnTo>
                  <a:pt x="911" y="974"/>
                </a:lnTo>
                <a:lnTo>
                  <a:pt x="910" y="974"/>
                </a:lnTo>
                <a:lnTo>
                  <a:pt x="910" y="975"/>
                </a:lnTo>
                <a:lnTo>
                  <a:pt x="909" y="975"/>
                </a:lnTo>
                <a:lnTo>
                  <a:pt x="908" y="975"/>
                </a:lnTo>
                <a:lnTo>
                  <a:pt x="908" y="976"/>
                </a:lnTo>
                <a:lnTo>
                  <a:pt x="907" y="978"/>
                </a:lnTo>
                <a:lnTo>
                  <a:pt x="907" y="979"/>
                </a:lnTo>
                <a:lnTo>
                  <a:pt x="907" y="980"/>
                </a:lnTo>
                <a:lnTo>
                  <a:pt x="906" y="980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8" y="986"/>
                </a:lnTo>
                <a:lnTo>
                  <a:pt x="907" y="989"/>
                </a:lnTo>
                <a:lnTo>
                  <a:pt x="907" y="990"/>
                </a:lnTo>
                <a:lnTo>
                  <a:pt x="906" y="990"/>
                </a:lnTo>
                <a:lnTo>
                  <a:pt x="905" y="990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4" y="994"/>
                </a:lnTo>
                <a:lnTo>
                  <a:pt x="904" y="995"/>
                </a:lnTo>
                <a:lnTo>
                  <a:pt x="903" y="996"/>
                </a:lnTo>
                <a:lnTo>
                  <a:pt x="903" y="997"/>
                </a:lnTo>
                <a:lnTo>
                  <a:pt x="904" y="997"/>
                </a:lnTo>
                <a:lnTo>
                  <a:pt x="904" y="998"/>
                </a:lnTo>
                <a:lnTo>
                  <a:pt x="904" y="999"/>
                </a:lnTo>
                <a:lnTo>
                  <a:pt x="903" y="999"/>
                </a:lnTo>
                <a:lnTo>
                  <a:pt x="903" y="1000"/>
                </a:lnTo>
                <a:lnTo>
                  <a:pt x="904" y="1000"/>
                </a:lnTo>
                <a:lnTo>
                  <a:pt x="903" y="1001"/>
                </a:lnTo>
                <a:lnTo>
                  <a:pt x="903" y="1002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5" y="1005"/>
                </a:lnTo>
                <a:lnTo>
                  <a:pt x="904" y="1006"/>
                </a:lnTo>
                <a:lnTo>
                  <a:pt x="903" y="1006"/>
                </a:lnTo>
                <a:lnTo>
                  <a:pt x="903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4" y="1009"/>
                </a:lnTo>
                <a:lnTo>
                  <a:pt x="903" y="1010"/>
                </a:lnTo>
                <a:lnTo>
                  <a:pt x="903" y="1011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4" y="1016"/>
                </a:lnTo>
                <a:lnTo>
                  <a:pt x="904" y="1017"/>
                </a:lnTo>
                <a:lnTo>
                  <a:pt x="904" y="1018"/>
                </a:lnTo>
                <a:lnTo>
                  <a:pt x="903" y="1018"/>
                </a:lnTo>
                <a:lnTo>
                  <a:pt x="903" y="1019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6" y="1020"/>
                </a:lnTo>
                <a:lnTo>
                  <a:pt x="905" y="1020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3" y="1022"/>
                </a:lnTo>
                <a:lnTo>
                  <a:pt x="903" y="1024"/>
                </a:lnTo>
                <a:lnTo>
                  <a:pt x="902" y="1024"/>
                </a:lnTo>
                <a:lnTo>
                  <a:pt x="901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09" y="1030"/>
                </a:lnTo>
                <a:lnTo>
                  <a:pt x="910" y="1030"/>
                </a:lnTo>
                <a:lnTo>
                  <a:pt x="911" y="1030"/>
                </a:lnTo>
                <a:lnTo>
                  <a:pt x="911" y="1031"/>
                </a:lnTo>
                <a:lnTo>
                  <a:pt x="911" y="1032"/>
                </a:lnTo>
                <a:lnTo>
                  <a:pt x="910" y="1032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7" y="1033"/>
                </a:lnTo>
                <a:lnTo>
                  <a:pt x="907" y="1032"/>
                </a:lnTo>
                <a:lnTo>
                  <a:pt x="906" y="1032"/>
                </a:lnTo>
                <a:lnTo>
                  <a:pt x="905" y="1032"/>
                </a:lnTo>
                <a:lnTo>
                  <a:pt x="905" y="1033"/>
                </a:lnTo>
                <a:lnTo>
                  <a:pt x="905" y="1034"/>
                </a:lnTo>
                <a:lnTo>
                  <a:pt x="904" y="1034"/>
                </a:lnTo>
                <a:lnTo>
                  <a:pt x="902" y="1035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6" y="1037"/>
                </a:lnTo>
                <a:lnTo>
                  <a:pt x="895" y="1037"/>
                </a:lnTo>
                <a:lnTo>
                  <a:pt x="895" y="1036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1" y="1033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6" y="1029"/>
                </a:lnTo>
                <a:lnTo>
                  <a:pt x="885" y="1029"/>
                </a:lnTo>
                <a:lnTo>
                  <a:pt x="884" y="1029"/>
                </a:lnTo>
                <a:lnTo>
                  <a:pt x="884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0" y="1031"/>
                </a:lnTo>
                <a:lnTo>
                  <a:pt x="880" y="1032"/>
                </a:lnTo>
                <a:lnTo>
                  <a:pt x="879" y="1032"/>
                </a:lnTo>
                <a:lnTo>
                  <a:pt x="878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6" y="1035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9" y="1032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7" y="1029"/>
                </a:lnTo>
                <a:lnTo>
                  <a:pt x="866" y="1029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0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7" y="1024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0" y="1021"/>
                </a:lnTo>
                <a:lnTo>
                  <a:pt x="850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7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7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6"/>
                </a:lnTo>
                <a:lnTo>
                  <a:pt x="838" y="1015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4"/>
                </a:lnTo>
                <a:lnTo>
                  <a:pt x="835" y="1015"/>
                </a:lnTo>
                <a:lnTo>
                  <a:pt x="834" y="1015"/>
                </a:lnTo>
                <a:lnTo>
                  <a:pt x="833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29" y="1009"/>
                </a:lnTo>
                <a:lnTo>
                  <a:pt x="830" y="1009"/>
                </a:lnTo>
                <a:lnTo>
                  <a:pt x="830" y="1008"/>
                </a:lnTo>
                <a:lnTo>
                  <a:pt x="831" y="1008"/>
                </a:lnTo>
                <a:lnTo>
                  <a:pt x="831" y="1007"/>
                </a:lnTo>
                <a:lnTo>
                  <a:pt x="831" y="1006"/>
                </a:lnTo>
                <a:lnTo>
                  <a:pt x="832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6"/>
                </a:lnTo>
                <a:lnTo>
                  <a:pt x="826" y="995"/>
                </a:lnTo>
                <a:lnTo>
                  <a:pt x="827" y="994"/>
                </a:lnTo>
                <a:lnTo>
                  <a:pt x="828" y="994"/>
                </a:lnTo>
                <a:lnTo>
                  <a:pt x="828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8"/>
                </a:lnTo>
                <a:lnTo>
                  <a:pt x="827" y="987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5" y="981"/>
                </a:lnTo>
                <a:lnTo>
                  <a:pt x="826" y="980"/>
                </a:lnTo>
                <a:lnTo>
                  <a:pt x="826" y="979"/>
                </a:lnTo>
                <a:lnTo>
                  <a:pt x="826" y="978"/>
                </a:lnTo>
                <a:lnTo>
                  <a:pt x="827" y="978"/>
                </a:lnTo>
                <a:lnTo>
                  <a:pt x="827" y="977"/>
                </a:lnTo>
                <a:lnTo>
                  <a:pt x="826" y="977"/>
                </a:lnTo>
                <a:lnTo>
                  <a:pt x="826" y="976"/>
                </a:lnTo>
                <a:lnTo>
                  <a:pt x="826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4" y="974"/>
                </a:lnTo>
                <a:lnTo>
                  <a:pt x="824" y="975"/>
                </a:lnTo>
                <a:lnTo>
                  <a:pt x="823" y="975"/>
                </a:lnTo>
                <a:lnTo>
                  <a:pt x="822" y="975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0" y="979"/>
                </a:lnTo>
                <a:lnTo>
                  <a:pt x="820" y="980"/>
                </a:lnTo>
                <a:lnTo>
                  <a:pt x="819" y="980"/>
                </a:lnTo>
                <a:lnTo>
                  <a:pt x="819" y="981"/>
                </a:lnTo>
                <a:lnTo>
                  <a:pt x="818" y="981"/>
                </a:lnTo>
                <a:lnTo>
                  <a:pt x="819" y="981"/>
                </a:lnTo>
                <a:lnTo>
                  <a:pt x="819" y="982"/>
                </a:lnTo>
                <a:lnTo>
                  <a:pt x="818" y="983"/>
                </a:lnTo>
                <a:lnTo>
                  <a:pt x="817" y="983"/>
                </a:lnTo>
                <a:lnTo>
                  <a:pt x="817" y="984"/>
                </a:lnTo>
                <a:lnTo>
                  <a:pt x="816" y="985"/>
                </a:lnTo>
                <a:lnTo>
                  <a:pt x="815" y="985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2" y="984"/>
                </a:lnTo>
                <a:lnTo>
                  <a:pt x="812" y="985"/>
                </a:lnTo>
                <a:lnTo>
                  <a:pt x="811" y="985"/>
                </a:lnTo>
                <a:lnTo>
                  <a:pt x="811" y="986"/>
                </a:lnTo>
                <a:lnTo>
                  <a:pt x="810" y="986"/>
                </a:lnTo>
                <a:lnTo>
                  <a:pt x="808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0"/>
                </a:lnTo>
                <a:lnTo>
                  <a:pt x="807" y="991"/>
                </a:lnTo>
                <a:lnTo>
                  <a:pt x="805" y="991"/>
                </a:lnTo>
                <a:lnTo>
                  <a:pt x="804" y="992"/>
                </a:lnTo>
                <a:lnTo>
                  <a:pt x="804" y="993"/>
                </a:lnTo>
                <a:lnTo>
                  <a:pt x="804" y="994"/>
                </a:lnTo>
                <a:lnTo>
                  <a:pt x="803" y="994"/>
                </a:lnTo>
                <a:lnTo>
                  <a:pt x="803" y="995"/>
                </a:lnTo>
                <a:lnTo>
                  <a:pt x="802" y="995"/>
                </a:lnTo>
                <a:lnTo>
                  <a:pt x="801" y="995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5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4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3" y="981"/>
                </a:lnTo>
                <a:lnTo>
                  <a:pt x="793" y="980"/>
                </a:lnTo>
                <a:lnTo>
                  <a:pt x="794" y="980"/>
                </a:lnTo>
                <a:lnTo>
                  <a:pt x="794" y="979"/>
                </a:lnTo>
                <a:lnTo>
                  <a:pt x="793" y="979"/>
                </a:lnTo>
                <a:lnTo>
                  <a:pt x="792" y="979"/>
                </a:lnTo>
                <a:lnTo>
                  <a:pt x="792" y="978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7" y="977"/>
                </a:lnTo>
                <a:lnTo>
                  <a:pt x="786" y="977"/>
                </a:lnTo>
                <a:lnTo>
                  <a:pt x="786" y="976"/>
                </a:lnTo>
                <a:lnTo>
                  <a:pt x="785" y="976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78"/>
                </a:lnTo>
                <a:lnTo>
                  <a:pt x="781" y="978"/>
                </a:lnTo>
                <a:lnTo>
                  <a:pt x="780" y="979"/>
                </a:lnTo>
                <a:lnTo>
                  <a:pt x="779" y="979"/>
                </a:lnTo>
                <a:lnTo>
                  <a:pt x="779" y="980"/>
                </a:lnTo>
                <a:lnTo>
                  <a:pt x="778" y="981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4" y="982"/>
                </a:lnTo>
                <a:lnTo>
                  <a:pt x="774" y="983"/>
                </a:lnTo>
                <a:lnTo>
                  <a:pt x="774" y="984"/>
                </a:lnTo>
                <a:lnTo>
                  <a:pt x="775" y="984"/>
                </a:lnTo>
                <a:lnTo>
                  <a:pt x="775" y="985"/>
                </a:lnTo>
                <a:lnTo>
                  <a:pt x="775" y="986"/>
                </a:lnTo>
                <a:lnTo>
                  <a:pt x="774" y="985"/>
                </a:lnTo>
                <a:lnTo>
                  <a:pt x="774" y="986"/>
                </a:lnTo>
                <a:lnTo>
                  <a:pt x="774" y="987"/>
                </a:lnTo>
                <a:lnTo>
                  <a:pt x="775" y="988"/>
                </a:lnTo>
                <a:lnTo>
                  <a:pt x="774" y="989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0" y="990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2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7" y="991"/>
                </a:lnTo>
                <a:lnTo>
                  <a:pt x="757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2"/>
                </a:lnTo>
                <a:lnTo>
                  <a:pt x="749" y="991"/>
                </a:lnTo>
                <a:lnTo>
                  <a:pt x="748" y="991"/>
                </a:lnTo>
                <a:lnTo>
                  <a:pt x="748" y="992"/>
                </a:lnTo>
                <a:lnTo>
                  <a:pt x="747" y="992"/>
                </a:lnTo>
                <a:lnTo>
                  <a:pt x="746" y="992"/>
                </a:lnTo>
                <a:lnTo>
                  <a:pt x="746" y="993"/>
                </a:lnTo>
                <a:lnTo>
                  <a:pt x="745" y="994"/>
                </a:lnTo>
                <a:lnTo>
                  <a:pt x="744" y="994"/>
                </a:lnTo>
                <a:lnTo>
                  <a:pt x="743" y="995"/>
                </a:lnTo>
                <a:lnTo>
                  <a:pt x="742" y="995"/>
                </a:lnTo>
                <a:lnTo>
                  <a:pt x="741" y="995"/>
                </a:lnTo>
                <a:lnTo>
                  <a:pt x="741" y="996"/>
                </a:lnTo>
                <a:lnTo>
                  <a:pt x="740" y="996"/>
                </a:lnTo>
                <a:lnTo>
                  <a:pt x="740" y="997"/>
                </a:lnTo>
                <a:lnTo>
                  <a:pt x="739" y="997"/>
                </a:lnTo>
                <a:lnTo>
                  <a:pt x="739" y="998"/>
                </a:lnTo>
                <a:lnTo>
                  <a:pt x="738" y="998"/>
                </a:lnTo>
                <a:lnTo>
                  <a:pt x="737" y="999"/>
                </a:lnTo>
                <a:lnTo>
                  <a:pt x="736" y="999"/>
                </a:lnTo>
                <a:lnTo>
                  <a:pt x="735" y="1000"/>
                </a:lnTo>
                <a:lnTo>
                  <a:pt x="735" y="999"/>
                </a:lnTo>
                <a:lnTo>
                  <a:pt x="734" y="999"/>
                </a:lnTo>
                <a:lnTo>
                  <a:pt x="733" y="998"/>
                </a:lnTo>
                <a:lnTo>
                  <a:pt x="732" y="998"/>
                </a:lnTo>
                <a:lnTo>
                  <a:pt x="731" y="998"/>
                </a:lnTo>
                <a:lnTo>
                  <a:pt x="732" y="999"/>
                </a:lnTo>
                <a:lnTo>
                  <a:pt x="731" y="999"/>
                </a:lnTo>
                <a:lnTo>
                  <a:pt x="731" y="1000"/>
                </a:lnTo>
                <a:lnTo>
                  <a:pt x="730" y="1000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7" y="997"/>
                </a:lnTo>
                <a:lnTo>
                  <a:pt x="726" y="997"/>
                </a:lnTo>
                <a:lnTo>
                  <a:pt x="726" y="998"/>
                </a:lnTo>
                <a:lnTo>
                  <a:pt x="725" y="998"/>
                </a:lnTo>
                <a:lnTo>
                  <a:pt x="725" y="999"/>
                </a:lnTo>
                <a:lnTo>
                  <a:pt x="724" y="1000"/>
                </a:lnTo>
                <a:lnTo>
                  <a:pt x="723" y="1001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4"/>
                </a:lnTo>
                <a:lnTo>
                  <a:pt x="723" y="1005"/>
                </a:lnTo>
                <a:lnTo>
                  <a:pt x="724" y="1005"/>
                </a:lnTo>
                <a:lnTo>
                  <a:pt x="723" y="1006"/>
                </a:lnTo>
                <a:lnTo>
                  <a:pt x="723" y="1007"/>
                </a:lnTo>
                <a:lnTo>
                  <a:pt x="724" y="1008"/>
                </a:lnTo>
                <a:lnTo>
                  <a:pt x="725" y="1009"/>
                </a:lnTo>
                <a:lnTo>
                  <a:pt x="724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2"/>
                </a:lnTo>
                <a:lnTo>
                  <a:pt x="723" y="1013"/>
                </a:lnTo>
                <a:lnTo>
                  <a:pt x="723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8"/>
                </a:lnTo>
                <a:lnTo>
                  <a:pt x="725" y="1019"/>
                </a:lnTo>
                <a:lnTo>
                  <a:pt x="724" y="1019"/>
                </a:lnTo>
                <a:lnTo>
                  <a:pt x="724" y="1021"/>
                </a:lnTo>
                <a:lnTo>
                  <a:pt x="723" y="1021"/>
                </a:lnTo>
                <a:lnTo>
                  <a:pt x="722" y="1022"/>
                </a:lnTo>
                <a:lnTo>
                  <a:pt x="721" y="1022"/>
                </a:lnTo>
                <a:lnTo>
                  <a:pt x="720" y="1023"/>
                </a:lnTo>
                <a:lnTo>
                  <a:pt x="719" y="1024"/>
                </a:lnTo>
                <a:lnTo>
                  <a:pt x="719" y="1023"/>
                </a:lnTo>
                <a:lnTo>
                  <a:pt x="717" y="1023"/>
                </a:lnTo>
                <a:lnTo>
                  <a:pt x="716" y="1023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2" y="1024"/>
                </a:lnTo>
                <a:lnTo>
                  <a:pt x="712" y="1025"/>
                </a:lnTo>
                <a:lnTo>
                  <a:pt x="711" y="1025"/>
                </a:lnTo>
                <a:lnTo>
                  <a:pt x="709" y="1025"/>
                </a:lnTo>
                <a:lnTo>
                  <a:pt x="708" y="1025"/>
                </a:lnTo>
                <a:lnTo>
                  <a:pt x="708" y="1026"/>
                </a:lnTo>
                <a:lnTo>
                  <a:pt x="707" y="1026"/>
                </a:lnTo>
                <a:lnTo>
                  <a:pt x="706" y="1027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6"/>
                </a:lnTo>
                <a:lnTo>
                  <a:pt x="701" y="1026"/>
                </a:lnTo>
                <a:lnTo>
                  <a:pt x="700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9" y="1024"/>
                </a:lnTo>
                <a:lnTo>
                  <a:pt x="698" y="1024"/>
                </a:lnTo>
                <a:lnTo>
                  <a:pt x="697" y="1025"/>
                </a:lnTo>
                <a:lnTo>
                  <a:pt x="696" y="1025"/>
                </a:lnTo>
                <a:lnTo>
                  <a:pt x="696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1" y="1024"/>
                </a:lnTo>
                <a:lnTo>
                  <a:pt x="690" y="1024"/>
                </a:lnTo>
                <a:lnTo>
                  <a:pt x="690" y="1023"/>
                </a:lnTo>
                <a:lnTo>
                  <a:pt x="690" y="1022"/>
                </a:lnTo>
                <a:lnTo>
                  <a:pt x="689" y="1022"/>
                </a:lnTo>
                <a:lnTo>
                  <a:pt x="689" y="1021"/>
                </a:lnTo>
                <a:lnTo>
                  <a:pt x="689" y="1020"/>
                </a:lnTo>
                <a:lnTo>
                  <a:pt x="688" y="1019"/>
                </a:lnTo>
                <a:lnTo>
                  <a:pt x="688" y="1018"/>
                </a:lnTo>
                <a:lnTo>
                  <a:pt x="688" y="1016"/>
                </a:lnTo>
                <a:lnTo>
                  <a:pt x="687" y="1016"/>
                </a:lnTo>
                <a:lnTo>
                  <a:pt x="687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1"/>
                </a:lnTo>
                <a:lnTo>
                  <a:pt x="685" y="1010"/>
                </a:lnTo>
                <a:lnTo>
                  <a:pt x="684" y="1009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3" y="1006"/>
                </a:lnTo>
                <a:lnTo>
                  <a:pt x="682" y="1006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5"/>
                </a:lnTo>
                <a:lnTo>
                  <a:pt x="680" y="1004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79" y="998"/>
                </a:lnTo>
                <a:lnTo>
                  <a:pt x="678" y="997"/>
                </a:lnTo>
                <a:lnTo>
                  <a:pt x="679" y="997"/>
                </a:lnTo>
                <a:lnTo>
                  <a:pt x="679" y="996"/>
                </a:lnTo>
                <a:lnTo>
                  <a:pt x="680" y="995"/>
                </a:lnTo>
                <a:lnTo>
                  <a:pt x="681" y="995"/>
                </a:lnTo>
                <a:lnTo>
                  <a:pt x="681" y="994"/>
                </a:lnTo>
                <a:lnTo>
                  <a:pt x="682" y="994"/>
                </a:lnTo>
                <a:lnTo>
                  <a:pt x="682" y="993"/>
                </a:lnTo>
                <a:lnTo>
                  <a:pt x="681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6" y="989"/>
                </a:lnTo>
                <a:lnTo>
                  <a:pt x="676" y="990"/>
                </a:lnTo>
                <a:lnTo>
                  <a:pt x="675" y="990"/>
                </a:lnTo>
                <a:lnTo>
                  <a:pt x="674" y="990"/>
                </a:lnTo>
                <a:lnTo>
                  <a:pt x="674" y="989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1" y="990"/>
                </a:lnTo>
                <a:lnTo>
                  <a:pt x="671" y="989"/>
                </a:lnTo>
                <a:lnTo>
                  <a:pt x="671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4"/>
                </a:lnTo>
                <a:lnTo>
                  <a:pt x="670" y="984"/>
                </a:lnTo>
                <a:lnTo>
                  <a:pt x="669" y="984"/>
                </a:lnTo>
                <a:lnTo>
                  <a:pt x="669" y="983"/>
                </a:lnTo>
                <a:lnTo>
                  <a:pt x="668" y="983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6" y="980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6"/>
                </a:lnTo>
                <a:lnTo>
                  <a:pt x="665" y="974"/>
                </a:lnTo>
                <a:lnTo>
                  <a:pt x="665" y="973"/>
                </a:lnTo>
                <a:lnTo>
                  <a:pt x="664" y="973"/>
                </a:lnTo>
                <a:lnTo>
                  <a:pt x="664" y="972"/>
                </a:lnTo>
                <a:lnTo>
                  <a:pt x="663" y="971"/>
                </a:lnTo>
                <a:lnTo>
                  <a:pt x="663" y="970"/>
                </a:lnTo>
                <a:lnTo>
                  <a:pt x="662" y="970"/>
                </a:lnTo>
                <a:lnTo>
                  <a:pt x="662" y="969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5" y="960"/>
                </a:lnTo>
                <a:lnTo>
                  <a:pt x="655" y="959"/>
                </a:lnTo>
                <a:lnTo>
                  <a:pt x="656" y="959"/>
                </a:lnTo>
                <a:lnTo>
                  <a:pt x="655" y="958"/>
                </a:lnTo>
                <a:lnTo>
                  <a:pt x="654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5"/>
                </a:lnTo>
                <a:lnTo>
                  <a:pt x="656" y="954"/>
                </a:lnTo>
                <a:lnTo>
                  <a:pt x="656" y="953"/>
                </a:lnTo>
                <a:lnTo>
                  <a:pt x="655" y="953"/>
                </a:lnTo>
                <a:lnTo>
                  <a:pt x="654" y="952"/>
                </a:lnTo>
                <a:lnTo>
                  <a:pt x="655" y="952"/>
                </a:lnTo>
                <a:lnTo>
                  <a:pt x="655" y="951"/>
                </a:lnTo>
                <a:lnTo>
                  <a:pt x="655" y="950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6" y="946"/>
                </a:lnTo>
                <a:lnTo>
                  <a:pt x="655" y="945"/>
                </a:lnTo>
                <a:lnTo>
                  <a:pt x="655" y="944"/>
                </a:lnTo>
                <a:lnTo>
                  <a:pt x="654" y="944"/>
                </a:lnTo>
                <a:lnTo>
                  <a:pt x="655" y="944"/>
                </a:lnTo>
                <a:lnTo>
                  <a:pt x="656" y="944"/>
                </a:lnTo>
                <a:lnTo>
                  <a:pt x="656" y="943"/>
                </a:lnTo>
                <a:lnTo>
                  <a:pt x="656" y="942"/>
                </a:lnTo>
                <a:lnTo>
                  <a:pt x="657" y="941"/>
                </a:lnTo>
                <a:lnTo>
                  <a:pt x="657" y="940"/>
                </a:lnTo>
                <a:lnTo>
                  <a:pt x="656" y="940"/>
                </a:lnTo>
                <a:lnTo>
                  <a:pt x="656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3" y="933"/>
                </a:lnTo>
                <a:lnTo>
                  <a:pt x="653" y="932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9"/>
                </a:lnTo>
                <a:lnTo>
                  <a:pt x="648" y="929"/>
                </a:lnTo>
                <a:lnTo>
                  <a:pt x="648" y="928"/>
                </a:lnTo>
                <a:lnTo>
                  <a:pt x="648" y="927"/>
                </a:lnTo>
                <a:lnTo>
                  <a:pt x="647" y="926"/>
                </a:lnTo>
                <a:lnTo>
                  <a:pt x="646" y="927"/>
                </a:lnTo>
                <a:lnTo>
                  <a:pt x="645" y="927"/>
                </a:lnTo>
                <a:lnTo>
                  <a:pt x="644" y="927"/>
                </a:lnTo>
                <a:lnTo>
                  <a:pt x="644" y="928"/>
                </a:lnTo>
                <a:lnTo>
                  <a:pt x="643" y="928"/>
                </a:lnTo>
                <a:lnTo>
                  <a:pt x="642" y="929"/>
                </a:lnTo>
                <a:lnTo>
                  <a:pt x="641" y="929"/>
                </a:lnTo>
                <a:lnTo>
                  <a:pt x="640" y="930"/>
                </a:lnTo>
                <a:lnTo>
                  <a:pt x="640" y="931"/>
                </a:lnTo>
                <a:lnTo>
                  <a:pt x="639" y="931"/>
                </a:lnTo>
                <a:lnTo>
                  <a:pt x="638" y="932"/>
                </a:lnTo>
                <a:lnTo>
                  <a:pt x="637" y="932"/>
                </a:lnTo>
                <a:lnTo>
                  <a:pt x="637" y="933"/>
                </a:lnTo>
                <a:lnTo>
                  <a:pt x="636" y="933"/>
                </a:lnTo>
                <a:lnTo>
                  <a:pt x="634" y="933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5"/>
                </a:lnTo>
                <a:lnTo>
                  <a:pt x="632" y="936"/>
                </a:lnTo>
                <a:lnTo>
                  <a:pt x="632" y="937"/>
                </a:lnTo>
                <a:lnTo>
                  <a:pt x="631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0" y="942"/>
                </a:lnTo>
                <a:lnTo>
                  <a:pt x="629" y="943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2"/>
                </a:lnTo>
                <a:lnTo>
                  <a:pt x="626" y="942"/>
                </a:lnTo>
                <a:lnTo>
                  <a:pt x="625" y="943"/>
                </a:lnTo>
                <a:lnTo>
                  <a:pt x="624" y="943"/>
                </a:lnTo>
                <a:lnTo>
                  <a:pt x="624" y="942"/>
                </a:lnTo>
                <a:lnTo>
                  <a:pt x="623" y="942"/>
                </a:lnTo>
                <a:lnTo>
                  <a:pt x="622" y="943"/>
                </a:lnTo>
                <a:lnTo>
                  <a:pt x="620" y="941"/>
                </a:lnTo>
                <a:lnTo>
                  <a:pt x="619" y="942"/>
                </a:lnTo>
                <a:lnTo>
                  <a:pt x="619" y="943"/>
                </a:lnTo>
                <a:lnTo>
                  <a:pt x="618" y="943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21" y="947"/>
                </a:lnTo>
                <a:lnTo>
                  <a:pt x="621" y="948"/>
                </a:lnTo>
                <a:lnTo>
                  <a:pt x="621" y="949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1" y="951"/>
                </a:lnTo>
                <a:lnTo>
                  <a:pt x="620" y="951"/>
                </a:lnTo>
                <a:lnTo>
                  <a:pt x="620" y="952"/>
                </a:lnTo>
                <a:lnTo>
                  <a:pt x="619" y="952"/>
                </a:lnTo>
                <a:lnTo>
                  <a:pt x="619" y="953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3" y="955"/>
                </a:lnTo>
                <a:lnTo>
                  <a:pt x="623" y="956"/>
                </a:lnTo>
                <a:lnTo>
                  <a:pt x="623" y="957"/>
                </a:lnTo>
                <a:lnTo>
                  <a:pt x="622" y="957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1" y="960"/>
                </a:lnTo>
                <a:lnTo>
                  <a:pt x="620" y="960"/>
                </a:lnTo>
                <a:lnTo>
                  <a:pt x="620" y="961"/>
                </a:lnTo>
                <a:lnTo>
                  <a:pt x="619" y="961"/>
                </a:lnTo>
                <a:lnTo>
                  <a:pt x="619" y="962"/>
                </a:lnTo>
                <a:lnTo>
                  <a:pt x="620" y="962"/>
                </a:lnTo>
                <a:lnTo>
                  <a:pt x="620" y="963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4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2" y="965"/>
                </a:lnTo>
                <a:lnTo>
                  <a:pt x="621" y="966"/>
                </a:lnTo>
                <a:lnTo>
                  <a:pt x="620" y="966"/>
                </a:lnTo>
                <a:lnTo>
                  <a:pt x="620" y="967"/>
                </a:lnTo>
                <a:lnTo>
                  <a:pt x="619" y="967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5" y="968"/>
                </a:lnTo>
                <a:lnTo>
                  <a:pt x="615" y="969"/>
                </a:lnTo>
                <a:lnTo>
                  <a:pt x="614" y="969"/>
                </a:lnTo>
                <a:lnTo>
                  <a:pt x="613" y="969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6" y="971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2"/>
                </a:lnTo>
                <a:lnTo>
                  <a:pt x="601" y="973"/>
                </a:lnTo>
                <a:lnTo>
                  <a:pt x="601" y="972"/>
                </a:lnTo>
                <a:lnTo>
                  <a:pt x="600" y="971"/>
                </a:lnTo>
                <a:lnTo>
                  <a:pt x="600" y="970"/>
                </a:lnTo>
                <a:lnTo>
                  <a:pt x="599" y="970"/>
                </a:lnTo>
                <a:lnTo>
                  <a:pt x="599" y="971"/>
                </a:lnTo>
                <a:lnTo>
                  <a:pt x="597" y="971"/>
                </a:lnTo>
                <a:lnTo>
                  <a:pt x="597" y="970"/>
                </a:lnTo>
                <a:lnTo>
                  <a:pt x="596" y="970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89" y="969"/>
                </a:lnTo>
                <a:lnTo>
                  <a:pt x="589" y="968"/>
                </a:lnTo>
                <a:lnTo>
                  <a:pt x="590" y="968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90" y="966"/>
                </a:lnTo>
                <a:lnTo>
                  <a:pt x="590" y="965"/>
                </a:lnTo>
                <a:lnTo>
                  <a:pt x="589" y="965"/>
                </a:lnTo>
                <a:lnTo>
                  <a:pt x="589" y="963"/>
                </a:lnTo>
                <a:lnTo>
                  <a:pt x="588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8"/>
                </a:lnTo>
                <a:lnTo>
                  <a:pt x="588" y="959"/>
                </a:lnTo>
                <a:lnTo>
                  <a:pt x="587" y="959"/>
                </a:lnTo>
                <a:lnTo>
                  <a:pt x="587" y="960"/>
                </a:lnTo>
                <a:lnTo>
                  <a:pt x="586" y="961"/>
                </a:lnTo>
                <a:lnTo>
                  <a:pt x="585" y="961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1" y="959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8" y="958"/>
                </a:lnTo>
                <a:lnTo>
                  <a:pt x="578" y="957"/>
                </a:lnTo>
                <a:lnTo>
                  <a:pt x="578" y="956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3"/>
                </a:lnTo>
                <a:lnTo>
                  <a:pt x="580" y="953"/>
                </a:lnTo>
                <a:lnTo>
                  <a:pt x="580" y="952"/>
                </a:lnTo>
                <a:lnTo>
                  <a:pt x="579" y="952"/>
                </a:lnTo>
                <a:lnTo>
                  <a:pt x="579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6" y="947"/>
                </a:lnTo>
                <a:lnTo>
                  <a:pt x="575" y="947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70" y="941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9" y="938"/>
                </a:lnTo>
                <a:lnTo>
                  <a:pt x="568" y="938"/>
                </a:lnTo>
                <a:lnTo>
                  <a:pt x="567" y="938"/>
                </a:lnTo>
                <a:lnTo>
                  <a:pt x="567" y="937"/>
                </a:lnTo>
                <a:lnTo>
                  <a:pt x="568" y="937"/>
                </a:lnTo>
                <a:lnTo>
                  <a:pt x="568" y="936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6" y="931"/>
                </a:lnTo>
                <a:lnTo>
                  <a:pt x="565" y="930"/>
                </a:lnTo>
                <a:lnTo>
                  <a:pt x="565" y="929"/>
                </a:lnTo>
                <a:lnTo>
                  <a:pt x="566" y="928"/>
                </a:lnTo>
                <a:lnTo>
                  <a:pt x="566" y="927"/>
                </a:lnTo>
                <a:lnTo>
                  <a:pt x="566" y="926"/>
                </a:lnTo>
                <a:lnTo>
                  <a:pt x="565" y="926"/>
                </a:lnTo>
                <a:lnTo>
                  <a:pt x="566" y="926"/>
                </a:lnTo>
                <a:lnTo>
                  <a:pt x="566" y="925"/>
                </a:lnTo>
                <a:lnTo>
                  <a:pt x="567" y="925"/>
                </a:lnTo>
                <a:lnTo>
                  <a:pt x="569" y="925"/>
                </a:lnTo>
                <a:lnTo>
                  <a:pt x="570" y="925"/>
                </a:lnTo>
                <a:lnTo>
                  <a:pt x="572" y="925"/>
                </a:lnTo>
                <a:lnTo>
                  <a:pt x="573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1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69" y="919"/>
                </a:lnTo>
                <a:lnTo>
                  <a:pt x="569" y="918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4" y="916"/>
                </a:lnTo>
                <a:lnTo>
                  <a:pt x="563" y="916"/>
                </a:lnTo>
                <a:lnTo>
                  <a:pt x="562" y="916"/>
                </a:lnTo>
                <a:lnTo>
                  <a:pt x="561" y="915"/>
                </a:lnTo>
                <a:lnTo>
                  <a:pt x="560" y="915"/>
                </a:lnTo>
                <a:lnTo>
                  <a:pt x="560" y="914"/>
                </a:lnTo>
                <a:lnTo>
                  <a:pt x="559" y="914"/>
                </a:lnTo>
                <a:lnTo>
                  <a:pt x="557" y="914"/>
                </a:lnTo>
                <a:lnTo>
                  <a:pt x="555" y="914"/>
                </a:lnTo>
                <a:lnTo>
                  <a:pt x="554" y="914"/>
                </a:lnTo>
                <a:lnTo>
                  <a:pt x="552" y="914"/>
                </a:lnTo>
                <a:lnTo>
                  <a:pt x="552" y="913"/>
                </a:lnTo>
                <a:lnTo>
                  <a:pt x="551" y="913"/>
                </a:lnTo>
                <a:lnTo>
                  <a:pt x="549" y="913"/>
                </a:lnTo>
                <a:lnTo>
                  <a:pt x="548" y="913"/>
                </a:lnTo>
                <a:lnTo>
                  <a:pt x="548" y="914"/>
                </a:lnTo>
                <a:lnTo>
                  <a:pt x="548" y="915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5" y="915"/>
                </a:lnTo>
                <a:lnTo>
                  <a:pt x="544" y="915"/>
                </a:lnTo>
                <a:lnTo>
                  <a:pt x="543" y="915"/>
                </a:lnTo>
                <a:lnTo>
                  <a:pt x="543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0" y="913"/>
                </a:lnTo>
                <a:lnTo>
                  <a:pt x="539" y="913"/>
                </a:lnTo>
                <a:lnTo>
                  <a:pt x="539" y="914"/>
                </a:lnTo>
                <a:lnTo>
                  <a:pt x="538" y="915"/>
                </a:lnTo>
                <a:lnTo>
                  <a:pt x="537" y="916"/>
                </a:lnTo>
                <a:lnTo>
                  <a:pt x="536" y="916"/>
                </a:lnTo>
                <a:lnTo>
                  <a:pt x="536" y="917"/>
                </a:lnTo>
                <a:lnTo>
                  <a:pt x="535" y="917"/>
                </a:lnTo>
                <a:lnTo>
                  <a:pt x="535" y="916"/>
                </a:lnTo>
                <a:lnTo>
                  <a:pt x="534" y="916"/>
                </a:lnTo>
                <a:lnTo>
                  <a:pt x="532" y="916"/>
                </a:lnTo>
                <a:lnTo>
                  <a:pt x="532" y="917"/>
                </a:lnTo>
                <a:lnTo>
                  <a:pt x="531" y="917"/>
                </a:lnTo>
                <a:lnTo>
                  <a:pt x="532" y="918"/>
                </a:lnTo>
                <a:lnTo>
                  <a:pt x="531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0"/>
                </a:lnTo>
                <a:lnTo>
                  <a:pt x="528" y="921"/>
                </a:lnTo>
                <a:lnTo>
                  <a:pt x="527" y="919"/>
                </a:lnTo>
                <a:lnTo>
                  <a:pt x="527" y="918"/>
                </a:lnTo>
                <a:lnTo>
                  <a:pt x="526" y="918"/>
                </a:lnTo>
                <a:lnTo>
                  <a:pt x="526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7" y="911"/>
                </a:lnTo>
                <a:lnTo>
                  <a:pt x="526" y="911"/>
                </a:lnTo>
                <a:lnTo>
                  <a:pt x="526" y="910"/>
                </a:lnTo>
                <a:lnTo>
                  <a:pt x="526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7" y="905"/>
                </a:lnTo>
                <a:lnTo>
                  <a:pt x="526" y="905"/>
                </a:lnTo>
                <a:lnTo>
                  <a:pt x="526" y="904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3" y="897"/>
                </a:lnTo>
                <a:lnTo>
                  <a:pt x="522" y="896"/>
                </a:lnTo>
                <a:lnTo>
                  <a:pt x="522" y="895"/>
                </a:lnTo>
                <a:lnTo>
                  <a:pt x="522" y="894"/>
                </a:lnTo>
                <a:lnTo>
                  <a:pt x="523" y="894"/>
                </a:lnTo>
                <a:lnTo>
                  <a:pt x="523" y="893"/>
                </a:lnTo>
                <a:lnTo>
                  <a:pt x="523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5" y="887"/>
                </a:lnTo>
                <a:lnTo>
                  <a:pt x="526" y="887"/>
                </a:lnTo>
                <a:lnTo>
                  <a:pt x="527" y="886"/>
                </a:lnTo>
                <a:lnTo>
                  <a:pt x="530" y="886"/>
                </a:lnTo>
                <a:lnTo>
                  <a:pt x="530" y="885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1" y="882"/>
                </a:lnTo>
                <a:lnTo>
                  <a:pt x="532" y="882"/>
                </a:lnTo>
                <a:lnTo>
                  <a:pt x="531" y="881"/>
                </a:lnTo>
                <a:lnTo>
                  <a:pt x="530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29" y="878"/>
                </a:lnTo>
                <a:lnTo>
                  <a:pt x="529" y="877"/>
                </a:lnTo>
                <a:lnTo>
                  <a:pt x="527" y="877"/>
                </a:lnTo>
                <a:lnTo>
                  <a:pt x="527" y="876"/>
                </a:lnTo>
                <a:lnTo>
                  <a:pt x="528" y="876"/>
                </a:lnTo>
                <a:lnTo>
                  <a:pt x="527" y="876"/>
                </a:lnTo>
                <a:lnTo>
                  <a:pt x="526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2"/>
                </a:lnTo>
                <a:lnTo>
                  <a:pt x="523" y="871"/>
                </a:lnTo>
                <a:lnTo>
                  <a:pt x="522" y="870"/>
                </a:lnTo>
                <a:lnTo>
                  <a:pt x="522" y="869"/>
                </a:lnTo>
                <a:lnTo>
                  <a:pt x="521" y="869"/>
                </a:lnTo>
                <a:lnTo>
                  <a:pt x="520" y="868"/>
                </a:lnTo>
                <a:lnTo>
                  <a:pt x="521" y="868"/>
                </a:lnTo>
                <a:lnTo>
                  <a:pt x="521" y="867"/>
                </a:lnTo>
                <a:lnTo>
                  <a:pt x="521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0" y="864"/>
                </a:lnTo>
                <a:lnTo>
                  <a:pt x="519" y="864"/>
                </a:lnTo>
                <a:lnTo>
                  <a:pt x="520" y="864"/>
                </a:lnTo>
                <a:lnTo>
                  <a:pt x="520" y="863"/>
                </a:lnTo>
                <a:lnTo>
                  <a:pt x="520" y="862"/>
                </a:lnTo>
                <a:lnTo>
                  <a:pt x="519" y="862"/>
                </a:lnTo>
                <a:lnTo>
                  <a:pt x="518" y="862"/>
                </a:lnTo>
                <a:lnTo>
                  <a:pt x="518" y="863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2"/>
                </a:lnTo>
                <a:lnTo>
                  <a:pt x="509" y="863"/>
                </a:lnTo>
                <a:lnTo>
                  <a:pt x="508" y="862"/>
                </a:lnTo>
                <a:lnTo>
                  <a:pt x="508" y="861"/>
                </a:lnTo>
                <a:lnTo>
                  <a:pt x="507" y="861"/>
                </a:lnTo>
                <a:lnTo>
                  <a:pt x="507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5" y="862"/>
                </a:lnTo>
                <a:lnTo>
                  <a:pt x="505" y="863"/>
                </a:lnTo>
                <a:lnTo>
                  <a:pt x="504" y="862"/>
                </a:lnTo>
                <a:lnTo>
                  <a:pt x="504" y="860"/>
                </a:lnTo>
                <a:lnTo>
                  <a:pt x="503" y="860"/>
                </a:lnTo>
                <a:lnTo>
                  <a:pt x="502" y="859"/>
                </a:lnTo>
                <a:lnTo>
                  <a:pt x="502" y="858"/>
                </a:lnTo>
                <a:lnTo>
                  <a:pt x="501" y="858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500" y="858"/>
                </a:lnTo>
                <a:lnTo>
                  <a:pt x="499" y="857"/>
                </a:lnTo>
                <a:lnTo>
                  <a:pt x="498" y="857"/>
                </a:lnTo>
                <a:lnTo>
                  <a:pt x="497" y="857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3" y="855"/>
                </a:lnTo>
                <a:lnTo>
                  <a:pt x="492" y="855"/>
                </a:lnTo>
                <a:lnTo>
                  <a:pt x="491" y="855"/>
                </a:lnTo>
                <a:lnTo>
                  <a:pt x="491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7" y="853"/>
                </a:lnTo>
                <a:lnTo>
                  <a:pt x="487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3" y="851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1" y="851"/>
                </a:lnTo>
                <a:lnTo>
                  <a:pt x="480" y="851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6" y="852"/>
                </a:lnTo>
                <a:lnTo>
                  <a:pt x="476" y="853"/>
                </a:lnTo>
                <a:lnTo>
                  <a:pt x="475" y="853"/>
                </a:lnTo>
                <a:lnTo>
                  <a:pt x="474" y="853"/>
                </a:lnTo>
                <a:lnTo>
                  <a:pt x="473" y="854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0" y="853"/>
                </a:lnTo>
                <a:lnTo>
                  <a:pt x="470" y="854"/>
                </a:lnTo>
                <a:lnTo>
                  <a:pt x="469" y="854"/>
                </a:lnTo>
                <a:lnTo>
                  <a:pt x="469" y="855"/>
                </a:lnTo>
                <a:lnTo>
                  <a:pt x="468" y="855"/>
                </a:lnTo>
                <a:lnTo>
                  <a:pt x="468" y="856"/>
                </a:lnTo>
                <a:lnTo>
                  <a:pt x="467" y="856"/>
                </a:lnTo>
                <a:lnTo>
                  <a:pt x="466" y="856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8"/>
                </a:lnTo>
                <a:lnTo>
                  <a:pt x="461" y="857"/>
                </a:lnTo>
                <a:lnTo>
                  <a:pt x="460" y="857"/>
                </a:lnTo>
                <a:lnTo>
                  <a:pt x="459" y="857"/>
                </a:lnTo>
                <a:lnTo>
                  <a:pt x="459" y="858"/>
                </a:lnTo>
                <a:lnTo>
                  <a:pt x="460" y="858"/>
                </a:lnTo>
                <a:lnTo>
                  <a:pt x="460" y="859"/>
                </a:lnTo>
                <a:lnTo>
                  <a:pt x="459" y="859"/>
                </a:lnTo>
                <a:lnTo>
                  <a:pt x="460" y="860"/>
                </a:lnTo>
                <a:lnTo>
                  <a:pt x="459" y="860"/>
                </a:lnTo>
                <a:lnTo>
                  <a:pt x="458" y="860"/>
                </a:lnTo>
                <a:lnTo>
                  <a:pt x="457" y="859"/>
                </a:lnTo>
                <a:lnTo>
                  <a:pt x="457" y="860"/>
                </a:lnTo>
                <a:lnTo>
                  <a:pt x="457" y="861"/>
                </a:lnTo>
                <a:lnTo>
                  <a:pt x="456" y="861"/>
                </a:lnTo>
                <a:lnTo>
                  <a:pt x="456" y="862"/>
                </a:lnTo>
                <a:lnTo>
                  <a:pt x="455" y="862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3" y="862"/>
                </a:lnTo>
                <a:lnTo>
                  <a:pt x="452" y="862"/>
                </a:lnTo>
                <a:lnTo>
                  <a:pt x="452" y="861"/>
                </a:lnTo>
                <a:lnTo>
                  <a:pt x="451" y="861"/>
                </a:lnTo>
                <a:lnTo>
                  <a:pt x="450" y="862"/>
                </a:lnTo>
                <a:lnTo>
                  <a:pt x="449" y="862"/>
                </a:lnTo>
                <a:lnTo>
                  <a:pt x="449" y="863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4" y="858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7" y="851"/>
                </a:lnTo>
                <a:lnTo>
                  <a:pt x="416" y="851"/>
                </a:lnTo>
                <a:lnTo>
                  <a:pt x="417" y="851"/>
                </a:lnTo>
                <a:lnTo>
                  <a:pt x="417" y="850"/>
                </a:lnTo>
                <a:lnTo>
                  <a:pt x="416" y="850"/>
                </a:lnTo>
                <a:lnTo>
                  <a:pt x="417" y="850"/>
                </a:lnTo>
                <a:lnTo>
                  <a:pt x="417" y="849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1" y="845"/>
                </a:lnTo>
                <a:lnTo>
                  <a:pt x="410" y="845"/>
                </a:lnTo>
                <a:lnTo>
                  <a:pt x="410" y="844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8" y="833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8" y="830"/>
                </a:lnTo>
                <a:lnTo>
                  <a:pt x="408" y="829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4"/>
                </a:lnTo>
                <a:lnTo>
                  <a:pt x="405" y="824"/>
                </a:lnTo>
                <a:lnTo>
                  <a:pt x="404" y="825"/>
                </a:lnTo>
                <a:lnTo>
                  <a:pt x="403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8" y="825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6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9" y="835"/>
                </a:lnTo>
                <a:lnTo>
                  <a:pt x="377" y="836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4" y="836"/>
                </a:lnTo>
                <a:lnTo>
                  <a:pt x="374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7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2" y="834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8" y="832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9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6" y="796"/>
                </a:lnTo>
                <a:lnTo>
                  <a:pt x="257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60" y="790"/>
                </a:lnTo>
                <a:lnTo>
                  <a:pt x="259" y="790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8"/>
                </a:lnTo>
                <a:lnTo>
                  <a:pt x="253" y="768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4"/>
                </a:lnTo>
                <a:lnTo>
                  <a:pt x="253" y="763"/>
                </a:lnTo>
                <a:lnTo>
                  <a:pt x="254" y="763"/>
                </a:lnTo>
                <a:lnTo>
                  <a:pt x="255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50" y="744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6" y="746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1" y="704"/>
                </a:lnTo>
                <a:lnTo>
                  <a:pt x="215" y="704"/>
                </a:lnTo>
                <a:lnTo>
                  <a:pt x="218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20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5"/>
                </a:lnTo>
                <a:lnTo>
                  <a:pt x="214" y="686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7" y="686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1" y="678"/>
                </a:lnTo>
                <a:lnTo>
                  <a:pt x="211" y="676"/>
                </a:lnTo>
                <a:lnTo>
                  <a:pt x="210" y="676"/>
                </a:lnTo>
                <a:lnTo>
                  <a:pt x="210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6" y="675"/>
                </a:lnTo>
                <a:lnTo>
                  <a:pt x="197" y="676"/>
                </a:lnTo>
                <a:lnTo>
                  <a:pt x="198" y="677"/>
                </a:lnTo>
                <a:lnTo>
                  <a:pt x="198" y="678"/>
                </a:lnTo>
                <a:lnTo>
                  <a:pt x="200" y="679"/>
                </a:lnTo>
                <a:lnTo>
                  <a:pt x="199" y="680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80" y="695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3" y="677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8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9" y="647"/>
                </a:lnTo>
                <a:lnTo>
                  <a:pt x="118" y="646"/>
                </a:lnTo>
                <a:lnTo>
                  <a:pt x="117" y="646"/>
                </a:lnTo>
                <a:lnTo>
                  <a:pt x="117" y="645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5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2" y="609"/>
                </a:lnTo>
                <a:lnTo>
                  <a:pt x="143" y="608"/>
                </a:lnTo>
                <a:lnTo>
                  <a:pt x="144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1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9"/>
                </a:lnTo>
                <a:lnTo>
                  <a:pt x="222" y="558"/>
                </a:lnTo>
                <a:lnTo>
                  <a:pt x="224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40" y="542"/>
                </a:lnTo>
                <a:lnTo>
                  <a:pt x="241" y="541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4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7" y="522"/>
                </a:lnTo>
                <a:lnTo>
                  <a:pt x="267" y="521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5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1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30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2" y="532"/>
                </a:lnTo>
                <a:lnTo>
                  <a:pt x="282" y="533"/>
                </a:lnTo>
                <a:lnTo>
                  <a:pt x="282" y="534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3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3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1" y="551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1" y="527"/>
                </a:lnTo>
                <a:lnTo>
                  <a:pt x="301" y="526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1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6" y="506"/>
                </a:lnTo>
                <a:lnTo>
                  <a:pt x="307" y="505"/>
                </a:lnTo>
                <a:lnTo>
                  <a:pt x="308" y="505"/>
                </a:lnTo>
                <a:lnTo>
                  <a:pt x="308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9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9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10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0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7" y="426"/>
                </a:lnTo>
                <a:lnTo>
                  <a:pt x="367" y="425"/>
                </a:lnTo>
                <a:lnTo>
                  <a:pt x="367" y="424"/>
                </a:lnTo>
                <a:lnTo>
                  <a:pt x="366" y="423"/>
                </a:lnTo>
                <a:lnTo>
                  <a:pt x="367" y="422"/>
                </a:lnTo>
                <a:lnTo>
                  <a:pt x="367" y="421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6" y="402"/>
                </a:lnTo>
                <a:lnTo>
                  <a:pt x="355" y="402"/>
                </a:lnTo>
                <a:lnTo>
                  <a:pt x="355" y="401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5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4" y="373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4" y="343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7"/>
                </a:lnTo>
                <a:lnTo>
                  <a:pt x="391" y="327"/>
                </a:lnTo>
                <a:lnTo>
                  <a:pt x="392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3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4" y="228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3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1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7"/>
                </a:lnTo>
                <a:lnTo>
                  <a:pt x="188" y="238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3" y="208"/>
                </a:lnTo>
                <a:lnTo>
                  <a:pt x="153" y="207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0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2"/>
                </a:lnTo>
                <a:lnTo>
                  <a:pt x="85" y="11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699120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3"/>
                </a:lnTo>
                <a:lnTo>
                  <a:pt x="59" y="13"/>
                </a:lnTo>
                <a:lnTo>
                  <a:pt x="61" y="14"/>
                </a:lnTo>
                <a:lnTo>
                  <a:pt x="62" y="14"/>
                </a:lnTo>
                <a:lnTo>
                  <a:pt x="62" y="15"/>
                </a:lnTo>
                <a:lnTo>
                  <a:pt x="63" y="15"/>
                </a:lnTo>
                <a:lnTo>
                  <a:pt x="64" y="16"/>
                </a:lnTo>
                <a:lnTo>
                  <a:pt x="65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69" y="18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9"/>
                </a:lnTo>
                <a:lnTo>
                  <a:pt x="75" y="19"/>
                </a:lnTo>
                <a:lnTo>
                  <a:pt x="77" y="19"/>
                </a:lnTo>
                <a:lnTo>
                  <a:pt x="80" y="21"/>
                </a:lnTo>
                <a:lnTo>
                  <a:pt x="81" y="21"/>
                </a:lnTo>
                <a:lnTo>
                  <a:pt x="82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90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1" y="64"/>
                </a:lnTo>
                <a:lnTo>
                  <a:pt x="90" y="65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2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1" y="110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3" y="106"/>
                </a:lnTo>
                <a:lnTo>
                  <a:pt x="22" y="106"/>
                </a:lnTo>
                <a:lnTo>
                  <a:pt x="22" y="105"/>
                </a:lnTo>
                <a:lnTo>
                  <a:pt x="21" y="105"/>
                </a:lnTo>
                <a:lnTo>
                  <a:pt x="20" y="106"/>
                </a:lnTo>
                <a:lnTo>
                  <a:pt x="19" y="106"/>
                </a:lnTo>
                <a:lnTo>
                  <a:pt x="18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8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7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3"/>
                </a:lnTo>
                <a:lnTo>
                  <a:pt x="13" y="93"/>
                </a:lnTo>
                <a:lnTo>
                  <a:pt x="12" y="93"/>
                </a:lnTo>
                <a:lnTo>
                  <a:pt x="12" y="92"/>
                </a:lnTo>
                <a:lnTo>
                  <a:pt x="13" y="92"/>
                </a:lnTo>
                <a:lnTo>
                  <a:pt x="13" y="91"/>
                </a:lnTo>
                <a:lnTo>
                  <a:pt x="13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9" y="87"/>
                </a:lnTo>
                <a:lnTo>
                  <a:pt x="9" y="86"/>
                </a:lnTo>
                <a:lnTo>
                  <a:pt x="8" y="86"/>
                </a:lnTo>
                <a:lnTo>
                  <a:pt x="8" y="87"/>
                </a:lnTo>
                <a:lnTo>
                  <a:pt x="9" y="87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7" y="74"/>
                </a:lnTo>
                <a:lnTo>
                  <a:pt x="17" y="73"/>
                </a:lnTo>
                <a:lnTo>
                  <a:pt x="17" y="74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19" y="72"/>
                </a:lnTo>
                <a:lnTo>
                  <a:pt x="20" y="71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0" y="61"/>
                </a:lnTo>
                <a:lnTo>
                  <a:pt x="21" y="60"/>
                </a:lnTo>
                <a:lnTo>
                  <a:pt x="21" y="59"/>
                </a:lnTo>
                <a:lnTo>
                  <a:pt x="21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5" y="61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4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1"/>
                </a:lnTo>
                <a:lnTo>
                  <a:pt x="23" y="51"/>
                </a:lnTo>
                <a:lnTo>
                  <a:pt x="24" y="51"/>
                </a:lnTo>
                <a:lnTo>
                  <a:pt x="24" y="50"/>
                </a:lnTo>
                <a:lnTo>
                  <a:pt x="24" y="51"/>
                </a:lnTo>
                <a:lnTo>
                  <a:pt x="25" y="50"/>
                </a:lnTo>
                <a:lnTo>
                  <a:pt x="26" y="50"/>
                </a:lnTo>
                <a:lnTo>
                  <a:pt x="26" y="49"/>
                </a:lnTo>
                <a:lnTo>
                  <a:pt x="26" y="48"/>
                </a:lnTo>
                <a:lnTo>
                  <a:pt x="27" y="48"/>
                </a:lnTo>
                <a:lnTo>
                  <a:pt x="27" y="47"/>
                </a:lnTo>
                <a:lnTo>
                  <a:pt x="26" y="47"/>
                </a:lnTo>
                <a:lnTo>
                  <a:pt x="26" y="46"/>
                </a:lnTo>
                <a:lnTo>
                  <a:pt x="27" y="46"/>
                </a:lnTo>
                <a:lnTo>
                  <a:pt x="28" y="45"/>
                </a:lnTo>
                <a:lnTo>
                  <a:pt x="27" y="45"/>
                </a:lnTo>
                <a:lnTo>
                  <a:pt x="26" y="45"/>
                </a:lnTo>
                <a:lnTo>
                  <a:pt x="26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2" y="41"/>
                </a:lnTo>
                <a:lnTo>
                  <a:pt x="33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0"/>
                </a:lnTo>
                <a:lnTo>
                  <a:pt x="32" y="19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9" y="17"/>
                </a:lnTo>
                <a:lnTo>
                  <a:pt x="28" y="16"/>
                </a:lnTo>
                <a:lnTo>
                  <a:pt x="27" y="15"/>
                </a:lnTo>
                <a:lnTo>
                  <a:pt x="25" y="14"/>
                </a:lnTo>
                <a:lnTo>
                  <a:pt x="23" y="12"/>
                </a:lnTo>
                <a:lnTo>
                  <a:pt x="22" y="11"/>
                </a:lnTo>
                <a:lnTo>
                  <a:pt x="23" y="11"/>
                </a:lnTo>
                <a:lnTo>
                  <a:pt x="25" y="9"/>
                </a:lnTo>
                <a:lnTo>
                  <a:pt x="26" y="8"/>
                </a:lnTo>
                <a:lnTo>
                  <a:pt x="27" y="8"/>
                </a:lnTo>
                <a:lnTo>
                  <a:pt x="28" y="7"/>
                </a:lnTo>
                <a:lnTo>
                  <a:pt x="28" y="6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5" y="2"/>
                </a:lnTo>
                <a:lnTo>
                  <a:pt x="36" y="2"/>
                </a:lnTo>
                <a:lnTo>
                  <a:pt x="38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7"/>
                </a:lnTo>
                <a:lnTo>
                  <a:pt x="51" y="8"/>
                </a:lnTo>
                <a:lnTo>
                  <a:pt x="50" y="8"/>
                </a:lnTo>
                <a:lnTo>
                  <a:pt x="50" y="9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4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684540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3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5"/>
                </a:lnTo>
                <a:lnTo>
                  <a:pt x="264" y="35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8" y="40"/>
                </a:lnTo>
                <a:lnTo>
                  <a:pt x="279" y="40"/>
                </a:lnTo>
                <a:lnTo>
                  <a:pt x="280" y="41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3" y="43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3" y="50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89" y="55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7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0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8" y="65"/>
                </a:lnTo>
                <a:lnTo>
                  <a:pt x="308" y="64"/>
                </a:lnTo>
                <a:lnTo>
                  <a:pt x="309" y="65"/>
                </a:lnTo>
                <a:lnTo>
                  <a:pt x="309" y="66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4" y="136"/>
                </a:lnTo>
                <a:lnTo>
                  <a:pt x="375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9" y="144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7" y="356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3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7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4" y="340"/>
                </a:lnTo>
                <a:lnTo>
                  <a:pt x="434" y="341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1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3" y="358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39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4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9" y="407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3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1" y="412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89" y="410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5"/>
                </a:lnTo>
                <a:lnTo>
                  <a:pt x="276" y="404"/>
                </a:lnTo>
                <a:lnTo>
                  <a:pt x="276" y="405"/>
                </a:lnTo>
                <a:lnTo>
                  <a:pt x="275" y="406"/>
                </a:lnTo>
                <a:lnTo>
                  <a:pt x="275" y="405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4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8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4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5" y="332"/>
                </a:lnTo>
                <a:lnTo>
                  <a:pt x="184" y="331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9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2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3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3" y="150"/>
                </a:lnTo>
                <a:lnTo>
                  <a:pt x="163" y="149"/>
                </a:lnTo>
                <a:lnTo>
                  <a:pt x="162" y="147"/>
                </a:lnTo>
                <a:lnTo>
                  <a:pt x="162" y="146"/>
                </a:lnTo>
                <a:lnTo>
                  <a:pt x="163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5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4" y="111"/>
                </a:lnTo>
                <a:lnTo>
                  <a:pt x="93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8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1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30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99984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99876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699228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1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689940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8" y="23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5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4"/>
                </a:lnTo>
                <a:lnTo>
                  <a:pt x="275" y="34"/>
                </a:lnTo>
                <a:lnTo>
                  <a:pt x="276" y="34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9" y="34"/>
                </a:lnTo>
                <a:lnTo>
                  <a:pt x="279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3" y="51"/>
                </a:lnTo>
                <a:lnTo>
                  <a:pt x="292" y="52"/>
                </a:lnTo>
                <a:lnTo>
                  <a:pt x="291" y="70"/>
                </a:lnTo>
                <a:lnTo>
                  <a:pt x="291" y="74"/>
                </a:lnTo>
                <a:lnTo>
                  <a:pt x="290" y="76"/>
                </a:lnTo>
                <a:lnTo>
                  <a:pt x="290" y="83"/>
                </a:lnTo>
                <a:lnTo>
                  <a:pt x="293" y="83"/>
                </a:lnTo>
                <a:lnTo>
                  <a:pt x="294" y="79"/>
                </a:lnTo>
                <a:lnTo>
                  <a:pt x="297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7" y="89"/>
                </a:lnTo>
                <a:lnTo>
                  <a:pt x="309" y="90"/>
                </a:lnTo>
                <a:lnTo>
                  <a:pt x="311" y="93"/>
                </a:lnTo>
                <a:lnTo>
                  <a:pt x="313" y="95"/>
                </a:lnTo>
                <a:lnTo>
                  <a:pt x="316" y="98"/>
                </a:lnTo>
                <a:lnTo>
                  <a:pt x="318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39" y="123"/>
                </a:lnTo>
                <a:lnTo>
                  <a:pt x="341" y="125"/>
                </a:lnTo>
                <a:lnTo>
                  <a:pt x="342" y="125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2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10" y="178"/>
                </a:lnTo>
                <a:lnTo>
                  <a:pt x="309" y="179"/>
                </a:lnTo>
                <a:lnTo>
                  <a:pt x="309" y="180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2" y="180"/>
                </a:lnTo>
                <a:lnTo>
                  <a:pt x="311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3" y="174"/>
                </a:lnTo>
                <a:lnTo>
                  <a:pt x="314" y="174"/>
                </a:lnTo>
                <a:lnTo>
                  <a:pt x="315" y="173"/>
                </a:lnTo>
                <a:lnTo>
                  <a:pt x="317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9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59"/>
                </a:lnTo>
                <a:lnTo>
                  <a:pt x="349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3" y="187"/>
                </a:lnTo>
                <a:lnTo>
                  <a:pt x="353" y="188"/>
                </a:lnTo>
                <a:lnTo>
                  <a:pt x="354" y="188"/>
                </a:lnTo>
                <a:lnTo>
                  <a:pt x="355" y="188"/>
                </a:lnTo>
                <a:lnTo>
                  <a:pt x="355" y="189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1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2" y="204"/>
                </a:lnTo>
                <a:lnTo>
                  <a:pt x="350" y="204"/>
                </a:lnTo>
                <a:lnTo>
                  <a:pt x="349" y="205"/>
                </a:lnTo>
                <a:lnTo>
                  <a:pt x="349" y="206"/>
                </a:lnTo>
                <a:lnTo>
                  <a:pt x="348" y="206"/>
                </a:lnTo>
                <a:lnTo>
                  <a:pt x="347" y="205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2" y="206"/>
                </a:lnTo>
                <a:lnTo>
                  <a:pt x="341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2" y="190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6"/>
                </a:lnTo>
                <a:lnTo>
                  <a:pt x="340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5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8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19" y="209"/>
                </a:lnTo>
                <a:lnTo>
                  <a:pt x="318" y="208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6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1" y="206"/>
                </a:lnTo>
                <a:lnTo>
                  <a:pt x="310" y="206"/>
                </a:lnTo>
                <a:lnTo>
                  <a:pt x="309" y="206"/>
                </a:lnTo>
                <a:lnTo>
                  <a:pt x="309" y="207"/>
                </a:lnTo>
                <a:lnTo>
                  <a:pt x="310" y="207"/>
                </a:lnTo>
                <a:lnTo>
                  <a:pt x="311" y="207"/>
                </a:lnTo>
                <a:lnTo>
                  <a:pt x="311" y="208"/>
                </a:lnTo>
                <a:lnTo>
                  <a:pt x="311" y="209"/>
                </a:lnTo>
                <a:lnTo>
                  <a:pt x="312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0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19"/>
                </a:lnTo>
                <a:lnTo>
                  <a:pt x="331" y="220"/>
                </a:lnTo>
                <a:lnTo>
                  <a:pt x="331" y="221"/>
                </a:lnTo>
                <a:lnTo>
                  <a:pt x="332" y="221"/>
                </a:lnTo>
                <a:lnTo>
                  <a:pt x="333" y="221"/>
                </a:lnTo>
                <a:lnTo>
                  <a:pt x="333" y="222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3" y="232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4" y="231"/>
                </a:lnTo>
                <a:lnTo>
                  <a:pt x="322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8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30" y="239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4" y="254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5"/>
                </a:lnTo>
                <a:lnTo>
                  <a:pt x="313" y="256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4"/>
                </a:lnTo>
                <a:lnTo>
                  <a:pt x="328" y="285"/>
                </a:lnTo>
                <a:lnTo>
                  <a:pt x="327" y="286"/>
                </a:lnTo>
                <a:lnTo>
                  <a:pt x="328" y="286"/>
                </a:lnTo>
                <a:lnTo>
                  <a:pt x="328" y="287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2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8" y="300"/>
                </a:lnTo>
                <a:lnTo>
                  <a:pt x="307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6" y="305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5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0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1" y="320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90" y="321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6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1" y="291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7"/>
                </a:lnTo>
                <a:lnTo>
                  <a:pt x="287" y="286"/>
                </a:lnTo>
                <a:lnTo>
                  <a:pt x="288" y="286"/>
                </a:lnTo>
                <a:lnTo>
                  <a:pt x="288" y="285"/>
                </a:lnTo>
                <a:lnTo>
                  <a:pt x="287" y="285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5"/>
                </a:lnTo>
                <a:lnTo>
                  <a:pt x="285" y="286"/>
                </a:lnTo>
                <a:lnTo>
                  <a:pt x="285" y="287"/>
                </a:lnTo>
                <a:lnTo>
                  <a:pt x="286" y="287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3" y="294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0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0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70" y="324"/>
                </a:lnTo>
                <a:lnTo>
                  <a:pt x="269" y="324"/>
                </a:lnTo>
                <a:lnTo>
                  <a:pt x="270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8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89"/>
                </a:lnTo>
                <a:lnTo>
                  <a:pt x="209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9" y="355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2" y="336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30"/>
                </a:lnTo>
                <a:lnTo>
                  <a:pt x="64" y="329"/>
                </a:lnTo>
                <a:lnTo>
                  <a:pt x="63" y="329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8" y="275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6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6" y="264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8"/>
                </a:lnTo>
                <a:lnTo>
                  <a:pt x="36" y="257"/>
                </a:lnTo>
                <a:lnTo>
                  <a:pt x="37" y="257"/>
                </a:lnTo>
                <a:lnTo>
                  <a:pt x="36" y="256"/>
                </a:lnTo>
                <a:lnTo>
                  <a:pt x="37" y="256"/>
                </a:lnTo>
                <a:lnTo>
                  <a:pt x="37" y="255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5" y="239"/>
                </a:lnTo>
                <a:lnTo>
                  <a:pt x="25" y="238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3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7" y="187"/>
                </a:lnTo>
                <a:lnTo>
                  <a:pt x="17" y="186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7"/>
                </a:lnTo>
                <a:lnTo>
                  <a:pt x="74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9" y="123"/>
                </a:lnTo>
                <a:lnTo>
                  <a:pt x="79" y="122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9" y="117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9" y="107"/>
                </a:lnTo>
                <a:lnTo>
                  <a:pt x="79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1" y="87"/>
                </a:lnTo>
                <a:lnTo>
                  <a:pt x="91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01784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701496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701460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701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702396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701604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6"/>
                </a:move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702864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7"/>
                </a:move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703548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5"/>
                </a:move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703440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03260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3" y="1"/>
                </a:move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2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704016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704340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679752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4" y="216"/>
                </a:lnTo>
                <a:lnTo>
                  <a:pt x="335" y="216"/>
                </a:lnTo>
                <a:lnTo>
                  <a:pt x="336" y="217"/>
                </a:lnTo>
                <a:lnTo>
                  <a:pt x="336" y="218"/>
                </a:lnTo>
                <a:lnTo>
                  <a:pt x="336" y="219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1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7" y="258"/>
                </a:lnTo>
                <a:lnTo>
                  <a:pt x="327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7" y="268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7" y="281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8" y="282"/>
                </a:lnTo>
                <a:lnTo>
                  <a:pt x="319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2"/>
                </a:lnTo>
                <a:lnTo>
                  <a:pt x="325" y="293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0" y="296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7"/>
                </a:lnTo>
                <a:lnTo>
                  <a:pt x="340" y="298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2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3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3" y="478"/>
                </a:lnTo>
                <a:lnTo>
                  <a:pt x="363" y="479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4" y="527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30"/>
                </a:lnTo>
                <a:lnTo>
                  <a:pt x="309" y="531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0" y="537"/>
                </a:lnTo>
                <a:lnTo>
                  <a:pt x="300" y="538"/>
                </a:lnTo>
                <a:lnTo>
                  <a:pt x="300" y="539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4" y="534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9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5" y="522"/>
                </a:lnTo>
                <a:lnTo>
                  <a:pt x="285" y="521"/>
                </a:lnTo>
                <a:lnTo>
                  <a:pt x="284" y="521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2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3" y="523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1"/>
                </a:lnTo>
                <a:lnTo>
                  <a:pt x="262" y="522"/>
                </a:lnTo>
                <a:lnTo>
                  <a:pt x="261" y="521"/>
                </a:lnTo>
                <a:lnTo>
                  <a:pt x="262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9" y="517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2" y="503"/>
                </a:lnTo>
                <a:lnTo>
                  <a:pt x="231" y="502"/>
                </a:lnTo>
                <a:lnTo>
                  <a:pt x="232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7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5" y="496"/>
                </a:lnTo>
                <a:lnTo>
                  <a:pt x="224" y="496"/>
                </a:lnTo>
                <a:lnTo>
                  <a:pt x="224" y="495"/>
                </a:lnTo>
                <a:lnTo>
                  <a:pt x="223" y="494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1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7" y="480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8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80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3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5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5" y="113"/>
                </a:lnTo>
                <a:lnTo>
                  <a:pt x="57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8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3"/>
                </a:lnTo>
                <a:lnTo>
                  <a:pt x="91" y="64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9" y="75"/>
                </a:lnTo>
                <a:lnTo>
                  <a:pt x="99" y="76"/>
                </a:lnTo>
                <a:lnTo>
                  <a:pt x="100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79"/>
                </a:lnTo>
                <a:lnTo>
                  <a:pt x="105" y="80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6"/>
                </a:lnTo>
                <a:lnTo>
                  <a:pt x="140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9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49" y="42"/>
                </a:lnTo>
                <a:lnTo>
                  <a:pt x="150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2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3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4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2" y="60"/>
                </a:lnTo>
                <a:lnTo>
                  <a:pt x="214" y="60"/>
                </a:lnTo>
                <a:lnTo>
                  <a:pt x="215" y="59"/>
                </a:lnTo>
                <a:lnTo>
                  <a:pt x="216" y="59"/>
                </a:lnTo>
                <a:lnTo>
                  <a:pt x="218" y="59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8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59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7" y="60"/>
                </a:lnTo>
                <a:lnTo>
                  <a:pt x="227" y="61"/>
                </a:lnTo>
                <a:lnTo>
                  <a:pt x="227" y="62"/>
                </a:lnTo>
                <a:lnTo>
                  <a:pt x="228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3" y="64"/>
                </a:lnTo>
                <a:lnTo>
                  <a:pt x="232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0"/>
                </a:lnTo>
                <a:lnTo>
                  <a:pt x="239" y="61"/>
                </a:lnTo>
                <a:lnTo>
                  <a:pt x="240" y="61"/>
                </a:lnTo>
                <a:lnTo>
                  <a:pt x="241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2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5" y="68"/>
                </a:lnTo>
                <a:lnTo>
                  <a:pt x="245" y="67"/>
                </a:lnTo>
                <a:lnTo>
                  <a:pt x="246" y="67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8" y="63"/>
                </a:lnTo>
                <a:lnTo>
                  <a:pt x="248" y="64"/>
                </a:lnTo>
                <a:lnTo>
                  <a:pt x="250" y="65"/>
                </a:lnTo>
                <a:lnTo>
                  <a:pt x="250" y="66"/>
                </a:lnTo>
                <a:lnTo>
                  <a:pt x="251" y="66"/>
                </a:lnTo>
                <a:lnTo>
                  <a:pt x="252" y="67"/>
                </a:lnTo>
                <a:lnTo>
                  <a:pt x="252" y="68"/>
                </a:lnTo>
                <a:lnTo>
                  <a:pt x="251" y="68"/>
                </a:lnTo>
                <a:lnTo>
                  <a:pt x="251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4"/>
                </a:lnTo>
                <a:lnTo>
                  <a:pt x="254" y="75"/>
                </a:lnTo>
                <a:lnTo>
                  <a:pt x="255" y="76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7" y="79"/>
                </a:lnTo>
                <a:lnTo>
                  <a:pt x="257" y="78"/>
                </a:lnTo>
                <a:lnTo>
                  <a:pt x="258" y="77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59" y="82"/>
                </a:lnTo>
                <a:lnTo>
                  <a:pt x="260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7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4" y="94"/>
                </a:lnTo>
                <a:lnTo>
                  <a:pt x="265" y="94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7" y="95"/>
                </a:lnTo>
                <a:lnTo>
                  <a:pt x="267" y="94"/>
                </a:lnTo>
                <a:lnTo>
                  <a:pt x="268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6"/>
                </a:lnTo>
                <a:lnTo>
                  <a:pt x="273" y="95"/>
                </a:lnTo>
                <a:lnTo>
                  <a:pt x="272" y="95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7" y="95"/>
                </a:lnTo>
                <a:lnTo>
                  <a:pt x="278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0" y="137"/>
                </a:lnTo>
                <a:lnTo>
                  <a:pt x="280" y="138"/>
                </a:lnTo>
                <a:lnTo>
                  <a:pt x="280" y="139"/>
                </a:lnTo>
                <a:lnTo>
                  <a:pt x="280" y="140"/>
                </a:lnTo>
                <a:lnTo>
                  <a:pt x="279" y="140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8" y="148"/>
                </a:lnTo>
                <a:lnTo>
                  <a:pt x="299" y="148"/>
                </a:lnTo>
                <a:lnTo>
                  <a:pt x="300" y="148"/>
                </a:lnTo>
                <a:lnTo>
                  <a:pt x="300" y="149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0" y="160"/>
                </a:lnTo>
                <a:lnTo>
                  <a:pt x="300" y="161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6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2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4" y="186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9"/>
                </a:lnTo>
                <a:lnTo>
                  <a:pt x="320" y="199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2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2"/>
                </a:lnTo>
                <a:lnTo>
                  <a:pt x="383" y="221"/>
                </a:lnTo>
                <a:lnTo>
                  <a:pt x="383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688968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689076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688032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6895800" y="1990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3"/>
                </a:move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3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682884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5"/>
                </a:lnTo>
                <a:lnTo>
                  <a:pt x="261" y="35"/>
                </a:lnTo>
                <a:lnTo>
                  <a:pt x="261" y="36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6" y="61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2" y="72"/>
                </a:lnTo>
                <a:lnTo>
                  <a:pt x="342" y="73"/>
                </a:lnTo>
                <a:lnTo>
                  <a:pt x="341" y="73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1" y="102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6" y="94"/>
                </a:lnTo>
                <a:lnTo>
                  <a:pt x="407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9"/>
                </a:lnTo>
                <a:lnTo>
                  <a:pt x="400" y="129"/>
                </a:lnTo>
                <a:lnTo>
                  <a:pt x="401" y="129"/>
                </a:lnTo>
                <a:lnTo>
                  <a:pt x="401" y="130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5" y="166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6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9" y="164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8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6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1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4" y="297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2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10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7" y="319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7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4" y="315"/>
                </a:lnTo>
                <a:lnTo>
                  <a:pt x="276" y="314"/>
                </a:lnTo>
                <a:lnTo>
                  <a:pt x="276" y="315"/>
                </a:lnTo>
                <a:lnTo>
                  <a:pt x="277" y="314"/>
                </a:lnTo>
                <a:lnTo>
                  <a:pt x="277" y="315"/>
                </a:lnTo>
                <a:lnTo>
                  <a:pt x="278" y="315"/>
                </a:lnTo>
                <a:lnTo>
                  <a:pt x="279" y="316"/>
                </a:lnTo>
                <a:lnTo>
                  <a:pt x="280" y="316"/>
                </a:lnTo>
                <a:lnTo>
                  <a:pt x="279" y="316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2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6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60" y="372"/>
                </a:lnTo>
                <a:lnTo>
                  <a:pt x="258" y="373"/>
                </a:lnTo>
                <a:lnTo>
                  <a:pt x="257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7" y="377"/>
                </a:lnTo>
                <a:lnTo>
                  <a:pt x="256" y="377"/>
                </a:lnTo>
                <a:lnTo>
                  <a:pt x="256" y="378"/>
                </a:lnTo>
                <a:lnTo>
                  <a:pt x="257" y="379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4" y="374"/>
                </a:lnTo>
                <a:lnTo>
                  <a:pt x="235" y="373"/>
                </a:lnTo>
                <a:lnTo>
                  <a:pt x="234" y="373"/>
                </a:lnTo>
                <a:lnTo>
                  <a:pt x="235" y="373"/>
                </a:lnTo>
                <a:lnTo>
                  <a:pt x="235" y="372"/>
                </a:lnTo>
                <a:lnTo>
                  <a:pt x="234" y="371"/>
                </a:lnTo>
                <a:lnTo>
                  <a:pt x="234" y="370"/>
                </a:lnTo>
                <a:lnTo>
                  <a:pt x="233" y="370"/>
                </a:lnTo>
                <a:lnTo>
                  <a:pt x="234" y="370"/>
                </a:lnTo>
                <a:lnTo>
                  <a:pt x="233" y="371"/>
                </a:lnTo>
                <a:lnTo>
                  <a:pt x="233" y="372"/>
                </a:lnTo>
                <a:lnTo>
                  <a:pt x="234" y="372"/>
                </a:lnTo>
                <a:lnTo>
                  <a:pt x="234" y="373"/>
                </a:lnTo>
                <a:lnTo>
                  <a:pt x="233" y="373"/>
                </a:lnTo>
                <a:lnTo>
                  <a:pt x="233" y="374"/>
                </a:lnTo>
                <a:lnTo>
                  <a:pt x="232" y="375"/>
                </a:lnTo>
                <a:lnTo>
                  <a:pt x="233" y="375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2" y="379"/>
                </a:lnTo>
                <a:lnTo>
                  <a:pt x="231" y="380"/>
                </a:lnTo>
                <a:lnTo>
                  <a:pt x="231" y="379"/>
                </a:lnTo>
                <a:lnTo>
                  <a:pt x="230" y="380"/>
                </a:lnTo>
                <a:lnTo>
                  <a:pt x="229" y="380"/>
                </a:lnTo>
                <a:lnTo>
                  <a:pt x="229" y="381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18" y="384"/>
                </a:lnTo>
                <a:lnTo>
                  <a:pt x="217" y="385"/>
                </a:lnTo>
                <a:lnTo>
                  <a:pt x="217" y="386"/>
                </a:lnTo>
                <a:lnTo>
                  <a:pt x="216" y="386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1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6"/>
                </a:lnTo>
                <a:lnTo>
                  <a:pt x="212" y="376"/>
                </a:lnTo>
                <a:lnTo>
                  <a:pt x="212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9" y="376"/>
                </a:lnTo>
                <a:lnTo>
                  <a:pt x="208" y="375"/>
                </a:lnTo>
                <a:lnTo>
                  <a:pt x="208" y="376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79"/>
                </a:lnTo>
                <a:lnTo>
                  <a:pt x="205" y="380"/>
                </a:lnTo>
                <a:lnTo>
                  <a:pt x="204" y="382"/>
                </a:lnTo>
                <a:lnTo>
                  <a:pt x="204" y="383"/>
                </a:lnTo>
                <a:lnTo>
                  <a:pt x="203" y="383"/>
                </a:lnTo>
                <a:lnTo>
                  <a:pt x="203" y="384"/>
                </a:lnTo>
                <a:lnTo>
                  <a:pt x="202" y="384"/>
                </a:lnTo>
                <a:lnTo>
                  <a:pt x="202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5"/>
                </a:lnTo>
                <a:lnTo>
                  <a:pt x="197" y="385"/>
                </a:lnTo>
                <a:lnTo>
                  <a:pt x="197" y="386"/>
                </a:lnTo>
                <a:lnTo>
                  <a:pt x="197" y="387"/>
                </a:lnTo>
                <a:lnTo>
                  <a:pt x="198" y="387"/>
                </a:lnTo>
                <a:lnTo>
                  <a:pt x="200" y="389"/>
                </a:lnTo>
                <a:lnTo>
                  <a:pt x="200" y="390"/>
                </a:lnTo>
                <a:lnTo>
                  <a:pt x="199" y="391"/>
                </a:lnTo>
                <a:lnTo>
                  <a:pt x="198" y="392"/>
                </a:lnTo>
                <a:lnTo>
                  <a:pt x="197" y="393"/>
                </a:lnTo>
                <a:lnTo>
                  <a:pt x="197" y="394"/>
                </a:lnTo>
                <a:lnTo>
                  <a:pt x="198" y="395"/>
                </a:lnTo>
                <a:lnTo>
                  <a:pt x="198" y="396"/>
                </a:lnTo>
                <a:lnTo>
                  <a:pt x="196" y="396"/>
                </a:lnTo>
                <a:lnTo>
                  <a:pt x="192" y="395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2"/>
                </a:lnTo>
                <a:lnTo>
                  <a:pt x="186" y="393"/>
                </a:lnTo>
                <a:lnTo>
                  <a:pt x="185" y="393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7"/>
                </a:lnTo>
                <a:lnTo>
                  <a:pt x="183" y="397"/>
                </a:lnTo>
                <a:lnTo>
                  <a:pt x="184" y="398"/>
                </a:lnTo>
                <a:lnTo>
                  <a:pt x="184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4" y="399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7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2" y="400"/>
                </a:lnTo>
                <a:lnTo>
                  <a:pt x="193" y="400"/>
                </a:lnTo>
                <a:lnTo>
                  <a:pt x="194" y="400"/>
                </a:lnTo>
                <a:lnTo>
                  <a:pt x="195" y="399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0" y="400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6"/>
                </a:lnTo>
                <a:lnTo>
                  <a:pt x="199" y="405"/>
                </a:lnTo>
                <a:lnTo>
                  <a:pt x="201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5" y="409"/>
                </a:lnTo>
                <a:lnTo>
                  <a:pt x="206" y="410"/>
                </a:lnTo>
                <a:lnTo>
                  <a:pt x="205" y="411"/>
                </a:lnTo>
                <a:lnTo>
                  <a:pt x="205" y="412"/>
                </a:lnTo>
                <a:lnTo>
                  <a:pt x="206" y="413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5"/>
                </a:lnTo>
                <a:lnTo>
                  <a:pt x="203" y="416"/>
                </a:lnTo>
                <a:lnTo>
                  <a:pt x="202" y="416"/>
                </a:lnTo>
                <a:lnTo>
                  <a:pt x="202" y="415"/>
                </a:lnTo>
                <a:lnTo>
                  <a:pt x="201" y="415"/>
                </a:lnTo>
                <a:lnTo>
                  <a:pt x="201" y="416"/>
                </a:lnTo>
                <a:lnTo>
                  <a:pt x="200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20"/>
                </a:lnTo>
                <a:lnTo>
                  <a:pt x="195" y="420"/>
                </a:lnTo>
                <a:lnTo>
                  <a:pt x="195" y="421"/>
                </a:lnTo>
                <a:lnTo>
                  <a:pt x="194" y="421"/>
                </a:lnTo>
                <a:lnTo>
                  <a:pt x="194" y="422"/>
                </a:lnTo>
                <a:lnTo>
                  <a:pt x="193" y="422"/>
                </a:lnTo>
                <a:lnTo>
                  <a:pt x="193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1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2"/>
                </a:lnTo>
                <a:lnTo>
                  <a:pt x="190" y="421"/>
                </a:lnTo>
                <a:lnTo>
                  <a:pt x="190" y="420"/>
                </a:lnTo>
                <a:lnTo>
                  <a:pt x="189" y="421"/>
                </a:lnTo>
                <a:lnTo>
                  <a:pt x="189" y="422"/>
                </a:lnTo>
                <a:lnTo>
                  <a:pt x="190" y="422"/>
                </a:lnTo>
                <a:lnTo>
                  <a:pt x="191" y="423"/>
                </a:lnTo>
                <a:lnTo>
                  <a:pt x="190" y="424"/>
                </a:lnTo>
                <a:lnTo>
                  <a:pt x="189" y="423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4"/>
                </a:lnTo>
                <a:lnTo>
                  <a:pt x="190" y="425"/>
                </a:lnTo>
                <a:lnTo>
                  <a:pt x="189" y="426"/>
                </a:lnTo>
                <a:lnTo>
                  <a:pt x="188" y="427"/>
                </a:lnTo>
                <a:lnTo>
                  <a:pt x="188" y="428"/>
                </a:lnTo>
                <a:lnTo>
                  <a:pt x="187" y="429"/>
                </a:lnTo>
                <a:lnTo>
                  <a:pt x="186" y="429"/>
                </a:lnTo>
                <a:lnTo>
                  <a:pt x="186" y="430"/>
                </a:lnTo>
                <a:lnTo>
                  <a:pt x="185" y="431"/>
                </a:lnTo>
                <a:lnTo>
                  <a:pt x="185" y="432"/>
                </a:lnTo>
                <a:lnTo>
                  <a:pt x="185" y="434"/>
                </a:lnTo>
                <a:lnTo>
                  <a:pt x="185" y="436"/>
                </a:lnTo>
                <a:lnTo>
                  <a:pt x="185" y="437"/>
                </a:lnTo>
                <a:lnTo>
                  <a:pt x="185" y="438"/>
                </a:lnTo>
                <a:lnTo>
                  <a:pt x="184" y="439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8"/>
                </a:lnTo>
                <a:lnTo>
                  <a:pt x="180" y="439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7" y="441"/>
                </a:lnTo>
                <a:lnTo>
                  <a:pt x="176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5"/>
                </a:lnTo>
                <a:lnTo>
                  <a:pt x="174" y="445"/>
                </a:lnTo>
                <a:lnTo>
                  <a:pt x="174" y="446"/>
                </a:lnTo>
                <a:lnTo>
                  <a:pt x="173" y="447"/>
                </a:lnTo>
                <a:lnTo>
                  <a:pt x="173" y="449"/>
                </a:lnTo>
                <a:lnTo>
                  <a:pt x="173" y="450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1" y="447"/>
                </a:lnTo>
                <a:lnTo>
                  <a:pt x="172" y="446"/>
                </a:lnTo>
                <a:lnTo>
                  <a:pt x="172" y="445"/>
                </a:lnTo>
                <a:lnTo>
                  <a:pt x="173" y="445"/>
                </a:lnTo>
                <a:lnTo>
                  <a:pt x="173" y="444"/>
                </a:lnTo>
                <a:lnTo>
                  <a:pt x="173" y="443"/>
                </a:lnTo>
                <a:lnTo>
                  <a:pt x="174" y="442"/>
                </a:lnTo>
                <a:lnTo>
                  <a:pt x="174" y="443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4" y="442"/>
                </a:lnTo>
                <a:lnTo>
                  <a:pt x="174" y="441"/>
                </a:lnTo>
                <a:lnTo>
                  <a:pt x="174" y="442"/>
                </a:lnTo>
                <a:lnTo>
                  <a:pt x="173" y="442"/>
                </a:lnTo>
                <a:lnTo>
                  <a:pt x="173" y="441"/>
                </a:lnTo>
                <a:lnTo>
                  <a:pt x="174" y="441"/>
                </a:lnTo>
                <a:lnTo>
                  <a:pt x="173" y="440"/>
                </a:lnTo>
                <a:lnTo>
                  <a:pt x="172" y="440"/>
                </a:lnTo>
                <a:lnTo>
                  <a:pt x="172" y="439"/>
                </a:lnTo>
                <a:lnTo>
                  <a:pt x="173" y="438"/>
                </a:lnTo>
                <a:lnTo>
                  <a:pt x="173" y="437"/>
                </a:lnTo>
                <a:lnTo>
                  <a:pt x="173" y="438"/>
                </a:lnTo>
                <a:lnTo>
                  <a:pt x="172" y="439"/>
                </a:lnTo>
                <a:lnTo>
                  <a:pt x="172" y="440"/>
                </a:lnTo>
                <a:lnTo>
                  <a:pt x="171" y="440"/>
                </a:lnTo>
                <a:lnTo>
                  <a:pt x="170" y="439"/>
                </a:lnTo>
                <a:lnTo>
                  <a:pt x="169" y="439"/>
                </a:lnTo>
                <a:lnTo>
                  <a:pt x="168" y="438"/>
                </a:lnTo>
                <a:lnTo>
                  <a:pt x="168" y="437"/>
                </a:lnTo>
                <a:lnTo>
                  <a:pt x="167" y="437"/>
                </a:lnTo>
                <a:lnTo>
                  <a:pt x="168" y="437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7" y="441"/>
                </a:lnTo>
                <a:lnTo>
                  <a:pt x="167" y="442"/>
                </a:lnTo>
                <a:lnTo>
                  <a:pt x="166" y="442"/>
                </a:lnTo>
                <a:lnTo>
                  <a:pt x="166" y="443"/>
                </a:lnTo>
                <a:lnTo>
                  <a:pt x="166" y="444"/>
                </a:lnTo>
                <a:lnTo>
                  <a:pt x="167" y="444"/>
                </a:lnTo>
                <a:lnTo>
                  <a:pt x="167" y="445"/>
                </a:lnTo>
                <a:lnTo>
                  <a:pt x="168" y="446"/>
                </a:lnTo>
                <a:lnTo>
                  <a:pt x="167" y="447"/>
                </a:lnTo>
                <a:lnTo>
                  <a:pt x="166" y="447"/>
                </a:lnTo>
                <a:lnTo>
                  <a:pt x="165" y="449"/>
                </a:lnTo>
                <a:lnTo>
                  <a:pt x="164" y="450"/>
                </a:lnTo>
                <a:lnTo>
                  <a:pt x="163" y="450"/>
                </a:lnTo>
                <a:lnTo>
                  <a:pt x="163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9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6" y="455"/>
                </a:lnTo>
                <a:lnTo>
                  <a:pt x="155" y="454"/>
                </a:lnTo>
                <a:lnTo>
                  <a:pt x="156" y="454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1"/>
                </a:lnTo>
                <a:lnTo>
                  <a:pt x="148" y="450"/>
                </a:lnTo>
                <a:lnTo>
                  <a:pt x="147" y="451"/>
                </a:lnTo>
                <a:lnTo>
                  <a:pt x="146" y="450"/>
                </a:lnTo>
                <a:lnTo>
                  <a:pt x="145" y="450"/>
                </a:lnTo>
                <a:lnTo>
                  <a:pt x="144" y="449"/>
                </a:lnTo>
                <a:lnTo>
                  <a:pt x="143" y="447"/>
                </a:lnTo>
                <a:lnTo>
                  <a:pt x="142" y="447"/>
                </a:lnTo>
                <a:lnTo>
                  <a:pt x="141" y="447"/>
                </a:lnTo>
                <a:lnTo>
                  <a:pt x="141" y="449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2"/>
                </a:lnTo>
                <a:lnTo>
                  <a:pt x="145" y="452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9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6" y="461"/>
                </a:lnTo>
                <a:lnTo>
                  <a:pt x="146" y="462"/>
                </a:lnTo>
                <a:lnTo>
                  <a:pt x="147" y="463"/>
                </a:lnTo>
                <a:lnTo>
                  <a:pt x="146" y="463"/>
                </a:lnTo>
                <a:lnTo>
                  <a:pt x="146" y="464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2"/>
                </a:lnTo>
                <a:lnTo>
                  <a:pt x="150" y="471"/>
                </a:lnTo>
                <a:lnTo>
                  <a:pt x="149" y="470"/>
                </a:lnTo>
                <a:lnTo>
                  <a:pt x="148" y="470"/>
                </a:lnTo>
                <a:lnTo>
                  <a:pt x="148" y="471"/>
                </a:lnTo>
                <a:lnTo>
                  <a:pt x="148" y="472"/>
                </a:lnTo>
                <a:lnTo>
                  <a:pt x="147" y="472"/>
                </a:lnTo>
                <a:lnTo>
                  <a:pt x="147" y="473"/>
                </a:lnTo>
                <a:lnTo>
                  <a:pt x="146" y="475"/>
                </a:lnTo>
                <a:lnTo>
                  <a:pt x="147" y="476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3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3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3" y="485"/>
                </a:lnTo>
                <a:lnTo>
                  <a:pt x="134" y="484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5" y="476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70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4" y="478"/>
                </a:lnTo>
                <a:lnTo>
                  <a:pt x="114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5" y="458"/>
                </a:lnTo>
                <a:lnTo>
                  <a:pt x="104" y="457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1" y="456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7"/>
                </a:lnTo>
                <a:lnTo>
                  <a:pt x="102" y="445"/>
                </a:lnTo>
                <a:lnTo>
                  <a:pt x="101" y="444"/>
                </a:lnTo>
                <a:lnTo>
                  <a:pt x="101" y="442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0"/>
                </a:lnTo>
                <a:lnTo>
                  <a:pt x="100" y="441"/>
                </a:lnTo>
                <a:lnTo>
                  <a:pt x="99" y="441"/>
                </a:lnTo>
                <a:lnTo>
                  <a:pt x="99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98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7" y="434"/>
                </a:lnTo>
                <a:lnTo>
                  <a:pt x="97" y="432"/>
                </a:lnTo>
                <a:lnTo>
                  <a:pt x="97" y="431"/>
                </a:lnTo>
                <a:lnTo>
                  <a:pt x="97" y="430"/>
                </a:lnTo>
                <a:lnTo>
                  <a:pt x="98" y="429"/>
                </a:lnTo>
                <a:lnTo>
                  <a:pt x="98" y="428"/>
                </a:lnTo>
                <a:lnTo>
                  <a:pt x="98" y="427"/>
                </a:lnTo>
                <a:lnTo>
                  <a:pt x="99" y="427"/>
                </a:lnTo>
                <a:lnTo>
                  <a:pt x="99" y="426"/>
                </a:lnTo>
                <a:lnTo>
                  <a:pt x="100" y="426"/>
                </a:lnTo>
                <a:lnTo>
                  <a:pt x="100" y="425"/>
                </a:lnTo>
                <a:lnTo>
                  <a:pt x="101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4" y="405"/>
                </a:lnTo>
                <a:lnTo>
                  <a:pt x="95" y="405"/>
                </a:lnTo>
                <a:lnTo>
                  <a:pt x="94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5"/>
                </a:lnTo>
                <a:lnTo>
                  <a:pt x="91" y="394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0"/>
                </a:lnTo>
                <a:lnTo>
                  <a:pt x="88" y="390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7" y="391"/>
                </a:lnTo>
                <a:lnTo>
                  <a:pt x="86" y="390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3"/>
                </a:lnTo>
                <a:lnTo>
                  <a:pt x="82" y="382"/>
                </a:lnTo>
                <a:lnTo>
                  <a:pt x="82" y="381"/>
                </a:lnTo>
                <a:lnTo>
                  <a:pt x="83" y="381"/>
                </a:lnTo>
                <a:lnTo>
                  <a:pt x="83" y="380"/>
                </a:lnTo>
                <a:lnTo>
                  <a:pt x="84" y="380"/>
                </a:lnTo>
                <a:lnTo>
                  <a:pt x="84" y="379"/>
                </a:lnTo>
                <a:lnTo>
                  <a:pt x="84" y="378"/>
                </a:lnTo>
                <a:lnTo>
                  <a:pt x="85" y="378"/>
                </a:lnTo>
                <a:lnTo>
                  <a:pt x="85" y="377"/>
                </a:lnTo>
                <a:lnTo>
                  <a:pt x="85" y="376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6" y="373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4"/>
                </a:lnTo>
                <a:lnTo>
                  <a:pt x="67" y="375"/>
                </a:lnTo>
                <a:lnTo>
                  <a:pt x="66" y="376"/>
                </a:lnTo>
                <a:lnTo>
                  <a:pt x="65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9"/>
                </a:lnTo>
                <a:lnTo>
                  <a:pt x="61" y="379"/>
                </a:lnTo>
                <a:lnTo>
                  <a:pt x="60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6"/>
                </a:lnTo>
                <a:lnTo>
                  <a:pt x="59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3" y="368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7" y="357"/>
                </a:lnTo>
                <a:lnTo>
                  <a:pt x="48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9" y="351"/>
                </a:lnTo>
                <a:lnTo>
                  <a:pt x="48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6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2" y="358"/>
                </a:lnTo>
                <a:lnTo>
                  <a:pt x="41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4" y="359"/>
                </a:lnTo>
                <a:lnTo>
                  <a:pt x="35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3" y="354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2"/>
                </a:lnTo>
                <a:lnTo>
                  <a:pt x="29" y="353"/>
                </a:lnTo>
                <a:lnTo>
                  <a:pt x="28" y="353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3" y="325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1" y="320"/>
                </a:lnTo>
                <a:lnTo>
                  <a:pt x="1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6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8" y="276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8" y="261"/>
                </a:lnTo>
                <a:lnTo>
                  <a:pt x="29" y="261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5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1" y="246"/>
                </a:lnTo>
                <a:lnTo>
                  <a:pt x="31" y="247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4" y="247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3" y="196"/>
                </a:lnTo>
                <a:lnTo>
                  <a:pt x="63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2"/>
                </a:lnTo>
                <a:lnTo>
                  <a:pt x="64" y="171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1" y="168"/>
                </a:lnTo>
                <a:lnTo>
                  <a:pt x="61" y="167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3" y="160"/>
                </a:lnTo>
                <a:lnTo>
                  <a:pt x="64" y="159"/>
                </a:lnTo>
                <a:lnTo>
                  <a:pt x="64" y="158"/>
                </a:lnTo>
                <a:lnTo>
                  <a:pt x="63" y="157"/>
                </a:lnTo>
                <a:lnTo>
                  <a:pt x="63" y="156"/>
                </a:lnTo>
                <a:lnTo>
                  <a:pt x="63" y="155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6"/>
                </a:lnTo>
                <a:lnTo>
                  <a:pt x="82" y="137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7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5" y="111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100"/>
                </a:lnTo>
                <a:lnTo>
                  <a:pt x="112" y="99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9" y="79"/>
                </a:lnTo>
                <a:lnTo>
                  <a:pt x="108" y="79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5" y="73"/>
                </a:lnTo>
                <a:lnTo>
                  <a:pt x="105" y="72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70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7"/>
                </a:lnTo>
                <a:lnTo>
                  <a:pt x="110" y="68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7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4"/>
                </a:lnTo>
                <a:lnTo>
                  <a:pt x="132" y="43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7"/>
                </a:lnTo>
                <a:lnTo>
                  <a:pt x="135" y="46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1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50" y="35"/>
                </a:lnTo>
                <a:lnTo>
                  <a:pt x="150" y="34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7" y="41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0" y="47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7"/>
                </a:lnTo>
                <a:lnTo>
                  <a:pt x="174" y="47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9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2" y="36"/>
                </a:lnTo>
                <a:lnTo>
                  <a:pt x="192" y="35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4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2" y="36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1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9" y="23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1" y="23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695268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1"/>
                </a:move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2"/>
                </a:move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695700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6" y="4"/>
                </a:move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697392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697608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5" y="6"/>
                </a:lnTo>
                <a:lnTo>
                  <a:pt x="3" y="6"/>
                </a:ln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675504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0"/>
                </a:move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5" y="10"/>
                </a:lnTo>
                <a:lnTo>
                  <a:pt x="296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8" y="19"/>
                </a:lnTo>
                <a:lnTo>
                  <a:pt x="298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6" y="23"/>
                </a:lnTo>
                <a:lnTo>
                  <a:pt x="295" y="23"/>
                </a:lnTo>
                <a:lnTo>
                  <a:pt x="294" y="24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80" y="39"/>
                </a:lnTo>
                <a:lnTo>
                  <a:pt x="281" y="40"/>
                </a:lnTo>
                <a:lnTo>
                  <a:pt x="282" y="41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20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2" y="20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5"/>
                </a:lnTo>
                <a:lnTo>
                  <a:pt x="330" y="16"/>
                </a:lnTo>
                <a:lnTo>
                  <a:pt x="332" y="16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9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2" y="53"/>
                </a:lnTo>
                <a:lnTo>
                  <a:pt x="373" y="53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8" y="53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3" y="60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3"/>
                </a:lnTo>
                <a:lnTo>
                  <a:pt x="419" y="74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0"/>
                </a:lnTo>
                <a:lnTo>
                  <a:pt x="407" y="80"/>
                </a:lnTo>
                <a:lnTo>
                  <a:pt x="406" y="80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8" y="106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8" y="114"/>
                </a:lnTo>
                <a:lnTo>
                  <a:pt x="419" y="114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7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9" y="142"/>
                </a:lnTo>
                <a:lnTo>
                  <a:pt x="439" y="143"/>
                </a:lnTo>
                <a:lnTo>
                  <a:pt x="438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49"/>
                </a:lnTo>
                <a:lnTo>
                  <a:pt x="437" y="150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4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5" y="203"/>
                </a:lnTo>
                <a:lnTo>
                  <a:pt x="425" y="204"/>
                </a:lnTo>
                <a:lnTo>
                  <a:pt x="425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7"/>
                </a:lnTo>
                <a:lnTo>
                  <a:pt x="391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9" y="227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1" y="216"/>
                </a:lnTo>
                <a:lnTo>
                  <a:pt x="360" y="216"/>
                </a:lnTo>
                <a:lnTo>
                  <a:pt x="360" y="215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9" y="221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5" y="225"/>
                </a:lnTo>
                <a:lnTo>
                  <a:pt x="335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2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20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2" y="255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8" y="257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9" y="261"/>
                </a:lnTo>
                <a:lnTo>
                  <a:pt x="319" y="262"/>
                </a:lnTo>
                <a:lnTo>
                  <a:pt x="320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20" y="266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8" y="294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5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3" y="311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5" y="312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1" y="314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80" y="318"/>
                </a:lnTo>
                <a:lnTo>
                  <a:pt x="279" y="318"/>
                </a:lnTo>
                <a:lnTo>
                  <a:pt x="278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1"/>
                </a:lnTo>
                <a:lnTo>
                  <a:pt x="276" y="321"/>
                </a:lnTo>
                <a:lnTo>
                  <a:pt x="276" y="322"/>
                </a:lnTo>
                <a:lnTo>
                  <a:pt x="275" y="322"/>
                </a:lnTo>
                <a:lnTo>
                  <a:pt x="276" y="323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2"/>
                </a:lnTo>
                <a:lnTo>
                  <a:pt x="266" y="343"/>
                </a:lnTo>
                <a:lnTo>
                  <a:pt x="265" y="343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9"/>
                </a:lnTo>
                <a:lnTo>
                  <a:pt x="269" y="349"/>
                </a:lnTo>
                <a:lnTo>
                  <a:pt x="270" y="349"/>
                </a:lnTo>
                <a:lnTo>
                  <a:pt x="269" y="350"/>
                </a:lnTo>
                <a:lnTo>
                  <a:pt x="270" y="351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3" y="364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4" y="366"/>
                </a:lnTo>
                <a:lnTo>
                  <a:pt x="273" y="367"/>
                </a:lnTo>
                <a:lnTo>
                  <a:pt x="274" y="367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5" y="376"/>
                </a:lnTo>
                <a:lnTo>
                  <a:pt x="275" y="377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399"/>
                </a:lnTo>
                <a:lnTo>
                  <a:pt x="263" y="400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4" y="405"/>
                </a:lnTo>
                <a:lnTo>
                  <a:pt x="263" y="405"/>
                </a:lnTo>
                <a:lnTo>
                  <a:pt x="263" y="406"/>
                </a:lnTo>
                <a:lnTo>
                  <a:pt x="262" y="406"/>
                </a:lnTo>
                <a:lnTo>
                  <a:pt x="261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9" y="422"/>
                </a:lnTo>
                <a:lnTo>
                  <a:pt x="248" y="422"/>
                </a:lnTo>
                <a:lnTo>
                  <a:pt x="248" y="423"/>
                </a:lnTo>
                <a:lnTo>
                  <a:pt x="247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5" y="437"/>
                </a:lnTo>
                <a:lnTo>
                  <a:pt x="235" y="438"/>
                </a:lnTo>
                <a:lnTo>
                  <a:pt x="236" y="439"/>
                </a:lnTo>
                <a:lnTo>
                  <a:pt x="236" y="440"/>
                </a:lnTo>
                <a:lnTo>
                  <a:pt x="236" y="442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5" y="441"/>
                </a:lnTo>
                <a:lnTo>
                  <a:pt x="234" y="441"/>
                </a:lnTo>
                <a:lnTo>
                  <a:pt x="234" y="440"/>
                </a:lnTo>
                <a:lnTo>
                  <a:pt x="233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6" y="453"/>
                </a:lnTo>
                <a:lnTo>
                  <a:pt x="226" y="454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4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0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1" y="473"/>
                </a:lnTo>
                <a:lnTo>
                  <a:pt x="222" y="474"/>
                </a:lnTo>
                <a:lnTo>
                  <a:pt x="221" y="475"/>
                </a:lnTo>
                <a:lnTo>
                  <a:pt x="222" y="476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1" y="497"/>
                </a:lnTo>
                <a:lnTo>
                  <a:pt x="210" y="498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7" y="499"/>
                </a:lnTo>
                <a:lnTo>
                  <a:pt x="207" y="501"/>
                </a:lnTo>
                <a:lnTo>
                  <a:pt x="207" y="502"/>
                </a:lnTo>
                <a:lnTo>
                  <a:pt x="206" y="502"/>
                </a:lnTo>
                <a:lnTo>
                  <a:pt x="207" y="502"/>
                </a:lnTo>
                <a:lnTo>
                  <a:pt x="207" y="503"/>
                </a:lnTo>
                <a:lnTo>
                  <a:pt x="206" y="503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10" y="507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3" y="524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6" y="531"/>
                </a:lnTo>
                <a:lnTo>
                  <a:pt x="206" y="530"/>
                </a:lnTo>
                <a:lnTo>
                  <a:pt x="205" y="529"/>
                </a:lnTo>
                <a:lnTo>
                  <a:pt x="204" y="529"/>
                </a:lnTo>
                <a:lnTo>
                  <a:pt x="203" y="529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1" y="534"/>
                </a:lnTo>
                <a:lnTo>
                  <a:pt x="200" y="534"/>
                </a:lnTo>
                <a:lnTo>
                  <a:pt x="200" y="535"/>
                </a:lnTo>
                <a:lnTo>
                  <a:pt x="201" y="535"/>
                </a:lnTo>
                <a:lnTo>
                  <a:pt x="200" y="535"/>
                </a:lnTo>
                <a:lnTo>
                  <a:pt x="200" y="536"/>
                </a:lnTo>
                <a:lnTo>
                  <a:pt x="201" y="536"/>
                </a:lnTo>
                <a:lnTo>
                  <a:pt x="201" y="537"/>
                </a:lnTo>
                <a:lnTo>
                  <a:pt x="200" y="537"/>
                </a:lnTo>
                <a:lnTo>
                  <a:pt x="199" y="537"/>
                </a:lnTo>
                <a:lnTo>
                  <a:pt x="200" y="537"/>
                </a:lnTo>
                <a:lnTo>
                  <a:pt x="200" y="538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1"/>
                </a:lnTo>
                <a:lnTo>
                  <a:pt x="199" y="542"/>
                </a:lnTo>
                <a:lnTo>
                  <a:pt x="199" y="543"/>
                </a:lnTo>
                <a:lnTo>
                  <a:pt x="198" y="544"/>
                </a:lnTo>
                <a:lnTo>
                  <a:pt x="198" y="545"/>
                </a:lnTo>
                <a:lnTo>
                  <a:pt x="197" y="546"/>
                </a:lnTo>
                <a:lnTo>
                  <a:pt x="197" y="547"/>
                </a:lnTo>
                <a:lnTo>
                  <a:pt x="198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0"/>
                </a:lnTo>
                <a:lnTo>
                  <a:pt x="201" y="551"/>
                </a:lnTo>
                <a:lnTo>
                  <a:pt x="201" y="550"/>
                </a:lnTo>
                <a:lnTo>
                  <a:pt x="202" y="550"/>
                </a:lnTo>
                <a:lnTo>
                  <a:pt x="202" y="551"/>
                </a:lnTo>
                <a:lnTo>
                  <a:pt x="202" y="552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199" y="553"/>
                </a:lnTo>
                <a:lnTo>
                  <a:pt x="198" y="554"/>
                </a:lnTo>
                <a:lnTo>
                  <a:pt x="198" y="553"/>
                </a:lnTo>
                <a:lnTo>
                  <a:pt x="198" y="554"/>
                </a:lnTo>
                <a:lnTo>
                  <a:pt x="199" y="554"/>
                </a:lnTo>
                <a:lnTo>
                  <a:pt x="200" y="554"/>
                </a:lnTo>
                <a:lnTo>
                  <a:pt x="200" y="555"/>
                </a:lnTo>
                <a:lnTo>
                  <a:pt x="201" y="556"/>
                </a:lnTo>
                <a:lnTo>
                  <a:pt x="200" y="556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3" y="560"/>
                </a:lnTo>
                <a:lnTo>
                  <a:pt x="203" y="561"/>
                </a:lnTo>
                <a:lnTo>
                  <a:pt x="204" y="561"/>
                </a:lnTo>
                <a:lnTo>
                  <a:pt x="205" y="561"/>
                </a:lnTo>
                <a:lnTo>
                  <a:pt x="205" y="562"/>
                </a:lnTo>
                <a:lnTo>
                  <a:pt x="205" y="563"/>
                </a:lnTo>
                <a:lnTo>
                  <a:pt x="206" y="564"/>
                </a:lnTo>
                <a:lnTo>
                  <a:pt x="205" y="565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4"/>
                </a:lnTo>
                <a:lnTo>
                  <a:pt x="202" y="564"/>
                </a:lnTo>
                <a:lnTo>
                  <a:pt x="202" y="565"/>
                </a:lnTo>
                <a:lnTo>
                  <a:pt x="201" y="564"/>
                </a:lnTo>
                <a:lnTo>
                  <a:pt x="200" y="564"/>
                </a:lnTo>
                <a:lnTo>
                  <a:pt x="201" y="564"/>
                </a:lnTo>
                <a:lnTo>
                  <a:pt x="200" y="564"/>
                </a:lnTo>
                <a:lnTo>
                  <a:pt x="200" y="565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7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3" y="566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5"/>
                </a:lnTo>
                <a:lnTo>
                  <a:pt x="190" y="564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1"/>
                </a:lnTo>
                <a:lnTo>
                  <a:pt x="190" y="560"/>
                </a:lnTo>
                <a:lnTo>
                  <a:pt x="189" y="560"/>
                </a:lnTo>
                <a:lnTo>
                  <a:pt x="188" y="560"/>
                </a:lnTo>
                <a:lnTo>
                  <a:pt x="188" y="559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8"/>
                </a:lnTo>
                <a:lnTo>
                  <a:pt x="184" y="559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1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80" y="554"/>
                </a:lnTo>
                <a:lnTo>
                  <a:pt x="179" y="554"/>
                </a:lnTo>
                <a:lnTo>
                  <a:pt x="179" y="553"/>
                </a:lnTo>
                <a:lnTo>
                  <a:pt x="179" y="552"/>
                </a:lnTo>
                <a:lnTo>
                  <a:pt x="178" y="552"/>
                </a:lnTo>
                <a:lnTo>
                  <a:pt x="178" y="551"/>
                </a:lnTo>
                <a:lnTo>
                  <a:pt x="178" y="552"/>
                </a:lnTo>
                <a:lnTo>
                  <a:pt x="177" y="551"/>
                </a:lnTo>
                <a:lnTo>
                  <a:pt x="176" y="550"/>
                </a:lnTo>
                <a:lnTo>
                  <a:pt x="177" y="550"/>
                </a:lnTo>
                <a:lnTo>
                  <a:pt x="177" y="549"/>
                </a:lnTo>
                <a:lnTo>
                  <a:pt x="176" y="549"/>
                </a:lnTo>
                <a:lnTo>
                  <a:pt x="175" y="549"/>
                </a:lnTo>
                <a:lnTo>
                  <a:pt x="175" y="548"/>
                </a:lnTo>
                <a:lnTo>
                  <a:pt x="174" y="547"/>
                </a:lnTo>
                <a:lnTo>
                  <a:pt x="174" y="546"/>
                </a:lnTo>
                <a:lnTo>
                  <a:pt x="173" y="546"/>
                </a:lnTo>
                <a:lnTo>
                  <a:pt x="173" y="545"/>
                </a:lnTo>
                <a:lnTo>
                  <a:pt x="172" y="544"/>
                </a:lnTo>
                <a:lnTo>
                  <a:pt x="171" y="544"/>
                </a:lnTo>
                <a:lnTo>
                  <a:pt x="170" y="544"/>
                </a:lnTo>
                <a:lnTo>
                  <a:pt x="169" y="543"/>
                </a:lnTo>
                <a:lnTo>
                  <a:pt x="168" y="543"/>
                </a:lnTo>
                <a:lnTo>
                  <a:pt x="168" y="542"/>
                </a:lnTo>
                <a:lnTo>
                  <a:pt x="167" y="542"/>
                </a:lnTo>
                <a:lnTo>
                  <a:pt x="167" y="541"/>
                </a:lnTo>
                <a:lnTo>
                  <a:pt x="166" y="541"/>
                </a:lnTo>
                <a:lnTo>
                  <a:pt x="165" y="542"/>
                </a:lnTo>
                <a:lnTo>
                  <a:pt x="165" y="543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1" y="547"/>
                </a:lnTo>
                <a:lnTo>
                  <a:pt x="161" y="546"/>
                </a:lnTo>
                <a:lnTo>
                  <a:pt x="160" y="546"/>
                </a:lnTo>
                <a:lnTo>
                  <a:pt x="159" y="545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4"/>
                </a:lnTo>
                <a:lnTo>
                  <a:pt x="156" y="545"/>
                </a:lnTo>
                <a:lnTo>
                  <a:pt x="155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3" y="548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6" y="551"/>
                </a:lnTo>
                <a:lnTo>
                  <a:pt x="147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2"/>
                </a:lnTo>
                <a:lnTo>
                  <a:pt x="144" y="551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3"/>
                </a:lnTo>
                <a:lnTo>
                  <a:pt x="141" y="552"/>
                </a:lnTo>
                <a:lnTo>
                  <a:pt x="140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3"/>
                </a:lnTo>
                <a:lnTo>
                  <a:pt x="141" y="554"/>
                </a:lnTo>
                <a:lnTo>
                  <a:pt x="140" y="554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8" y="553"/>
                </a:lnTo>
                <a:lnTo>
                  <a:pt x="137" y="552"/>
                </a:lnTo>
                <a:lnTo>
                  <a:pt x="137" y="551"/>
                </a:lnTo>
                <a:lnTo>
                  <a:pt x="136" y="550"/>
                </a:lnTo>
                <a:lnTo>
                  <a:pt x="135" y="550"/>
                </a:lnTo>
                <a:lnTo>
                  <a:pt x="134" y="550"/>
                </a:lnTo>
                <a:lnTo>
                  <a:pt x="134" y="549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3" y="552"/>
                </a:lnTo>
                <a:lnTo>
                  <a:pt x="132" y="553"/>
                </a:lnTo>
                <a:lnTo>
                  <a:pt x="132" y="554"/>
                </a:lnTo>
                <a:lnTo>
                  <a:pt x="131" y="554"/>
                </a:lnTo>
                <a:lnTo>
                  <a:pt x="131" y="553"/>
                </a:lnTo>
                <a:lnTo>
                  <a:pt x="130" y="553"/>
                </a:lnTo>
                <a:lnTo>
                  <a:pt x="130" y="552"/>
                </a:lnTo>
                <a:lnTo>
                  <a:pt x="129" y="553"/>
                </a:lnTo>
                <a:lnTo>
                  <a:pt x="128" y="553"/>
                </a:lnTo>
                <a:lnTo>
                  <a:pt x="127" y="553"/>
                </a:lnTo>
                <a:lnTo>
                  <a:pt x="126" y="554"/>
                </a:lnTo>
                <a:lnTo>
                  <a:pt x="126" y="555"/>
                </a:lnTo>
                <a:lnTo>
                  <a:pt x="125" y="555"/>
                </a:lnTo>
                <a:lnTo>
                  <a:pt x="124" y="556"/>
                </a:lnTo>
                <a:lnTo>
                  <a:pt x="123" y="555"/>
                </a:lnTo>
                <a:lnTo>
                  <a:pt x="124" y="555"/>
                </a:lnTo>
                <a:lnTo>
                  <a:pt x="124" y="554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8"/>
                </a:lnTo>
                <a:lnTo>
                  <a:pt x="120" y="559"/>
                </a:lnTo>
                <a:lnTo>
                  <a:pt x="121" y="560"/>
                </a:lnTo>
                <a:lnTo>
                  <a:pt x="120" y="560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6" y="562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61"/>
                </a:lnTo>
                <a:lnTo>
                  <a:pt x="114" y="561"/>
                </a:lnTo>
                <a:lnTo>
                  <a:pt x="114" y="562"/>
                </a:lnTo>
                <a:lnTo>
                  <a:pt x="113" y="562"/>
                </a:lnTo>
                <a:lnTo>
                  <a:pt x="112" y="561"/>
                </a:lnTo>
                <a:lnTo>
                  <a:pt x="112" y="560"/>
                </a:lnTo>
                <a:lnTo>
                  <a:pt x="111" y="560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59"/>
                </a:lnTo>
                <a:lnTo>
                  <a:pt x="109" y="559"/>
                </a:lnTo>
                <a:lnTo>
                  <a:pt x="110" y="559"/>
                </a:lnTo>
                <a:lnTo>
                  <a:pt x="110" y="560"/>
                </a:lnTo>
                <a:lnTo>
                  <a:pt x="109" y="560"/>
                </a:lnTo>
                <a:lnTo>
                  <a:pt x="108" y="560"/>
                </a:lnTo>
                <a:lnTo>
                  <a:pt x="108" y="559"/>
                </a:lnTo>
                <a:lnTo>
                  <a:pt x="107" y="559"/>
                </a:lnTo>
                <a:lnTo>
                  <a:pt x="106" y="559"/>
                </a:lnTo>
                <a:lnTo>
                  <a:pt x="105" y="559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6" y="562"/>
                </a:lnTo>
                <a:lnTo>
                  <a:pt x="106" y="563"/>
                </a:lnTo>
                <a:lnTo>
                  <a:pt x="105" y="563"/>
                </a:lnTo>
                <a:lnTo>
                  <a:pt x="105" y="564"/>
                </a:lnTo>
                <a:lnTo>
                  <a:pt x="106" y="564"/>
                </a:lnTo>
                <a:lnTo>
                  <a:pt x="105" y="565"/>
                </a:lnTo>
                <a:lnTo>
                  <a:pt x="105" y="566"/>
                </a:lnTo>
                <a:lnTo>
                  <a:pt x="104" y="565"/>
                </a:lnTo>
                <a:lnTo>
                  <a:pt x="104" y="566"/>
                </a:lnTo>
                <a:lnTo>
                  <a:pt x="103" y="567"/>
                </a:lnTo>
                <a:lnTo>
                  <a:pt x="103" y="568"/>
                </a:lnTo>
                <a:lnTo>
                  <a:pt x="103" y="567"/>
                </a:lnTo>
                <a:lnTo>
                  <a:pt x="102" y="567"/>
                </a:lnTo>
                <a:lnTo>
                  <a:pt x="101" y="567"/>
                </a:lnTo>
                <a:lnTo>
                  <a:pt x="101" y="566"/>
                </a:lnTo>
                <a:lnTo>
                  <a:pt x="100" y="565"/>
                </a:lnTo>
                <a:lnTo>
                  <a:pt x="100" y="564"/>
                </a:lnTo>
                <a:lnTo>
                  <a:pt x="100" y="563"/>
                </a:lnTo>
                <a:lnTo>
                  <a:pt x="99" y="563"/>
                </a:lnTo>
                <a:lnTo>
                  <a:pt x="99" y="562"/>
                </a:lnTo>
                <a:lnTo>
                  <a:pt x="99" y="563"/>
                </a:lnTo>
                <a:lnTo>
                  <a:pt x="98" y="563"/>
                </a:lnTo>
                <a:lnTo>
                  <a:pt x="97" y="563"/>
                </a:lnTo>
                <a:lnTo>
                  <a:pt x="97" y="564"/>
                </a:lnTo>
                <a:lnTo>
                  <a:pt x="96" y="564"/>
                </a:lnTo>
                <a:lnTo>
                  <a:pt x="96" y="563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3" y="566"/>
                </a:lnTo>
                <a:lnTo>
                  <a:pt x="93" y="567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6"/>
                </a:lnTo>
                <a:lnTo>
                  <a:pt x="88" y="565"/>
                </a:lnTo>
                <a:lnTo>
                  <a:pt x="87" y="565"/>
                </a:lnTo>
                <a:lnTo>
                  <a:pt x="86" y="566"/>
                </a:lnTo>
                <a:lnTo>
                  <a:pt x="85" y="567"/>
                </a:lnTo>
                <a:lnTo>
                  <a:pt x="84" y="567"/>
                </a:lnTo>
                <a:lnTo>
                  <a:pt x="84" y="568"/>
                </a:lnTo>
                <a:lnTo>
                  <a:pt x="84" y="567"/>
                </a:lnTo>
                <a:lnTo>
                  <a:pt x="83" y="568"/>
                </a:lnTo>
                <a:lnTo>
                  <a:pt x="82" y="568"/>
                </a:lnTo>
                <a:lnTo>
                  <a:pt x="82" y="569"/>
                </a:lnTo>
                <a:lnTo>
                  <a:pt x="82" y="570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1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6" y="568"/>
                </a:lnTo>
                <a:lnTo>
                  <a:pt x="75" y="568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5"/>
                </a:lnTo>
                <a:lnTo>
                  <a:pt x="73" y="565"/>
                </a:lnTo>
                <a:lnTo>
                  <a:pt x="73" y="564"/>
                </a:lnTo>
                <a:lnTo>
                  <a:pt x="73" y="563"/>
                </a:lnTo>
                <a:lnTo>
                  <a:pt x="72" y="563"/>
                </a:lnTo>
                <a:lnTo>
                  <a:pt x="72" y="562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0" y="562"/>
                </a:lnTo>
                <a:lnTo>
                  <a:pt x="69" y="563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6" y="562"/>
                </a:lnTo>
                <a:lnTo>
                  <a:pt x="66" y="561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5" y="558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6"/>
                </a:lnTo>
                <a:lnTo>
                  <a:pt x="61" y="556"/>
                </a:lnTo>
                <a:lnTo>
                  <a:pt x="60" y="557"/>
                </a:lnTo>
                <a:lnTo>
                  <a:pt x="59" y="556"/>
                </a:lnTo>
                <a:lnTo>
                  <a:pt x="58" y="556"/>
                </a:lnTo>
                <a:lnTo>
                  <a:pt x="58" y="555"/>
                </a:lnTo>
                <a:lnTo>
                  <a:pt x="57" y="555"/>
                </a:lnTo>
                <a:lnTo>
                  <a:pt x="56" y="555"/>
                </a:lnTo>
                <a:lnTo>
                  <a:pt x="56" y="556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4"/>
                </a:lnTo>
                <a:lnTo>
                  <a:pt x="55" y="554"/>
                </a:lnTo>
                <a:lnTo>
                  <a:pt x="55" y="553"/>
                </a:lnTo>
                <a:lnTo>
                  <a:pt x="54" y="552"/>
                </a:lnTo>
                <a:lnTo>
                  <a:pt x="55" y="551"/>
                </a:lnTo>
                <a:lnTo>
                  <a:pt x="55" y="552"/>
                </a:lnTo>
                <a:lnTo>
                  <a:pt x="56" y="551"/>
                </a:lnTo>
                <a:lnTo>
                  <a:pt x="57" y="551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4" y="550"/>
                </a:lnTo>
                <a:lnTo>
                  <a:pt x="64" y="549"/>
                </a:lnTo>
                <a:lnTo>
                  <a:pt x="64" y="548"/>
                </a:lnTo>
                <a:lnTo>
                  <a:pt x="65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70" y="545"/>
                </a:lnTo>
                <a:lnTo>
                  <a:pt x="70" y="544"/>
                </a:lnTo>
                <a:lnTo>
                  <a:pt x="70" y="543"/>
                </a:lnTo>
                <a:lnTo>
                  <a:pt x="69" y="542"/>
                </a:lnTo>
                <a:lnTo>
                  <a:pt x="70" y="541"/>
                </a:lnTo>
                <a:lnTo>
                  <a:pt x="71" y="540"/>
                </a:lnTo>
                <a:lnTo>
                  <a:pt x="70" y="540"/>
                </a:lnTo>
                <a:lnTo>
                  <a:pt x="70" y="539"/>
                </a:lnTo>
                <a:lnTo>
                  <a:pt x="71" y="539"/>
                </a:lnTo>
                <a:lnTo>
                  <a:pt x="71" y="538"/>
                </a:lnTo>
                <a:lnTo>
                  <a:pt x="71" y="537"/>
                </a:lnTo>
                <a:lnTo>
                  <a:pt x="72" y="537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5" y="534"/>
                </a:lnTo>
                <a:lnTo>
                  <a:pt x="75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30"/>
                </a:lnTo>
                <a:lnTo>
                  <a:pt x="75" y="529"/>
                </a:lnTo>
                <a:lnTo>
                  <a:pt x="74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8" y="524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80" y="523"/>
                </a:lnTo>
                <a:lnTo>
                  <a:pt x="80" y="522"/>
                </a:lnTo>
                <a:lnTo>
                  <a:pt x="81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2" y="519"/>
                </a:lnTo>
                <a:lnTo>
                  <a:pt x="83" y="519"/>
                </a:lnTo>
                <a:lnTo>
                  <a:pt x="83" y="520"/>
                </a:lnTo>
                <a:lnTo>
                  <a:pt x="84" y="520"/>
                </a:lnTo>
                <a:lnTo>
                  <a:pt x="85" y="520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7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8" y="514"/>
                </a:lnTo>
                <a:lnTo>
                  <a:pt x="89" y="514"/>
                </a:lnTo>
                <a:lnTo>
                  <a:pt x="89" y="513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3" y="512"/>
                </a:lnTo>
                <a:lnTo>
                  <a:pt x="94" y="511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7" y="512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0" y="510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6" y="507"/>
                </a:lnTo>
                <a:lnTo>
                  <a:pt x="106" y="506"/>
                </a:lnTo>
                <a:lnTo>
                  <a:pt x="105" y="505"/>
                </a:lnTo>
                <a:lnTo>
                  <a:pt x="106" y="504"/>
                </a:lnTo>
                <a:lnTo>
                  <a:pt x="105" y="504"/>
                </a:lnTo>
                <a:lnTo>
                  <a:pt x="104" y="504"/>
                </a:lnTo>
                <a:lnTo>
                  <a:pt x="104" y="503"/>
                </a:lnTo>
                <a:lnTo>
                  <a:pt x="103" y="503"/>
                </a:lnTo>
                <a:lnTo>
                  <a:pt x="102" y="503"/>
                </a:lnTo>
                <a:lnTo>
                  <a:pt x="101" y="502"/>
                </a:lnTo>
                <a:lnTo>
                  <a:pt x="101" y="501"/>
                </a:lnTo>
                <a:lnTo>
                  <a:pt x="101" y="500"/>
                </a:lnTo>
                <a:lnTo>
                  <a:pt x="100" y="500"/>
                </a:lnTo>
                <a:lnTo>
                  <a:pt x="101" y="500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7"/>
                </a:lnTo>
                <a:lnTo>
                  <a:pt x="106" y="497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5"/>
                </a:lnTo>
                <a:lnTo>
                  <a:pt x="106" y="495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6" y="492"/>
                </a:lnTo>
                <a:lnTo>
                  <a:pt x="106" y="491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5" y="490"/>
                </a:lnTo>
                <a:lnTo>
                  <a:pt x="104" y="489"/>
                </a:lnTo>
                <a:lnTo>
                  <a:pt x="103" y="489"/>
                </a:lnTo>
                <a:lnTo>
                  <a:pt x="103" y="488"/>
                </a:lnTo>
                <a:lnTo>
                  <a:pt x="104" y="488"/>
                </a:lnTo>
                <a:lnTo>
                  <a:pt x="103" y="488"/>
                </a:lnTo>
                <a:lnTo>
                  <a:pt x="103" y="487"/>
                </a:lnTo>
                <a:lnTo>
                  <a:pt x="102" y="487"/>
                </a:lnTo>
                <a:lnTo>
                  <a:pt x="101" y="487"/>
                </a:lnTo>
                <a:lnTo>
                  <a:pt x="101" y="488"/>
                </a:lnTo>
                <a:lnTo>
                  <a:pt x="100" y="488"/>
                </a:lnTo>
                <a:lnTo>
                  <a:pt x="100" y="487"/>
                </a:lnTo>
                <a:lnTo>
                  <a:pt x="99" y="486"/>
                </a:lnTo>
                <a:lnTo>
                  <a:pt x="97" y="487"/>
                </a:lnTo>
                <a:lnTo>
                  <a:pt x="96" y="486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3" y="481"/>
                </a:lnTo>
                <a:lnTo>
                  <a:pt x="94" y="481"/>
                </a:lnTo>
                <a:lnTo>
                  <a:pt x="93" y="481"/>
                </a:lnTo>
                <a:lnTo>
                  <a:pt x="93" y="480"/>
                </a:lnTo>
                <a:lnTo>
                  <a:pt x="93" y="479"/>
                </a:lnTo>
                <a:lnTo>
                  <a:pt x="92" y="478"/>
                </a:lnTo>
                <a:lnTo>
                  <a:pt x="91" y="479"/>
                </a:lnTo>
                <a:lnTo>
                  <a:pt x="92" y="479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1" y="478"/>
                </a:lnTo>
                <a:lnTo>
                  <a:pt x="92" y="478"/>
                </a:lnTo>
                <a:lnTo>
                  <a:pt x="91" y="478"/>
                </a:lnTo>
                <a:lnTo>
                  <a:pt x="90" y="477"/>
                </a:lnTo>
                <a:lnTo>
                  <a:pt x="89" y="477"/>
                </a:lnTo>
                <a:lnTo>
                  <a:pt x="89" y="476"/>
                </a:lnTo>
                <a:lnTo>
                  <a:pt x="88" y="476"/>
                </a:lnTo>
                <a:lnTo>
                  <a:pt x="87" y="476"/>
                </a:lnTo>
                <a:lnTo>
                  <a:pt x="86" y="477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5" y="480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2" y="481"/>
                </a:lnTo>
                <a:lnTo>
                  <a:pt x="82" y="480"/>
                </a:lnTo>
                <a:lnTo>
                  <a:pt x="81" y="480"/>
                </a:lnTo>
                <a:lnTo>
                  <a:pt x="81" y="479"/>
                </a:lnTo>
                <a:lnTo>
                  <a:pt x="80" y="479"/>
                </a:lnTo>
                <a:lnTo>
                  <a:pt x="79" y="480"/>
                </a:lnTo>
                <a:lnTo>
                  <a:pt x="79" y="481"/>
                </a:lnTo>
                <a:lnTo>
                  <a:pt x="79" y="482"/>
                </a:lnTo>
                <a:lnTo>
                  <a:pt x="78" y="482"/>
                </a:lnTo>
                <a:lnTo>
                  <a:pt x="78" y="483"/>
                </a:lnTo>
                <a:lnTo>
                  <a:pt x="78" y="484"/>
                </a:lnTo>
                <a:lnTo>
                  <a:pt x="77" y="484"/>
                </a:lnTo>
                <a:lnTo>
                  <a:pt x="77" y="486"/>
                </a:lnTo>
                <a:lnTo>
                  <a:pt x="76" y="486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4" y="487"/>
                </a:lnTo>
                <a:lnTo>
                  <a:pt x="73" y="488"/>
                </a:lnTo>
                <a:lnTo>
                  <a:pt x="73" y="487"/>
                </a:lnTo>
                <a:lnTo>
                  <a:pt x="73" y="486"/>
                </a:lnTo>
                <a:lnTo>
                  <a:pt x="72" y="486"/>
                </a:lnTo>
                <a:lnTo>
                  <a:pt x="71" y="486"/>
                </a:lnTo>
                <a:lnTo>
                  <a:pt x="70" y="486"/>
                </a:lnTo>
                <a:lnTo>
                  <a:pt x="68" y="486"/>
                </a:lnTo>
                <a:lnTo>
                  <a:pt x="68" y="484"/>
                </a:lnTo>
                <a:lnTo>
                  <a:pt x="67" y="484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8" y="488"/>
                </a:lnTo>
                <a:lnTo>
                  <a:pt x="67" y="489"/>
                </a:lnTo>
                <a:lnTo>
                  <a:pt x="67" y="488"/>
                </a:lnTo>
                <a:lnTo>
                  <a:pt x="66" y="489"/>
                </a:lnTo>
                <a:lnTo>
                  <a:pt x="66" y="490"/>
                </a:lnTo>
                <a:lnTo>
                  <a:pt x="67" y="490"/>
                </a:lnTo>
                <a:lnTo>
                  <a:pt x="66" y="490"/>
                </a:lnTo>
                <a:lnTo>
                  <a:pt x="65" y="489"/>
                </a:lnTo>
                <a:lnTo>
                  <a:pt x="64" y="489"/>
                </a:lnTo>
                <a:lnTo>
                  <a:pt x="63" y="489"/>
                </a:lnTo>
                <a:lnTo>
                  <a:pt x="63" y="490"/>
                </a:lnTo>
                <a:lnTo>
                  <a:pt x="62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89"/>
                </a:lnTo>
                <a:lnTo>
                  <a:pt x="58" y="489"/>
                </a:lnTo>
                <a:lnTo>
                  <a:pt x="58" y="488"/>
                </a:lnTo>
                <a:lnTo>
                  <a:pt x="57" y="488"/>
                </a:lnTo>
                <a:lnTo>
                  <a:pt x="57" y="487"/>
                </a:lnTo>
                <a:lnTo>
                  <a:pt x="56" y="487"/>
                </a:lnTo>
                <a:lnTo>
                  <a:pt x="56" y="488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9"/>
                </a:lnTo>
                <a:lnTo>
                  <a:pt x="50" y="489"/>
                </a:lnTo>
                <a:lnTo>
                  <a:pt x="49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7" y="492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4" y="493"/>
                </a:lnTo>
                <a:lnTo>
                  <a:pt x="43" y="493"/>
                </a:lnTo>
                <a:lnTo>
                  <a:pt x="43" y="494"/>
                </a:lnTo>
                <a:lnTo>
                  <a:pt x="42" y="494"/>
                </a:lnTo>
                <a:lnTo>
                  <a:pt x="42" y="493"/>
                </a:lnTo>
                <a:lnTo>
                  <a:pt x="42" y="492"/>
                </a:lnTo>
                <a:lnTo>
                  <a:pt x="41" y="492"/>
                </a:lnTo>
                <a:lnTo>
                  <a:pt x="41" y="491"/>
                </a:lnTo>
                <a:lnTo>
                  <a:pt x="42" y="490"/>
                </a:lnTo>
                <a:lnTo>
                  <a:pt x="42" y="489"/>
                </a:lnTo>
                <a:lnTo>
                  <a:pt x="41" y="489"/>
                </a:lnTo>
                <a:lnTo>
                  <a:pt x="42" y="488"/>
                </a:lnTo>
                <a:lnTo>
                  <a:pt x="43" y="488"/>
                </a:lnTo>
                <a:lnTo>
                  <a:pt x="44" y="488"/>
                </a:lnTo>
                <a:lnTo>
                  <a:pt x="43" y="487"/>
                </a:lnTo>
                <a:lnTo>
                  <a:pt x="42" y="487"/>
                </a:lnTo>
                <a:lnTo>
                  <a:pt x="42" y="486"/>
                </a:lnTo>
                <a:lnTo>
                  <a:pt x="42" y="484"/>
                </a:lnTo>
                <a:lnTo>
                  <a:pt x="43" y="484"/>
                </a:lnTo>
                <a:lnTo>
                  <a:pt x="43" y="483"/>
                </a:lnTo>
                <a:lnTo>
                  <a:pt x="43" y="482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1"/>
                </a:lnTo>
                <a:lnTo>
                  <a:pt x="42" y="480"/>
                </a:lnTo>
                <a:lnTo>
                  <a:pt x="43" y="480"/>
                </a:lnTo>
                <a:lnTo>
                  <a:pt x="43" y="479"/>
                </a:lnTo>
                <a:lnTo>
                  <a:pt x="42" y="479"/>
                </a:lnTo>
                <a:lnTo>
                  <a:pt x="41" y="479"/>
                </a:lnTo>
                <a:lnTo>
                  <a:pt x="41" y="480"/>
                </a:lnTo>
                <a:lnTo>
                  <a:pt x="41" y="479"/>
                </a:lnTo>
                <a:lnTo>
                  <a:pt x="40" y="479"/>
                </a:lnTo>
                <a:lnTo>
                  <a:pt x="40" y="478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40" y="474"/>
                </a:lnTo>
                <a:lnTo>
                  <a:pt x="39" y="473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6" y="472"/>
                </a:lnTo>
                <a:lnTo>
                  <a:pt x="36" y="473"/>
                </a:lnTo>
                <a:lnTo>
                  <a:pt x="35" y="473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7"/>
                </a:lnTo>
                <a:lnTo>
                  <a:pt x="36" y="466"/>
                </a:lnTo>
                <a:lnTo>
                  <a:pt x="36" y="465"/>
                </a:lnTo>
                <a:lnTo>
                  <a:pt x="36" y="464"/>
                </a:lnTo>
                <a:lnTo>
                  <a:pt x="37" y="465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8" y="462"/>
                </a:lnTo>
                <a:lnTo>
                  <a:pt x="39" y="461"/>
                </a:lnTo>
                <a:lnTo>
                  <a:pt x="38" y="461"/>
                </a:lnTo>
                <a:lnTo>
                  <a:pt x="37" y="461"/>
                </a:lnTo>
                <a:lnTo>
                  <a:pt x="37" y="460"/>
                </a:lnTo>
                <a:lnTo>
                  <a:pt x="37" y="459"/>
                </a:lnTo>
                <a:lnTo>
                  <a:pt x="38" y="458"/>
                </a:lnTo>
                <a:lnTo>
                  <a:pt x="38" y="457"/>
                </a:lnTo>
                <a:lnTo>
                  <a:pt x="37" y="457"/>
                </a:lnTo>
                <a:lnTo>
                  <a:pt x="36" y="457"/>
                </a:lnTo>
                <a:lnTo>
                  <a:pt x="35" y="455"/>
                </a:lnTo>
                <a:lnTo>
                  <a:pt x="35" y="454"/>
                </a:lnTo>
                <a:lnTo>
                  <a:pt x="34" y="452"/>
                </a:lnTo>
                <a:lnTo>
                  <a:pt x="34" y="451"/>
                </a:lnTo>
                <a:lnTo>
                  <a:pt x="33" y="450"/>
                </a:lnTo>
                <a:lnTo>
                  <a:pt x="33" y="449"/>
                </a:lnTo>
                <a:lnTo>
                  <a:pt x="32" y="448"/>
                </a:lnTo>
                <a:lnTo>
                  <a:pt x="32" y="446"/>
                </a:lnTo>
                <a:lnTo>
                  <a:pt x="32" y="445"/>
                </a:lnTo>
                <a:lnTo>
                  <a:pt x="31" y="445"/>
                </a:lnTo>
                <a:lnTo>
                  <a:pt x="32" y="444"/>
                </a:lnTo>
                <a:lnTo>
                  <a:pt x="32" y="443"/>
                </a:lnTo>
                <a:lnTo>
                  <a:pt x="33" y="442"/>
                </a:lnTo>
                <a:lnTo>
                  <a:pt x="34" y="441"/>
                </a:lnTo>
                <a:lnTo>
                  <a:pt x="35" y="440"/>
                </a:lnTo>
                <a:lnTo>
                  <a:pt x="36" y="439"/>
                </a:lnTo>
                <a:lnTo>
                  <a:pt x="35" y="439"/>
                </a:lnTo>
                <a:lnTo>
                  <a:pt x="35" y="438"/>
                </a:lnTo>
                <a:lnTo>
                  <a:pt x="36" y="438"/>
                </a:lnTo>
                <a:lnTo>
                  <a:pt x="36" y="437"/>
                </a:lnTo>
                <a:lnTo>
                  <a:pt x="36" y="436"/>
                </a:lnTo>
                <a:lnTo>
                  <a:pt x="37" y="435"/>
                </a:lnTo>
                <a:lnTo>
                  <a:pt x="37" y="434"/>
                </a:lnTo>
                <a:lnTo>
                  <a:pt x="36" y="434"/>
                </a:lnTo>
                <a:lnTo>
                  <a:pt x="37" y="433"/>
                </a:lnTo>
                <a:lnTo>
                  <a:pt x="38" y="431"/>
                </a:lnTo>
                <a:lnTo>
                  <a:pt x="40" y="430"/>
                </a:lnTo>
                <a:lnTo>
                  <a:pt x="40" y="429"/>
                </a:lnTo>
                <a:lnTo>
                  <a:pt x="41" y="428"/>
                </a:lnTo>
                <a:lnTo>
                  <a:pt x="42" y="427"/>
                </a:lnTo>
                <a:lnTo>
                  <a:pt x="41" y="427"/>
                </a:lnTo>
                <a:lnTo>
                  <a:pt x="41" y="426"/>
                </a:lnTo>
                <a:lnTo>
                  <a:pt x="41" y="425"/>
                </a:lnTo>
                <a:lnTo>
                  <a:pt x="41" y="424"/>
                </a:lnTo>
                <a:lnTo>
                  <a:pt x="42" y="424"/>
                </a:lnTo>
                <a:lnTo>
                  <a:pt x="42" y="423"/>
                </a:lnTo>
                <a:lnTo>
                  <a:pt x="42" y="422"/>
                </a:lnTo>
                <a:lnTo>
                  <a:pt x="41" y="422"/>
                </a:lnTo>
                <a:lnTo>
                  <a:pt x="41" y="421"/>
                </a:lnTo>
                <a:lnTo>
                  <a:pt x="41" y="420"/>
                </a:lnTo>
                <a:lnTo>
                  <a:pt x="41" y="419"/>
                </a:lnTo>
                <a:lnTo>
                  <a:pt x="42" y="418"/>
                </a:lnTo>
                <a:lnTo>
                  <a:pt x="42" y="417"/>
                </a:lnTo>
                <a:lnTo>
                  <a:pt x="41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2" y="412"/>
                </a:lnTo>
                <a:lnTo>
                  <a:pt x="43" y="412"/>
                </a:lnTo>
                <a:lnTo>
                  <a:pt x="43" y="411"/>
                </a:lnTo>
                <a:lnTo>
                  <a:pt x="42" y="411"/>
                </a:lnTo>
                <a:lnTo>
                  <a:pt x="43" y="411"/>
                </a:lnTo>
                <a:lnTo>
                  <a:pt x="43" y="410"/>
                </a:lnTo>
                <a:lnTo>
                  <a:pt x="43" y="409"/>
                </a:lnTo>
                <a:lnTo>
                  <a:pt x="43" y="408"/>
                </a:lnTo>
                <a:lnTo>
                  <a:pt x="44" y="408"/>
                </a:lnTo>
                <a:lnTo>
                  <a:pt x="44" y="409"/>
                </a:lnTo>
                <a:lnTo>
                  <a:pt x="45" y="409"/>
                </a:lnTo>
                <a:lnTo>
                  <a:pt x="45" y="408"/>
                </a:lnTo>
                <a:lnTo>
                  <a:pt x="46" y="409"/>
                </a:lnTo>
                <a:lnTo>
                  <a:pt x="46" y="410"/>
                </a:lnTo>
                <a:lnTo>
                  <a:pt x="47" y="410"/>
                </a:lnTo>
                <a:lnTo>
                  <a:pt x="49" y="409"/>
                </a:lnTo>
                <a:lnTo>
                  <a:pt x="50" y="409"/>
                </a:lnTo>
                <a:lnTo>
                  <a:pt x="50" y="408"/>
                </a:lnTo>
                <a:lnTo>
                  <a:pt x="50" y="407"/>
                </a:lnTo>
                <a:lnTo>
                  <a:pt x="49" y="407"/>
                </a:lnTo>
                <a:lnTo>
                  <a:pt x="49" y="406"/>
                </a:lnTo>
                <a:lnTo>
                  <a:pt x="50" y="406"/>
                </a:lnTo>
                <a:lnTo>
                  <a:pt x="51" y="406"/>
                </a:lnTo>
                <a:lnTo>
                  <a:pt x="52" y="405"/>
                </a:lnTo>
                <a:lnTo>
                  <a:pt x="53" y="405"/>
                </a:lnTo>
                <a:lnTo>
                  <a:pt x="54" y="404"/>
                </a:lnTo>
                <a:lnTo>
                  <a:pt x="55" y="404"/>
                </a:lnTo>
                <a:lnTo>
                  <a:pt x="56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9" y="402"/>
                </a:lnTo>
                <a:lnTo>
                  <a:pt x="60" y="401"/>
                </a:lnTo>
                <a:lnTo>
                  <a:pt x="61" y="401"/>
                </a:lnTo>
                <a:lnTo>
                  <a:pt x="61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60" y="398"/>
                </a:lnTo>
                <a:lnTo>
                  <a:pt x="60" y="397"/>
                </a:lnTo>
                <a:lnTo>
                  <a:pt x="59" y="397"/>
                </a:lnTo>
                <a:lnTo>
                  <a:pt x="59" y="396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6" y="395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3" y="396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8" y="397"/>
                </a:lnTo>
                <a:lnTo>
                  <a:pt x="48" y="398"/>
                </a:lnTo>
                <a:lnTo>
                  <a:pt x="47" y="399"/>
                </a:lnTo>
                <a:lnTo>
                  <a:pt x="46" y="399"/>
                </a:lnTo>
                <a:lnTo>
                  <a:pt x="45" y="399"/>
                </a:lnTo>
                <a:lnTo>
                  <a:pt x="45" y="400"/>
                </a:lnTo>
                <a:lnTo>
                  <a:pt x="44" y="400"/>
                </a:lnTo>
                <a:lnTo>
                  <a:pt x="44" y="399"/>
                </a:lnTo>
                <a:lnTo>
                  <a:pt x="44" y="398"/>
                </a:lnTo>
                <a:lnTo>
                  <a:pt x="43" y="398"/>
                </a:lnTo>
                <a:lnTo>
                  <a:pt x="43" y="397"/>
                </a:lnTo>
                <a:lnTo>
                  <a:pt x="42" y="397"/>
                </a:lnTo>
                <a:lnTo>
                  <a:pt x="42" y="398"/>
                </a:lnTo>
                <a:lnTo>
                  <a:pt x="41" y="398"/>
                </a:lnTo>
                <a:lnTo>
                  <a:pt x="40" y="398"/>
                </a:lnTo>
                <a:lnTo>
                  <a:pt x="39" y="399"/>
                </a:lnTo>
                <a:lnTo>
                  <a:pt x="38" y="399"/>
                </a:lnTo>
                <a:lnTo>
                  <a:pt x="37" y="400"/>
                </a:lnTo>
                <a:lnTo>
                  <a:pt x="36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4" y="398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6"/>
                </a:lnTo>
                <a:lnTo>
                  <a:pt x="37" y="396"/>
                </a:lnTo>
                <a:lnTo>
                  <a:pt x="37" y="395"/>
                </a:lnTo>
                <a:lnTo>
                  <a:pt x="37" y="393"/>
                </a:lnTo>
                <a:lnTo>
                  <a:pt x="37" y="392"/>
                </a:lnTo>
                <a:lnTo>
                  <a:pt x="38" y="391"/>
                </a:lnTo>
                <a:lnTo>
                  <a:pt x="39" y="391"/>
                </a:lnTo>
                <a:lnTo>
                  <a:pt x="40" y="390"/>
                </a:lnTo>
                <a:lnTo>
                  <a:pt x="41" y="390"/>
                </a:lnTo>
                <a:lnTo>
                  <a:pt x="42" y="389"/>
                </a:lnTo>
                <a:lnTo>
                  <a:pt x="41" y="389"/>
                </a:lnTo>
                <a:lnTo>
                  <a:pt x="41" y="388"/>
                </a:lnTo>
                <a:lnTo>
                  <a:pt x="41" y="387"/>
                </a:lnTo>
                <a:lnTo>
                  <a:pt x="42" y="386"/>
                </a:lnTo>
                <a:lnTo>
                  <a:pt x="43" y="385"/>
                </a:lnTo>
                <a:lnTo>
                  <a:pt x="43" y="384"/>
                </a:lnTo>
                <a:lnTo>
                  <a:pt x="42" y="384"/>
                </a:lnTo>
                <a:lnTo>
                  <a:pt x="43" y="384"/>
                </a:lnTo>
                <a:lnTo>
                  <a:pt x="42" y="383"/>
                </a:lnTo>
                <a:lnTo>
                  <a:pt x="43" y="383"/>
                </a:lnTo>
                <a:lnTo>
                  <a:pt x="43" y="382"/>
                </a:lnTo>
                <a:lnTo>
                  <a:pt x="44" y="382"/>
                </a:lnTo>
                <a:lnTo>
                  <a:pt x="43" y="381"/>
                </a:lnTo>
                <a:lnTo>
                  <a:pt x="43" y="380"/>
                </a:lnTo>
                <a:lnTo>
                  <a:pt x="43" y="379"/>
                </a:lnTo>
                <a:lnTo>
                  <a:pt x="42" y="379"/>
                </a:lnTo>
                <a:lnTo>
                  <a:pt x="42" y="378"/>
                </a:lnTo>
                <a:lnTo>
                  <a:pt x="43" y="377"/>
                </a:lnTo>
                <a:lnTo>
                  <a:pt x="43" y="376"/>
                </a:lnTo>
                <a:lnTo>
                  <a:pt x="44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1"/>
                </a:lnTo>
                <a:lnTo>
                  <a:pt x="47" y="370"/>
                </a:lnTo>
                <a:lnTo>
                  <a:pt x="48" y="370"/>
                </a:lnTo>
                <a:lnTo>
                  <a:pt x="48" y="369"/>
                </a:lnTo>
                <a:lnTo>
                  <a:pt x="48" y="368"/>
                </a:lnTo>
                <a:lnTo>
                  <a:pt x="49" y="368"/>
                </a:lnTo>
                <a:lnTo>
                  <a:pt x="48" y="367"/>
                </a:lnTo>
                <a:lnTo>
                  <a:pt x="48" y="368"/>
                </a:lnTo>
                <a:lnTo>
                  <a:pt x="46" y="367"/>
                </a:lnTo>
                <a:lnTo>
                  <a:pt x="46" y="366"/>
                </a:lnTo>
                <a:lnTo>
                  <a:pt x="47" y="365"/>
                </a:lnTo>
                <a:lnTo>
                  <a:pt x="47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49" y="358"/>
                </a:lnTo>
                <a:lnTo>
                  <a:pt x="48" y="357"/>
                </a:lnTo>
                <a:lnTo>
                  <a:pt x="47" y="357"/>
                </a:lnTo>
                <a:lnTo>
                  <a:pt x="46" y="358"/>
                </a:lnTo>
                <a:lnTo>
                  <a:pt x="45" y="358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6"/>
                </a:lnTo>
                <a:lnTo>
                  <a:pt x="41" y="356"/>
                </a:lnTo>
                <a:lnTo>
                  <a:pt x="41" y="355"/>
                </a:lnTo>
                <a:lnTo>
                  <a:pt x="40" y="355"/>
                </a:lnTo>
                <a:lnTo>
                  <a:pt x="40" y="354"/>
                </a:lnTo>
                <a:lnTo>
                  <a:pt x="39" y="354"/>
                </a:lnTo>
                <a:lnTo>
                  <a:pt x="38" y="353"/>
                </a:lnTo>
                <a:lnTo>
                  <a:pt x="37" y="354"/>
                </a:lnTo>
                <a:lnTo>
                  <a:pt x="37" y="353"/>
                </a:lnTo>
                <a:lnTo>
                  <a:pt x="36" y="353"/>
                </a:lnTo>
                <a:lnTo>
                  <a:pt x="35" y="353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2"/>
                </a:lnTo>
                <a:lnTo>
                  <a:pt x="29" y="352"/>
                </a:lnTo>
                <a:lnTo>
                  <a:pt x="29" y="351"/>
                </a:lnTo>
                <a:lnTo>
                  <a:pt x="29" y="349"/>
                </a:lnTo>
                <a:lnTo>
                  <a:pt x="28" y="349"/>
                </a:lnTo>
                <a:lnTo>
                  <a:pt x="28" y="350"/>
                </a:lnTo>
                <a:lnTo>
                  <a:pt x="27" y="350"/>
                </a:lnTo>
                <a:lnTo>
                  <a:pt x="27" y="349"/>
                </a:lnTo>
                <a:lnTo>
                  <a:pt x="27" y="348"/>
                </a:lnTo>
                <a:lnTo>
                  <a:pt x="27" y="345"/>
                </a:lnTo>
                <a:lnTo>
                  <a:pt x="27" y="344"/>
                </a:lnTo>
                <a:lnTo>
                  <a:pt x="26" y="344"/>
                </a:lnTo>
                <a:lnTo>
                  <a:pt x="26" y="343"/>
                </a:lnTo>
                <a:lnTo>
                  <a:pt x="26" y="342"/>
                </a:lnTo>
                <a:lnTo>
                  <a:pt x="26" y="340"/>
                </a:lnTo>
                <a:lnTo>
                  <a:pt x="26" y="339"/>
                </a:lnTo>
                <a:lnTo>
                  <a:pt x="26" y="338"/>
                </a:lnTo>
                <a:lnTo>
                  <a:pt x="26" y="337"/>
                </a:lnTo>
                <a:lnTo>
                  <a:pt x="25" y="336"/>
                </a:lnTo>
                <a:lnTo>
                  <a:pt x="24" y="335"/>
                </a:lnTo>
                <a:lnTo>
                  <a:pt x="24" y="334"/>
                </a:lnTo>
                <a:lnTo>
                  <a:pt x="25" y="334"/>
                </a:lnTo>
                <a:lnTo>
                  <a:pt x="25" y="333"/>
                </a:lnTo>
                <a:lnTo>
                  <a:pt x="26" y="333"/>
                </a:lnTo>
                <a:lnTo>
                  <a:pt x="26" y="332"/>
                </a:lnTo>
                <a:lnTo>
                  <a:pt x="26" y="331"/>
                </a:lnTo>
                <a:lnTo>
                  <a:pt x="28" y="329"/>
                </a:lnTo>
                <a:lnTo>
                  <a:pt x="30" y="328"/>
                </a:lnTo>
                <a:lnTo>
                  <a:pt x="29" y="328"/>
                </a:lnTo>
                <a:lnTo>
                  <a:pt x="29" y="326"/>
                </a:lnTo>
                <a:lnTo>
                  <a:pt x="29" y="325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0" y="322"/>
                </a:lnTo>
                <a:lnTo>
                  <a:pt x="31" y="321"/>
                </a:lnTo>
                <a:lnTo>
                  <a:pt x="32" y="321"/>
                </a:lnTo>
                <a:lnTo>
                  <a:pt x="32" y="320"/>
                </a:lnTo>
                <a:lnTo>
                  <a:pt x="33" y="320"/>
                </a:lnTo>
                <a:lnTo>
                  <a:pt x="33" y="319"/>
                </a:lnTo>
                <a:lnTo>
                  <a:pt x="32" y="319"/>
                </a:lnTo>
                <a:lnTo>
                  <a:pt x="32" y="318"/>
                </a:lnTo>
                <a:lnTo>
                  <a:pt x="31" y="318"/>
                </a:lnTo>
                <a:lnTo>
                  <a:pt x="30" y="318"/>
                </a:lnTo>
                <a:lnTo>
                  <a:pt x="29" y="317"/>
                </a:lnTo>
                <a:lnTo>
                  <a:pt x="29" y="316"/>
                </a:lnTo>
                <a:lnTo>
                  <a:pt x="28" y="315"/>
                </a:lnTo>
                <a:lnTo>
                  <a:pt x="27" y="315"/>
                </a:lnTo>
                <a:lnTo>
                  <a:pt x="27" y="314"/>
                </a:lnTo>
                <a:lnTo>
                  <a:pt x="27" y="312"/>
                </a:lnTo>
                <a:lnTo>
                  <a:pt x="26" y="312"/>
                </a:lnTo>
                <a:lnTo>
                  <a:pt x="25" y="312"/>
                </a:lnTo>
                <a:lnTo>
                  <a:pt x="25" y="311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2" y="308"/>
                </a:lnTo>
                <a:lnTo>
                  <a:pt x="22" y="306"/>
                </a:lnTo>
                <a:lnTo>
                  <a:pt x="22" y="305"/>
                </a:lnTo>
                <a:lnTo>
                  <a:pt x="22" y="304"/>
                </a:lnTo>
                <a:lnTo>
                  <a:pt x="20" y="304"/>
                </a:lnTo>
                <a:lnTo>
                  <a:pt x="20" y="305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2" y="297"/>
                </a:lnTo>
                <a:lnTo>
                  <a:pt x="22" y="298"/>
                </a:lnTo>
                <a:lnTo>
                  <a:pt x="22" y="297"/>
                </a:lnTo>
                <a:lnTo>
                  <a:pt x="23" y="294"/>
                </a:lnTo>
                <a:lnTo>
                  <a:pt x="24" y="292"/>
                </a:lnTo>
                <a:lnTo>
                  <a:pt x="25" y="292"/>
                </a:lnTo>
                <a:lnTo>
                  <a:pt x="25" y="291"/>
                </a:lnTo>
                <a:lnTo>
                  <a:pt x="25" y="290"/>
                </a:lnTo>
                <a:lnTo>
                  <a:pt x="25" y="289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7" y="281"/>
                </a:lnTo>
                <a:lnTo>
                  <a:pt x="27" y="280"/>
                </a:lnTo>
                <a:lnTo>
                  <a:pt x="28" y="279"/>
                </a:lnTo>
                <a:lnTo>
                  <a:pt x="28" y="278"/>
                </a:lnTo>
                <a:lnTo>
                  <a:pt x="27" y="277"/>
                </a:lnTo>
                <a:lnTo>
                  <a:pt x="28" y="277"/>
                </a:lnTo>
                <a:lnTo>
                  <a:pt x="28" y="275"/>
                </a:lnTo>
                <a:lnTo>
                  <a:pt x="27" y="275"/>
                </a:lnTo>
                <a:lnTo>
                  <a:pt x="27" y="276"/>
                </a:lnTo>
                <a:lnTo>
                  <a:pt x="26" y="277"/>
                </a:lnTo>
                <a:lnTo>
                  <a:pt x="25" y="276"/>
                </a:lnTo>
                <a:lnTo>
                  <a:pt x="24" y="276"/>
                </a:lnTo>
                <a:lnTo>
                  <a:pt x="24" y="277"/>
                </a:lnTo>
                <a:lnTo>
                  <a:pt x="23" y="277"/>
                </a:lnTo>
                <a:lnTo>
                  <a:pt x="22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5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1" y="260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6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3" y="214"/>
                </a:lnTo>
                <a:lnTo>
                  <a:pt x="23" y="215"/>
                </a:lnTo>
                <a:lnTo>
                  <a:pt x="24" y="215"/>
                </a:lnTo>
                <a:lnTo>
                  <a:pt x="25" y="215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8" y="211"/>
                </a:lnTo>
                <a:lnTo>
                  <a:pt x="28" y="212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1"/>
                </a:lnTo>
                <a:lnTo>
                  <a:pt x="34" y="210"/>
                </a:lnTo>
                <a:lnTo>
                  <a:pt x="35" y="211"/>
                </a:lnTo>
                <a:lnTo>
                  <a:pt x="35" y="210"/>
                </a:lnTo>
                <a:lnTo>
                  <a:pt x="36" y="210"/>
                </a:lnTo>
                <a:lnTo>
                  <a:pt x="36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9"/>
                </a:lnTo>
                <a:lnTo>
                  <a:pt x="42" y="209"/>
                </a:lnTo>
                <a:lnTo>
                  <a:pt x="42" y="208"/>
                </a:lnTo>
                <a:lnTo>
                  <a:pt x="42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3" y="204"/>
                </a:lnTo>
                <a:lnTo>
                  <a:pt x="42" y="204"/>
                </a:lnTo>
                <a:lnTo>
                  <a:pt x="41" y="204"/>
                </a:lnTo>
                <a:lnTo>
                  <a:pt x="41" y="203"/>
                </a:lnTo>
                <a:lnTo>
                  <a:pt x="42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1" y="199"/>
                </a:lnTo>
                <a:lnTo>
                  <a:pt x="40" y="199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9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3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50" y="190"/>
                </a:lnTo>
                <a:lnTo>
                  <a:pt x="51" y="189"/>
                </a:lnTo>
                <a:lnTo>
                  <a:pt x="51" y="188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6" y="186"/>
                </a:lnTo>
                <a:lnTo>
                  <a:pt x="56" y="185"/>
                </a:lnTo>
                <a:lnTo>
                  <a:pt x="56" y="184"/>
                </a:lnTo>
                <a:lnTo>
                  <a:pt x="56" y="185"/>
                </a:lnTo>
                <a:lnTo>
                  <a:pt x="57" y="184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8" y="183"/>
                </a:lnTo>
                <a:lnTo>
                  <a:pt x="58" y="182"/>
                </a:lnTo>
                <a:lnTo>
                  <a:pt x="59" y="182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7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3"/>
                </a:lnTo>
                <a:lnTo>
                  <a:pt x="62" y="173"/>
                </a:lnTo>
                <a:lnTo>
                  <a:pt x="62" y="172"/>
                </a:lnTo>
                <a:lnTo>
                  <a:pt x="62" y="171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59" y="171"/>
                </a:lnTo>
                <a:lnTo>
                  <a:pt x="58" y="170"/>
                </a:lnTo>
                <a:lnTo>
                  <a:pt x="58" y="169"/>
                </a:lnTo>
                <a:lnTo>
                  <a:pt x="57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2"/>
                </a:lnTo>
                <a:lnTo>
                  <a:pt x="58" y="162"/>
                </a:lnTo>
                <a:lnTo>
                  <a:pt x="57" y="161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0"/>
                </a:lnTo>
                <a:lnTo>
                  <a:pt x="53" y="159"/>
                </a:lnTo>
                <a:lnTo>
                  <a:pt x="52" y="159"/>
                </a:lnTo>
                <a:lnTo>
                  <a:pt x="52" y="158"/>
                </a:lnTo>
                <a:lnTo>
                  <a:pt x="52" y="157"/>
                </a:lnTo>
                <a:lnTo>
                  <a:pt x="51" y="157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8" y="156"/>
                </a:lnTo>
                <a:lnTo>
                  <a:pt x="47" y="156"/>
                </a:lnTo>
                <a:lnTo>
                  <a:pt x="47" y="155"/>
                </a:lnTo>
                <a:lnTo>
                  <a:pt x="48" y="154"/>
                </a:lnTo>
                <a:lnTo>
                  <a:pt x="48" y="153"/>
                </a:lnTo>
                <a:lnTo>
                  <a:pt x="49" y="153"/>
                </a:lnTo>
                <a:lnTo>
                  <a:pt x="48" y="153"/>
                </a:lnTo>
                <a:lnTo>
                  <a:pt x="49" y="152"/>
                </a:lnTo>
                <a:lnTo>
                  <a:pt x="50" y="152"/>
                </a:lnTo>
                <a:lnTo>
                  <a:pt x="50" y="151"/>
                </a:lnTo>
                <a:lnTo>
                  <a:pt x="51" y="151"/>
                </a:lnTo>
                <a:lnTo>
                  <a:pt x="51" y="150"/>
                </a:lnTo>
                <a:lnTo>
                  <a:pt x="51" y="149"/>
                </a:lnTo>
                <a:lnTo>
                  <a:pt x="50" y="149"/>
                </a:lnTo>
                <a:lnTo>
                  <a:pt x="50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1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0"/>
                </a:lnTo>
                <a:lnTo>
                  <a:pt x="52" y="140"/>
                </a:lnTo>
                <a:lnTo>
                  <a:pt x="52" y="139"/>
                </a:lnTo>
                <a:lnTo>
                  <a:pt x="53" y="138"/>
                </a:lnTo>
                <a:lnTo>
                  <a:pt x="53" y="137"/>
                </a:lnTo>
                <a:lnTo>
                  <a:pt x="52" y="137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2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6"/>
                </a:lnTo>
                <a:lnTo>
                  <a:pt x="53" y="127"/>
                </a:lnTo>
                <a:lnTo>
                  <a:pt x="52" y="127"/>
                </a:lnTo>
                <a:lnTo>
                  <a:pt x="51" y="127"/>
                </a:lnTo>
                <a:lnTo>
                  <a:pt x="51" y="126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6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6" y="126"/>
                </a:lnTo>
                <a:lnTo>
                  <a:pt x="45" y="125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3"/>
                </a:lnTo>
                <a:lnTo>
                  <a:pt x="45" y="122"/>
                </a:lnTo>
                <a:lnTo>
                  <a:pt x="45" y="121"/>
                </a:lnTo>
                <a:lnTo>
                  <a:pt x="45" y="120"/>
                </a:lnTo>
                <a:lnTo>
                  <a:pt x="44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0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0" y="118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7" y="115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6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5" y="108"/>
                </a:lnTo>
                <a:lnTo>
                  <a:pt x="34" y="108"/>
                </a:lnTo>
                <a:lnTo>
                  <a:pt x="34" y="107"/>
                </a:lnTo>
                <a:lnTo>
                  <a:pt x="35" y="106"/>
                </a:lnTo>
                <a:lnTo>
                  <a:pt x="34" y="106"/>
                </a:lnTo>
                <a:lnTo>
                  <a:pt x="35" y="106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4" y="103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8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5"/>
                </a:lnTo>
                <a:lnTo>
                  <a:pt x="41" y="94"/>
                </a:lnTo>
                <a:lnTo>
                  <a:pt x="42" y="93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89"/>
                </a:lnTo>
                <a:lnTo>
                  <a:pt x="46" y="88"/>
                </a:lnTo>
                <a:lnTo>
                  <a:pt x="46" y="89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7"/>
                </a:lnTo>
                <a:lnTo>
                  <a:pt x="55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60" y="85"/>
                </a:lnTo>
                <a:lnTo>
                  <a:pt x="60" y="86"/>
                </a:lnTo>
                <a:lnTo>
                  <a:pt x="61" y="86"/>
                </a:lnTo>
                <a:lnTo>
                  <a:pt x="62" y="86"/>
                </a:lnTo>
                <a:lnTo>
                  <a:pt x="62" y="84"/>
                </a:lnTo>
                <a:lnTo>
                  <a:pt x="62" y="83"/>
                </a:lnTo>
                <a:lnTo>
                  <a:pt x="61" y="83"/>
                </a:lnTo>
                <a:lnTo>
                  <a:pt x="61" y="82"/>
                </a:lnTo>
                <a:lnTo>
                  <a:pt x="62" y="82"/>
                </a:lnTo>
                <a:lnTo>
                  <a:pt x="62" y="81"/>
                </a:lnTo>
                <a:lnTo>
                  <a:pt x="62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2" y="78"/>
                </a:lnTo>
                <a:lnTo>
                  <a:pt x="63" y="77"/>
                </a:lnTo>
                <a:lnTo>
                  <a:pt x="63" y="76"/>
                </a:lnTo>
                <a:lnTo>
                  <a:pt x="63" y="75"/>
                </a:lnTo>
                <a:lnTo>
                  <a:pt x="62" y="75"/>
                </a:lnTo>
                <a:lnTo>
                  <a:pt x="63" y="74"/>
                </a:lnTo>
                <a:lnTo>
                  <a:pt x="64" y="73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7" y="72"/>
                </a:lnTo>
                <a:lnTo>
                  <a:pt x="68" y="73"/>
                </a:lnTo>
                <a:lnTo>
                  <a:pt x="69" y="74"/>
                </a:lnTo>
                <a:lnTo>
                  <a:pt x="69" y="75"/>
                </a:lnTo>
                <a:lnTo>
                  <a:pt x="69" y="76"/>
                </a:lnTo>
                <a:lnTo>
                  <a:pt x="70" y="76"/>
                </a:lnTo>
                <a:lnTo>
                  <a:pt x="71" y="77"/>
                </a:lnTo>
                <a:lnTo>
                  <a:pt x="72" y="77"/>
                </a:lnTo>
                <a:lnTo>
                  <a:pt x="72" y="76"/>
                </a:lnTo>
                <a:lnTo>
                  <a:pt x="72" y="77"/>
                </a:lnTo>
                <a:lnTo>
                  <a:pt x="73" y="77"/>
                </a:lnTo>
                <a:lnTo>
                  <a:pt x="74" y="76"/>
                </a:lnTo>
                <a:lnTo>
                  <a:pt x="74" y="75"/>
                </a:lnTo>
                <a:lnTo>
                  <a:pt x="75" y="75"/>
                </a:lnTo>
                <a:lnTo>
                  <a:pt x="76" y="75"/>
                </a:lnTo>
                <a:lnTo>
                  <a:pt x="77" y="75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9" y="75"/>
                </a:lnTo>
                <a:lnTo>
                  <a:pt x="79" y="74"/>
                </a:lnTo>
                <a:lnTo>
                  <a:pt x="80" y="74"/>
                </a:lnTo>
                <a:lnTo>
                  <a:pt x="80" y="75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81" y="77"/>
                </a:lnTo>
                <a:lnTo>
                  <a:pt x="82" y="76"/>
                </a:lnTo>
                <a:lnTo>
                  <a:pt x="83" y="76"/>
                </a:lnTo>
                <a:lnTo>
                  <a:pt x="84" y="76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8" y="76"/>
                </a:lnTo>
                <a:lnTo>
                  <a:pt x="89" y="75"/>
                </a:lnTo>
                <a:lnTo>
                  <a:pt x="89" y="74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100" y="69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3" y="70"/>
                </a:lnTo>
                <a:lnTo>
                  <a:pt x="103" y="69"/>
                </a:lnTo>
                <a:lnTo>
                  <a:pt x="105" y="69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7" y="72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0"/>
                </a:lnTo>
                <a:lnTo>
                  <a:pt x="111" y="71"/>
                </a:lnTo>
                <a:lnTo>
                  <a:pt x="112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8"/>
                </a:lnTo>
                <a:lnTo>
                  <a:pt x="118" y="68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3" y="60"/>
                </a:lnTo>
                <a:lnTo>
                  <a:pt x="122" y="60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2" y="62"/>
                </a:lnTo>
                <a:lnTo>
                  <a:pt x="122" y="63"/>
                </a:lnTo>
                <a:lnTo>
                  <a:pt x="122" y="64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9" y="63"/>
                </a:lnTo>
                <a:lnTo>
                  <a:pt x="118" y="63"/>
                </a:lnTo>
                <a:lnTo>
                  <a:pt x="118" y="62"/>
                </a:lnTo>
                <a:lnTo>
                  <a:pt x="117" y="62"/>
                </a:lnTo>
                <a:lnTo>
                  <a:pt x="117" y="61"/>
                </a:lnTo>
                <a:lnTo>
                  <a:pt x="118" y="61"/>
                </a:lnTo>
                <a:lnTo>
                  <a:pt x="118" y="60"/>
                </a:lnTo>
                <a:lnTo>
                  <a:pt x="118" y="59"/>
                </a:lnTo>
                <a:lnTo>
                  <a:pt x="119" y="59"/>
                </a:lnTo>
                <a:lnTo>
                  <a:pt x="119" y="58"/>
                </a:lnTo>
                <a:lnTo>
                  <a:pt x="120" y="58"/>
                </a:lnTo>
                <a:lnTo>
                  <a:pt x="120" y="57"/>
                </a:lnTo>
                <a:lnTo>
                  <a:pt x="120" y="56"/>
                </a:lnTo>
                <a:lnTo>
                  <a:pt x="120" y="55"/>
                </a:lnTo>
                <a:lnTo>
                  <a:pt x="121" y="55"/>
                </a:lnTo>
                <a:lnTo>
                  <a:pt x="121" y="56"/>
                </a:lnTo>
                <a:lnTo>
                  <a:pt x="121" y="57"/>
                </a:lnTo>
                <a:lnTo>
                  <a:pt x="120" y="58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2" y="56"/>
                </a:lnTo>
                <a:lnTo>
                  <a:pt x="123" y="56"/>
                </a:lnTo>
                <a:lnTo>
                  <a:pt x="123" y="57"/>
                </a:lnTo>
                <a:lnTo>
                  <a:pt x="122" y="58"/>
                </a:lnTo>
                <a:lnTo>
                  <a:pt x="123" y="59"/>
                </a:lnTo>
                <a:lnTo>
                  <a:pt x="124" y="59"/>
                </a:lnTo>
                <a:lnTo>
                  <a:pt x="125" y="59"/>
                </a:lnTo>
                <a:lnTo>
                  <a:pt x="126" y="58"/>
                </a:lnTo>
                <a:lnTo>
                  <a:pt x="126" y="57"/>
                </a:lnTo>
                <a:lnTo>
                  <a:pt x="127" y="57"/>
                </a:lnTo>
                <a:lnTo>
                  <a:pt x="127" y="56"/>
                </a:lnTo>
                <a:lnTo>
                  <a:pt x="126" y="56"/>
                </a:lnTo>
                <a:lnTo>
                  <a:pt x="125" y="56"/>
                </a:lnTo>
                <a:lnTo>
                  <a:pt x="124" y="55"/>
                </a:lnTo>
                <a:lnTo>
                  <a:pt x="125" y="54"/>
                </a:lnTo>
                <a:lnTo>
                  <a:pt x="125" y="53"/>
                </a:lnTo>
                <a:lnTo>
                  <a:pt x="126" y="53"/>
                </a:lnTo>
                <a:lnTo>
                  <a:pt x="127" y="53"/>
                </a:lnTo>
                <a:lnTo>
                  <a:pt x="127" y="52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2"/>
                </a:lnTo>
                <a:lnTo>
                  <a:pt x="131" y="52"/>
                </a:lnTo>
                <a:lnTo>
                  <a:pt x="131" y="53"/>
                </a:lnTo>
                <a:lnTo>
                  <a:pt x="132" y="53"/>
                </a:lnTo>
                <a:lnTo>
                  <a:pt x="132" y="54"/>
                </a:lnTo>
                <a:lnTo>
                  <a:pt x="133" y="54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7" y="53"/>
                </a:lnTo>
                <a:lnTo>
                  <a:pt x="137" y="52"/>
                </a:lnTo>
                <a:lnTo>
                  <a:pt x="138" y="53"/>
                </a:lnTo>
                <a:lnTo>
                  <a:pt x="138" y="54"/>
                </a:lnTo>
                <a:lnTo>
                  <a:pt x="138" y="55"/>
                </a:lnTo>
                <a:lnTo>
                  <a:pt x="137" y="55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8" y="56"/>
                </a:lnTo>
                <a:lnTo>
                  <a:pt x="139" y="57"/>
                </a:lnTo>
                <a:lnTo>
                  <a:pt x="140" y="57"/>
                </a:lnTo>
                <a:lnTo>
                  <a:pt x="141" y="58"/>
                </a:lnTo>
                <a:lnTo>
                  <a:pt x="141" y="57"/>
                </a:lnTo>
                <a:lnTo>
                  <a:pt x="142" y="57"/>
                </a:lnTo>
                <a:lnTo>
                  <a:pt x="142" y="58"/>
                </a:lnTo>
                <a:lnTo>
                  <a:pt x="143" y="58"/>
                </a:lnTo>
                <a:lnTo>
                  <a:pt x="144" y="58"/>
                </a:lnTo>
                <a:lnTo>
                  <a:pt x="143" y="57"/>
                </a:lnTo>
                <a:lnTo>
                  <a:pt x="143" y="56"/>
                </a:lnTo>
                <a:lnTo>
                  <a:pt x="143" y="55"/>
                </a:lnTo>
                <a:lnTo>
                  <a:pt x="142" y="55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5" y="48"/>
                </a:lnTo>
                <a:lnTo>
                  <a:pt x="143" y="48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1" y="45"/>
                </a:lnTo>
                <a:lnTo>
                  <a:pt x="142" y="45"/>
                </a:lnTo>
                <a:lnTo>
                  <a:pt x="142" y="44"/>
                </a:lnTo>
                <a:lnTo>
                  <a:pt x="142" y="43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0"/>
                </a:lnTo>
                <a:lnTo>
                  <a:pt x="141" y="40"/>
                </a:lnTo>
                <a:lnTo>
                  <a:pt x="142" y="40"/>
                </a:lnTo>
                <a:lnTo>
                  <a:pt x="141" y="40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3" y="42"/>
                </a:lnTo>
                <a:lnTo>
                  <a:pt x="154" y="43"/>
                </a:lnTo>
                <a:lnTo>
                  <a:pt x="153" y="44"/>
                </a:lnTo>
                <a:lnTo>
                  <a:pt x="152" y="44"/>
                </a:lnTo>
                <a:lnTo>
                  <a:pt x="152" y="45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5"/>
                </a:lnTo>
                <a:lnTo>
                  <a:pt x="158" y="45"/>
                </a:lnTo>
                <a:lnTo>
                  <a:pt x="159" y="43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3"/>
                </a:lnTo>
                <a:lnTo>
                  <a:pt x="162" y="43"/>
                </a:lnTo>
                <a:lnTo>
                  <a:pt x="162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6" y="40"/>
                </a:lnTo>
                <a:lnTo>
                  <a:pt x="167" y="40"/>
                </a:lnTo>
                <a:lnTo>
                  <a:pt x="167" y="39"/>
                </a:lnTo>
                <a:lnTo>
                  <a:pt x="167" y="38"/>
                </a:lnTo>
                <a:lnTo>
                  <a:pt x="168" y="38"/>
                </a:lnTo>
                <a:lnTo>
                  <a:pt x="167" y="37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5"/>
                </a:lnTo>
                <a:lnTo>
                  <a:pt x="172" y="34"/>
                </a:lnTo>
                <a:lnTo>
                  <a:pt x="172" y="33"/>
                </a:lnTo>
                <a:lnTo>
                  <a:pt x="172" y="32"/>
                </a:lnTo>
                <a:lnTo>
                  <a:pt x="171" y="32"/>
                </a:lnTo>
                <a:lnTo>
                  <a:pt x="171" y="33"/>
                </a:lnTo>
                <a:lnTo>
                  <a:pt x="171" y="32"/>
                </a:lnTo>
                <a:lnTo>
                  <a:pt x="171" y="31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2" y="27"/>
                </a:lnTo>
                <a:lnTo>
                  <a:pt x="173" y="27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5" y="25"/>
                </a:lnTo>
                <a:lnTo>
                  <a:pt x="175" y="24"/>
                </a:lnTo>
                <a:lnTo>
                  <a:pt x="176" y="24"/>
                </a:lnTo>
                <a:lnTo>
                  <a:pt x="177" y="24"/>
                </a:lnTo>
                <a:lnTo>
                  <a:pt x="179" y="24"/>
                </a:lnTo>
                <a:lnTo>
                  <a:pt x="183" y="24"/>
                </a:lnTo>
                <a:lnTo>
                  <a:pt x="184" y="24"/>
                </a:lnTo>
                <a:lnTo>
                  <a:pt x="186" y="24"/>
                </a:lnTo>
                <a:lnTo>
                  <a:pt x="188" y="24"/>
                </a:lnTo>
                <a:lnTo>
                  <a:pt x="190" y="23"/>
                </a:lnTo>
                <a:lnTo>
                  <a:pt x="191" y="23"/>
                </a:lnTo>
                <a:lnTo>
                  <a:pt x="192" y="24"/>
                </a:lnTo>
                <a:lnTo>
                  <a:pt x="193" y="24"/>
                </a:lnTo>
                <a:lnTo>
                  <a:pt x="195" y="26"/>
                </a:lnTo>
                <a:lnTo>
                  <a:pt x="197" y="27"/>
                </a:lnTo>
                <a:lnTo>
                  <a:pt x="197" y="28"/>
                </a:lnTo>
                <a:lnTo>
                  <a:pt x="199" y="29"/>
                </a:lnTo>
                <a:lnTo>
                  <a:pt x="200" y="30"/>
                </a:lnTo>
                <a:lnTo>
                  <a:pt x="201" y="30"/>
                </a:lnTo>
                <a:lnTo>
                  <a:pt x="201" y="31"/>
                </a:lnTo>
                <a:lnTo>
                  <a:pt x="202" y="31"/>
                </a:lnTo>
                <a:lnTo>
                  <a:pt x="204" y="33"/>
                </a:lnTo>
                <a:lnTo>
                  <a:pt x="205" y="33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5" y="30"/>
                </a:lnTo>
                <a:lnTo>
                  <a:pt x="226" y="30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4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2" y="29"/>
                </a:lnTo>
                <a:lnTo>
                  <a:pt x="243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1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lnTo>
                  <a:pt x="28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697932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679536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4"/>
                </a:lnTo>
                <a:lnTo>
                  <a:pt x="282" y="5"/>
                </a:lnTo>
                <a:lnTo>
                  <a:pt x="283" y="6"/>
                </a:lnTo>
                <a:lnTo>
                  <a:pt x="283" y="7"/>
                </a:lnTo>
                <a:lnTo>
                  <a:pt x="284" y="7"/>
                </a:lnTo>
                <a:lnTo>
                  <a:pt x="284" y="8"/>
                </a:lnTo>
                <a:lnTo>
                  <a:pt x="284" y="9"/>
                </a:lnTo>
                <a:lnTo>
                  <a:pt x="285" y="9"/>
                </a:lnTo>
                <a:lnTo>
                  <a:pt x="286" y="9"/>
                </a:lnTo>
                <a:lnTo>
                  <a:pt x="286" y="8"/>
                </a:lnTo>
                <a:lnTo>
                  <a:pt x="287" y="8"/>
                </a:lnTo>
                <a:lnTo>
                  <a:pt x="288" y="9"/>
                </a:lnTo>
                <a:lnTo>
                  <a:pt x="291" y="10"/>
                </a:lnTo>
                <a:lnTo>
                  <a:pt x="290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4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8" y="16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5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8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3" y="20"/>
                </a:lnTo>
                <a:lnTo>
                  <a:pt x="333" y="22"/>
                </a:lnTo>
                <a:lnTo>
                  <a:pt x="333" y="23"/>
                </a:lnTo>
                <a:lnTo>
                  <a:pt x="334" y="24"/>
                </a:lnTo>
                <a:lnTo>
                  <a:pt x="334" y="23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4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2" y="25"/>
                </a:lnTo>
                <a:lnTo>
                  <a:pt x="342" y="24"/>
                </a:lnTo>
                <a:lnTo>
                  <a:pt x="342" y="23"/>
                </a:lnTo>
                <a:lnTo>
                  <a:pt x="341" y="24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1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20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7"/>
                </a:lnTo>
                <a:lnTo>
                  <a:pt x="347" y="17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9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1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4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1" y="21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9"/>
                </a:lnTo>
                <a:lnTo>
                  <a:pt x="376" y="30"/>
                </a:lnTo>
                <a:lnTo>
                  <a:pt x="376" y="31"/>
                </a:lnTo>
                <a:lnTo>
                  <a:pt x="377" y="33"/>
                </a:lnTo>
                <a:lnTo>
                  <a:pt x="380" y="33"/>
                </a:lnTo>
                <a:lnTo>
                  <a:pt x="380" y="34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5" y="38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6" y="49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51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4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9" y="54"/>
                </a:lnTo>
                <a:lnTo>
                  <a:pt x="398" y="54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5" y="56"/>
                </a:lnTo>
                <a:lnTo>
                  <a:pt x="396" y="56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1" y="64"/>
                </a:lnTo>
                <a:lnTo>
                  <a:pt x="400" y="64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4"/>
                </a:lnTo>
                <a:lnTo>
                  <a:pt x="378" y="63"/>
                </a:lnTo>
                <a:lnTo>
                  <a:pt x="377" y="64"/>
                </a:lnTo>
                <a:lnTo>
                  <a:pt x="377" y="65"/>
                </a:lnTo>
                <a:lnTo>
                  <a:pt x="375" y="66"/>
                </a:lnTo>
                <a:lnTo>
                  <a:pt x="374" y="67"/>
                </a:lnTo>
                <a:lnTo>
                  <a:pt x="374" y="69"/>
                </a:lnTo>
                <a:lnTo>
                  <a:pt x="373" y="70"/>
                </a:lnTo>
                <a:lnTo>
                  <a:pt x="373" y="71"/>
                </a:lnTo>
                <a:lnTo>
                  <a:pt x="372" y="72"/>
                </a:lnTo>
                <a:lnTo>
                  <a:pt x="371" y="75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69" y="78"/>
                </a:lnTo>
                <a:lnTo>
                  <a:pt x="367" y="78"/>
                </a:lnTo>
                <a:lnTo>
                  <a:pt x="368" y="78"/>
                </a:lnTo>
                <a:lnTo>
                  <a:pt x="369" y="78"/>
                </a:lnTo>
                <a:lnTo>
                  <a:pt x="369" y="79"/>
                </a:lnTo>
                <a:lnTo>
                  <a:pt x="370" y="81"/>
                </a:lnTo>
                <a:lnTo>
                  <a:pt x="370" y="82"/>
                </a:lnTo>
                <a:lnTo>
                  <a:pt x="371" y="82"/>
                </a:lnTo>
                <a:lnTo>
                  <a:pt x="371" y="83"/>
                </a:lnTo>
                <a:lnTo>
                  <a:pt x="370" y="84"/>
                </a:lnTo>
                <a:lnTo>
                  <a:pt x="370" y="85"/>
                </a:lnTo>
                <a:lnTo>
                  <a:pt x="370" y="86"/>
                </a:lnTo>
                <a:lnTo>
                  <a:pt x="370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2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7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7" y="97"/>
                </a:lnTo>
                <a:lnTo>
                  <a:pt x="368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4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1" y="107"/>
                </a:lnTo>
                <a:lnTo>
                  <a:pt x="382" y="107"/>
                </a:lnTo>
                <a:lnTo>
                  <a:pt x="383" y="108"/>
                </a:lnTo>
                <a:lnTo>
                  <a:pt x="384" y="108"/>
                </a:lnTo>
                <a:lnTo>
                  <a:pt x="384" y="109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9"/>
                </a:lnTo>
                <a:lnTo>
                  <a:pt x="389" y="108"/>
                </a:lnTo>
                <a:lnTo>
                  <a:pt x="390" y="108"/>
                </a:lnTo>
                <a:lnTo>
                  <a:pt x="391" y="109"/>
                </a:lnTo>
                <a:lnTo>
                  <a:pt x="392" y="109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1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3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9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1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7"/>
                </a:lnTo>
                <a:lnTo>
                  <a:pt x="428" y="126"/>
                </a:lnTo>
                <a:lnTo>
                  <a:pt x="427" y="126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20"/>
                </a:lnTo>
                <a:lnTo>
                  <a:pt x="441" y="118"/>
                </a:lnTo>
                <a:lnTo>
                  <a:pt x="442" y="117"/>
                </a:lnTo>
                <a:lnTo>
                  <a:pt x="442" y="118"/>
                </a:lnTo>
                <a:lnTo>
                  <a:pt x="442" y="119"/>
                </a:lnTo>
                <a:lnTo>
                  <a:pt x="443" y="119"/>
                </a:lnTo>
                <a:lnTo>
                  <a:pt x="445" y="119"/>
                </a:lnTo>
                <a:lnTo>
                  <a:pt x="445" y="118"/>
                </a:lnTo>
                <a:lnTo>
                  <a:pt x="445" y="117"/>
                </a:lnTo>
                <a:lnTo>
                  <a:pt x="446" y="117"/>
                </a:lnTo>
                <a:lnTo>
                  <a:pt x="447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9"/>
                </a:lnTo>
                <a:lnTo>
                  <a:pt x="456" y="108"/>
                </a:lnTo>
                <a:lnTo>
                  <a:pt x="457" y="107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5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7" y="102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4" y="98"/>
                </a:lnTo>
                <a:lnTo>
                  <a:pt x="453" y="98"/>
                </a:lnTo>
                <a:lnTo>
                  <a:pt x="454" y="97"/>
                </a:lnTo>
                <a:lnTo>
                  <a:pt x="453" y="97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5" y="89"/>
                </a:lnTo>
                <a:lnTo>
                  <a:pt x="467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69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5"/>
                </a:lnTo>
                <a:lnTo>
                  <a:pt x="476" y="85"/>
                </a:lnTo>
                <a:lnTo>
                  <a:pt x="477" y="84"/>
                </a:lnTo>
                <a:lnTo>
                  <a:pt x="478" y="84"/>
                </a:lnTo>
                <a:lnTo>
                  <a:pt x="479" y="84"/>
                </a:lnTo>
                <a:lnTo>
                  <a:pt x="480" y="83"/>
                </a:lnTo>
                <a:lnTo>
                  <a:pt x="481" y="83"/>
                </a:lnTo>
                <a:lnTo>
                  <a:pt x="482" y="82"/>
                </a:lnTo>
                <a:lnTo>
                  <a:pt x="485" y="80"/>
                </a:lnTo>
                <a:lnTo>
                  <a:pt x="487" y="78"/>
                </a:lnTo>
                <a:lnTo>
                  <a:pt x="488" y="77"/>
                </a:lnTo>
                <a:lnTo>
                  <a:pt x="489" y="75"/>
                </a:lnTo>
                <a:lnTo>
                  <a:pt x="489" y="74"/>
                </a:lnTo>
                <a:lnTo>
                  <a:pt x="486" y="71"/>
                </a:lnTo>
                <a:lnTo>
                  <a:pt x="487" y="70"/>
                </a:lnTo>
                <a:lnTo>
                  <a:pt x="488" y="69"/>
                </a:lnTo>
                <a:lnTo>
                  <a:pt x="489" y="69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5" y="65"/>
                </a:lnTo>
                <a:lnTo>
                  <a:pt x="493" y="65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2"/>
                </a:lnTo>
                <a:lnTo>
                  <a:pt x="487" y="61"/>
                </a:lnTo>
                <a:lnTo>
                  <a:pt x="487" y="60"/>
                </a:lnTo>
                <a:lnTo>
                  <a:pt x="489" y="60"/>
                </a:lnTo>
                <a:lnTo>
                  <a:pt x="490" y="61"/>
                </a:lnTo>
                <a:lnTo>
                  <a:pt x="491" y="61"/>
                </a:lnTo>
                <a:lnTo>
                  <a:pt x="493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7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7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3"/>
                </a:lnTo>
                <a:lnTo>
                  <a:pt x="554" y="53"/>
                </a:lnTo>
                <a:lnTo>
                  <a:pt x="555" y="54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9"/>
                </a:lnTo>
                <a:lnTo>
                  <a:pt x="563" y="58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0" y="59"/>
                </a:lnTo>
                <a:lnTo>
                  <a:pt x="571" y="59"/>
                </a:lnTo>
                <a:lnTo>
                  <a:pt x="571" y="60"/>
                </a:lnTo>
                <a:lnTo>
                  <a:pt x="570" y="60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70" y="69"/>
                </a:lnTo>
                <a:lnTo>
                  <a:pt x="569" y="69"/>
                </a:lnTo>
                <a:lnTo>
                  <a:pt x="570" y="70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2"/>
                </a:lnTo>
                <a:lnTo>
                  <a:pt x="574" y="72"/>
                </a:lnTo>
                <a:lnTo>
                  <a:pt x="575" y="72"/>
                </a:lnTo>
                <a:lnTo>
                  <a:pt x="575" y="73"/>
                </a:lnTo>
                <a:lnTo>
                  <a:pt x="577" y="73"/>
                </a:lnTo>
                <a:lnTo>
                  <a:pt x="578" y="73"/>
                </a:lnTo>
                <a:lnTo>
                  <a:pt x="581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2"/>
                </a:lnTo>
                <a:lnTo>
                  <a:pt x="587" y="72"/>
                </a:lnTo>
                <a:lnTo>
                  <a:pt x="588" y="72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0" y="69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89" y="67"/>
                </a:lnTo>
                <a:lnTo>
                  <a:pt x="591" y="67"/>
                </a:lnTo>
                <a:lnTo>
                  <a:pt x="592" y="67"/>
                </a:lnTo>
                <a:lnTo>
                  <a:pt x="592" y="69"/>
                </a:lnTo>
                <a:lnTo>
                  <a:pt x="593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1"/>
                </a:lnTo>
                <a:lnTo>
                  <a:pt x="592" y="70"/>
                </a:lnTo>
                <a:lnTo>
                  <a:pt x="591" y="71"/>
                </a:lnTo>
                <a:lnTo>
                  <a:pt x="591" y="72"/>
                </a:lnTo>
                <a:lnTo>
                  <a:pt x="591" y="73"/>
                </a:lnTo>
                <a:lnTo>
                  <a:pt x="593" y="73"/>
                </a:lnTo>
                <a:lnTo>
                  <a:pt x="591" y="74"/>
                </a:lnTo>
                <a:lnTo>
                  <a:pt x="591" y="75"/>
                </a:lnTo>
                <a:lnTo>
                  <a:pt x="592" y="75"/>
                </a:lnTo>
                <a:lnTo>
                  <a:pt x="592" y="76"/>
                </a:lnTo>
                <a:lnTo>
                  <a:pt x="593" y="76"/>
                </a:lnTo>
                <a:lnTo>
                  <a:pt x="594" y="76"/>
                </a:lnTo>
                <a:lnTo>
                  <a:pt x="594" y="77"/>
                </a:lnTo>
                <a:lnTo>
                  <a:pt x="595" y="77"/>
                </a:lnTo>
                <a:lnTo>
                  <a:pt x="596" y="77"/>
                </a:lnTo>
                <a:lnTo>
                  <a:pt x="597" y="78"/>
                </a:lnTo>
                <a:lnTo>
                  <a:pt x="598" y="78"/>
                </a:lnTo>
                <a:lnTo>
                  <a:pt x="597" y="79"/>
                </a:lnTo>
                <a:lnTo>
                  <a:pt x="597" y="81"/>
                </a:lnTo>
                <a:lnTo>
                  <a:pt x="598" y="81"/>
                </a:lnTo>
                <a:lnTo>
                  <a:pt x="598" y="82"/>
                </a:lnTo>
                <a:lnTo>
                  <a:pt x="599" y="83"/>
                </a:lnTo>
                <a:lnTo>
                  <a:pt x="600" y="84"/>
                </a:lnTo>
                <a:lnTo>
                  <a:pt x="601" y="84"/>
                </a:lnTo>
                <a:lnTo>
                  <a:pt x="601" y="85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7" y="87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1" y="87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5"/>
                </a:lnTo>
                <a:lnTo>
                  <a:pt x="615" y="86"/>
                </a:lnTo>
                <a:lnTo>
                  <a:pt x="616" y="86"/>
                </a:lnTo>
                <a:lnTo>
                  <a:pt x="616" y="85"/>
                </a:lnTo>
                <a:lnTo>
                  <a:pt x="616" y="84"/>
                </a:lnTo>
                <a:lnTo>
                  <a:pt x="615" y="84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9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5" y="85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5"/>
                </a:lnTo>
                <a:lnTo>
                  <a:pt x="626" y="85"/>
                </a:lnTo>
                <a:lnTo>
                  <a:pt x="627" y="85"/>
                </a:lnTo>
                <a:lnTo>
                  <a:pt x="629" y="85"/>
                </a:lnTo>
                <a:lnTo>
                  <a:pt x="632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4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3"/>
                </a:lnTo>
                <a:lnTo>
                  <a:pt x="643" y="83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4" y="83"/>
                </a:lnTo>
                <a:lnTo>
                  <a:pt x="644" y="82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49" y="78"/>
                </a:lnTo>
                <a:lnTo>
                  <a:pt x="648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7"/>
                </a:lnTo>
                <a:lnTo>
                  <a:pt x="654" y="77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5"/>
                </a:lnTo>
                <a:lnTo>
                  <a:pt x="655" y="75"/>
                </a:lnTo>
                <a:lnTo>
                  <a:pt x="656" y="76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58" y="75"/>
                </a:lnTo>
                <a:lnTo>
                  <a:pt x="658" y="74"/>
                </a:lnTo>
                <a:lnTo>
                  <a:pt x="659" y="74"/>
                </a:lnTo>
                <a:lnTo>
                  <a:pt x="659" y="75"/>
                </a:lnTo>
                <a:lnTo>
                  <a:pt x="661" y="75"/>
                </a:lnTo>
                <a:lnTo>
                  <a:pt x="660" y="75"/>
                </a:lnTo>
                <a:lnTo>
                  <a:pt x="660" y="76"/>
                </a:lnTo>
                <a:lnTo>
                  <a:pt x="661" y="76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2" y="78"/>
                </a:lnTo>
                <a:lnTo>
                  <a:pt x="661" y="78"/>
                </a:lnTo>
                <a:lnTo>
                  <a:pt x="660" y="79"/>
                </a:lnTo>
                <a:lnTo>
                  <a:pt x="659" y="79"/>
                </a:lnTo>
                <a:lnTo>
                  <a:pt x="658" y="80"/>
                </a:lnTo>
                <a:lnTo>
                  <a:pt x="659" y="80"/>
                </a:lnTo>
                <a:lnTo>
                  <a:pt x="659" y="81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0" y="84"/>
                </a:lnTo>
                <a:lnTo>
                  <a:pt x="660" y="85"/>
                </a:lnTo>
                <a:lnTo>
                  <a:pt x="661" y="85"/>
                </a:lnTo>
                <a:lnTo>
                  <a:pt x="661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5"/>
                </a:lnTo>
                <a:lnTo>
                  <a:pt x="665" y="85"/>
                </a:lnTo>
                <a:lnTo>
                  <a:pt x="665" y="86"/>
                </a:lnTo>
                <a:lnTo>
                  <a:pt x="667" y="85"/>
                </a:lnTo>
                <a:lnTo>
                  <a:pt x="668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3" y="89"/>
                </a:lnTo>
                <a:lnTo>
                  <a:pt x="675" y="89"/>
                </a:lnTo>
                <a:lnTo>
                  <a:pt x="676" y="89"/>
                </a:lnTo>
                <a:lnTo>
                  <a:pt x="676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3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6" y="149"/>
                </a:lnTo>
                <a:lnTo>
                  <a:pt x="675" y="149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8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3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4" y="127"/>
                </a:lnTo>
                <a:lnTo>
                  <a:pt x="665" y="127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4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1"/>
                </a:lnTo>
                <a:lnTo>
                  <a:pt x="651" y="141"/>
                </a:lnTo>
                <a:lnTo>
                  <a:pt x="651" y="142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5"/>
                </a:lnTo>
                <a:lnTo>
                  <a:pt x="645" y="135"/>
                </a:lnTo>
                <a:lnTo>
                  <a:pt x="645" y="136"/>
                </a:lnTo>
                <a:lnTo>
                  <a:pt x="644" y="135"/>
                </a:lnTo>
                <a:lnTo>
                  <a:pt x="644" y="136"/>
                </a:lnTo>
                <a:lnTo>
                  <a:pt x="645" y="136"/>
                </a:lnTo>
                <a:lnTo>
                  <a:pt x="645" y="137"/>
                </a:lnTo>
                <a:lnTo>
                  <a:pt x="644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5" y="148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50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50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8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0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4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6"/>
                </a:lnTo>
                <a:lnTo>
                  <a:pt x="598" y="157"/>
                </a:lnTo>
                <a:lnTo>
                  <a:pt x="597" y="156"/>
                </a:lnTo>
                <a:lnTo>
                  <a:pt x="597" y="157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5" y="164"/>
                </a:lnTo>
                <a:lnTo>
                  <a:pt x="574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8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2"/>
                </a:lnTo>
                <a:lnTo>
                  <a:pt x="539" y="171"/>
                </a:lnTo>
                <a:lnTo>
                  <a:pt x="539" y="170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39" y="172"/>
                </a:lnTo>
                <a:lnTo>
                  <a:pt x="540" y="172"/>
                </a:lnTo>
                <a:lnTo>
                  <a:pt x="540" y="173"/>
                </a:lnTo>
                <a:lnTo>
                  <a:pt x="540" y="174"/>
                </a:lnTo>
                <a:lnTo>
                  <a:pt x="539" y="174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3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6" y="173"/>
                </a:lnTo>
                <a:lnTo>
                  <a:pt x="547" y="173"/>
                </a:lnTo>
                <a:lnTo>
                  <a:pt x="547" y="174"/>
                </a:lnTo>
                <a:lnTo>
                  <a:pt x="547" y="175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3" y="177"/>
                </a:lnTo>
                <a:lnTo>
                  <a:pt x="554" y="177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4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2" y="187"/>
                </a:lnTo>
                <a:lnTo>
                  <a:pt x="552" y="188"/>
                </a:lnTo>
                <a:lnTo>
                  <a:pt x="551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9" y="192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2"/>
                </a:lnTo>
                <a:lnTo>
                  <a:pt x="545" y="191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7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5" y="190"/>
                </a:lnTo>
                <a:lnTo>
                  <a:pt x="534" y="190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2" y="192"/>
                </a:lnTo>
                <a:lnTo>
                  <a:pt x="532" y="191"/>
                </a:lnTo>
                <a:lnTo>
                  <a:pt x="531" y="191"/>
                </a:lnTo>
                <a:lnTo>
                  <a:pt x="530" y="193"/>
                </a:lnTo>
                <a:lnTo>
                  <a:pt x="530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2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200"/>
                </a:lnTo>
                <a:lnTo>
                  <a:pt x="526" y="201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0"/>
                </a:lnTo>
                <a:lnTo>
                  <a:pt x="527" y="220"/>
                </a:lnTo>
                <a:lnTo>
                  <a:pt x="526" y="221"/>
                </a:lnTo>
                <a:lnTo>
                  <a:pt x="525" y="222"/>
                </a:lnTo>
                <a:lnTo>
                  <a:pt x="524" y="222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2" y="222"/>
                </a:lnTo>
                <a:lnTo>
                  <a:pt x="521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4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5"/>
                </a:lnTo>
                <a:lnTo>
                  <a:pt x="511" y="225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500" y="229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7" y="229"/>
                </a:lnTo>
                <a:lnTo>
                  <a:pt x="496" y="229"/>
                </a:lnTo>
                <a:lnTo>
                  <a:pt x="496" y="228"/>
                </a:lnTo>
                <a:lnTo>
                  <a:pt x="495" y="228"/>
                </a:lnTo>
                <a:lnTo>
                  <a:pt x="495" y="229"/>
                </a:lnTo>
                <a:lnTo>
                  <a:pt x="493" y="229"/>
                </a:lnTo>
                <a:lnTo>
                  <a:pt x="493" y="228"/>
                </a:lnTo>
                <a:lnTo>
                  <a:pt x="494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5"/>
                </a:lnTo>
                <a:lnTo>
                  <a:pt x="497" y="224"/>
                </a:lnTo>
                <a:lnTo>
                  <a:pt x="496" y="224"/>
                </a:lnTo>
                <a:lnTo>
                  <a:pt x="495" y="225"/>
                </a:lnTo>
                <a:lnTo>
                  <a:pt x="495" y="224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6" y="223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8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0" y="219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6" y="207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5"/>
                </a:lnTo>
                <a:lnTo>
                  <a:pt x="494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2"/>
                </a:lnTo>
                <a:lnTo>
                  <a:pt x="484" y="213"/>
                </a:lnTo>
                <a:lnTo>
                  <a:pt x="483" y="213"/>
                </a:lnTo>
                <a:lnTo>
                  <a:pt x="482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9" y="217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1"/>
                </a:lnTo>
                <a:lnTo>
                  <a:pt x="475" y="220"/>
                </a:lnTo>
                <a:lnTo>
                  <a:pt x="474" y="220"/>
                </a:lnTo>
                <a:lnTo>
                  <a:pt x="474" y="221"/>
                </a:lnTo>
                <a:lnTo>
                  <a:pt x="475" y="221"/>
                </a:lnTo>
                <a:lnTo>
                  <a:pt x="476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8"/>
                </a:lnTo>
                <a:lnTo>
                  <a:pt x="485" y="228"/>
                </a:lnTo>
                <a:lnTo>
                  <a:pt x="488" y="228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90" y="233"/>
                </a:lnTo>
                <a:lnTo>
                  <a:pt x="490" y="234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8"/>
                </a:lnTo>
                <a:lnTo>
                  <a:pt x="488" y="239"/>
                </a:lnTo>
                <a:lnTo>
                  <a:pt x="488" y="240"/>
                </a:lnTo>
                <a:lnTo>
                  <a:pt x="487" y="241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2" y="241"/>
                </a:lnTo>
                <a:lnTo>
                  <a:pt x="482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0" y="255"/>
                </a:lnTo>
                <a:lnTo>
                  <a:pt x="471" y="255"/>
                </a:lnTo>
                <a:lnTo>
                  <a:pt x="471" y="256"/>
                </a:lnTo>
                <a:lnTo>
                  <a:pt x="471" y="257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8" y="262"/>
                </a:lnTo>
                <a:lnTo>
                  <a:pt x="469" y="262"/>
                </a:lnTo>
                <a:lnTo>
                  <a:pt x="468" y="262"/>
                </a:lnTo>
                <a:lnTo>
                  <a:pt x="468" y="263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1"/>
                </a:lnTo>
                <a:lnTo>
                  <a:pt x="464" y="260"/>
                </a:lnTo>
                <a:lnTo>
                  <a:pt x="464" y="259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0" y="262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9"/>
                </a:lnTo>
                <a:lnTo>
                  <a:pt x="460" y="270"/>
                </a:lnTo>
                <a:lnTo>
                  <a:pt x="460" y="271"/>
                </a:lnTo>
                <a:lnTo>
                  <a:pt x="458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6" y="274"/>
                </a:lnTo>
                <a:lnTo>
                  <a:pt x="455" y="274"/>
                </a:lnTo>
                <a:lnTo>
                  <a:pt x="455" y="273"/>
                </a:lnTo>
                <a:lnTo>
                  <a:pt x="454" y="273"/>
                </a:lnTo>
                <a:lnTo>
                  <a:pt x="454" y="272"/>
                </a:lnTo>
                <a:lnTo>
                  <a:pt x="453" y="272"/>
                </a:lnTo>
                <a:lnTo>
                  <a:pt x="452" y="272"/>
                </a:lnTo>
                <a:lnTo>
                  <a:pt x="452" y="273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70"/>
                </a:lnTo>
                <a:lnTo>
                  <a:pt x="450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8" y="274"/>
                </a:lnTo>
                <a:lnTo>
                  <a:pt x="449" y="274"/>
                </a:lnTo>
                <a:lnTo>
                  <a:pt x="448" y="275"/>
                </a:lnTo>
                <a:lnTo>
                  <a:pt x="448" y="276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6" y="277"/>
                </a:lnTo>
                <a:lnTo>
                  <a:pt x="445" y="277"/>
                </a:lnTo>
                <a:lnTo>
                  <a:pt x="445" y="276"/>
                </a:lnTo>
                <a:lnTo>
                  <a:pt x="445" y="273"/>
                </a:lnTo>
                <a:lnTo>
                  <a:pt x="444" y="272"/>
                </a:lnTo>
                <a:lnTo>
                  <a:pt x="444" y="271"/>
                </a:lnTo>
                <a:lnTo>
                  <a:pt x="443" y="271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2"/>
                </a:lnTo>
                <a:lnTo>
                  <a:pt x="442" y="273"/>
                </a:lnTo>
                <a:lnTo>
                  <a:pt x="441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3" y="285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29" y="290"/>
                </a:lnTo>
                <a:lnTo>
                  <a:pt x="429" y="291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4"/>
                </a:lnTo>
                <a:lnTo>
                  <a:pt x="418" y="305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2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2" y="319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4"/>
                </a:lnTo>
                <a:lnTo>
                  <a:pt x="412" y="325"/>
                </a:lnTo>
                <a:lnTo>
                  <a:pt x="411" y="325"/>
                </a:lnTo>
                <a:lnTo>
                  <a:pt x="411" y="326"/>
                </a:lnTo>
                <a:lnTo>
                  <a:pt x="411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9" y="328"/>
                </a:lnTo>
                <a:lnTo>
                  <a:pt x="388" y="328"/>
                </a:lnTo>
                <a:lnTo>
                  <a:pt x="388" y="329"/>
                </a:lnTo>
                <a:lnTo>
                  <a:pt x="387" y="329"/>
                </a:lnTo>
                <a:lnTo>
                  <a:pt x="388" y="330"/>
                </a:lnTo>
                <a:lnTo>
                  <a:pt x="388" y="331"/>
                </a:lnTo>
                <a:lnTo>
                  <a:pt x="387" y="331"/>
                </a:lnTo>
                <a:lnTo>
                  <a:pt x="386" y="331"/>
                </a:lnTo>
                <a:lnTo>
                  <a:pt x="385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2"/>
                </a:lnTo>
                <a:lnTo>
                  <a:pt x="371" y="332"/>
                </a:lnTo>
                <a:lnTo>
                  <a:pt x="370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3"/>
                </a:lnTo>
                <a:lnTo>
                  <a:pt x="366" y="333"/>
                </a:lnTo>
                <a:lnTo>
                  <a:pt x="365" y="333"/>
                </a:lnTo>
                <a:lnTo>
                  <a:pt x="364" y="334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6" y="352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4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8"/>
                </a:lnTo>
                <a:lnTo>
                  <a:pt x="354" y="358"/>
                </a:lnTo>
                <a:lnTo>
                  <a:pt x="354" y="357"/>
                </a:lnTo>
                <a:lnTo>
                  <a:pt x="353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4" y="369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6"/>
                </a:lnTo>
                <a:lnTo>
                  <a:pt x="337" y="366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2" y="370"/>
                </a:lnTo>
                <a:lnTo>
                  <a:pt x="331" y="370"/>
                </a:lnTo>
                <a:lnTo>
                  <a:pt x="331" y="371"/>
                </a:lnTo>
                <a:lnTo>
                  <a:pt x="330" y="371"/>
                </a:lnTo>
                <a:lnTo>
                  <a:pt x="330" y="370"/>
                </a:lnTo>
                <a:lnTo>
                  <a:pt x="329" y="369"/>
                </a:lnTo>
                <a:lnTo>
                  <a:pt x="329" y="370"/>
                </a:lnTo>
                <a:lnTo>
                  <a:pt x="328" y="370"/>
                </a:lnTo>
                <a:lnTo>
                  <a:pt x="328" y="371"/>
                </a:lnTo>
                <a:lnTo>
                  <a:pt x="328" y="372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5" y="381"/>
                </a:lnTo>
                <a:lnTo>
                  <a:pt x="326" y="382"/>
                </a:lnTo>
                <a:lnTo>
                  <a:pt x="326" y="385"/>
                </a:lnTo>
                <a:lnTo>
                  <a:pt x="326" y="386"/>
                </a:lnTo>
                <a:lnTo>
                  <a:pt x="326" y="387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400"/>
                </a:lnTo>
                <a:lnTo>
                  <a:pt x="303" y="399"/>
                </a:lnTo>
                <a:lnTo>
                  <a:pt x="303" y="400"/>
                </a:lnTo>
                <a:lnTo>
                  <a:pt x="302" y="400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2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6"/>
                </a:lnTo>
                <a:lnTo>
                  <a:pt x="297" y="375"/>
                </a:lnTo>
                <a:lnTo>
                  <a:pt x="296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2"/>
                </a:lnTo>
                <a:lnTo>
                  <a:pt x="293" y="371"/>
                </a:lnTo>
                <a:lnTo>
                  <a:pt x="292" y="371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1" y="370"/>
                </a:lnTo>
                <a:lnTo>
                  <a:pt x="280" y="371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8" y="373"/>
                </a:lnTo>
                <a:lnTo>
                  <a:pt x="277" y="373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0" y="373"/>
                </a:lnTo>
                <a:lnTo>
                  <a:pt x="269" y="373"/>
                </a:lnTo>
                <a:lnTo>
                  <a:pt x="269" y="372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5"/>
                </a:lnTo>
                <a:lnTo>
                  <a:pt x="264" y="384"/>
                </a:lnTo>
                <a:lnTo>
                  <a:pt x="261" y="383"/>
                </a:lnTo>
                <a:lnTo>
                  <a:pt x="260" y="383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8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90"/>
                </a:lnTo>
                <a:lnTo>
                  <a:pt x="245" y="391"/>
                </a:lnTo>
                <a:lnTo>
                  <a:pt x="244" y="391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9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28" y="379"/>
                </a:lnTo>
                <a:lnTo>
                  <a:pt x="227" y="379"/>
                </a:lnTo>
                <a:lnTo>
                  <a:pt x="227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4" y="382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8" y="378"/>
                </a:lnTo>
                <a:lnTo>
                  <a:pt x="208" y="377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6"/>
                </a:lnTo>
                <a:lnTo>
                  <a:pt x="202" y="365"/>
                </a:lnTo>
                <a:lnTo>
                  <a:pt x="201" y="364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3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2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2" y="350"/>
                </a:lnTo>
                <a:lnTo>
                  <a:pt x="191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3"/>
                </a:lnTo>
                <a:lnTo>
                  <a:pt x="183" y="342"/>
                </a:lnTo>
                <a:lnTo>
                  <a:pt x="183" y="343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40"/>
                </a:lnTo>
                <a:lnTo>
                  <a:pt x="179" y="339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3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6"/>
                </a:lnTo>
                <a:lnTo>
                  <a:pt x="174" y="346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69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8"/>
                </a:lnTo>
                <a:lnTo>
                  <a:pt x="79" y="379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5"/>
                </a:lnTo>
                <a:lnTo>
                  <a:pt x="10" y="314"/>
                </a:lnTo>
                <a:lnTo>
                  <a:pt x="10" y="312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3" y="294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7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30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7"/>
                </a:lnTo>
                <a:lnTo>
                  <a:pt x="114" y="226"/>
                </a:lnTo>
                <a:lnTo>
                  <a:pt x="115" y="226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9"/>
                </a:lnTo>
                <a:lnTo>
                  <a:pt x="104" y="229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9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2" y="202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9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8" y="197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9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90" y="130"/>
                </a:lnTo>
                <a:lnTo>
                  <a:pt x="90" y="129"/>
                </a:lnTo>
                <a:lnTo>
                  <a:pt x="89" y="129"/>
                </a:lnTo>
                <a:lnTo>
                  <a:pt x="90" y="129"/>
                </a:lnTo>
                <a:lnTo>
                  <a:pt x="91" y="128"/>
                </a:lnTo>
                <a:lnTo>
                  <a:pt x="91" y="127"/>
                </a:lnTo>
                <a:lnTo>
                  <a:pt x="93" y="126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2"/>
                </a:lnTo>
                <a:lnTo>
                  <a:pt x="130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3"/>
                </a:lnTo>
                <a:lnTo>
                  <a:pt x="132" y="82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40" y="74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1" y="76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7" y="81"/>
                </a:lnTo>
                <a:lnTo>
                  <a:pt x="147" y="80"/>
                </a:lnTo>
                <a:lnTo>
                  <a:pt x="148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5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1" y="55"/>
                </a:lnTo>
                <a:lnTo>
                  <a:pt x="172" y="55"/>
                </a:lnTo>
                <a:lnTo>
                  <a:pt x="171" y="54"/>
                </a:lnTo>
                <a:lnTo>
                  <a:pt x="171" y="53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3" y="45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6" y="43"/>
                </a:lnTo>
                <a:lnTo>
                  <a:pt x="239" y="40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1"/>
                </a:lnTo>
                <a:lnTo>
                  <a:pt x="260" y="21"/>
                </a:lnTo>
                <a:lnTo>
                  <a:pt x="261" y="20"/>
                </a:lnTo>
                <a:lnTo>
                  <a:pt x="262" y="19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6" y="12"/>
                </a:lnTo>
                <a:lnTo>
                  <a:pt x="266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2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665064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1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5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8"/>
                </a:lnTo>
                <a:lnTo>
                  <a:pt x="410" y="28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2" y="26"/>
                </a:lnTo>
                <a:lnTo>
                  <a:pt x="422" y="25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2" y="23"/>
                </a:lnTo>
                <a:lnTo>
                  <a:pt x="422" y="22"/>
                </a:lnTo>
                <a:lnTo>
                  <a:pt x="423" y="22"/>
                </a:lnTo>
                <a:lnTo>
                  <a:pt x="423" y="23"/>
                </a:lnTo>
                <a:lnTo>
                  <a:pt x="423" y="22"/>
                </a:lnTo>
                <a:lnTo>
                  <a:pt x="424" y="22"/>
                </a:lnTo>
                <a:lnTo>
                  <a:pt x="423" y="22"/>
                </a:lnTo>
                <a:lnTo>
                  <a:pt x="423" y="20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2" y="28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1" y="42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6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6"/>
                </a:lnTo>
                <a:lnTo>
                  <a:pt x="474" y="46"/>
                </a:lnTo>
                <a:lnTo>
                  <a:pt x="474" y="47"/>
                </a:lnTo>
                <a:lnTo>
                  <a:pt x="476" y="47"/>
                </a:lnTo>
                <a:lnTo>
                  <a:pt x="477" y="46"/>
                </a:lnTo>
                <a:lnTo>
                  <a:pt x="478" y="45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8" y="42"/>
                </a:lnTo>
                <a:lnTo>
                  <a:pt x="489" y="42"/>
                </a:lnTo>
                <a:lnTo>
                  <a:pt x="490" y="40"/>
                </a:lnTo>
                <a:lnTo>
                  <a:pt x="490" y="39"/>
                </a:lnTo>
                <a:lnTo>
                  <a:pt x="491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7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3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8" y="27"/>
                </a:lnTo>
                <a:lnTo>
                  <a:pt x="519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7" y="33"/>
                </a:lnTo>
                <a:lnTo>
                  <a:pt x="518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7" y="34"/>
                </a:lnTo>
                <a:lnTo>
                  <a:pt x="517" y="35"/>
                </a:lnTo>
                <a:lnTo>
                  <a:pt x="516" y="36"/>
                </a:lnTo>
                <a:lnTo>
                  <a:pt x="515" y="36"/>
                </a:lnTo>
                <a:lnTo>
                  <a:pt x="515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9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6" y="56"/>
                </a:lnTo>
                <a:lnTo>
                  <a:pt x="485" y="56"/>
                </a:lnTo>
                <a:lnTo>
                  <a:pt x="484" y="56"/>
                </a:lnTo>
                <a:lnTo>
                  <a:pt x="484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1" y="62"/>
                </a:lnTo>
                <a:lnTo>
                  <a:pt x="481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6" y="65"/>
                </a:lnTo>
                <a:lnTo>
                  <a:pt x="474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4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1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1" y="97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30" y="99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9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6" y="146"/>
                </a:lnTo>
                <a:lnTo>
                  <a:pt x="435" y="146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9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1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6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7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9" y="262"/>
                </a:lnTo>
                <a:lnTo>
                  <a:pt x="548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1"/>
                </a:lnTo>
                <a:lnTo>
                  <a:pt x="499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7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4" y="236"/>
                </a:lnTo>
                <a:lnTo>
                  <a:pt x="483" y="236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38"/>
                </a:lnTo>
                <a:lnTo>
                  <a:pt x="477" y="240"/>
                </a:lnTo>
                <a:lnTo>
                  <a:pt x="476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4" y="262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3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2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5" y="289"/>
                </a:lnTo>
                <a:lnTo>
                  <a:pt x="463" y="289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1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1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6" y="405"/>
                </a:lnTo>
                <a:lnTo>
                  <a:pt x="477" y="405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1" y="400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2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2" y="471"/>
                </a:lnTo>
                <a:lnTo>
                  <a:pt x="482" y="472"/>
                </a:lnTo>
                <a:lnTo>
                  <a:pt x="481" y="472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8" y="472"/>
                </a:lnTo>
                <a:lnTo>
                  <a:pt x="477" y="473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9" y="464"/>
                </a:lnTo>
                <a:lnTo>
                  <a:pt x="318" y="464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9"/>
                </a:lnTo>
                <a:lnTo>
                  <a:pt x="306" y="448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6" y="441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4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2" y="406"/>
                </a:lnTo>
                <a:lnTo>
                  <a:pt x="252" y="407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8" y="412"/>
                </a:lnTo>
                <a:lnTo>
                  <a:pt x="217" y="413"/>
                </a:lnTo>
                <a:lnTo>
                  <a:pt x="216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40" y="397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5"/>
                </a:lnTo>
                <a:lnTo>
                  <a:pt x="116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0" y="387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2" y="358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1" y="351"/>
                </a:lnTo>
                <a:lnTo>
                  <a:pt x="82" y="350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70" y="330"/>
                </a:lnTo>
                <a:lnTo>
                  <a:pt x="70" y="329"/>
                </a:lnTo>
                <a:lnTo>
                  <a:pt x="69" y="329"/>
                </a:lnTo>
                <a:lnTo>
                  <a:pt x="69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4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8" y="217"/>
                </a:lnTo>
                <a:lnTo>
                  <a:pt x="7" y="216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9" y="182"/>
                </a:lnTo>
                <a:lnTo>
                  <a:pt x="9" y="181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8" y="184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50" y="174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1"/>
                </a:lnTo>
                <a:lnTo>
                  <a:pt x="85" y="160"/>
                </a:lnTo>
                <a:lnTo>
                  <a:pt x="87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3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9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6"/>
                </a:lnTo>
                <a:lnTo>
                  <a:pt x="152" y="136"/>
                </a:lnTo>
                <a:lnTo>
                  <a:pt x="153" y="137"/>
                </a:lnTo>
                <a:lnTo>
                  <a:pt x="153" y="136"/>
                </a:lnTo>
                <a:lnTo>
                  <a:pt x="154" y="135"/>
                </a:lnTo>
                <a:lnTo>
                  <a:pt x="154" y="133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2" y="121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6" y="115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4" y="116"/>
                </a:lnTo>
                <a:lnTo>
                  <a:pt x="185" y="116"/>
                </a:lnTo>
                <a:lnTo>
                  <a:pt x="185" y="117"/>
                </a:lnTo>
                <a:lnTo>
                  <a:pt x="186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5" y="119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09" y="118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1" y="105"/>
                </a:lnTo>
                <a:lnTo>
                  <a:pt x="251" y="104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70" y="92"/>
                </a:lnTo>
                <a:lnTo>
                  <a:pt x="271" y="92"/>
                </a:lnTo>
                <a:lnTo>
                  <a:pt x="272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9" y="27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3"/>
                </a:lnTo>
                <a:lnTo>
                  <a:pt x="299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658620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1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6" y="20"/>
                </a:lnTo>
                <a:lnTo>
                  <a:pt x="256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4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9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1" y="33"/>
                </a:lnTo>
                <a:lnTo>
                  <a:pt x="260" y="34"/>
                </a:lnTo>
                <a:lnTo>
                  <a:pt x="260" y="35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0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40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5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7" y="43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8" y="56"/>
                </a:lnTo>
                <a:lnTo>
                  <a:pt x="278" y="55"/>
                </a:lnTo>
                <a:lnTo>
                  <a:pt x="277" y="55"/>
                </a:lnTo>
                <a:lnTo>
                  <a:pt x="276" y="55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9"/>
                </a:lnTo>
                <a:lnTo>
                  <a:pt x="282" y="59"/>
                </a:lnTo>
                <a:lnTo>
                  <a:pt x="282" y="60"/>
                </a:lnTo>
                <a:lnTo>
                  <a:pt x="283" y="60"/>
                </a:lnTo>
                <a:lnTo>
                  <a:pt x="283" y="61"/>
                </a:lnTo>
                <a:lnTo>
                  <a:pt x="284" y="61"/>
                </a:lnTo>
                <a:lnTo>
                  <a:pt x="285" y="62"/>
                </a:lnTo>
                <a:lnTo>
                  <a:pt x="286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8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6" y="66"/>
                </a:lnTo>
                <a:lnTo>
                  <a:pt x="296" y="67"/>
                </a:lnTo>
                <a:lnTo>
                  <a:pt x="295" y="67"/>
                </a:lnTo>
                <a:lnTo>
                  <a:pt x="296" y="68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7" y="67"/>
                </a:lnTo>
                <a:lnTo>
                  <a:pt x="298" y="67"/>
                </a:lnTo>
                <a:lnTo>
                  <a:pt x="299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0"/>
                </a:lnTo>
                <a:lnTo>
                  <a:pt x="305" y="71"/>
                </a:lnTo>
                <a:lnTo>
                  <a:pt x="306" y="72"/>
                </a:lnTo>
                <a:lnTo>
                  <a:pt x="307" y="73"/>
                </a:lnTo>
                <a:lnTo>
                  <a:pt x="308" y="73"/>
                </a:lnTo>
                <a:lnTo>
                  <a:pt x="309" y="73"/>
                </a:lnTo>
                <a:lnTo>
                  <a:pt x="309" y="74"/>
                </a:lnTo>
                <a:lnTo>
                  <a:pt x="310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5" y="76"/>
                </a:lnTo>
                <a:lnTo>
                  <a:pt x="316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4" y="77"/>
                </a:lnTo>
                <a:lnTo>
                  <a:pt x="324" y="78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8" y="83"/>
                </a:lnTo>
                <a:lnTo>
                  <a:pt x="329" y="84"/>
                </a:lnTo>
                <a:lnTo>
                  <a:pt x="330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8" y="88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1" y="90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2" y="91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3" y="90"/>
                </a:lnTo>
                <a:lnTo>
                  <a:pt x="343" y="89"/>
                </a:lnTo>
                <a:lnTo>
                  <a:pt x="342" y="89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4" y="89"/>
                </a:lnTo>
                <a:lnTo>
                  <a:pt x="344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50" y="92"/>
                </a:lnTo>
                <a:lnTo>
                  <a:pt x="351" y="92"/>
                </a:lnTo>
                <a:lnTo>
                  <a:pt x="351" y="93"/>
                </a:lnTo>
                <a:lnTo>
                  <a:pt x="353" y="94"/>
                </a:lnTo>
                <a:lnTo>
                  <a:pt x="354" y="94"/>
                </a:lnTo>
                <a:lnTo>
                  <a:pt x="354" y="95"/>
                </a:lnTo>
                <a:lnTo>
                  <a:pt x="355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60" y="94"/>
                </a:lnTo>
                <a:lnTo>
                  <a:pt x="360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2"/>
                </a:lnTo>
                <a:lnTo>
                  <a:pt x="363" y="93"/>
                </a:lnTo>
                <a:lnTo>
                  <a:pt x="363" y="92"/>
                </a:lnTo>
                <a:lnTo>
                  <a:pt x="364" y="92"/>
                </a:lnTo>
                <a:lnTo>
                  <a:pt x="365" y="93"/>
                </a:lnTo>
                <a:lnTo>
                  <a:pt x="366" y="94"/>
                </a:lnTo>
                <a:lnTo>
                  <a:pt x="367" y="94"/>
                </a:lnTo>
                <a:lnTo>
                  <a:pt x="368" y="95"/>
                </a:lnTo>
                <a:lnTo>
                  <a:pt x="369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8" y="92"/>
                </a:lnTo>
                <a:lnTo>
                  <a:pt x="389" y="92"/>
                </a:lnTo>
                <a:lnTo>
                  <a:pt x="389" y="93"/>
                </a:lnTo>
                <a:lnTo>
                  <a:pt x="390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4" y="92"/>
                </a:lnTo>
                <a:lnTo>
                  <a:pt x="394" y="93"/>
                </a:lnTo>
                <a:lnTo>
                  <a:pt x="394" y="94"/>
                </a:lnTo>
                <a:lnTo>
                  <a:pt x="396" y="95"/>
                </a:lnTo>
                <a:lnTo>
                  <a:pt x="397" y="95"/>
                </a:lnTo>
                <a:lnTo>
                  <a:pt x="398" y="94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89"/>
                </a:lnTo>
                <a:lnTo>
                  <a:pt x="407" y="89"/>
                </a:lnTo>
                <a:lnTo>
                  <a:pt x="407" y="90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4" y="91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8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20" y="87"/>
                </a:lnTo>
                <a:lnTo>
                  <a:pt x="421" y="86"/>
                </a:lnTo>
                <a:lnTo>
                  <a:pt x="421" y="87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5" y="90"/>
                </a:lnTo>
                <a:lnTo>
                  <a:pt x="426" y="90"/>
                </a:lnTo>
                <a:lnTo>
                  <a:pt x="426" y="89"/>
                </a:lnTo>
                <a:lnTo>
                  <a:pt x="427" y="89"/>
                </a:lnTo>
                <a:lnTo>
                  <a:pt x="428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1" y="91"/>
                </a:lnTo>
                <a:lnTo>
                  <a:pt x="432" y="91"/>
                </a:lnTo>
                <a:lnTo>
                  <a:pt x="432" y="90"/>
                </a:lnTo>
                <a:lnTo>
                  <a:pt x="432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9" y="87"/>
                </a:lnTo>
                <a:lnTo>
                  <a:pt x="439" y="88"/>
                </a:lnTo>
                <a:lnTo>
                  <a:pt x="440" y="88"/>
                </a:lnTo>
                <a:lnTo>
                  <a:pt x="441" y="89"/>
                </a:lnTo>
                <a:lnTo>
                  <a:pt x="441" y="90"/>
                </a:lnTo>
                <a:lnTo>
                  <a:pt x="442" y="90"/>
                </a:lnTo>
                <a:lnTo>
                  <a:pt x="443" y="90"/>
                </a:lnTo>
                <a:lnTo>
                  <a:pt x="443" y="91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3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8" y="95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8" y="97"/>
                </a:lnTo>
                <a:lnTo>
                  <a:pt x="448" y="98"/>
                </a:lnTo>
                <a:lnTo>
                  <a:pt x="449" y="99"/>
                </a:lnTo>
                <a:lnTo>
                  <a:pt x="450" y="100"/>
                </a:lnTo>
                <a:lnTo>
                  <a:pt x="451" y="100"/>
                </a:lnTo>
                <a:lnTo>
                  <a:pt x="451" y="99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8" y="102"/>
                </a:lnTo>
                <a:lnTo>
                  <a:pt x="458" y="101"/>
                </a:lnTo>
                <a:lnTo>
                  <a:pt x="459" y="100"/>
                </a:lnTo>
                <a:lnTo>
                  <a:pt x="460" y="100"/>
                </a:lnTo>
                <a:lnTo>
                  <a:pt x="460" y="99"/>
                </a:lnTo>
                <a:lnTo>
                  <a:pt x="461" y="99"/>
                </a:lnTo>
                <a:lnTo>
                  <a:pt x="462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7"/>
                </a:lnTo>
                <a:lnTo>
                  <a:pt x="465" y="96"/>
                </a:lnTo>
                <a:lnTo>
                  <a:pt x="466" y="96"/>
                </a:lnTo>
                <a:lnTo>
                  <a:pt x="467" y="96"/>
                </a:lnTo>
                <a:lnTo>
                  <a:pt x="468" y="97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2" y="93"/>
                </a:lnTo>
                <a:lnTo>
                  <a:pt x="471" y="93"/>
                </a:lnTo>
                <a:lnTo>
                  <a:pt x="472" y="92"/>
                </a:lnTo>
                <a:lnTo>
                  <a:pt x="473" y="93"/>
                </a:lnTo>
                <a:lnTo>
                  <a:pt x="474" y="93"/>
                </a:lnTo>
                <a:lnTo>
                  <a:pt x="474" y="91"/>
                </a:lnTo>
                <a:lnTo>
                  <a:pt x="475" y="91"/>
                </a:lnTo>
                <a:lnTo>
                  <a:pt x="475" y="90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8"/>
                </a:lnTo>
                <a:lnTo>
                  <a:pt x="483" y="87"/>
                </a:lnTo>
                <a:lnTo>
                  <a:pt x="484" y="88"/>
                </a:lnTo>
                <a:lnTo>
                  <a:pt x="485" y="89"/>
                </a:lnTo>
                <a:lnTo>
                  <a:pt x="484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5" y="91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3"/>
                </a:lnTo>
                <a:lnTo>
                  <a:pt x="487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5" y="100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5" y="118"/>
                </a:lnTo>
                <a:lnTo>
                  <a:pt x="484" y="118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3" y="119"/>
                </a:lnTo>
                <a:lnTo>
                  <a:pt x="484" y="120"/>
                </a:lnTo>
                <a:lnTo>
                  <a:pt x="483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7" y="124"/>
                </a:lnTo>
                <a:lnTo>
                  <a:pt x="487" y="125"/>
                </a:lnTo>
                <a:lnTo>
                  <a:pt x="488" y="125"/>
                </a:lnTo>
                <a:lnTo>
                  <a:pt x="489" y="125"/>
                </a:lnTo>
                <a:lnTo>
                  <a:pt x="489" y="126"/>
                </a:lnTo>
                <a:lnTo>
                  <a:pt x="489" y="127"/>
                </a:lnTo>
                <a:lnTo>
                  <a:pt x="488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8" y="132"/>
                </a:lnTo>
                <a:lnTo>
                  <a:pt x="489" y="132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9"/>
                </a:lnTo>
                <a:lnTo>
                  <a:pt x="494" y="140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3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499" y="144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2" y="143"/>
                </a:lnTo>
                <a:lnTo>
                  <a:pt x="503" y="144"/>
                </a:lnTo>
                <a:lnTo>
                  <a:pt x="504" y="144"/>
                </a:lnTo>
                <a:lnTo>
                  <a:pt x="504" y="145"/>
                </a:lnTo>
                <a:lnTo>
                  <a:pt x="504" y="146"/>
                </a:lnTo>
                <a:lnTo>
                  <a:pt x="504" y="147"/>
                </a:lnTo>
                <a:lnTo>
                  <a:pt x="503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7" y="155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4" y="152"/>
                </a:lnTo>
                <a:lnTo>
                  <a:pt x="515" y="152"/>
                </a:lnTo>
                <a:lnTo>
                  <a:pt x="516" y="153"/>
                </a:lnTo>
                <a:lnTo>
                  <a:pt x="516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3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6"/>
                </a:lnTo>
                <a:lnTo>
                  <a:pt x="527" y="146"/>
                </a:lnTo>
                <a:lnTo>
                  <a:pt x="528" y="147"/>
                </a:lnTo>
                <a:lnTo>
                  <a:pt x="529" y="147"/>
                </a:lnTo>
                <a:lnTo>
                  <a:pt x="529" y="146"/>
                </a:lnTo>
                <a:lnTo>
                  <a:pt x="530" y="146"/>
                </a:lnTo>
                <a:lnTo>
                  <a:pt x="530" y="147"/>
                </a:lnTo>
                <a:lnTo>
                  <a:pt x="529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49"/>
                </a:lnTo>
                <a:lnTo>
                  <a:pt x="531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49" y="157"/>
                </a:lnTo>
                <a:lnTo>
                  <a:pt x="550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0" y="159"/>
                </a:lnTo>
                <a:lnTo>
                  <a:pt x="560" y="160"/>
                </a:lnTo>
                <a:lnTo>
                  <a:pt x="561" y="160"/>
                </a:lnTo>
                <a:lnTo>
                  <a:pt x="561" y="161"/>
                </a:lnTo>
                <a:lnTo>
                  <a:pt x="561" y="162"/>
                </a:lnTo>
                <a:lnTo>
                  <a:pt x="561" y="161"/>
                </a:lnTo>
                <a:lnTo>
                  <a:pt x="560" y="161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8" y="165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9" y="173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5" y="173"/>
                </a:lnTo>
                <a:lnTo>
                  <a:pt x="566" y="173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6"/>
                </a:lnTo>
                <a:lnTo>
                  <a:pt x="571" y="176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78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4" y="178"/>
                </a:lnTo>
                <a:lnTo>
                  <a:pt x="575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7" y="179"/>
                </a:lnTo>
                <a:lnTo>
                  <a:pt x="578" y="179"/>
                </a:lnTo>
                <a:lnTo>
                  <a:pt x="579" y="179"/>
                </a:lnTo>
                <a:lnTo>
                  <a:pt x="578" y="179"/>
                </a:lnTo>
                <a:lnTo>
                  <a:pt x="579" y="178"/>
                </a:lnTo>
                <a:lnTo>
                  <a:pt x="579" y="179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4"/>
                </a:lnTo>
                <a:lnTo>
                  <a:pt x="583" y="185"/>
                </a:lnTo>
                <a:lnTo>
                  <a:pt x="584" y="185"/>
                </a:lnTo>
                <a:lnTo>
                  <a:pt x="585" y="184"/>
                </a:lnTo>
                <a:lnTo>
                  <a:pt x="585" y="183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7" y="183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2"/>
                </a:lnTo>
                <a:lnTo>
                  <a:pt x="596" y="182"/>
                </a:lnTo>
                <a:lnTo>
                  <a:pt x="596" y="183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0"/>
                </a:lnTo>
                <a:lnTo>
                  <a:pt x="600" y="179"/>
                </a:lnTo>
                <a:lnTo>
                  <a:pt x="600" y="178"/>
                </a:lnTo>
                <a:lnTo>
                  <a:pt x="601" y="178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2" y="179"/>
                </a:lnTo>
                <a:lnTo>
                  <a:pt x="603" y="179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5" y="174"/>
                </a:lnTo>
                <a:lnTo>
                  <a:pt x="615" y="175"/>
                </a:lnTo>
                <a:lnTo>
                  <a:pt x="617" y="175"/>
                </a:lnTo>
                <a:lnTo>
                  <a:pt x="617" y="174"/>
                </a:lnTo>
                <a:lnTo>
                  <a:pt x="617" y="175"/>
                </a:lnTo>
                <a:lnTo>
                  <a:pt x="618" y="176"/>
                </a:lnTo>
                <a:lnTo>
                  <a:pt x="618" y="175"/>
                </a:lnTo>
                <a:lnTo>
                  <a:pt x="619" y="175"/>
                </a:lnTo>
                <a:lnTo>
                  <a:pt x="620" y="175"/>
                </a:lnTo>
                <a:lnTo>
                  <a:pt x="619" y="176"/>
                </a:lnTo>
                <a:lnTo>
                  <a:pt x="619" y="177"/>
                </a:lnTo>
                <a:lnTo>
                  <a:pt x="619" y="178"/>
                </a:lnTo>
                <a:lnTo>
                  <a:pt x="618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7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1"/>
                </a:lnTo>
                <a:lnTo>
                  <a:pt x="621" y="192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2"/>
                </a:lnTo>
                <a:lnTo>
                  <a:pt x="625" y="193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8"/>
                </a:lnTo>
                <a:lnTo>
                  <a:pt x="636" y="197"/>
                </a:lnTo>
                <a:lnTo>
                  <a:pt x="636" y="196"/>
                </a:lnTo>
                <a:lnTo>
                  <a:pt x="636" y="197"/>
                </a:lnTo>
                <a:lnTo>
                  <a:pt x="637" y="197"/>
                </a:lnTo>
                <a:lnTo>
                  <a:pt x="637" y="196"/>
                </a:lnTo>
                <a:lnTo>
                  <a:pt x="638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3"/>
                </a:lnTo>
                <a:lnTo>
                  <a:pt x="640" y="203"/>
                </a:lnTo>
                <a:lnTo>
                  <a:pt x="640" y="204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3" y="206"/>
                </a:lnTo>
                <a:lnTo>
                  <a:pt x="644" y="205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3"/>
                </a:lnTo>
                <a:lnTo>
                  <a:pt x="647" y="212"/>
                </a:lnTo>
                <a:lnTo>
                  <a:pt x="648" y="213"/>
                </a:lnTo>
                <a:lnTo>
                  <a:pt x="648" y="214"/>
                </a:lnTo>
                <a:lnTo>
                  <a:pt x="649" y="214"/>
                </a:lnTo>
                <a:lnTo>
                  <a:pt x="649" y="215"/>
                </a:lnTo>
                <a:lnTo>
                  <a:pt x="648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7"/>
                </a:lnTo>
                <a:lnTo>
                  <a:pt x="651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5"/>
                </a:lnTo>
                <a:lnTo>
                  <a:pt x="652" y="216"/>
                </a:lnTo>
                <a:lnTo>
                  <a:pt x="653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4"/>
                </a:lnTo>
                <a:lnTo>
                  <a:pt x="655" y="213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6" y="210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3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6" y="217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4" y="234"/>
                </a:lnTo>
                <a:lnTo>
                  <a:pt x="695" y="234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8" y="275"/>
                </a:lnTo>
                <a:lnTo>
                  <a:pt x="678" y="276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8" y="305"/>
                </a:lnTo>
                <a:lnTo>
                  <a:pt x="687" y="305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5" y="315"/>
                </a:lnTo>
                <a:lnTo>
                  <a:pt x="694" y="315"/>
                </a:lnTo>
                <a:lnTo>
                  <a:pt x="693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5" y="358"/>
                </a:lnTo>
                <a:lnTo>
                  <a:pt x="694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6" y="355"/>
                </a:lnTo>
                <a:lnTo>
                  <a:pt x="666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9" y="350"/>
                </a:lnTo>
                <a:lnTo>
                  <a:pt x="657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8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1" y="355"/>
                </a:lnTo>
                <a:lnTo>
                  <a:pt x="641" y="356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0" y="361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3" y="369"/>
                </a:lnTo>
                <a:lnTo>
                  <a:pt x="632" y="370"/>
                </a:lnTo>
                <a:lnTo>
                  <a:pt x="631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8" y="371"/>
                </a:lnTo>
                <a:lnTo>
                  <a:pt x="627" y="373"/>
                </a:lnTo>
                <a:lnTo>
                  <a:pt x="626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1" y="373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2" y="371"/>
                </a:lnTo>
                <a:lnTo>
                  <a:pt x="621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10" y="375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8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7" y="384"/>
                </a:lnTo>
                <a:lnTo>
                  <a:pt x="607" y="385"/>
                </a:lnTo>
                <a:lnTo>
                  <a:pt x="606" y="385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7" y="391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8"/>
                </a:lnTo>
                <a:lnTo>
                  <a:pt x="567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3"/>
                </a:lnTo>
                <a:lnTo>
                  <a:pt x="558" y="402"/>
                </a:lnTo>
                <a:lnTo>
                  <a:pt x="558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5" y="405"/>
                </a:lnTo>
                <a:lnTo>
                  <a:pt x="554" y="405"/>
                </a:lnTo>
                <a:lnTo>
                  <a:pt x="553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1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3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7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2"/>
                </a:lnTo>
                <a:lnTo>
                  <a:pt x="494" y="431"/>
                </a:lnTo>
                <a:lnTo>
                  <a:pt x="493" y="431"/>
                </a:lnTo>
                <a:lnTo>
                  <a:pt x="493" y="430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0" y="415"/>
                </a:lnTo>
                <a:lnTo>
                  <a:pt x="480" y="414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0" y="398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1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9" y="356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69" y="354"/>
                </a:lnTo>
                <a:lnTo>
                  <a:pt x="469" y="353"/>
                </a:lnTo>
                <a:lnTo>
                  <a:pt x="470" y="353"/>
                </a:lnTo>
                <a:lnTo>
                  <a:pt x="470" y="352"/>
                </a:lnTo>
                <a:lnTo>
                  <a:pt x="470" y="351"/>
                </a:lnTo>
                <a:lnTo>
                  <a:pt x="471" y="351"/>
                </a:lnTo>
                <a:lnTo>
                  <a:pt x="470" y="351"/>
                </a:lnTo>
                <a:lnTo>
                  <a:pt x="470" y="350"/>
                </a:lnTo>
                <a:lnTo>
                  <a:pt x="469" y="350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3"/>
                </a:lnTo>
                <a:lnTo>
                  <a:pt x="454" y="364"/>
                </a:lnTo>
                <a:lnTo>
                  <a:pt x="453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3"/>
                </a:lnTo>
                <a:lnTo>
                  <a:pt x="438" y="384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90"/>
                </a:lnTo>
                <a:lnTo>
                  <a:pt x="433" y="391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4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6"/>
                </a:lnTo>
                <a:lnTo>
                  <a:pt x="419" y="365"/>
                </a:lnTo>
                <a:lnTo>
                  <a:pt x="420" y="364"/>
                </a:lnTo>
                <a:lnTo>
                  <a:pt x="420" y="362"/>
                </a:lnTo>
                <a:lnTo>
                  <a:pt x="420" y="361"/>
                </a:lnTo>
                <a:lnTo>
                  <a:pt x="421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5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8"/>
                </a:lnTo>
                <a:lnTo>
                  <a:pt x="413" y="369"/>
                </a:lnTo>
                <a:lnTo>
                  <a:pt x="412" y="369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8"/>
                </a:lnTo>
                <a:lnTo>
                  <a:pt x="405" y="359"/>
                </a:lnTo>
                <a:lnTo>
                  <a:pt x="404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1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9" y="375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3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6" y="375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6"/>
                </a:lnTo>
                <a:lnTo>
                  <a:pt x="327" y="355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1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7" y="349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3" y="346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1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5" y="343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7" y="346"/>
                </a:lnTo>
                <a:lnTo>
                  <a:pt x="297" y="345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4" y="346"/>
                </a:lnTo>
                <a:lnTo>
                  <a:pt x="293" y="345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4" y="344"/>
                </a:lnTo>
                <a:lnTo>
                  <a:pt x="274" y="343"/>
                </a:lnTo>
                <a:lnTo>
                  <a:pt x="273" y="343"/>
                </a:lnTo>
                <a:lnTo>
                  <a:pt x="272" y="342"/>
                </a:lnTo>
                <a:lnTo>
                  <a:pt x="273" y="342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2" y="339"/>
                </a:lnTo>
                <a:lnTo>
                  <a:pt x="271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6" y="337"/>
                </a:lnTo>
                <a:lnTo>
                  <a:pt x="266" y="336"/>
                </a:lnTo>
                <a:lnTo>
                  <a:pt x="265" y="336"/>
                </a:lnTo>
                <a:lnTo>
                  <a:pt x="265" y="335"/>
                </a:lnTo>
                <a:lnTo>
                  <a:pt x="265" y="334"/>
                </a:lnTo>
                <a:lnTo>
                  <a:pt x="264" y="334"/>
                </a:lnTo>
                <a:lnTo>
                  <a:pt x="264" y="333"/>
                </a:lnTo>
                <a:lnTo>
                  <a:pt x="263" y="333"/>
                </a:lnTo>
                <a:lnTo>
                  <a:pt x="262" y="333"/>
                </a:lnTo>
                <a:lnTo>
                  <a:pt x="262" y="332"/>
                </a:lnTo>
                <a:lnTo>
                  <a:pt x="261" y="332"/>
                </a:lnTo>
                <a:lnTo>
                  <a:pt x="261" y="331"/>
                </a:lnTo>
                <a:lnTo>
                  <a:pt x="260" y="330"/>
                </a:lnTo>
                <a:lnTo>
                  <a:pt x="258" y="330"/>
                </a:lnTo>
                <a:lnTo>
                  <a:pt x="257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6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6" y="344"/>
                </a:lnTo>
                <a:lnTo>
                  <a:pt x="196" y="345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8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6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1" y="421"/>
                </a:lnTo>
                <a:lnTo>
                  <a:pt x="80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4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6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7"/>
                </a:lnTo>
                <a:lnTo>
                  <a:pt x="12" y="346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2"/>
                </a:lnTo>
                <a:lnTo>
                  <a:pt x="14" y="330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3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5" y="290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5" y="287"/>
                </a:lnTo>
                <a:lnTo>
                  <a:pt x="4" y="286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7"/>
                </a:lnTo>
                <a:lnTo>
                  <a:pt x="48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1" y="280"/>
                </a:lnTo>
                <a:lnTo>
                  <a:pt x="71" y="279"/>
                </a:lnTo>
                <a:lnTo>
                  <a:pt x="72" y="279"/>
                </a:lnTo>
                <a:lnTo>
                  <a:pt x="72" y="278"/>
                </a:lnTo>
                <a:lnTo>
                  <a:pt x="74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90" y="283"/>
                </a:lnTo>
                <a:lnTo>
                  <a:pt x="91" y="282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2"/>
                </a:lnTo>
                <a:lnTo>
                  <a:pt x="98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6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10" y="266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8" y="248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1" y="236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60" y="232"/>
                </a:lnTo>
                <a:lnTo>
                  <a:pt x="160" y="230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3" y="219"/>
                </a:lnTo>
                <a:lnTo>
                  <a:pt x="164" y="219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3" y="132"/>
                </a:lnTo>
                <a:lnTo>
                  <a:pt x="112" y="132"/>
                </a:lnTo>
                <a:lnTo>
                  <a:pt x="112" y="131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9" y="67"/>
                </a:lnTo>
                <a:lnTo>
                  <a:pt x="158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659988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7" y="1"/>
                </a:move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8"/>
                </a:lnTo>
                <a:lnTo>
                  <a:pt x="199" y="8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7" y="8"/>
                </a:lnTo>
                <a:lnTo>
                  <a:pt x="208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9" y="9"/>
                </a:lnTo>
                <a:lnTo>
                  <a:pt x="220" y="9"/>
                </a:lnTo>
                <a:lnTo>
                  <a:pt x="222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4"/>
                </a:lnTo>
                <a:lnTo>
                  <a:pt x="264" y="23"/>
                </a:lnTo>
                <a:lnTo>
                  <a:pt x="265" y="24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5" y="33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1" y="37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3" y="49"/>
                </a:lnTo>
                <a:lnTo>
                  <a:pt x="304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60"/>
                </a:lnTo>
                <a:lnTo>
                  <a:pt x="316" y="61"/>
                </a:lnTo>
                <a:lnTo>
                  <a:pt x="315" y="61"/>
                </a:lnTo>
                <a:lnTo>
                  <a:pt x="315" y="63"/>
                </a:lnTo>
                <a:lnTo>
                  <a:pt x="315" y="64"/>
                </a:lnTo>
                <a:lnTo>
                  <a:pt x="315" y="65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39"/>
                </a:lnTo>
                <a:lnTo>
                  <a:pt x="382" y="40"/>
                </a:lnTo>
                <a:lnTo>
                  <a:pt x="382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1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3"/>
                </a:lnTo>
                <a:lnTo>
                  <a:pt x="416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4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89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2" y="93"/>
                </a:lnTo>
                <a:lnTo>
                  <a:pt x="442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0" y="100"/>
                </a:lnTo>
                <a:lnTo>
                  <a:pt x="440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7" y="110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5" y="112"/>
                </a:lnTo>
                <a:lnTo>
                  <a:pt x="466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3" y="126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7" y="132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4" y="143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4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8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9" y="233"/>
                </a:lnTo>
                <a:lnTo>
                  <a:pt x="449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7" y="241"/>
                </a:lnTo>
                <a:lnTo>
                  <a:pt x="446" y="241"/>
                </a:lnTo>
                <a:lnTo>
                  <a:pt x="446" y="242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3" y="265"/>
                </a:lnTo>
                <a:lnTo>
                  <a:pt x="432" y="265"/>
                </a:lnTo>
                <a:lnTo>
                  <a:pt x="432" y="266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4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1"/>
                </a:lnTo>
                <a:lnTo>
                  <a:pt x="459" y="283"/>
                </a:lnTo>
                <a:lnTo>
                  <a:pt x="458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4" y="325"/>
                </a:lnTo>
                <a:lnTo>
                  <a:pt x="464" y="326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1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6" y="339"/>
                </a:lnTo>
                <a:lnTo>
                  <a:pt x="456" y="340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7"/>
                </a:lnTo>
                <a:lnTo>
                  <a:pt x="353" y="516"/>
                </a:lnTo>
                <a:lnTo>
                  <a:pt x="351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2"/>
                </a:lnTo>
                <a:lnTo>
                  <a:pt x="326" y="512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6" y="510"/>
                </a:lnTo>
                <a:lnTo>
                  <a:pt x="306" y="511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3" y="533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5" y="547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50"/>
                </a:lnTo>
                <a:lnTo>
                  <a:pt x="278" y="549"/>
                </a:lnTo>
                <a:lnTo>
                  <a:pt x="276" y="549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9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8"/>
                </a:lnTo>
                <a:lnTo>
                  <a:pt x="257" y="558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2"/>
                </a:lnTo>
                <a:lnTo>
                  <a:pt x="247" y="563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8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2" y="543"/>
                </a:lnTo>
                <a:lnTo>
                  <a:pt x="241" y="543"/>
                </a:lnTo>
                <a:lnTo>
                  <a:pt x="241" y="541"/>
                </a:lnTo>
                <a:lnTo>
                  <a:pt x="241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5"/>
                </a:lnTo>
                <a:lnTo>
                  <a:pt x="241" y="533"/>
                </a:lnTo>
                <a:lnTo>
                  <a:pt x="242" y="533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1" y="523"/>
                </a:lnTo>
                <a:lnTo>
                  <a:pt x="239" y="523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2" y="516"/>
                </a:lnTo>
                <a:lnTo>
                  <a:pt x="230" y="516"/>
                </a:lnTo>
                <a:lnTo>
                  <a:pt x="229" y="515"/>
                </a:lnTo>
                <a:lnTo>
                  <a:pt x="228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3" y="522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10" y="522"/>
                </a:lnTo>
                <a:lnTo>
                  <a:pt x="209" y="523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5"/>
                </a:lnTo>
                <a:lnTo>
                  <a:pt x="198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4"/>
                </a:lnTo>
                <a:lnTo>
                  <a:pt x="196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20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6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10" y="496"/>
                </a:lnTo>
                <a:lnTo>
                  <a:pt x="211" y="496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9"/>
                </a:lnTo>
                <a:lnTo>
                  <a:pt x="220" y="488"/>
                </a:lnTo>
                <a:lnTo>
                  <a:pt x="221" y="487"/>
                </a:lnTo>
                <a:lnTo>
                  <a:pt x="223" y="485"/>
                </a:lnTo>
                <a:lnTo>
                  <a:pt x="223" y="484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3" y="436"/>
                </a:lnTo>
                <a:lnTo>
                  <a:pt x="242" y="436"/>
                </a:lnTo>
                <a:lnTo>
                  <a:pt x="242" y="437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9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4"/>
                </a:lnTo>
                <a:lnTo>
                  <a:pt x="223" y="413"/>
                </a:lnTo>
                <a:lnTo>
                  <a:pt x="223" y="412"/>
                </a:lnTo>
                <a:lnTo>
                  <a:pt x="224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6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3"/>
                </a:lnTo>
                <a:lnTo>
                  <a:pt x="225" y="402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7"/>
                </a:lnTo>
                <a:lnTo>
                  <a:pt x="221" y="397"/>
                </a:lnTo>
                <a:lnTo>
                  <a:pt x="221" y="396"/>
                </a:lnTo>
                <a:lnTo>
                  <a:pt x="220" y="396"/>
                </a:lnTo>
                <a:lnTo>
                  <a:pt x="220" y="397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7"/>
                </a:lnTo>
                <a:lnTo>
                  <a:pt x="199" y="385"/>
                </a:lnTo>
                <a:lnTo>
                  <a:pt x="198" y="384"/>
                </a:lnTo>
                <a:lnTo>
                  <a:pt x="198" y="383"/>
                </a:lnTo>
                <a:lnTo>
                  <a:pt x="197" y="383"/>
                </a:lnTo>
                <a:lnTo>
                  <a:pt x="196" y="383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8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2"/>
                </a:lnTo>
                <a:lnTo>
                  <a:pt x="168" y="392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7"/>
                </a:lnTo>
                <a:lnTo>
                  <a:pt x="160" y="398"/>
                </a:lnTo>
                <a:lnTo>
                  <a:pt x="160" y="399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8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4" y="414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9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2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20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6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9" y="409"/>
                </a:lnTo>
                <a:lnTo>
                  <a:pt x="118" y="409"/>
                </a:lnTo>
                <a:lnTo>
                  <a:pt x="118" y="408"/>
                </a:lnTo>
                <a:lnTo>
                  <a:pt x="118" y="407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20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4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9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6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4" y="306"/>
                </a:lnTo>
                <a:lnTo>
                  <a:pt x="53" y="305"/>
                </a:lnTo>
                <a:lnTo>
                  <a:pt x="54" y="305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30" y="314"/>
                </a:lnTo>
                <a:lnTo>
                  <a:pt x="28" y="313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9"/>
                </a:lnTo>
                <a:lnTo>
                  <a:pt x="50" y="268"/>
                </a:lnTo>
                <a:lnTo>
                  <a:pt x="51" y="268"/>
                </a:lnTo>
                <a:lnTo>
                  <a:pt x="51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2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3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3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8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4" y="37"/>
                </a:lnTo>
                <a:lnTo>
                  <a:pt x="104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7" y="45"/>
                </a:lnTo>
                <a:lnTo>
                  <a:pt x="158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7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8" y="26"/>
                </a:lnTo>
                <a:lnTo>
                  <a:pt x="158" y="25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5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8" y="4"/>
                </a:lnTo>
                <a:lnTo>
                  <a:pt x="178" y="3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7" y="0"/>
                </a:lnTo>
                <a:lnTo>
                  <a:pt x="18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6657120" y="2132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665568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670860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669780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671688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662832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8"/>
                </a:lnTo>
                <a:lnTo>
                  <a:pt x="391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5" y="16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8" y="18"/>
                </a:lnTo>
                <a:lnTo>
                  <a:pt x="448" y="19"/>
                </a:lnTo>
                <a:lnTo>
                  <a:pt x="449" y="20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6" y="30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2" y="56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4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6" y="98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8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9" y="95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6" y="88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6"/>
                </a:lnTo>
                <a:lnTo>
                  <a:pt x="485" y="85"/>
                </a:lnTo>
                <a:lnTo>
                  <a:pt x="486" y="85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7"/>
                </a:lnTo>
                <a:lnTo>
                  <a:pt x="553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599" y="72"/>
                </a:lnTo>
                <a:lnTo>
                  <a:pt x="600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5" y="179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4" y="235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2" y="239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51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3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5" y="275"/>
                </a:lnTo>
                <a:lnTo>
                  <a:pt x="584" y="275"/>
                </a:lnTo>
                <a:lnTo>
                  <a:pt x="582" y="275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9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0"/>
                </a:lnTo>
                <a:lnTo>
                  <a:pt x="554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1" y="272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5" y="275"/>
                </a:lnTo>
                <a:lnTo>
                  <a:pt x="534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8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2" y="279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2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1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1" y="281"/>
                </a:lnTo>
                <a:lnTo>
                  <a:pt x="460" y="281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7" y="310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1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4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2" y="347"/>
                </a:lnTo>
                <a:lnTo>
                  <a:pt x="341" y="344"/>
                </a:lnTo>
                <a:lnTo>
                  <a:pt x="338" y="344"/>
                </a:lnTo>
                <a:lnTo>
                  <a:pt x="339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4"/>
                </a:lnTo>
                <a:lnTo>
                  <a:pt x="338" y="355"/>
                </a:lnTo>
                <a:lnTo>
                  <a:pt x="337" y="357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7" y="360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4"/>
                </a:lnTo>
                <a:lnTo>
                  <a:pt x="326" y="355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8" y="370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7" y="372"/>
                </a:lnTo>
                <a:lnTo>
                  <a:pt x="326" y="372"/>
                </a:lnTo>
                <a:lnTo>
                  <a:pt x="326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3"/>
                </a:lnTo>
                <a:lnTo>
                  <a:pt x="323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8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7"/>
                </a:lnTo>
                <a:lnTo>
                  <a:pt x="321" y="368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2" y="356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3" y="350"/>
                </a:lnTo>
                <a:lnTo>
                  <a:pt x="304" y="350"/>
                </a:lnTo>
                <a:lnTo>
                  <a:pt x="304" y="351"/>
                </a:lnTo>
                <a:lnTo>
                  <a:pt x="303" y="352"/>
                </a:lnTo>
                <a:lnTo>
                  <a:pt x="303" y="353"/>
                </a:lnTo>
                <a:lnTo>
                  <a:pt x="304" y="353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2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3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70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70" y="382"/>
                </a:lnTo>
                <a:lnTo>
                  <a:pt x="270" y="383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6"/>
                </a:lnTo>
                <a:lnTo>
                  <a:pt x="264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8" y="357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8" y="372"/>
                </a:lnTo>
                <a:lnTo>
                  <a:pt x="248" y="373"/>
                </a:lnTo>
                <a:lnTo>
                  <a:pt x="248" y="374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3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9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3" y="391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2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5" y="385"/>
                </a:lnTo>
                <a:lnTo>
                  <a:pt x="214" y="385"/>
                </a:lnTo>
                <a:lnTo>
                  <a:pt x="213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3" y="387"/>
                </a:lnTo>
                <a:lnTo>
                  <a:pt x="192" y="387"/>
                </a:lnTo>
                <a:lnTo>
                  <a:pt x="193" y="386"/>
                </a:lnTo>
                <a:lnTo>
                  <a:pt x="192" y="386"/>
                </a:lnTo>
                <a:lnTo>
                  <a:pt x="193" y="386"/>
                </a:lnTo>
                <a:lnTo>
                  <a:pt x="193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10"/>
                </a:lnTo>
                <a:lnTo>
                  <a:pt x="124" y="409"/>
                </a:lnTo>
                <a:lnTo>
                  <a:pt x="123" y="409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6" y="420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3" y="454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5"/>
                </a:lnTo>
                <a:lnTo>
                  <a:pt x="46" y="465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7" y="478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5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6" y="505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6" y="525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2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2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5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77"/>
                </a:lnTo>
                <a:lnTo>
                  <a:pt x="178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1" y="126"/>
                </a:lnTo>
                <a:lnTo>
                  <a:pt x="211" y="127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8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3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1" y="104"/>
                </a:lnTo>
                <a:lnTo>
                  <a:pt x="212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9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2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5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1"/>
                </a:lnTo>
                <a:lnTo>
                  <a:pt x="225" y="50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4"/>
                </a:lnTo>
                <a:lnTo>
                  <a:pt x="229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9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1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8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9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2" y="42"/>
                </a:lnTo>
                <a:lnTo>
                  <a:pt x="274" y="43"/>
                </a:lnTo>
                <a:lnTo>
                  <a:pt x="274" y="44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2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1" y="61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5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5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3" y="32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8"/>
                </a:lnTo>
                <a:lnTo>
                  <a:pt x="299" y="28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8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3" y="18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1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1"/>
                </a:lnTo>
                <a:lnTo>
                  <a:pt x="328" y="2"/>
                </a:lnTo>
                <a:lnTo>
                  <a:pt x="329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675900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681984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678996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678996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678780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680724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687600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6869520" y="2024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658548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645912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9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3" y="52"/>
                </a:lnTo>
                <a:lnTo>
                  <a:pt x="632" y="52"/>
                </a:lnTo>
                <a:lnTo>
                  <a:pt x="632" y="53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1" y="60"/>
                </a:lnTo>
                <a:lnTo>
                  <a:pt x="630" y="60"/>
                </a:lnTo>
                <a:lnTo>
                  <a:pt x="630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1" y="89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600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89" y="151"/>
                </a:lnTo>
                <a:lnTo>
                  <a:pt x="589" y="152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79"/>
                </a:lnTo>
                <a:lnTo>
                  <a:pt x="641" y="180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5" y="164"/>
                </a:lnTo>
                <a:lnTo>
                  <a:pt x="656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7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3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6" y="477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9" y="493"/>
                </a:lnTo>
                <a:lnTo>
                  <a:pt x="468" y="493"/>
                </a:lnTo>
                <a:lnTo>
                  <a:pt x="469" y="493"/>
                </a:lnTo>
                <a:lnTo>
                  <a:pt x="469" y="494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3" y="486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2" y="499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5"/>
                </a:lnTo>
                <a:lnTo>
                  <a:pt x="441" y="505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4" y="501"/>
                </a:lnTo>
                <a:lnTo>
                  <a:pt x="425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90"/>
                </a:lnTo>
                <a:lnTo>
                  <a:pt x="418" y="489"/>
                </a:lnTo>
                <a:lnTo>
                  <a:pt x="418" y="488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8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7" y="488"/>
                </a:lnTo>
                <a:lnTo>
                  <a:pt x="416" y="488"/>
                </a:lnTo>
                <a:lnTo>
                  <a:pt x="415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89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5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8" y="478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1" y="459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1" y="476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80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9" y="490"/>
                </a:lnTo>
                <a:lnTo>
                  <a:pt x="368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1" y="490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60" y="487"/>
                </a:lnTo>
                <a:lnTo>
                  <a:pt x="360" y="486"/>
                </a:lnTo>
                <a:lnTo>
                  <a:pt x="361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1" y="485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7" y="485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2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5" y="499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8"/>
                </a:lnTo>
                <a:lnTo>
                  <a:pt x="296" y="488"/>
                </a:lnTo>
                <a:lnTo>
                  <a:pt x="296" y="489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1" y="486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9" y="488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8" y="477"/>
                </a:lnTo>
                <a:lnTo>
                  <a:pt x="257" y="477"/>
                </a:lnTo>
                <a:lnTo>
                  <a:pt x="256" y="477"/>
                </a:lnTo>
                <a:lnTo>
                  <a:pt x="256" y="478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2" y="466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4" y="464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30" y="457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2"/>
                </a:lnTo>
                <a:lnTo>
                  <a:pt x="201" y="450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0" y="432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3" y="411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3" y="367"/>
                </a:lnTo>
                <a:lnTo>
                  <a:pt x="212" y="367"/>
                </a:lnTo>
                <a:lnTo>
                  <a:pt x="210" y="367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7" y="365"/>
                </a:lnTo>
                <a:lnTo>
                  <a:pt x="207" y="364"/>
                </a:lnTo>
                <a:lnTo>
                  <a:pt x="206" y="364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7" y="323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8" y="202"/>
                </a:lnTo>
                <a:lnTo>
                  <a:pt x="57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9"/>
                </a:lnTo>
                <a:lnTo>
                  <a:pt x="22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8"/>
                </a:lnTo>
                <a:lnTo>
                  <a:pt x="29" y="178"/>
                </a:lnTo>
                <a:lnTo>
                  <a:pt x="29" y="177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3" y="164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0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5" y="150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1" y="124"/>
                </a:lnTo>
                <a:lnTo>
                  <a:pt x="202" y="124"/>
                </a:lnTo>
                <a:lnTo>
                  <a:pt x="202" y="125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2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1" y="112"/>
                </a:lnTo>
                <a:lnTo>
                  <a:pt x="231" y="111"/>
                </a:lnTo>
                <a:lnTo>
                  <a:pt x="232" y="110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2" y="94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7" y="87"/>
                </a:lnTo>
                <a:lnTo>
                  <a:pt x="237" y="86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8" y="82"/>
                </a:lnTo>
                <a:lnTo>
                  <a:pt x="249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8" y="105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9" y="109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1" y="114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5" y="116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7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3" y="122"/>
                </a:lnTo>
                <a:lnTo>
                  <a:pt x="293" y="123"/>
                </a:lnTo>
                <a:lnTo>
                  <a:pt x="292" y="123"/>
                </a:lnTo>
                <a:lnTo>
                  <a:pt x="293" y="123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299" y="121"/>
                </a:lnTo>
                <a:lnTo>
                  <a:pt x="299" y="122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2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29" y="122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4" y="115"/>
                </a:lnTo>
                <a:lnTo>
                  <a:pt x="334" y="114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8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3" y="97"/>
                </a:lnTo>
                <a:lnTo>
                  <a:pt x="342" y="97"/>
                </a:lnTo>
                <a:lnTo>
                  <a:pt x="342" y="96"/>
                </a:lnTo>
                <a:lnTo>
                  <a:pt x="343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8" y="93"/>
                </a:lnTo>
                <a:lnTo>
                  <a:pt x="347" y="92"/>
                </a:lnTo>
                <a:lnTo>
                  <a:pt x="348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5" y="110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8" y="94"/>
                </a:lnTo>
                <a:lnTo>
                  <a:pt x="377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2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3"/>
                </a:lnTo>
                <a:lnTo>
                  <a:pt x="417" y="72"/>
                </a:lnTo>
                <a:lnTo>
                  <a:pt x="417" y="71"/>
                </a:lnTo>
                <a:lnTo>
                  <a:pt x="417" y="70"/>
                </a:lnTo>
                <a:lnTo>
                  <a:pt x="418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5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4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1"/>
                </a:lnTo>
                <a:lnTo>
                  <a:pt x="424" y="63"/>
                </a:lnTo>
                <a:lnTo>
                  <a:pt x="423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7" y="60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4" y="69"/>
                </a:lnTo>
                <a:lnTo>
                  <a:pt x="435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9" y="68"/>
                </a:lnTo>
                <a:lnTo>
                  <a:pt x="441" y="68"/>
                </a:lnTo>
                <a:lnTo>
                  <a:pt x="442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8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70" y="37"/>
                </a:lnTo>
                <a:lnTo>
                  <a:pt x="469" y="37"/>
                </a:lnTo>
                <a:lnTo>
                  <a:pt x="469" y="38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7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3" y="47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6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2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7"/>
                </a:lnTo>
                <a:lnTo>
                  <a:pt x="487" y="37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3"/>
                </a:lnTo>
                <a:lnTo>
                  <a:pt x="508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6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1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4" y="41"/>
                </a:lnTo>
                <a:lnTo>
                  <a:pt x="524" y="42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2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660888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662904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669456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5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674460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678060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677808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689256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689328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689004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2" y="5"/>
                </a:move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648648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40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1"/>
                </a:lnTo>
                <a:lnTo>
                  <a:pt x="441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8" y="122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0"/>
                </a:lnTo>
                <a:lnTo>
                  <a:pt x="427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19" y="135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59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8" y="163"/>
                </a:lnTo>
                <a:lnTo>
                  <a:pt x="376" y="163"/>
                </a:lnTo>
                <a:lnTo>
                  <a:pt x="376" y="164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2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7"/>
                </a:lnTo>
                <a:lnTo>
                  <a:pt x="326" y="168"/>
                </a:lnTo>
                <a:lnTo>
                  <a:pt x="325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3" y="177"/>
                </a:lnTo>
                <a:lnTo>
                  <a:pt x="283" y="176"/>
                </a:lnTo>
                <a:lnTo>
                  <a:pt x="282" y="176"/>
                </a:lnTo>
                <a:lnTo>
                  <a:pt x="282" y="177"/>
                </a:lnTo>
                <a:lnTo>
                  <a:pt x="281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2" y="180"/>
                </a:lnTo>
                <a:lnTo>
                  <a:pt x="282" y="181"/>
                </a:lnTo>
                <a:lnTo>
                  <a:pt x="281" y="181"/>
                </a:lnTo>
                <a:lnTo>
                  <a:pt x="281" y="182"/>
                </a:lnTo>
                <a:lnTo>
                  <a:pt x="281" y="183"/>
                </a:lnTo>
                <a:lnTo>
                  <a:pt x="281" y="182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2" y="186"/>
                </a:lnTo>
                <a:lnTo>
                  <a:pt x="280" y="186"/>
                </a:lnTo>
                <a:lnTo>
                  <a:pt x="280" y="187"/>
                </a:lnTo>
                <a:lnTo>
                  <a:pt x="280" y="188"/>
                </a:lnTo>
                <a:lnTo>
                  <a:pt x="281" y="189"/>
                </a:lnTo>
                <a:lnTo>
                  <a:pt x="282" y="189"/>
                </a:lnTo>
                <a:lnTo>
                  <a:pt x="282" y="190"/>
                </a:lnTo>
                <a:lnTo>
                  <a:pt x="283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1" y="221"/>
                </a:lnTo>
                <a:lnTo>
                  <a:pt x="292" y="221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3" y="222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39"/>
                </a:lnTo>
                <a:lnTo>
                  <a:pt x="283" y="239"/>
                </a:lnTo>
                <a:lnTo>
                  <a:pt x="282" y="239"/>
                </a:lnTo>
                <a:lnTo>
                  <a:pt x="281" y="240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8" y="242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7" y="245"/>
                </a:lnTo>
                <a:lnTo>
                  <a:pt x="278" y="245"/>
                </a:lnTo>
                <a:lnTo>
                  <a:pt x="278" y="246"/>
                </a:lnTo>
                <a:lnTo>
                  <a:pt x="279" y="246"/>
                </a:lnTo>
                <a:lnTo>
                  <a:pt x="279" y="245"/>
                </a:lnTo>
                <a:lnTo>
                  <a:pt x="279" y="244"/>
                </a:lnTo>
                <a:lnTo>
                  <a:pt x="279" y="243"/>
                </a:lnTo>
                <a:lnTo>
                  <a:pt x="280" y="243"/>
                </a:lnTo>
                <a:lnTo>
                  <a:pt x="280" y="244"/>
                </a:lnTo>
                <a:lnTo>
                  <a:pt x="280" y="245"/>
                </a:lnTo>
                <a:lnTo>
                  <a:pt x="281" y="245"/>
                </a:lnTo>
                <a:lnTo>
                  <a:pt x="282" y="245"/>
                </a:lnTo>
                <a:lnTo>
                  <a:pt x="282" y="246"/>
                </a:lnTo>
                <a:lnTo>
                  <a:pt x="282" y="247"/>
                </a:lnTo>
                <a:lnTo>
                  <a:pt x="281" y="247"/>
                </a:lnTo>
                <a:lnTo>
                  <a:pt x="281" y="248"/>
                </a:lnTo>
                <a:lnTo>
                  <a:pt x="281" y="249"/>
                </a:lnTo>
                <a:lnTo>
                  <a:pt x="282" y="249"/>
                </a:lnTo>
                <a:lnTo>
                  <a:pt x="282" y="250"/>
                </a:lnTo>
                <a:lnTo>
                  <a:pt x="283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3" y="251"/>
                </a:lnTo>
                <a:lnTo>
                  <a:pt x="283" y="252"/>
                </a:lnTo>
                <a:lnTo>
                  <a:pt x="283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7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5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6" y="305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5"/>
                </a:lnTo>
                <a:lnTo>
                  <a:pt x="357" y="345"/>
                </a:lnTo>
                <a:lnTo>
                  <a:pt x="357" y="346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6" y="355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8"/>
                </a:lnTo>
                <a:lnTo>
                  <a:pt x="275" y="347"/>
                </a:lnTo>
                <a:lnTo>
                  <a:pt x="276" y="346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4" y="334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30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5"/>
                </a:lnTo>
                <a:lnTo>
                  <a:pt x="271" y="324"/>
                </a:lnTo>
                <a:lnTo>
                  <a:pt x="271" y="323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4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2"/>
                </a:lnTo>
                <a:lnTo>
                  <a:pt x="261" y="321"/>
                </a:lnTo>
                <a:lnTo>
                  <a:pt x="260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1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2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3"/>
                </a:lnTo>
                <a:lnTo>
                  <a:pt x="231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9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7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4"/>
                </a:lnTo>
                <a:lnTo>
                  <a:pt x="225" y="313"/>
                </a:lnTo>
                <a:lnTo>
                  <a:pt x="224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3" y="314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09"/>
                </a:lnTo>
                <a:lnTo>
                  <a:pt x="199" y="310"/>
                </a:lnTo>
                <a:lnTo>
                  <a:pt x="198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5" y="311"/>
                </a:lnTo>
                <a:lnTo>
                  <a:pt x="195" y="310"/>
                </a:lnTo>
                <a:lnTo>
                  <a:pt x="195" y="309"/>
                </a:lnTo>
                <a:lnTo>
                  <a:pt x="194" y="308"/>
                </a:lnTo>
                <a:lnTo>
                  <a:pt x="193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8" y="323"/>
                </a:lnTo>
                <a:lnTo>
                  <a:pt x="189" y="323"/>
                </a:lnTo>
                <a:lnTo>
                  <a:pt x="189" y="324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4"/>
                </a:lnTo>
                <a:lnTo>
                  <a:pt x="187" y="345"/>
                </a:lnTo>
                <a:lnTo>
                  <a:pt x="186" y="345"/>
                </a:lnTo>
                <a:lnTo>
                  <a:pt x="186" y="344"/>
                </a:lnTo>
                <a:lnTo>
                  <a:pt x="184" y="345"/>
                </a:lnTo>
                <a:lnTo>
                  <a:pt x="183" y="345"/>
                </a:lnTo>
                <a:lnTo>
                  <a:pt x="184" y="345"/>
                </a:lnTo>
                <a:lnTo>
                  <a:pt x="184" y="346"/>
                </a:lnTo>
                <a:lnTo>
                  <a:pt x="185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8" y="350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1" y="359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1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5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3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5" y="382"/>
                </a:lnTo>
                <a:lnTo>
                  <a:pt x="124" y="382"/>
                </a:lnTo>
                <a:lnTo>
                  <a:pt x="124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3"/>
                </a:lnTo>
                <a:lnTo>
                  <a:pt x="119" y="372"/>
                </a:lnTo>
                <a:lnTo>
                  <a:pt x="118" y="371"/>
                </a:lnTo>
                <a:lnTo>
                  <a:pt x="118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1" y="364"/>
                </a:lnTo>
                <a:lnTo>
                  <a:pt x="120" y="364"/>
                </a:lnTo>
                <a:lnTo>
                  <a:pt x="119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60"/>
                </a:lnTo>
                <a:lnTo>
                  <a:pt x="115" y="359"/>
                </a:lnTo>
                <a:lnTo>
                  <a:pt x="114" y="358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50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7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7" y="355"/>
                </a:lnTo>
                <a:lnTo>
                  <a:pt x="108" y="356"/>
                </a:lnTo>
                <a:lnTo>
                  <a:pt x="108" y="357"/>
                </a:lnTo>
                <a:lnTo>
                  <a:pt x="108" y="358"/>
                </a:lnTo>
                <a:lnTo>
                  <a:pt x="109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09" y="364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8" y="371"/>
                </a:lnTo>
                <a:lnTo>
                  <a:pt x="107" y="371"/>
                </a:lnTo>
                <a:lnTo>
                  <a:pt x="107" y="370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8" y="375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6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1" y="338"/>
                </a:lnTo>
                <a:lnTo>
                  <a:pt x="80" y="338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9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8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3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5" y="254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2"/>
                </a:lnTo>
                <a:lnTo>
                  <a:pt x="34" y="241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6" y="188"/>
                </a:lnTo>
                <a:lnTo>
                  <a:pt x="66" y="189"/>
                </a:lnTo>
                <a:lnTo>
                  <a:pt x="67" y="190"/>
                </a:lnTo>
                <a:lnTo>
                  <a:pt x="68" y="191"/>
                </a:lnTo>
                <a:lnTo>
                  <a:pt x="69" y="191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4" y="195"/>
                </a:lnTo>
                <a:lnTo>
                  <a:pt x="75" y="196"/>
                </a:lnTo>
                <a:lnTo>
                  <a:pt x="75" y="195"/>
                </a:lnTo>
                <a:lnTo>
                  <a:pt x="76" y="195"/>
                </a:lnTo>
                <a:lnTo>
                  <a:pt x="75" y="195"/>
                </a:lnTo>
                <a:lnTo>
                  <a:pt x="75" y="194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79" y="198"/>
                </a:lnTo>
                <a:lnTo>
                  <a:pt x="80" y="199"/>
                </a:lnTo>
                <a:lnTo>
                  <a:pt x="80" y="200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4" y="205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5" y="208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7" y="207"/>
                </a:lnTo>
                <a:lnTo>
                  <a:pt x="87" y="208"/>
                </a:lnTo>
                <a:lnTo>
                  <a:pt x="88" y="208"/>
                </a:lnTo>
                <a:lnTo>
                  <a:pt x="88" y="207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5"/>
                </a:lnTo>
                <a:lnTo>
                  <a:pt x="89" y="205"/>
                </a:lnTo>
                <a:lnTo>
                  <a:pt x="89" y="206"/>
                </a:lnTo>
                <a:lnTo>
                  <a:pt x="88" y="206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2"/>
                </a:lnTo>
                <a:lnTo>
                  <a:pt x="96" y="202"/>
                </a:lnTo>
                <a:lnTo>
                  <a:pt x="97" y="201"/>
                </a:lnTo>
                <a:lnTo>
                  <a:pt x="98" y="201"/>
                </a:lnTo>
                <a:lnTo>
                  <a:pt x="98" y="202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2" y="200"/>
                </a:lnTo>
                <a:lnTo>
                  <a:pt x="101" y="199"/>
                </a:lnTo>
                <a:lnTo>
                  <a:pt x="100" y="199"/>
                </a:lnTo>
                <a:lnTo>
                  <a:pt x="100" y="198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2" y="197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8" y="197"/>
                </a:lnTo>
                <a:lnTo>
                  <a:pt x="110" y="197"/>
                </a:lnTo>
                <a:lnTo>
                  <a:pt x="109" y="196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5"/>
                </a:lnTo>
                <a:lnTo>
                  <a:pt x="116" y="195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19" y="197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8" y="202"/>
                </a:lnTo>
                <a:lnTo>
                  <a:pt x="118" y="203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9"/>
                </a:lnTo>
                <a:lnTo>
                  <a:pt x="123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6" y="218"/>
                </a:lnTo>
                <a:lnTo>
                  <a:pt x="126" y="219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29" y="223"/>
                </a:lnTo>
                <a:lnTo>
                  <a:pt x="129" y="224"/>
                </a:lnTo>
                <a:lnTo>
                  <a:pt x="130" y="224"/>
                </a:lnTo>
                <a:lnTo>
                  <a:pt x="131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4"/>
                </a:lnTo>
                <a:lnTo>
                  <a:pt x="136" y="223"/>
                </a:lnTo>
                <a:lnTo>
                  <a:pt x="137" y="223"/>
                </a:lnTo>
                <a:lnTo>
                  <a:pt x="138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2"/>
                </a:lnTo>
                <a:lnTo>
                  <a:pt x="140" y="223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49" y="220"/>
                </a:lnTo>
                <a:lnTo>
                  <a:pt x="150" y="220"/>
                </a:lnTo>
                <a:lnTo>
                  <a:pt x="150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9"/>
                </a:lnTo>
                <a:lnTo>
                  <a:pt x="153" y="220"/>
                </a:lnTo>
                <a:lnTo>
                  <a:pt x="153" y="221"/>
                </a:lnTo>
                <a:lnTo>
                  <a:pt x="154" y="221"/>
                </a:lnTo>
                <a:lnTo>
                  <a:pt x="155" y="221"/>
                </a:lnTo>
                <a:lnTo>
                  <a:pt x="155" y="222"/>
                </a:lnTo>
                <a:lnTo>
                  <a:pt x="155" y="223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0" y="219"/>
                </a:lnTo>
                <a:lnTo>
                  <a:pt x="160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8" y="210"/>
                </a:lnTo>
                <a:lnTo>
                  <a:pt x="170" y="209"/>
                </a:lnTo>
                <a:lnTo>
                  <a:pt x="171" y="207"/>
                </a:lnTo>
                <a:lnTo>
                  <a:pt x="172" y="206"/>
                </a:lnTo>
                <a:lnTo>
                  <a:pt x="173" y="204"/>
                </a:lnTo>
                <a:lnTo>
                  <a:pt x="174" y="204"/>
                </a:lnTo>
                <a:lnTo>
                  <a:pt x="175" y="202"/>
                </a:lnTo>
                <a:lnTo>
                  <a:pt x="176" y="200"/>
                </a:lnTo>
                <a:lnTo>
                  <a:pt x="177" y="199"/>
                </a:lnTo>
                <a:lnTo>
                  <a:pt x="177" y="198"/>
                </a:lnTo>
                <a:lnTo>
                  <a:pt x="177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3" y="189"/>
                </a:lnTo>
                <a:lnTo>
                  <a:pt x="184" y="188"/>
                </a:lnTo>
                <a:lnTo>
                  <a:pt x="184" y="187"/>
                </a:lnTo>
                <a:lnTo>
                  <a:pt x="184" y="186"/>
                </a:lnTo>
                <a:lnTo>
                  <a:pt x="185" y="185"/>
                </a:lnTo>
                <a:lnTo>
                  <a:pt x="185" y="184"/>
                </a:lnTo>
                <a:lnTo>
                  <a:pt x="185" y="183"/>
                </a:lnTo>
                <a:lnTo>
                  <a:pt x="186" y="179"/>
                </a:lnTo>
                <a:lnTo>
                  <a:pt x="187" y="178"/>
                </a:lnTo>
                <a:lnTo>
                  <a:pt x="188" y="177"/>
                </a:lnTo>
                <a:lnTo>
                  <a:pt x="189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4"/>
                </a:lnTo>
                <a:lnTo>
                  <a:pt x="192" y="173"/>
                </a:lnTo>
                <a:lnTo>
                  <a:pt x="193" y="172"/>
                </a:lnTo>
                <a:lnTo>
                  <a:pt x="193" y="171"/>
                </a:lnTo>
                <a:lnTo>
                  <a:pt x="192" y="170"/>
                </a:lnTo>
                <a:lnTo>
                  <a:pt x="193" y="169"/>
                </a:lnTo>
                <a:lnTo>
                  <a:pt x="195" y="168"/>
                </a:lnTo>
                <a:lnTo>
                  <a:pt x="196" y="167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4"/>
                </a:lnTo>
                <a:lnTo>
                  <a:pt x="198" y="163"/>
                </a:lnTo>
                <a:lnTo>
                  <a:pt x="199" y="163"/>
                </a:lnTo>
                <a:lnTo>
                  <a:pt x="199" y="162"/>
                </a:lnTo>
                <a:lnTo>
                  <a:pt x="200" y="161"/>
                </a:lnTo>
                <a:lnTo>
                  <a:pt x="200" y="160"/>
                </a:lnTo>
                <a:lnTo>
                  <a:pt x="198" y="158"/>
                </a:lnTo>
                <a:lnTo>
                  <a:pt x="197" y="158"/>
                </a:lnTo>
                <a:lnTo>
                  <a:pt x="196" y="158"/>
                </a:lnTo>
                <a:lnTo>
                  <a:pt x="195" y="157"/>
                </a:lnTo>
                <a:lnTo>
                  <a:pt x="195" y="156"/>
                </a:lnTo>
                <a:lnTo>
                  <a:pt x="195" y="155"/>
                </a:lnTo>
                <a:lnTo>
                  <a:pt x="194" y="154"/>
                </a:lnTo>
                <a:lnTo>
                  <a:pt x="193" y="153"/>
                </a:lnTo>
                <a:lnTo>
                  <a:pt x="192" y="152"/>
                </a:lnTo>
                <a:lnTo>
                  <a:pt x="192" y="151"/>
                </a:lnTo>
                <a:lnTo>
                  <a:pt x="192" y="150"/>
                </a:lnTo>
                <a:lnTo>
                  <a:pt x="193" y="150"/>
                </a:lnTo>
                <a:lnTo>
                  <a:pt x="194" y="150"/>
                </a:lnTo>
                <a:lnTo>
                  <a:pt x="194" y="149"/>
                </a:lnTo>
                <a:lnTo>
                  <a:pt x="193" y="149"/>
                </a:lnTo>
                <a:lnTo>
                  <a:pt x="193" y="148"/>
                </a:lnTo>
                <a:lnTo>
                  <a:pt x="194" y="147"/>
                </a:lnTo>
                <a:lnTo>
                  <a:pt x="193" y="147"/>
                </a:lnTo>
                <a:lnTo>
                  <a:pt x="194" y="147"/>
                </a:lnTo>
                <a:lnTo>
                  <a:pt x="195" y="147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4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7" y="141"/>
                </a:lnTo>
                <a:lnTo>
                  <a:pt x="197" y="140"/>
                </a:lnTo>
                <a:lnTo>
                  <a:pt x="199" y="140"/>
                </a:lnTo>
                <a:lnTo>
                  <a:pt x="200" y="139"/>
                </a:lnTo>
                <a:lnTo>
                  <a:pt x="200" y="140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4" y="139"/>
                </a:lnTo>
                <a:lnTo>
                  <a:pt x="205" y="140"/>
                </a:lnTo>
                <a:lnTo>
                  <a:pt x="206" y="140"/>
                </a:lnTo>
                <a:lnTo>
                  <a:pt x="206" y="141"/>
                </a:lnTo>
                <a:lnTo>
                  <a:pt x="207" y="141"/>
                </a:lnTo>
                <a:lnTo>
                  <a:pt x="208" y="141"/>
                </a:lnTo>
                <a:lnTo>
                  <a:pt x="208" y="140"/>
                </a:lnTo>
                <a:lnTo>
                  <a:pt x="209" y="140"/>
                </a:lnTo>
                <a:lnTo>
                  <a:pt x="209" y="141"/>
                </a:lnTo>
                <a:lnTo>
                  <a:pt x="209" y="142"/>
                </a:lnTo>
                <a:lnTo>
                  <a:pt x="210" y="143"/>
                </a:lnTo>
                <a:lnTo>
                  <a:pt x="211" y="143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4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7"/>
                </a:lnTo>
                <a:lnTo>
                  <a:pt x="218" y="136"/>
                </a:lnTo>
                <a:lnTo>
                  <a:pt x="218" y="135"/>
                </a:lnTo>
                <a:lnTo>
                  <a:pt x="220" y="136"/>
                </a:lnTo>
                <a:lnTo>
                  <a:pt x="221" y="137"/>
                </a:lnTo>
                <a:lnTo>
                  <a:pt x="221" y="138"/>
                </a:lnTo>
                <a:lnTo>
                  <a:pt x="222" y="138"/>
                </a:lnTo>
                <a:lnTo>
                  <a:pt x="221" y="139"/>
                </a:lnTo>
                <a:lnTo>
                  <a:pt x="221" y="140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2" y="143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6" y="144"/>
                </a:lnTo>
                <a:lnTo>
                  <a:pt x="227" y="144"/>
                </a:lnTo>
                <a:lnTo>
                  <a:pt x="228" y="144"/>
                </a:lnTo>
                <a:lnTo>
                  <a:pt x="228" y="145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8"/>
                </a:lnTo>
                <a:lnTo>
                  <a:pt x="240" y="137"/>
                </a:lnTo>
                <a:lnTo>
                  <a:pt x="240" y="136"/>
                </a:lnTo>
                <a:lnTo>
                  <a:pt x="242" y="135"/>
                </a:lnTo>
                <a:lnTo>
                  <a:pt x="243" y="134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40" y="133"/>
                </a:lnTo>
                <a:lnTo>
                  <a:pt x="239" y="133"/>
                </a:lnTo>
                <a:lnTo>
                  <a:pt x="238" y="132"/>
                </a:lnTo>
                <a:lnTo>
                  <a:pt x="238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7"/>
                </a:lnTo>
                <a:lnTo>
                  <a:pt x="238" y="126"/>
                </a:lnTo>
                <a:lnTo>
                  <a:pt x="238" y="125"/>
                </a:lnTo>
                <a:lnTo>
                  <a:pt x="239" y="125"/>
                </a:lnTo>
                <a:lnTo>
                  <a:pt x="239" y="126"/>
                </a:lnTo>
                <a:lnTo>
                  <a:pt x="241" y="126"/>
                </a:lnTo>
                <a:lnTo>
                  <a:pt x="242" y="126"/>
                </a:lnTo>
                <a:lnTo>
                  <a:pt x="243" y="123"/>
                </a:lnTo>
                <a:lnTo>
                  <a:pt x="244" y="123"/>
                </a:lnTo>
                <a:lnTo>
                  <a:pt x="244" y="122"/>
                </a:lnTo>
                <a:lnTo>
                  <a:pt x="245" y="122"/>
                </a:lnTo>
                <a:lnTo>
                  <a:pt x="246" y="121"/>
                </a:lnTo>
                <a:lnTo>
                  <a:pt x="247" y="120"/>
                </a:lnTo>
                <a:lnTo>
                  <a:pt x="248" y="120"/>
                </a:lnTo>
                <a:lnTo>
                  <a:pt x="249" y="120"/>
                </a:lnTo>
                <a:lnTo>
                  <a:pt x="249" y="119"/>
                </a:lnTo>
                <a:lnTo>
                  <a:pt x="249" y="118"/>
                </a:lnTo>
                <a:lnTo>
                  <a:pt x="248" y="118"/>
                </a:lnTo>
                <a:lnTo>
                  <a:pt x="246" y="118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5" y="115"/>
                </a:lnTo>
                <a:lnTo>
                  <a:pt x="245" y="114"/>
                </a:lnTo>
                <a:lnTo>
                  <a:pt x="244" y="113"/>
                </a:lnTo>
                <a:lnTo>
                  <a:pt x="245" y="113"/>
                </a:lnTo>
                <a:lnTo>
                  <a:pt x="245" y="112"/>
                </a:lnTo>
                <a:lnTo>
                  <a:pt x="245" y="113"/>
                </a:lnTo>
                <a:lnTo>
                  <a:pt x="246" y="112"/>
                </a:lnTo>
                <a:lnTo>
                  <a:pt x="247" y="110"/>
                </a:lnTo>
                <a:lnTo>
                  <a:pt x="247" y="109"/>
                </a:lnTo>
                <a:lnTo>
                  <a:pt x="248" y="109"/>
                </a:lnTo>
                <a:lnTo>
                  <a:pt x="249" y="109"/>
                </a:lnTo>
                <a:lnTo>
                  <a:pt x="249" y="108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1" y="102"/>
                </a:lnTo>
                <a:lnTo>
                  <a:pt x="250" y="102"/>
                </a:lnTo>
                <a:lnTo>
                  <a:pt x="250" y="101"/>
                </a:lnTo>
                <a:lnTo>
                  <a:pt x="251" y="101"/>
                </a:lnTo>
                <a:lnTo>
                  <a:pt x="251" y="100"/>
                </a:lnTo>
                <a:lnTo>
                  <a:pt x="250" y="101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7" y="102"/>
                </a:lnTo>
                <a:lnTo>
                  <a:pt x="246" y="102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5" y="99"/>
                </a:lnTo>
                <a:lnTo>
                  <a:pt x="247" y="99"/>
                </a:lnTo>
                <a:lnTo>
                  <a:pt x="248" y="98"/>
                </a:lnTo>
                <a:lnTo>
                  <a:pt x="249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5"/>
                </a:lnTo>
                <a:lnTo>
                  <a:pt x="255" y="94"/>
                </a:lnTo>
                <a:lnTo>
                  <a:pt x="256" y="94"/>
                </a:lnTo>
                <a:lnTo>
                  <a:pt x="256" y="93"/>
                </a:lnTo>
                <a:lnTo>
                  <a:pt x="257" y="93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89"/>
                </a:lnTo>
                <a:lnTo>
                  <a:pt x="260" y="89"/>
                </a:lnTo>
                <a:lnTo>
                  <a:pt x="260" y="88"/>
                </a:lnTo>
                <a:lnTo>
                  <a:pt x="259" y="88"/>
                </a:lnTo>
                <a:lnTo>
                  <a:pt x="258" y="88"/>
                </a:lnTo>
                <a:lnTo>
                  <a:pt x="258" y="87"/>
                </a:lnTo>
                <a:lnTo>
                  <a:pt x="258" y="86"/>
                </a:lnTo>
                <a:lnTo>
                  <a:pt x="257" y="86"/>
                </a:lnTo>
                <a:lnTo>
                  <a:pt x="258" y="85"/>
                </a:lnTo>
                <a:lnTo>
                  <a:pt x="259" y="85"/>
                </a:lnTo>
                <a:lnTo>
                  <a:pt x="259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80"/>
                </a:lnTo>
                <a:lnTo>
                  <a:pt x="263" y="79"/>
                </a:lnTo>
                <a:lnTo>
                  <a:pt x="264" y="78"/>
                </a:lnTo>
                <a:lnTo>
                  <a:pt x="264" y="77"/>
                </a:lnTo>
                <a:lnTo>
                  <a:pt x="264" y="76"/>
                </a:lnTo>
                <a:lnTo>
                  <a:pt x="263" y="76"/>
                </a:lnTo>
                <a:lnTo>
                  <a:pt x="262" y="77"/>
                </a:lnTo>
                <a:lnTo>
                  <a:pt x="261" y="76"/>
                </a:lnTo>
                <a:lnTo>
                  <a:pt x="261" y="75"/>
                </a:lnTo>
                <a:lnTo>
                  <a:pt x="261" y="74"/>
                </a:lnTo>
                <a:lnTo>
                  <a:pt x="262" y="74"/>
                </a:lnTo>
                <a:lnTo>
                  <a:pt x="263" y="74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6" y="73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0" y="73"/>
                </a:lnTo>
                <a:lnTo>
                  <a:pt x="271" y="73"/>
                </a:lnTo>
                <a:lnTo>
                  <a:pt x="272" y="72"/>
                </a:lnTo>
                <a:lnTo>
                  <a:pt x="272" y="73"/>
                </a:lnTo>
                <a:lnTo>
                  <a:pt x="273" y="73"/>
                </a:lnTo>
                <a:lnTo>
                  <a:pt x="273" y="72"/>
                </a:lnTo>
                <a:lnTo>
                  <a:pt x="274" y="72"/>
                </a:lnTo>
                <a:lnTo>
                  <a:pt x="275" y="72"/>
                </a:lnTo>
                <a:lnTo>
                  <a:pt x="275" y="71"/>
                </a:lnTo>
                <a:lnTo>
                  <a:pt x="275" y="70"/>
                </a:lnTo>
                <a:lnTo>
                  <a:pt x="274" y="70"/>
                </a:lnTo>
                <a:lnTo>
                  <a:pt x="274" y="69"/>
                </a:lnTo>
                <a:lnTo>
                  <a:pt x="275" y="68"/>
                </a:lnTo>
                <a:lnTo>
                  <a:pt x="276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68"/>
                </a:lnTo>
                <a:lnTo>
                  <a:pt x="279" y="68"/>
                </a:lnTo>
                <a:lnTo>
                  <a:pt x="279" y="67"/>
                </a:lnTo>
                <a:lnTo>
                  <a:pt x="279" y="66"/>
                </a:lnTo>
                <a:lnTo>
                  <a:pt x="278" y="66"/>
                </a:lnTo>
                <a:lnTo>
                  <a:pt x="279" y="65"/>
                </a:lnTo>
                <a:lnTo>
                  <a:pt x="279" y="64"/>
                </a:lnTo>
                <a:lnTo>
                  <a:pt x="279" y="63"/>
                </a:lnTo>
                <a:lnTo>
                  <a:pt x="280" y="62"/>
                </a:lnTo>
                <a:lnTo>
                  <a:pt x="281" y="62"/>
                </a:lnTo>
                <a:lnTo>
                  <a:pt x="282" y="61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0" y="49"/>
                </a:lnTo>
                <a:lnTo>
                  <a:pt x="291" y="48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6" y="44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3" y="41"/>
                </a:lnTo>
                <a:lnTo>
                  <a:pt x="282" y="41"/>
                </a:lnTo>
                <a:lnTo>
                  <a:pt x="280" y="40"/>
                </a:lnTo>
                <a:lnTo>
                  <a:pt x="279" y="40"/>
                </a:lnTo>
                <a:lnTo>
                  <a:pt x="279" y="39"/>
                </a:lnTo>
                <a:lnTo>
                  <a:pt x="279" y="38"/>
                </a:lnTo>
                <a:lnTo>
                  <a:pt x="278" y="37"/>
                </a:lnTo>
                <a:lnTo>
                  <a:pt x="277" y="37"/>
                </a:lnTo>
                <a:lnTo>
                  <a:pt x="276" y="37"/>
                </a:lnTo>
                <a:lnTo>
                  <a:pt x="275" y="36"/>
                </a:lnTo>
                <a:lnTo>
                  <a:pt x="274" y="36"/>
                </a:lnTo>
                <a:lnTo>
                  <a:pt x="274" y="35"/>
                </a:lnTo>
                <a:lnTo>
                  <a:pt x="273" y="34"/>
                </a:lnTo>
                <a:lnTo>
                  <a:pt x="273" y="33"/>
                </a:lnTo>
                <a:lnTo>
                  <a:pt x="272" y="33"/>
                </a:lnTo>
                <a:lnTo>
                  <a:pt x="272" y="32"/>
                </a:lnTo>
                <a:lnTo>
                  <a:pt x="271" y="31"/>
                </a:lnTo>
                <a:lnTo>
                  <a:pt x="270" y="31"/>
                </a:lnTo>
                <a:lnTo>
                  <a:pt x="269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6"/>
                </a:lnTo>
                <a:lnTo>
                  <a:pt x="268" y="25"/>
                </a:lnTo>
                <a:lnTo>
                  <a:pt x="267" y="25"/>
                </a:lnTo>
                <a:lnTo>
                  <a:pt x="268" y="24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4"/>
                </a:lnTo>
                <a:lnTo>
                  <a:pt x="276" y="24"/>
                </a:lnTo>
                <a:lnTo>
                  <a:pt x="277" y="24"/>
                </a:lnTo>
                <a:lnTo>
                  <a:pt x="277" y="23"/>
                </a:lnTo>
                <a:lnTo>
                  <a:pt x="277" y="22"/>
                </a:lnTo>
                <a:lnTo>
                  <a:pt x="276" y="22"/>
                </a:lnTo>
                <a:lnTo>
                  <a:pt x="275" y="22"/>
                </a:lnTo>
                <a:lnTo>
                  <a:pt x="275" y="21"/>
                </a:lnTo>
                <a:lnTo>
                  <a:pt x="274" y="21"/>
                </a:lnTo>
                <a:lnTo>
                  <a:pt x="274" y="20"/>
                </a:lnTo>
                <a:lnTo>
                  <a:pt x="273" y="20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2" y="15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3" y="11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8" y="4"/>
                </a:lnTo>
                <a:lnTo>
                  <a:pt x="277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2"/>
                </a:lnTo>
                <a:lnTo>
                  <a:pt x="282" y="1"/>
                </a:lnTo>
                <a:lnTo>
                  <a:pt x="283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622872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2" y="13"/>
                </a:lnTo>
                <a:lnTo>
                  <a:pt x="513" y="13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2" y="16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2" y="20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8"/>
                </a:lnTo>
                <a:lnTo>
                  <a:pt x="559" y="59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0" y="102"/>
                </a:lnTo>
                <a:lnTo>
                  <a:pt x="630" y="103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29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8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4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1" y="157"/>
                </a:lnTo>
                <a:lnTo>
                  <a:pt x="741" y="158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2" y="167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5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6"/>
                </a:lnTo>
                <a:lnTo>
                  <a:pt x="877" y="167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7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2"/>
                </a:lnTo>
                <a:lnTo>
                  <a:pt x="981" y="211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2" y="260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9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9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5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4" y="362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5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8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7" y="422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4" y="406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1" y="428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6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5" y="459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6" y="459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2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2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4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6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9"/>
                </a:lnTo>
                <a:lnTo>
                  <a:pt x="780" y="548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2" y="550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5" y="551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5"/>
                </a:lnTo>
                <a:lnTo>
                  <a:pt x="793" y="554"/>
                </a:lnTo>
                <a:lnTo>
                  <a:pt x="793" y="555"/>
                </a:lnTo>
                <a:lnTo>
                  <a:pt x="794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4" y="586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7"/>
                </a:lnTo>
                <a:lnTo>
                  <a:pt x="754" y="587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9" y="672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5" y="675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6"/>
                </a:lnTo>
                <a:lnTo>
                  <a:pt x="741" y="676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20" y="676"/>
                </a:lnTo>
                <a:lnTo>
                  <a:pt x="719" y="676"/>
                </a:lnTo>
                <a:lnTo>
                  <a:pt x="718" y="677"/>
                </a:lnTo>
                <a:lnTo>
                  <a:pt x="717" y="677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3" y="656"/>
                </a:lnTo>
                <a:lnTo>
                  <a:pt x="714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4" y="639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4" y="650"/>
                </a:lnTo>
                <a:lnTo>
                  <a:pt x="683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9" y="657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6" y="658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8" y="613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600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2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2"/>
                </a:lnTo>
                <a:lnTo>
                  <a:pt x="630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4" y="582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6" y="584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2" y="621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6" y="626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5" y="623"/>
                </a:lnTo>
                <a:lnTo>
                  <a:pt x="563" y="623"/>
                </a:lnTo>
                <a:lnTo>
                  <a:pt x="562" y="623"/>
                </a:lnTo>
                <a:lnTo>
                  <a:pt x="562" y="624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1" y="639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0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2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7" y="676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6" y="685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10" y="712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3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1" y="754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6"/>
                </a:lnTo>
                <a:lnTo>
                  <a:pt x="508" y="817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4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90" y="823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5" y="823"/>
                </a:lnTo>
                <a:lnTo>
                  <a:pt x="454" y="823"/>
                </a:lnTo>
                <a:lnTo>
                  <a:pt x="454" y="824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2" y="833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90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1" y="772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2" y="775"/>
                </a:lnTo>
                <a:lnTo>
                  <a:pt x="372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2"/>
                </a:lnTo>
                <a:lnTo>
                  <a:pt x="346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19"/>
                </a:lnTo>
                <a:lnTo>
                  <a:pt x="331" y="718"/>
                </a:lnTo>
                <a:lnTo>
                  <a:pt x="330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1" y="703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7"/>
                </a:lnTo>
                <a:lnTo>
                  <a:pt x="314" y="686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5" y="681"/>
                </a:lnTo>
                <a:lnTo>
                  <a:pt x="316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5" y="658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3" y="661"/>
                </a:lnTo>
                <a:lnTo>
                  <a:pt x="261" y="660"/>
                </a:lnTo>
                <a:lnTo>
                  <a:pt x="260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5" y="658"/>
                </a:lnTo>
                <a:lnTo>
                  <a:pt x="254" y="658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9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5" y="641"/>
                </a:lnTo>
                <a:lnTo>
                  <a:pt x="245" y="640"/>
                </a:lnTo>
                <a:lnTo>
                  <a:pt x="245" y="639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2" y="633"/>
                </a:lnTo>
                <a:lnTo>
                  <a:pt x="241" y="632"/>
                </a:lnTo>
                <a:lnTo>
                  <a:pt x="241" y="631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8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50" y="611"/>
                </a:lnTo>
                <a:lnTo>
                  <a:pt x="248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1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61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90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3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2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0" y="549"/>
                </a:lnTo>
                <a:lnTo>
                  <a:pt x="161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8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500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5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50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2" y="327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8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6" y="234"/>
                </a:lnTo>
                <a:lnTo>
                  <a:pt x="96" y="233"/>
                </a:lnTo>
                <a:lnTo>
                  <a:pt x="95" y="233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9" y="175"/>
                </a:lnTo>
                <a:lnTo>
                  <a:pt x="18" y="175"/>
                </a:lnTo>
                <a:lnTo>
                  <a:pt x="18" y="174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2"/>
                </a:lnTo>
                <a:lnTo>
                  <a:pt x="14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8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9"/>
                </a:lnTo>
                <a:lnTo>
                  <a:pt x="16" y="78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2" y="25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3" y="18"/>
                </a:lnTo>
                <a:lnTo>
                  <a:pt x="35" y="17"/>
                </a:lnTo>
                <a:lnTo>
                  <a:pt x="36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6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0" y="160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4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3"/>
                </a:lnTo>
                <a:lnTo>
                  <a:pt x="242" y="143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6" y="174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8"/>
                </a:lnTo>
                <a:lnTo>
                  <a:pt x="287" y="177"/>
                </a:lnTo>
                <a:lnTo>
                  <a:pt x="288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8" y="180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3" y="182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8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09" y="173"/>
                </a:lnTo>
                <a:lnTo>
                  <a:pt x="310" y="173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3" y="177"/>
                </a:lnTo>
                <a:lnTo>
                  <a:pt x="323" y="176"/>
                </a:lnTo>
                <a:lnTo>
                  <a:pt x="324" y="175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1"/>
                </a:lnTo>
                <a:lnTo>
                  <a:pt x="346" y="131"/>
                </a:lnTo>
                <a:lnTo>
                  <a:pt x="347" y="131"/>
                </a:lnTo>
                <a:lnTo>
                  <a:pt x="347" y="130"/>
                </a:lnTo>
                <a:lnTo>
                  <a:pt x="346" y="130"/>
                </a:lnTo>
                <a:lnTo>
                  <a:pt x="346" y="129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3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2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9" y="122"/>
                </a:lnTo>
                <a:lnTo>
                  <a:pt x="389" y="121"/>
                </a:lnTo>
                <a:lnTo>
                  <a:pt x="390" y="121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5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7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39" y="107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9" y="104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4" y="95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3" y="88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50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9" y="21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80" y="14"/>
                </a:lnTo>
                <a:lnTo>
                  <a:pt x="480" y="13"/>
                </a:lnTo>
                <a:lnTo>
                  <a:pt x="481" y="13"/>
                </a:lnTo>
                <a:lnTo>
                  <a:pt x="482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1"/>
                </a:lnTo>
                <a:lnTo>
                  <a:pt x="500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6431760" y="181332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6" y="8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7" y="7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4" y="27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5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2" y="16"/>
                </a:lnTo>
                <a:lnTo>
                  <a:pt x="413" y="16"/>
                </a:lnTo>
                <a:lnTo>
                  <a:pt x="413" y="15"/>
                </a:lnTo>
                <a:lnTo>
                  <a:pt x="414" y="15"/>
                </a:lnTo>
                <a:lnTo>
                  <a:pt x="414" y="16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40"/>
                </a:lnTo>
                <a:lnTo>
                  <a:pt x="428" y="41"/>
                </a:lnTo>
                <a:lnTo>
                  <a:pt x="428" y="42"/>
                </a:lnTo>
                <a:lnTo>
                  <a:pt x="429" y="42"/>
                </a:lnTo>
                <a:lnTo>
                  <a:pt x="431" y="42"/>
                </a:lnTo>
                <a:lnTo>
                  <a:pt x="431" y="43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1" y="61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7" y="59"/>
                </a:lnTo>
                <a:lnTo>
                  <a:pt x="447" y="58"/>
                </a:lnTo>
                <a:lnTo>
                  <a:pt x="448" y="57"/>
                </a:lnTo>
                <a:lnTo>
                  <a:pt x="449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2" y="63"/>
                </a:lnTo>
                <a:lnTo>
                  <a:pt x="452" y="64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4" y="91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59" y="82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5" y="80"/>
                </a:lnTo>
                <a:lnTo>
                  <a:pt x="466" y="80"/>
                </a:lnTo>
                <a:lnTo>
                  <a:pt x="467" y="81"/>
                </a:lnTo>
                <a:lnTo>
                  <a:pt x="466" y="82"/>
                </a:lnTo>
                <a:lnTo>
                  <a:pt x="466" y="83"/>
                </a:lnTo>
                <a:lnTo>
                  <a:pt x="465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5" y="92"/>
                </a:lnTo>
                <a:lnTo>
                  <a:pt x="466" y="92"/>
                </a:lnTo>
                <a:lnTo>
                  <a:pt x="466" y="93"/>
                </a:lnTo>
                <a:lnTo>
                  <a:pt x="466" y="94"/>
                </a:lnTo>
                <a:lnTo>
                  <a:pt x="465" y="94"/>
                </a:lnTo>
                <a:lnTo>
                  <a:pt x="463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2" y="99"/>
                </a:lnTo>
                <a:lnTo>
                  <a:pt x="463" y="99"/>
                </a:lnTo>
                <a:lnTo>
                  <a:pt x="463" y="101"/>
                </a:lnTo>
                <a:lnTo>
                  <a:pt x="463" y="102"/>
                </a:lnTo>
                <a:lnTo>
                  <a:pt x="464" y="102"/>
                </a:lnTo>
                <a:lnTo>
                  <a:pt x="465" y="102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4"/>
                </a:lnTo>
                <a:lnTo>
                  <a:pt x="466" y="103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69" y="100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1" y="102"/>
                </a:lnTo>
                <a:lnTo>
                  <a:pt x="472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9" y="103"/>
                </a:lnTo>
                <a:lnTo>
                  <a:pt x="480" y="103"/>
                </a:lnTo>
                <a:lnTo>
                  <a:pt x="481" y="104"/>
                </a:lnTo>
                <a:lnTo>
                  <a:pt x="480" y="104"/>
                </a:lnTo>
                <a:lnTo>
                  <a:pt x="480" y="105"/>
                </a:lnTo>
                <a:lnTo>
                  <a:pt x="481" y="105"/>
                </a:lnTo>
                <a:lnTo>
                  <a:pt x="481" y="106"/>
                </a:lnTo>
                <a:lnTo>
                  <a:pt x="483" y="106"/>
                </a:lnTo>
                <a:lnTo>
                  <a:pt x="483" y="107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6" y="108"/>
                </a:lnTo>
                <a:lnTo>
                  <a:pt x="487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0" y="104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4" y="98"/>
                </a:lnTo>
                <a:lnTo>
                  <a:pt x="495" y="98"/>
                </a:lnTo>
                <a:lnTo>
                  <a:pt x="496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6"/>
                </a:lnTo>
                <a:lnTo>
                  <a:pt x="497" y="96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0"/>
                </a:lnTo>
                <a:lnTo>
                  <a:pt x="500" y="89"/>
                </a:lnTo>
                <a:lnTo>
                  <a:pt x="500" y="88"/>
                </a:lnTo>
                <a:lnTo>
                  <a:pt x="499" y="88"/>
                </a:lnTo>
                <a:lnTo>
                  <a:pt x="500" y="88"/>
                </a:lnTo>
                <a:lnTo>
                  <a:pt x="500" y="87"/>
                </a:lnTo>
                <a:lnTo>
                  <a:pt x="500" y="86"/>
                </a:lnTo>
                <a:lnTo>
                  <a:pt x="501" y="85"/>
                </a:lnTo>
                <a:lnTo>
                  <a:pt x="500" y="85"/>
                </a:lnTo>
                <a:lnTo>
                  <a:pt x="500" y="84"/>
                </a:lnTo>
                <a:lnTo>
                  <a:pt x="501" y="84"/>
                </a:lnTo>
                <a:lnTo>
                  <a:pt x="500" y="83"/>
                </a:lnTo>
                <a:lnTo>
                  <a:pt x="500" y="82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1" y="76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1"/>
                </a:lnTo>
                <a:lnTo>
                  <a:pt x="510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8"/>
                </a:lnTo>
                <a:lnTo>
                  <a:pt x="512" y="89"/>
                </a:lnTo>
                <a:lnTo>
                  <a:pt x="511" y="89"/>
                </a:lnTo>
                <a:lnTo>
                  <a:pt x="511" y="90"/>
                </a:lnTo>
                <a:lnTo>
                  <a:pt x="511" y="91"/>
                </a:lnTo>
                <a:lnTo>
                  <a:pt x="511" y="93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3" y="96"/>
                </a:lnTo>
                <a:lnTo>
                  <a:pt x="513" y="97"/>
                </a:lnTo>
                <a:lnTo>
                  <a:pt x="514" y="97"/>
                </a:lnTo>
                <a:lnTo>
                  <a:pt x="515" y="97"/>
                </a:lnTo>
                <a:lnTo>
                  <a:pt x="516" y="96"/>
                </a:lnTo>
                <a:lnTo>
                  <a:pt x="516" y="95"/>
                </a:lnTo>
                <a:lnTo>
                  <a:pt x="517" y="95"/>
                </a:lnTo>
                <a:lnTo>
                  <a:pt x="518" y="95"/>
                </a:lnTo>
                <a:lnTo>
                  <a:pt x="519" y="96"/>
                </a:lnTo>
                <a:lnTo>
                  <a:pt x="519" y="97"/>
                </a:lnTo>
                <a:lnTo>
                  <a:pt x="518" y="98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2" y="97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2"/>
                </a:lnTo>
                <a:lnTo>
                  <a:pt x="516" y="113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6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5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8"/>
                </a:lnTo>
                <a:lnTo>
                  <a:pt x="514" y="129"/>
                </a:lnTo>
                <a:lnTo>
                  <a:pt x="514" y="131"/>
                </a:lnTo>
                <a:lnTo>
                  <a:pt x="515" y="132"/>
                </a:lnTo>
                <a:lnTo>
                  <a:pt x="515" y="133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8"/>
                </a:lnTo>
                <a:lnTo>
                  <a:pt x="516" y="138"/>
                </a:lnTo>
                <a:lnTo>
                  <a:pt x="517" y="138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1"/>
                </a:lnTo>
                <a:lnTo>
                  <a:pt x="518" y="142"/>
                </a:lnTo>
                <a:lnTo>
                  <a:pt x="517" y="142"/>
                </a:lnTo>
                <a:lnTo>
                  <a:pt x="517" y="143"/>
                </a:lnTo>
                <a:lnTo>
                  <a:pt x="518" y="144"/>
                </a:lnTo>
                <a:lnTo>
                  <a:pt x="517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50"/>
                </a:lnTo>
                <a:lnTo>
                  <a:pt x="520" y="152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4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8" y="158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1"/>
                </a:lnTo>
                <a:lnTo>
                  <a:pt x="530" y="162"/>
                </a:lnTo>
                <a:lnTo>
                  <a:pt x="529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7" y="167"/>
                </a:lnTo>
                <a:lnTo>
                  <a:pt x="528" y="169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4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19" y="174"/>
                </a:lnTo>
                <a:lnTo>
                  <a:pt x="519" y="175"/>
                </a:lnTo>
                <a:lnTo>
                  <a:pt x="518" y="175"/>
                </a:lnTo>
                <a:lnTo>
                  <a:pt x="518" y="176"/>
                </a:lnTo>
                <a:lnTo>
                  <a:pt x="517" y="176"/>
                </a:lnTo>
                <a:lnTo>
                  <a:pt x="517" y="177"/>
                </a:lnTo>
                <a:lnTo>
                  <a:pt x="516" y="177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4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1" y="184"/>
                </a:lnTo>
                <a:lnTo>
                  <a:pt x="511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7" y="184"/>
                </a:lnTo>
                <a:lnTo>
                  <a:pt x="496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3"/>
                </a:lnTo>
                <a:lnTo>
                  <a:pt x="499" y="184"/>
                </a:lnTo>
                <a:lnTo>
                  <a:pt x="500" y="184"/>
                </a:lnTo>
                <a:lnTo>
                  <a:pt x="499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8" y="187"/>
                </a:lnTo>
                <a:lnTo>
                  <a:pt x="497" y="188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3" y="193"/>
                </a:lnTo>
                <a:lnTo>
                  <a:pt x="493" y="194"/>
                </a:lnTo>
                <a:lnTo>
                  <a:pt x="492" y="194"/>
                </a:lnTo>
                <a:lnTo>
                  <a:pt x="492" y="193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200"/>
                </a:lnTo>
                <a:lnTo>
                  <a:pt x="486" y="199"/>
                </a:lnTo>
                <a:lnTo>
                  <a:pt x="485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2" y="204"/>
                </a:lnTo>
                <a:lnTo>
                  <a:pt x="481" y="205"/>
                </a:lnTo>
                <a:lnTo>
                  <a:pt x="480" y="205"/>
                </a:lnTo>
                <a:lnTo>
                  <a:pt x="478" y="206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79" y="211"/>
                </a:lnTo>
                <a:lnTo>
                  <a:pt x="478" y="213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6" y="216"/>
                </a:lnTo>
                <a:lnTo>
                  <a:pt x="475" y="215"/>
                </a:lnTo>
                <a:lnTo>
                  <a:pt x="474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2" y="218"/>
                </a:lnTo>
                <a:lnTo>
                  <a:pt x="471" y="218"/>
                </a:lnTo>
                <a:lnTo>
                  <a:pt x="470" y="218"/>
                </a:lnTo>
                <a:lnTo>
                  <a:pt x="470" y="217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4"/>
                </a:lnTo>
                <a:lnTo>
                  <a:pt x="475" y="224"/>
                </a:lnTo>
                <a:lnTo>
                  <a:pt x="475" y="225"/>
                </a:lnTo>
                <a:lnTo>
                  <a:pt x="476" y="226"/>
                </a:lnTo>
                <a:lnTo>
                  <a:pt x="475" y="227"/>
                </a:lnTo>
                <a:lnTo>
                  <a:pt x="476" y="227"/>
                </a:lnTo>
                <a:lnTo>
                  <a:pt x="477" y="226"/>
                </a:lnTo>
                <a:lnTo>
                  <a:pt x="478" y="225"/>
                </a:lnTo>
                <a:lnTo>
                  <a:pt x="478" y="226"/>
                </a:lnTo>
                <a:lnTo>
                  <a:pt x="479" y="225"/>
                </a:lnTo>
                <a:lnTo>
                  <a:pt x="480" y="225"/>
                </a:lnTo>
                <a:lnTo>
                  <a:pt x="479" y="225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1" y="223"/>
                </a:lnTo>
                <a:lnTo>
                  <a:pt x="481" y="222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19"/>
                </a:lnTo>
                <a:lnTo>
                  <a:pt x="487" y="220"/>
                </a:lnTo>
                <a:lnTo>
                  <a:pt x="487" y="219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2" y="216"/>
                </a:lnTo>
                <a:lnTo>
                  <a:pt x="494" y="215"/>
                </a:lnTo>
                <a:lnTo>
                  <a:pt x="495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7" y="217"/>
                </a:lnTo>
                <a:lnTo>
                  <a:pt x="497" y="218"/>
                </a:lnTo>
                <a:lnTo>
                  <a:pt x="496" y="220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2" y="219"/>
                </a:lnTo>
                <a:lnTo>
                  <a:pt x="503" y="219"/>
                </a:lnTo>
                <a:lnTo>
                  <a:pt x="504" y="219"/>
                </a:lnTo>
                <a:lnTo>
                  <a:pt x="504" y="218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1" y="212"/>
                </a:lnTo>
                <a:lnTo>
                  <a:pt x="522" y="213"/>
                </a:lnTo>
                <a:lnTo>
                  <a:pt x="522" y="212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1"/>
                </a:lnTo>
                <a:lnTo>
                  <a:pt x="524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29" y="214"/>
                </a:lnTo>
                <a:lnTo>
                  <a:pt x="530" y="214"/>
                </a:lnTo>
                <a:lnTo>
                  <a:pt x="529" y="215"/>
                </a:lnTo>
                <a:lnTo>
                  <a:pt x="529" y="216"/>
                </a:lnTo>
                <a:lnTo>
                  <a:pt x="528" y="217"/>
                </a:lnTo>
                <a:lnTo>
                  <a:pt x="528" y="219"/>
                </a:lnTo>
                <a:lnTo>
                  <a:pt x="529" y="219"/>
                </a:lnTo>
                <a:lnTo>
                  <a:pt x="530" y="219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1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3" y="221"/>
                </a:lnTo>
                <a:lnTo>
                  <a:pt x="533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4" y="228"/>
                </a:lnTo>
                <a:lnTo>
                  <a:pt x="534" y="230"/>
                </a:lnTo>
                <a:lnTo>
                  <a:pt x="535" y="230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5" y="235"/>
                </a:lnTo>
                <a:lnTo>
                  <a:pt x="534" y="235"/>
                </a:lnTo>
                <a:lnTo>
                  <a:pt x="533" y="234"/>
                </a:lnTo>
                <a:lnTo>
                  <a:pt x="532" y="234"/>
                </a:lnTo>
                <a:lnTo>
                  <a:pt x="531" y="235"/>
                </a:lnTo>
                <a:lnTo>
                  <a:pt x="531" y="236"/>
                </a:lnTo>
                <a:lnTo>
                  <a:pt x="529" y="237"/>
                </a:lnTo>
                <a:lnTo>
                  <a:pt x="528" y="237"/>
                </a:lnTo>
                <a:lnTo>
                  <a:pt x="527" y="238"/>
                </a:lnTo>
                <a:lnTo>
                  <a:pt x="526" y="238"/>
                </a:lnTo>
                <a:lnTo>
                  <a:pt x="526" y="239"/>
                </a:lnTo>
                <a:lnTo>
                  <a:pt x="526" y="241"/>
                </a:lnTo>
                <a:lnTo>
                  <a:pt x="526" y="242"/>
                </a:lnTo>
                <a:lnTo>
                  <a:pt x="527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39"/>
                </a:lnTo>
                <a:lnTo>
                  <a:pt x="529" y="238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3" y="240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2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3" y="248"/>
                </a:lnTo>
                <a:lnTo>
                  <a:pt x="534" y="249"/>
                </a:lnTo>
                <a:lnTo>
                  <a:pt x="534" y="250"/>
                </a:lnTo>
                <a:lnTo>
                  <a:pt x="533" y="252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2" y="253"/>
                </a:lnTo>
                <a:lnTo>
                  <a:pt x="532" y="252"/>
                </a:lnTo>
                <a:lnTo>
                  <a:pt x="533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8" y="251"/>
                </a:lnTo>
                <a:lnTo>
                  <a:pt x="528" y="252"/>
                </a:lnTo>
                <a:lnTo>
                  <a:pt x="527" y="252"/>
                </a:lnTo>
                <a:lnTo>
                  <a:pt x="526" y="253"/>
                </a:lnTo>
                <a:lnTo>
                  <a:pt x="525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1" y="255"/>
                </a:lnTo>
                <a:lnTo>
                  <a:pt x="521" y="256"/>
                </a:lnTo>
                <a:lnTo>
                  <a:pt x="522" y="256"/>
                </a:lnTo>
                <a:lnTo>
                  <a:pt x="522" y="257"/>
                </a:lnTo>
                <a:lnTo>
                  <a:pt x="520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7"/>
                </a:lnTo>
                <a:lnTo>
                  <a:pt x="515" y="257"/>
                </a:lnTo>
                <a:lnTo>
                  <a:pt x="514" y="257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6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19" y="264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5"/>
                </a:lnTo>
                <a:lnTo>
                  <a:pt x="522" y="276"/>
                </a:lnTo>
                <a:lnTo>
                  <a:pt x="521" y="276"/>
                </a:lnTo>
                <a:lnTo>
                  <a:pt x="521" y="277"/>
                </a:lnTo>
                <a:lnTo>
                  <a:pt x="522" y="278"/>
                </a:lnTo>
                <a:lnTo>
                  <a:pt x="521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19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6" y="285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4" y="290"/>
                </a:lnTo>
                <a:lnTo>
                  <a:pt x="513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1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8" y="302"/>
                </a:lnTo>
                <a:lnTo>
                  <a:pt x="519" y="302"/>
                </a:lnTo>
                <a:lnTo>
                  <a:pt x="520" y="301"/>
                </a:lnTo>
                <a:lnTo>
                  <a:pt x="522" y="300"/>
                </a:lnTo>
                <a:lnTo>
                  <a:pt x="524" y="300"/>
                </a:lnTo>
                <a:lnTo>
                  <a:pt x="526" y="300"/>
                </a:lnTo>
                <a:lnTo>
                  <a:pt x="527" y="299"/>
                </a:lnTo>
                <a:lnTo>
                  <a:pt x="527" y="298"/>
                </a:lnTo>
                <a:lnTo>
                  <a:pt x="528" y="298"/>
                </a:lnTo>
                <a:lnTo>
                  <a:pt x="528" y="297"/>
                </a:lnTo>
                <a:lnTo>
                  <a:pt x="529" y="297"/>
                </a:lnTo>
                <a:lnTo>
                  <a:pt x="529" y="298"/>
                </a:lnTo>
                <a:lnTo>
                  <a:pt x="530" y="299"/>
                </a:lnTo>
                <a:lnTo>
                  <a:pt x="529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2"/>
                </a:lnTo>
                <a:lnTo>
                  <a:pt x="527" y="303"/>
                </a:lnTo>
                <a:lnTo>
                  <a:pt x="527" y="304"/>
                </a:lnTo>
                <a:lnTo>
                  <a:pt x="526" y="304"/>
                </a:lnTo>
                <a:lnTo>
                  <a:pt x="526" y="305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8"/>
                </a:lnTo>
                <a:lnTo>
                  <a:pt x="528" y="308"/>
                </a:lnTo>
                <a:lnTo>
                  <a:pt x="529" y="308"/>
                </a:lnTo>
                <a:lnTo>
                  <a:pt x="530" y="309"/>
                </a:lnTo>
                <a:lnTo>
                  <a:pt x="529" y="310"/>
                </a:lnTo>
                <a:lnTo>
                  <a:pt x="529" y="309"/>
                </a:lnTo>
                <a:lnTo>
                  <a:pt x="528" y="309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4"/>
                </a:lnTo>
                <a:lnTo>
                  <a:pt x="532" y="315"/>
                </a:lnTo>
                <a:lnTo>
                  <a:pt x="532" y="316"/>
                </a:lnTo>
                <a:lnTo>
                  <a:pt x="533" y="316"/>
                </a:lnTo>
                <a:lnTo>
                  <a:pt x="533" y="318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29" y="319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7" y="319"/>
                </a:lnTo>
                <a:lnTo>
                  <a:pt x="527" y="320"/>
                </a:lnTo>
                <a:lnTo>
                  <a:pt x="527" y="322"/>
                </a:lnTo>
                <a:lnTo>
                  <a:pt x="527" y="323"/>
                </a:lnTo>
                <a:lnTo>
                  <a:pt x="528" y="323"/>
                </a:lnTo>
                <a:lnTo>
                  <a:pt x="527" y="324"/>
                </a:lnTo>
                <a:lnTo>
                  <a:pt x="528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29" y="329"/>
                </a:lnTo>
                <a:lnTo>
                  <a:pt x="528" y="329"/>
                </a:lnTo>
                <a:lnTo>
                  <a:pt x="528" y="330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3"/>
                </a:lnTo>
                <a:lnTo>
                  <a:pt x="523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4"/>
                </a:lnTo>
                <a:lnTo>
                  <a:pt x="526" y="337"/>
                </a:lnTo>
                <a:lnTo>
                  <a:pt x="526" y="338"/>
                </a:lnTo>
                <a:lnTo>
                  <a:pt x="525" y="338"/>
                </a:lnTo>
                <a:lnTo>
                  <a:pt x="525" y="339"/>
                </a:lnTo>
                <a:lnTo>
                  <a:pt x="524" y="339"/>
                </a:lnTo>
                <a:lnTo>
                  <a:pt x="523" y="339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0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6"/>
                </a:lnTo>
                <a:lnTo>
                  <a:pt x="517" y="348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6" y="353"/>
                </a:lnTo>
                <a:lnTo>
                  <a:pt x="516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8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5" y="356"/>
                </a:lnTo>
                <a:lnTo>
                  <a:pt x="506" y="356"/>
                </a:lnTo>
                <a:lnTo>
                  <a:pt x="506" y="355"/>
                </a:lnTo>
                <a:lnTo>
                  <a:pt x="505" y="354"/>
                </a:lnTo>
                <a:lnTo>
                  <a:pt x="504" y="354"/>
                </a:lnTo>
                <a:lnTo>
                  <a:pt x="504" y="353"/>
                </a:lnTo>
                <a:lnTo>
                  <a:pt x="505" y="353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2"/>
                </a:lnTo>
                <a:lnTo>
                  <a:pt x="500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5" y="350"/>
                </a:lnTo>
                <a:lnTo>
                  <a:pt x="494" y="351"/>
                </a:lnTo>
                <a:lnTo>
                  <a:pt x="494" y="352"/>
                </a:lnTo>
                <a:lnTo>
                  <a:pt x="493" y="352"/>
                </a:lnTo>
                <a:lnTo>
                  <a:pt x="492" y="352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6" y="352"/>
                </a:lnTo>
                <a:lnTo>
                  <a:pt x="486" y="353"/>
                </a:lnTo>
                <a:lnTo>
                  <a:pt x="487" y="354"/>
                </a:lnTo>
                <a:lnTo>
                  <a:pt x="486" y="354"/>
                </a:lnTo>
                <a:lnTo>
                  <a:pt x="485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1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7" y="359"/>
                </a:lnTo>
                <a:lnTo>
                  <a:pt x="477" y="360"/>
                </a:lnTo>
                <a:lnTo>
                  <a:pt x="477" y="362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2"/>
                </a:lnTo>
                <a:lnTo>
                  <a:pt x="483" y="361"/>
                </a:lnTo>
                <a:lnTo>
                  <a:pt x="484" y="361"/>
                </a:lnTo>
                <a:lnTo>
                  <a:pt x="484" y="360"/>
                </a:lnTo>
                <a:lnTo>
                  <a:pt x="485" y="360"/>
                </a:lnTo>
                <a:lnTo>
                  <a:pt x="485" y="359"/>
                </a:lnTo>
                <a:lnTo>
                  <a:pt x="485" y="358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1" y="357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3" y="359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1" y="364"/>
                </a:lnTo>
                <a:lnTo>
                  <a:pt x="490" y="366"/>
                </a:lnTo>
                <a:lnTo>
                  <a:pt x="490" y="367"/>
                </a:lnTo>
                <a:lnTo>
                  <a:pt x="490" y="369"/>
                </a:lnTo>
                <a:lnTo>
                  <a:pt x="490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3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9" y="381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8"/>
                </a:lnTo>
                <a:lnTo>
                  <a:pt x="477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5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7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80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8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6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8"/>
                </a:lnTo>
                <a:lnTo>
                  <a:pt x="434" y="387"/>
                </a:lnTo>
                <a:lnTo>
                  <a:pt x="434" y="386"/>
                </a:lnTo>
                <a:lnTo>
                  <a:pt x="434" y="385"/>
                </a:lnTo>
                <a:lnTo>
                  <a:pt x="433" y="383"/>
                </a:lnTo>
                <a:lnTo>
                  <a:pt x="432" y="382"/>
                </a:lnTo>
                <a:lnTo>
                  <a:pt x="431" y="381"/>
                </a:lnTo>
                <a:lnTo>
                  <a:pt x="430" y="381"/>
                </a:lnTo>
                <a:lnTo>
                  <a:pt x="428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4" y="386"/>
                </a:lnTo>
                <a:lnTo>
                  <a:pt x="413" y="387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1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0" y="399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3" y="421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70" y="413"/>
                </a:lnTo>
                <a:lnTo>
                  <a:pt x="370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7" y="407"/>
                </a:lnTo>
                <a:lnTo>
                  <a:pt x="367" y="408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6" y="404"/>
                </a:lnTo>
                <a:lnTo>
                  <a:pt x="366" y="403"/>
                </a:lnTo>
                <a:lnTo>
                  <a:pt x="365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8" y="392"/>
                </a:lnTo>
                <a:lnTo>
                  <a:pt x="336" y="392"/>
                </a:lnTo>
                <a:lnTo>
                  <a:pt x="336" y="391"/>
                </a:lnTo>
                <a:lnTo>
                  <a:pt x="335" y="392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5" y="389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2"/>
                </a:lnTo>
                <a:lnTo>
                  <a:pt x="335" y="381"/>
                </a:lnTo>
                <a:lnTo>
                  <a:pt x="334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8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3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5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7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3" y="389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3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1"/>
                </a:lnTo>
                <a:lnTo>
                  <a:pt x="307" y="402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7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8"/>
                </a:lnTo>
                <a:lnTo>
                  <a:pt x="298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79" y="415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1" y="433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7" y="435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2" y="442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2" y="458"/>
                </a:lnTo>
                <a:lnTo>
                  <a:pt x="231" y="458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4" y="434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4" y="442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5"/>
                </a:lnTo>
                <a:lnTo>
                  <a:pt x="113" y="466"/>
                </a:lnTo>
                <a:lnTo>
                  <a:pt x="112" y="466"/>
                </a:lnTo>
                <a:lnTo>
                  <a:pt x="111" y="466"/>
                </a:lnTo>
                <a:lnTo>
                  <a:pt x="111" y="467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0"/>
                </a:lnTo>
                <a:lnTo>
                  <a:pt x="87" y="449"/>
                </a:lnTo>
                <a:lnTo>
                  <a:pt x="87" y="448"/>
                </a:lnTo>
                <a:lnTo>
                  <a:pt x="88" y="447"/>
                </a:lnTo>
                <a:lnTo>
                  <a:pt x="88" y="446"/>
                </a:lnTo>
                <a:lnTo>
                  <a:pt x="89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89" y="394"/>
                </a:lnTo>
                <a:lnTo>
                  <a:pt x="89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5" y="390"/>
                </a:lnTo>
                <a:lnTo>
                  <a:pt x="84" y="390"/>
                </a:lnTo>
                <a:lnTo>
                  <a:pt x="85" y="389"/>
                </a:lnTo>
                <a:lnTo>
                  <a:pt x="85" y="387"/>
                </a:lnTo>
                <a:lnTo>
                  <a:pt x="84" y="387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4" y="380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8" y="374"/>
                </a:lnTo>
                <a:lnTo>
                  <a:pt x="69" y="373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3" y="364"/>
                </a:lnTo>
                <a:lnTo>
                  <a:pt x="64" y="363"/>
                </a:lnTo>
                <a:lnTo>
                  <a:pt x="64" y="361"/>
                </a:lnTo>
                <a:lnTo>
                  <a:pt x="64" y="360"/>
                </a:lnTo>
                <a:lnTo>
                  <a:pt x="65" y="360"/>
                </a:lnTo>
                <a:lnTo>
                  <a:pt x="64" y="359"/>
                </a:lnTo>
                <a:lnTo>
                  <a:pt x="64" y="358"/>
                </a:lnTo>
                <a:lnTo>
                  <a:pt x="65" y="358"/>
                </a:lnTo>
                <a:lnTo>
                  <a:pt x="64" y="357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9" y="357"/>
                </a:lnTo>
                <a:lnTo>
                  <a:pt x="70" y="356"/>
                </a:lnTo>
                <a:lnTo>
                  <a:pt x="70" y="355"/>
                </a:lnTo>
                <a:lnTo>
                  <a:pt x="70" y="354"/>
                </a:lnTo>
                <a:lnTo>
                  <a:pt x="71" y="354"/>
                </a:lnTo>
                <a:lnTo>
                  <a:pt x="71" y="352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4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4" y="337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2" y="320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4"/>
                </a:lnTo>
                <a:lnTo>
                  <a:pt x="82" y="312"/>
                </a:lnTo>
                <a:lnTo>
                  <a:pt x="83" y="312"/>
                </a:lnTo>
                <a:lnTo>
                  <a:pt x="83" y="311"/>
                </a:lnTo>
                <a:lnTo>
                  <a:pt x="83" y="310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4" y="305"/>
                </a:lnTo>
                <a:lnTo>
                  <a:pt x="84" y="304"/>
                </a:lnTo>
                <a:lnTo>
                  <a:pt x="84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7"/>
                </a:lnTo>
                <a:lnTo>
                  <a:pt x="91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7" y="288"/>
                </a:lnTo>
                <a:lnTo>
                  <a:pt x="97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8"/>
                </a:lnTo>
                <a:lnTo>
                  <a:pt x="92" y="277"/>
                </a:lnTo>
                <a:lnTo>
                  <a:pt x="91" y="277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7" y="273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69"/>
                </a:lnTo>
                <a:lnTo>
                  <a:pt x="85" y="269"/>
                </a:lnTo>
                <a:lnTo>
                  <a:pt x="84" y="270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69"/>
                </a:lnTo>
                <a:lnTo>
                  <a:pt x="80" y="270"/>
                </a:lnTo>
                <a:lnTo>
                  <a:pt x="79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3"/>
                </a:lnTo>
                <a:lnTo>
                  <a:pt x="77" y="263"/>
                </a:lnTo>
                <a:lnTo>
                  <a:pt x="77" y="262"/>
                </a:lnTo>
                <a:lnTo>
                  <a:pt x="76" y="261"/>
                </a:lnTo>
                <a:lnTo>
                  <a:pt x="75" y="261"/>
                </a:lnTo>
                <a:lnTo>
                  <a:pt x="75" y="260"/>
                </a:lnTo>
                <a:lnTo>
                  <a:pt x="75" y="259"/>
                </a:lnTo>
                <a:lnTo>
                  <a:pt x="74" y="258"/>
                </a:lnTo>
                <a:lnTo>
                  <a:pt x="73" y="257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1" y="257"/>
                </a:lnTo>
                <a:lnTo>
                  <a:pt x="71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3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4" y="267"/>
                </a:lnTo>
                <a:lnTo>
                  <a:pt x="63" y="267"/>
                </a:lnTo>
                <a:lnTo>
                  <a:pt x="63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6"/>
                </a:lnTo>
                <a:lnTo>
                  <a:pt x="58" y="265"/>
                </a:lnTo>
                <a:lnTo>
                  <a:pt x="57" y="265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3" y="269"/>
                </a:lnTo>
                <a:lnTo>
                  <a:pt x="43" y="270"/>
                </a:lnTo>
                <a:lnTo>
                  <a:pt x="42" y="271"/>
                </a:lnTo>
                <a:lnTo>
                  <a:pt x="41" y="272"/>
                </a:lnTo>
                <a:lnTo>
                  <a:pt x="41" y="273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0" y="277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4" y="277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4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4" y="258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0" y="244"/>
                </a:lnTo>
                <a:lnTo>
                  <a:pt x="11" y="243"/>
                </a:lnTo>
                <a:lnTo>
                  <a:pt x="10" y="242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4" y="241"/>
                </a:lnTo>
                <a:lnTo>
                  <a:pt x="15" y="241"/>
                </a:lnTo>
                <a:lnTo>
                  <a:pt x="15" y="240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5" y="232"/>
                </a:lnTo>
                <a:lnTo>
                  <a:pt x="14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5" y="223"/>
                </a:lnTo>
                <a:lnTo>
                  <a:pt x="5" y="224"/>
                </a:lnTo>
                <a:lnTo>
                  <a:pt x="4" y="224"/>
                </a:lnTo>
                <a:lnTo>
                  <a:pt x="4" y="225"/>
                </a:lnTo>
                <a:lnTo>
                  <a:pt x="3" y="226"/>
                </a:lnTo>
                <a:lnTo>
                  <a:pt x="2" y="226"/>
                </a:lnTo>
                <a:lnTo>
                  <a:pt x="1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1" y="223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0" y="219"/>
                </a:lnTo>
                <a:lnTo>
                  <a:pt x="1" y="219"/>
                </a:lnTo>
                <a:lnTo>
                  <a:pt x="2" y="220"/>
                </a:lnTo>
                <a:lnTo>
                  <a:pt x="3" y="220"/>
                </a:lnTo>
                <a:lnTo>
                  <a:pt x="3" y="221"/>
                </a:lnTo>
                <a:lnTo>
                  <a:pt x="4" y="221"/>
                </a:lnTo>
                <a:lnTo>
                  <a:pt x="4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1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5"/>
                </a:lnTo>
                <a:lnTo>
                  <a:pt x="5" y="214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3"/>
                </a:lnTo>
                <a:lnTo>
                  <a:pt x="17" y="202"/>
                </a:lnTo>
                <a:lnTo>
                  <a:pt x="16" y="202"/>
                </a:lnTo>
                <a:lnTo>
                  <a:pt x="16" y="201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7" y="200"/>
                </a:lnTo>
                <a:lnTo>
                  <a:pt x="18" y="200"/>
                </a:lnTo>
                <a:lnTo>
                  <a:pt x="19" y="200"/>
                </a:lnTo>
                <a:lnTo>
                  <a:pt x="21" y="200"/>
                </a:lnTo>
                <a:lnTo>
                  <a:pt x="21" y="199"/>
                </a:lnTo>
                <a:lnTo>
                  <a:pt x="21" y="198"/>
                </a:lnTo>
                <a:lnTo>
                  <a:pt x="22" y="198"/>
                </a:lnTo>
                <a:lnTo>
                  <a:pt x="23" y="198"/>
                </a:lnTo>
                <a:lnTo>
                  <a:pt x="23" y="196"/>
                </a:lnTo>
                <a:lnTo>
                  <a:pt x="24" y="195"/>
                </a:lnTo>
                <a:lnTo>
                  <a:pt x="24" y="194"/>
                </a:lnTo>
                <a:lnTo>
                  <a:pt x="24" y="193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3"/>
                </a:lnTo>
                <a:lnTo>
                  <a:pt x="31" y="183"/>
                </a:lnTo>
                <a:lnTo>
                  <a:pt x="32" y="183"/>
                </a:lnTo>
                <a:lnTo>
                  <a:pt x="31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3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7" y="187"/>
                </a:lnTo>
                <a:lnTo>
                  <a:pt x="37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1" y="192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8" y="197"/>
                </a:lnTo>
                <a:lnTo>
                  <a:pt x="49" y="198"/>
                </a:lnTo>
                <a:lnTo>
                  <a:pt x="51" y="200"/>
                </a:lnTo>
                <a:lnTo>
                  <a:pt x="52" y="200"/>
                </a:lnTo>
                <a:lnTo>
                  <a:pt x="52" y="199"/>
                </a:lnTo>
                <a:lnTo>
                  <a:pt x="53" y="198"/>
                </a:lnTo>
                <a:lnTo>
                  <a:pt x="54" y="199"/>
                </a:lnTo>
                <a:lnTo>
                  <a:pt x="54" y="198"/>
                </a:lnTo>
                <a:lnTo>
                  <a:pt x="55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7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8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1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0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1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7" y="184"/>
                </a:lnTo>
                <a:lnTo>
                  <a:pt x="79" y="185"/>
                </a:lnTo>
                <a:lnTo>
                  <a:pt x="80" y="185"/>
                </a:lnTo>
                <a:lnTo>
                  <a:pt x="80" y="186"/>
                </a:lnTo>
                <a:lnTo>
                  <a:pt x="81" y="187"/>
                </a:lnTo>
                <a:lnTo>
                  <a:pt x="81" y="186"/>
                </a:lnTo>
                <a:lnTo>
                  <a:pt x="82" y="187"/>
                </a:lnTo>
                <a:lnTo>
                  <a:pt x="81" y="187"/>
                </a:lnTo>
                <a:lnTo>
                  <a:pt x="81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2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5" y="197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1"/>
                </a:lnTo>
                <a:lnTo>
                  <a:pt x="126" y="190"/>
                </a:lnTo>
                <a:lnTo>
                  <a:pt x="126" y="189"/>
                </a:lnTo>
                <a:lnTo>
                  <a:pt x="127" y="189"/>
                </a:lnTo>
                <a:lnTo>
                  <a:pt x="128" y="188"/>
                </a:lnTo>
                <a:lnTo>
                  <a:pt x="129" y="187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1" y="186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6"/>
                </a:lnTo>
                <a:lnTo>
                  <a:pt x="141" y="185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8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4" y="156"/>
                </a:lnTo>
                <a:lnTo>
                  <a:pt x="154" y="155"/>
                </a:lnTo>
                <a:lnTo>
                  <a:pt x="155" y="154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90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3"/>
                </a:lnTo>
                <a:lnTo>
                  <a:pt x="246" y="143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7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4" y="131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6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8" y="123"/>
                </a:lnTo>
                <a:lnTo>
                  <a:pt x="238" y="122"/>
                </a:lnTo>
                <a:lnTo>
                  <a:pt x="239" y="121"/>
                </a:lnTo>
                <a:lnTo>
                  <a:pt x="239" y="120"/>
                </a:lnTo>
                <a:lnTo>
                  <a:pt x="240" y="120"/>
                </a:lnTo>
                <a:lnTo>
                  <a:pt x="240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1"/>
                </a:lnTo>
                <a:lnTo>
                  <a:pt x="183" y="80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0" y="60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4"/>
                </a:lnTo>
                <a:lnTo>
                  <a:pt x="233" y="65"/>
                </a:lnTo>
                <a:lnTo>
                  <a:pt x="234" y="66"/>
                </a:lnTo>
                <a:lnTo>
                  <a:pt x="235" y="67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7"/>
                </a:lnTo>
                <a:lnTo>
                  <a:pt x="237" y="67"/>
                </a:lnTo>
                <a:lnTo>
                  <a:pt x="237" y="68"/>
                </a:lnTo>
                <a:lnTo>
                  <a:pt x="238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3"/>
                </a:lnTo>
                <a:lnTo>
                  <a:pt x="244" y="74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70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1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5"/>
                </a:lnTo>
                <a:lnTo>
                  <a:pt x="261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2" y="58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2" y="52"/>
                </a:lnTo>
                <a:lnTo>
                  <a:pt x="261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4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7" y="52"/>
                </a:lnTo>
                <a:lnTo>
                  <a:pt x="268" y="53"/>
                </a:lnTo>
                <a:lnTo>
                  <a:pt x="269" y="54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4" y="58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6"/>
                </a:lnTo>
                <a:lnTo>
                  <a:pt x="272" y="67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6" y="75"/>
                </a:lnTo>
                <a:lnTo>
                  <a:pt x="277" y="75"/>
                </a:lnTo>
                <a:lnTo>
                  <a:pt x="277" y="76"/>
                </a:lnTo>
                <a:lnTo>
                  <a:pt x="278" y="76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79" y="78"/>
                </a:lnTo>
                <a:lnTo>
                  <a:pt x="280" y="78"/>
                </a:lnTo>
                <a:lnTo>
                  <a:pt x="280" y="79"/>
                </a:lnTo>
                <a:lnTo>
                  <a:pt x="281" y="79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5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4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6" y="41"/>
                </a:lnTo>
                <a:lnTo>
                  <a:pt x="337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6" y="39"/>
                </a:lnTo>
                <a:lnTo>
                  <a:pt x="337" y="39"/>
                </a:lnTo>
                <a:lnTo>
                  <a:pt x="339" y="38"/>
                </a:lnTo>
                <a:lnTo>
                  <a:pt x="339" y="39"/>
                </a:lnTo>
                <a:lnTo>
                  <a:pt x="340" y="39"/>
                </a:lnTo>
                <a:lnTo>
                  <a:pt x="341" y="38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2" y="17"/>
                </a:lnTo>
                <a:lnTo>
                  <a:pt x="341" y="17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2" y="3"/>
                </a:lnTo>
                <a:lnTo>
                  <a:pt x="353" y="3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6234480" y="181332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5" y="26"/>
                </a:lnTo>
                <a:lnTo>
                  <a:pt x="144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5"/>
                </a:lnTo>
                <a:lnTo>
                  <a:pt x="149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100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1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5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7" y="140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6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6" y="135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8" y="146"/>
                </a:lnTo>
                <a:lnTo>
                  <a:pt x="289" y="146"/>
                </a:lnTo>
                <a:lnTo>
                  <a:pt x="290" y="147"/>
                </a:lnTo>
                <a:lnTo>
                  <a:pt x="290" y="148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299" y="158"/>
                </a:lnTo>
                <a:lnTo>
                  <a:pt x="300" y="158"/>
                </a:lnTo>
                <a:lnTo>
                  <a:pt x="301" y="159"/>
                </a:lnTo>
                <a:lnTo>
                  <a:pt x="300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299" y="164"/>
                </a:lnTo>
                <a:lnTo>
                  <a:pt x="299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1" y="165"/>
                </a:lnTo>
                <a:lnTo>
                  <a:pt x="301" y="166"/>
                </a:lnTo>
                <a:lnTo>
                  <a:pt x="302" y="166"/>
                </a:lnTo>
                <a:lnTo>
                  <a:pt x="303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6"/>
                </a:lnTo>
                <a:lnTo>
                  <a:pt x="306" y="177"/>
                </a:lnTo>
                <a:lnTo>
                  <a:pt x="306" y="178"/>
                </a:lnTo>
                <a:lnTo>
                  <a:pt x="305" y="180"/>
                </a:lnTo>
                <a:lnTo>
                  <a:pt x="305" y="181"/>
                </a:lnTo>
                <a:lnTo>
                  <a:pt x="306" y="181"/>
                </a:lnTo>
                <a:lnTo>
                  <a:pt x="306" y="180"/>
                </a:lnTo>
                <a:lnTo>
                  <a:pt x="307" y="179"/>
                </a:lnTo>
                <a:lnTo>
                  <a:pt x="308" y="179"/>
                </a:lnTo>
                <a:lnTo>
                  <a:pt x="309" y="180"/>
                </a:lnTo>
                <a:lnTo>
                  <a:pt x="310" y="182"/>
                </a:lnTo>
                <a:lnTo>
                  <a:pt x="310" y="183"/>
                </a:lnTo>
                <a:lnTo>
                  <a:pt x="311" y="186"/>
                </a:lnTo>
                <a:lnTo>
                  <a:pt x="313" y="188"/>
                </a:lnTo>
                <a:lnTo>
                  <a:pt x="313" y="189"/>
                </a:lnTo>
                <a:lnTo>
                  <a:pt x="314" y="189"/>
                </a:lnTo>
                <a:lnTo>
                  <a:pt x="314" y="190"/>
                </a:lnTo>
                <a:lnTo>
                  <a:pt x="314" y="191"/>
                </a:lnTo>
                <a:lnTo>
                  <a:pt x="315" y="192"/>
                </a:lnTo>
                <a:lnTo>
                  <a:pt x="316" y="192"/>
                </a:lnTo>
                <a:lnTo>
                  <a:pt x="316" y="193"/>
                </a:lnTo>
                <a:lnTo>
                  <a:pt x="316" y="194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6" y="196"/>
                </a:lnTo>
                <a:lnTo>
                  <a:pt x="317" y="197"/>
                </a:lnTo>
                <a:lnTo>
                  <a:pt x="317" y="199"/>
                </a:lnTo>
                <a:lnTo>
                  <a:pt x="316" y="199"/>
                </a:lnTo>
                <a:lnTo>
                  <a:pt x="317" y="201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9" y="205"/>
                </a:lnTo>
                <a:lnTo>
                  <a:pt x="319" y="206"/>
                </a:lnTo>
                <a:lnTo>
                  <a:pt x="319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6"/>
                </a:lnTo>
                <a:lnTo>
                  <a:pt x="324" y="206"/>
                </a:lnTo>
                <a:lnTo>
                  <a:pt x="325" y="206"/>
                </a:lnTo>
                <a:lnTo>
                  <a:pt x="327" y="206"/>
                </a:lnTo>
                <a:lnTo>
                  <a:pt x="327" y="207"/>
                </a:lnTo>
                <a:lnTo>
                  <a:pt x="328" y="207"/>
                </a:lnTo>
                <a:lnTo>
                  <a:pt x="329" y="207"/>
                </a:lnTo>
                <a:lnTo>
                  <a:pt x="330" y="208"/>
                </a:lnTo>
                <a:lnTo>
                  <a:pt x="330" y="210"/>
                </a:lnTo>
                <a:lnTo>
                  <a:pt x="329" y="210"/>
                </a:lnTo>
                <a:lnTo>
                  <a:pt x="329" y="211"/>
                </a:lnTo>
                <a:lnTo>
                  <a:pt x="329" y="213"/>
                </a:lnTo>
                <a:lnTo>
                  <a:pt x="328" y="214"/>
                </a:lnTo>
                <a:lnTo>
                  <a:pt x="327" y="216"/>
                </a:lnTo>
                <a:lnTo>
                  <a:pt x="327" y="217"/>
                </a:lnTo>
                <a:lnTo>
                  <a:pt x="328" y="217"/>
                </a:lnTo>
                <a:lnTo>
                  <a:pt x="328" y="218"/>
                </a:lnTo>
                <a:lnTo>
                  <a:pt x="328" y="219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8" y="226"/>
                </a:lnTo>
                <a:lnTo>
                  <a:pt x="329" y="226"/>
                </a:lnTo>
                <a:lnTo>
                  <a:pt x="330" y="226"/>
                </a:lnTo>
                <a:lnTo>
                  <a:pt x="330" y="227"/>
                </a:lnTo>
                <a:lnTo>
                  <a:pt x="331" y="227"/>
                </a:lnTo>
                <a:lnTo>
                  <a:pt x="332" y="228"/>
                </a:lnTo>
                <a:lnTo>
                  <a:pt x="333" y="228"/>
                </a:lnTo>
                <a:lnTo>
                  <a:pt x="334" y="228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8" y="232"/>
                </a:lnTo>
                <a:lnTo>
                  <a:pt x="338" y="233"/>
                </a:lnTo>
                <a:lnTo>
                  <a:pt x="337" y="234"/>
                </a:lnTo>
                <a:lnTo>
                  <a:pt x="337" y="235"/>
                </a:lnTo>
                <a:lnTo>
                  <a:pt x="338" y="236"/>
                </a:lnTo>
                <a:lnTo>
                  <a:pt x="338" y="237"/>
                </a:lnTo>
                <a:lnTo>
                  <a:pt x="339" y="237"/>
                </a:lnTo>
                <a:lnTo>
                  <a:pt x="340" y="237"/>
                </a:lnTo>
                <a:lnTo>
                  <a:pt x="340" y="238"/>
                </a:lnTo>
                <a:lnTo>
                  <a:pt x="341" y="238"/>
                </a:lnTo>
                <a:lnTo>
                  <a:pt x="341" y="237"/>
                </a:lnTo>
                <a:lnTo>
                  <a:pt x="342" y="237"/>
                </a:lnTo>
                <a:lnTo>
                  <a:pt x="343" y="238"/>
                </a:lnTo>
                <a:lnTo>
                  <a:pt x="343" y="239"/>
                </a:lnTo>
                <a:lnTo>
                  <a:pt x="345" y="239"/>
                </a:lnTo>
                <a:lnTo>
                  <a:pt x="346" y="239"/>
                </a:lnTo>
                <a:lnTo>
                  <a:pt x="347" y="239"/>
                </a:lnTo>
                <a:lnTo>
                  <a:pt x="347" y="240"/>
                </a:lnTo>
                <a:lnTo>
                  <a:pt x="348" y="241"/>
                </a:lnTo>
                <a:lnTo>
                  <a:pt x="349" y="242"/>
                </a:lnTo>
                <a:lnTo>
                  <a:pt x="350" y="243"/>
                </a:lnTo>
                <a:lnTo>
                  <a:pt x="350" y="244"/>
                </a:lnTo>
                <a:lnTo>
                  <a:pt x="350" y="245"/>
                </a:lnTo>
                <a:lnTo>
                  <a:pt x="349" y="246"/>
                </a:lnTo>
                <a:lnTo>
                  <a:pt x="349" y="247"/>
                </a:lnTo>
                <a:lnTo>
                  <a:pt x="348" y="247"/>
                </a:lnTo>
                <a:lnTo>
                  <a:pt x="348" y="248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8" y="250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7" y="251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9" y="253"/>
                </a:lnTo>
                <a:lnTo>
                  <a:pt x="349" y="252"/>
                </a:lnTo>
                <a:lnTo>
                  <a:pt x="349" y="253"/>
                </a:lnTo>
                <a:lnTo>
                  <a:pt x="350" y="254"/>
                </a:lnTo>
                <a:lnTo>
                  <a:pt x="350" y="255"/>
                </a:lnTo>
                <a:lnTo>
                  <a:pt x="349" y="255"/>
                </a:lnTo>
                <a:lnTo>
                  <a:pt x="349" y="256"/>
                </a:lnTo>
                <a:lnTo>
                  <a:pt x="352" y="256"/>
                </a:lnTo>
                <a:lnTo>
                  <a:pt x="352" y="255"/>
                </a:lnTo>
                <a:lnTo>
                  <a:pt x="352" y="254"/>
                </a:lnTo>
                <a:lnTo>
                  <a:pt x="353" y="254"/>
                </a:lnTo>
                <a:lnTo>
                  <a:pt x="354" y="254"/>
                </a:lnTo>
                <a:lnTo>
                  <a:pt x="355" y="255"/>
                </a:lnTo>
                <a:lnTo>
                  <a:pt x="356" y="254"/>
                </a:lnTo>
                <a:lnTo>
                  <a:pt x="356" y="253"/>
                </a:lnTo>
                <a:lnTo>
                  <a:pt x="355" y="253"/>
                </a:lnTo>
                <a:lnTo>
                  <a:pt x="355" y="251"/>
                </a:lnTo>
                <a:lnTo>
                  <a:pt x="354" y="251"/>
                </a:lnTo>
                <a:lnTo>
                  <a:pt x="354" y="250"/>
                </a:lnTo>
                <a:lnTo>
                  <a:pt x="355" y="250"/>
                </a:lnTo>
                <a:lnTo>
                  <a:pt x="355" y="249"/>
                </a:lnTo>
                <a:lnTo>
                  <a:pt x="356" y="249"/>
                </a:lnTo>
                <a:lnTo>
                  <a:pt x="357" y="249"/>
                </a:lnTo>
                <a:lnTo>
                  <a:pt x="358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2"/>
                </a:lnTo>
                <a:lnTo>
                  <a:pt x="359" y="252"/>
                </a:lnTo>
                <a:lnTo>
                  <a:pt x="358" y="253"/>
                </a:lnTo>
                <a:lnTo>
                  <a:pt x="359" y="254"/>
                </a:lnTo>
                <a:lnTo>
                  <a:pt x="359" y="255"/>
                </a:lnTo>
                <a:lnTo>
                  <a:pt x="358" y="255"/>
                </a:lnTo>
                <a:lnTo>
                  <a:pt x="357" y="256"/>
                </a:lnTo>
                <a:lnTo>
                  <a:pt x="357" y="257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9"/>
                </a:lnTo>
                <a:lnTo>
                  <a:pt x="356" y="259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4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2"/>
                </a:lnTo>
                <a:lnTo>
                  <a:pt x="350" y="273"/>
                </a:lnTo>
                <a:lnTo>
                  <a:pt x="350" y="274"/>
                </a:lnTo>
                <a:lnTo>
                  <a:pt x="351" y="274"/>
                </a:lnTo>
                <a:lnTo>
                  <a:pt x="351" y="273"/>
                </a:lnTo>
                <a:lnTo>
                  <a:pt x="352" y="273"/>
                </a:lnTo>
                <a:lnTo>
                  <a:pt x="352" y="274"/>
                </a:lnTo>
                <a:lnTo>
                  <a:pt x="352" y="275"/>
                </a:lnTo>
                <a:lnTo>
                  <a:pt x="353" y="275"/>
                </a:lnTo>
                <a:lnTo>
                  <a:pt x="353" y="274"/>
                </a:lnTo>
                <a:lnTo>
                  <a:pt x="354" y="274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5" y="279"/>
                </a:lnTo>
                <a:lnTo>
                  <a:pt x="358" y="278"/>
                </a:lnTo>
                <a:lnTo>
                  <a:pt x="359" y="278"/>
                </a:lnTo>
                <a:lnTo>
                  <a:pt x="359" y="279"/>
                </a:lnTo>
                <a:lnTo>
                  <a:pt x="360" y="279"/>
                </a:lnTo>
                <a:lnTo>
                  <a:pt x="361" y="280"/>
                </a:lnTo>
                <a:lnTo>
                  <a:pt x="362" y="281"/>
                </a:lnTo>
                <a:lnTo>
                  <a:pt x="362" y="282"/>
                </a:lnTo>
                <a:lnTo>
                  <a:pt x="363" y="282"/>
                </a:lnTo>
                <a:lnTo>
                  <a:pt x="364" y="283"/>
                </a:lnTo>
                <a:lnTo>
                  <a:pt x="365" y="283"/>
                </a:lnTo>
                <a:lnTo>
                  <a:pt x="366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6"/>
                </a:lnTo>
                <a:lnTo>
                  <a:pt x="369" y="287"/>
                </a:lnTo>
                <a:lnTo>
                  <a:pt x="371" y="289"/>
                </a:lnTo>
                <a:lnTo>
                  <a:pt x="372" y="289"/>
                </a:lnTo>
                <a:lnTo>
                  <a:pt x="372" y="290"/>
                </a:lnTo>
                <a:lnTo>
                  <a:pt x="371" y="290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2" y="293"/>
                </a:lnTo>
                <a:lnTo>
                  <a:pt x="373" y="293"/>
                </a:lnTo>
                <a:lnTo>
                  <a:pt x="374" y="294"/>
                </a:lnTo>
                <a:lnTo>
                  <a:pt x="374" y="295"/>
                </a:lnTo>
                <a:lnTo>
                  <a:pt x="373" y="296"/>
                </a:lnTo>
                <a:lnTo>
                  <a:pt x="372" y="296"/>
                </a:lnTo>
                <a:lnTo>
                  <a:pt x="372" y="297"/>
                </a:lnTo>
                <a:lnTo>
                  <a:pt x="373" y="297"/>
                </a:lnTo>
                <a:lnTo>
                  <a:pt x="374" y="298"/>
                </a:lnTo>
                <a:lnTo>
                  <a:pt x="373" y="298"/>
                </a:lnTo>
                <a:lnTo>
                  <a:pt x="371" y="298"/>
                </a:lnTo>
                <a:lnTo>
                  <a:pt x="371" y="297"/>
                </a:lnTo>
                <a:lnTo>
                  <a:pt x="370" y="297"/>
                </a:lnTo>
                <a:lnTo>
                  <a:pt x="369" y="298"/>
                </a:lnTo>
                <a:lnTo>
                  <a:pt x="368" y="298"/>
                </a:lnTo>
                <a:lnTo>
                  <a:pt x="368" y="300"/>
                </a:lnTo>
                <a:lnTo>
                  <a:pt x="367" y="300"/>
                </a:lnTo>
                <a:lnTo>
                  <a:pt x="367" y="301"/>
                </a:lnTo>
                <a:lnTo>
                  <a:pt x="368" y="301"/>
                </a:lnTo>
                <a:lnTo>
                  <a:pt x="368" y="302"/>
                </a:lnTo>
                <a:lnTo>
                  <a:pt x="368" y="303"/>
                </a:lnTo>
                <a:lnTo>
                  <a:pt x="369" y="303"/>
                </a:lnTo>
                <a:lnTo>
                  <a:pt x="370" y="304"/>
                </a:lnTo>
                <a:lnTo>
                  <a:pt x="370" y="305"/>
                </a:lnTo>
                <a:lnTo>
                  <a:pt x="371" y="306"/>
                </a:lnTo>
                <a:lnTo>
                  <a:pt x="371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6"/>
                </a:lnTo>
                <a:lnTo>
                  <a:pt x="376" y="305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7"/>
                </a:lnTo>
                <a:lnTo>
                  <a:pt x="381" y="308"/>
                </a:lnTo>
                <a:lnTo>
                  <a:pt x="382" y="308"/>
                </a:lnTo>
                <a:lnTo>
                  <a:pt x="382" y="309"/>
                </a:lnTo>
                <a:lnTo>
                  <a:pt x="383" y="310"/>
                </a:lnTo>
                <a:lnTo>
                  <a:pt x="383" y="311"/>
                </a:lnTo>
                <a:lnTo>
                  <a:pt x="384" y="311"/>
                </a:lnTo>
                <a:lnTo>
                  <a:pt x="384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6" y="318"/>
                </a:lnTo>
                <a:lnTo>
                  <a:pt x="387" y="319"/>
                </a:lnTo>
                <a:lnTo>
                  <a:pt x="388" y="320"/>
                </a:lnTo>
                <a:lnTo>
                  <a:pt x="388" y="321"/>
                </a:lnTo>
                <a:lnTo>
                  <a:pt x="389" y="321"/>
                </a:lnTo>
                <a:lnTo>
                  <a:pt x="390" y="321"/>
                </a:lnTo>
                <a:lnTo>
                  <a:pt x="390" y="323"/>
                </a:lnTo>
                <a:lnTo>
                  <a:pt x="389" y="323"/>
                </a:lnTo>
                <a:lnTo>
                  <a:pt x="389" y="324"/>
                </a:lnTo>
                <a:lnTo>
                  <a:pt x="389" y="325"/>
                </a:lnTo>
                <a:lnTo>
                  <a:pt x="390" y="325"/>
                </a:lnTo>
                <a:lnTo>
                  <a:pt x="390" y="324"/>
                </a:lnTo>
                <a:lnTo>
                  <a:pt x="391" y="324"/>
                </a:lnTo>
                <a:lnTo>
                  <a:pt x="392" y="324"/>
                </a:lnTo>
                <a:lnTo>
                  <a:pt x="393" y="323"/>
                </a:lnTo>
                <a:lnTo>
                  <a:pt x="393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19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1"/>
                </a:lnTo>
                <a:lnTo>
                  <a:pt x="401" y="321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8" y="321"/>
                </a:lnTo>
                <a:lnTo>
                  <a:pt x="410" y="322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6" y="321"/>
                </a:lnTo>
                <a:lnTo>
                  <a:pt x="416" y="320"/>
                </a:lnTo>
                <a:lnTo>
                  <a:pt x="416" y="319"/>
                </a:lnTo>
                <a:lnTo>
                  <a:pt x="417" y="318"/>
                </a:lnTo>
                <a:lnTo>
                  <a:pt x="418" y="318"/>
                </a:lnTo>
                <a:lnTo>
                  <a:pt x="418" y="317"/>
                </a:lnTo>
                <a:lnTo>
                  <a:pt x="419" y="316"/>
                </a:lnTo>
                <a:lnTo>
                  <a:pt x="419" y="315"/>
                </a:lnTo>
                <a:lnTo>
                  <a:pt x="420" y="315"/>
                </a:lnTo>
                <a:lnTo>
                  <a:pt x="421" y="314"/>
                </a:lnTo>
                <a:lnTo>
                  <a:pt x="421" y="313"/>
                </a:lnTo>
                <a:lnTo>
                  <a:pt x="422" y="313"/>
                </a:lnTo>
                <a:lnTo>
                  <a:pt x="423" y="313"/>
                </a:lnTo>
                <a:lnTo>
                  <a:pt x="424" y="312"/>
                </a:lnTo>
                <a:lnTo>
                  <a:pt x="425" y="311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7" y="307"/>
                </a:lnTo>
                <a:lnTo>
                  <a:pt x="428" y="307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7" y="303"/>
                </a:lnTo>
                <a:lnTo>
                  <a:pt x="437" y="302"/>
                </a:lnTo>
                <a:lnTo>
                  <a:pt x="438" y="302"/>
                </a:lnTo>
                <a:lnTo>
                  <a:pt x="438" y="301"/>
                </a:lnTo>
                <a:lnTo>
                  <a:pt x="439" y="301"/>
                </a:lnTo>
                <a:lnTo>
                  <a:pt x="439" y="300"/>
                </a:lnTo>
                <a:lnTo>
                  <a:pt x="439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5" y="298"/>
                </a:lnTo>
                <a:lnTo>
                  <a:pt x="447" y="297"/>
                </a:lnTo>
                <a:lnTo>
                  <a:pt x="449" y="296"/>
                </a:lnTo>
                <a:lnTo>
                  <a:pt x="450" y="296"/>
                </a:lnTo>
                <a:lnTo>
                  <a:pt x="452" y="296"/>
                </a:lnTo>
                <a:lnTo>
                  <a:pt x="452" y="295"/>
                </a:lnTo>
                <a:lnTo>
                  <a:pt x="453" y="295"/>
                </a:lnTo>
                <a:lnTo>
                  <a:pt x="453" y="294"/>
                </a:lnTo>
                <a:lnTo>
                  <a:pt x="453" y="293"/>
                </a:lnTo>
                <a:lnTo>
                  <a:pt x="454" y="293"/>
                </a:lnTo>
                <a:lnTo>
                  <a:pt x="454" y="292"/>
                </a:lnTo>
                <a:lnTo>
                  <a:pt x="455" y="292"/>
                </a:lnTo>
                <a:lnTo>
                  <a:pt x="456" y="292"/>
                </a:lnTo>
                <a:lnTo>
                  <a:pt x="457" y="293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1" y="295"/>
                </a:lnTo>
                <a:lnTo>
                  <a:pt x="461" y="296"/>
                </a:lnTo>
                <a:lnTo>
                  <a:pt x="462" y="297"/>
                </a:lnTo>
                <a:lnTo>
                  <a:pt x="462" y="298"/>
                </a:lnTo>
                <a:lnTo>
                  <a:pt x="461" y="298"/>
                </a:lnTo>
                <a:lnTo>
                  <a:pt x="461" y="299"/>
                </a:lnTo>
                <a:lnTo>
                  <a:pt x="459" y="300"/>
                </a:lnTo>
                <a:lnTo>
                  <a:pt x="459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60" y="304"/>
                </a:lnTo>
                <a:lnTo>
                  <a:pt x="460" y="305"/>
                </a:lnTo>
                <a:lnTo>
                  <a:pt x="461" y="306"/>
                </a:lnTo>
                <a:lnTo>
                  <a:pt x="462" y="306"/>
                </a:lnTo>
                <a:lnTo>
                  <a:pt x="463" y="306"/>
                </a:lnTo>
                <a:lnTo>
                  <a:pt x="464" y="307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69" y="305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2" y="301"/>
                </a:lnTo>
                <a:lnTo>
                  <a:pt x="473" y="301"/>
                </a:lnTo>
                <a:lnTo>
                  <a:pt x="474" y="301"/>
                </a:lnTo>
                <a:lnTo>
                  <a:pt x="474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1" y="297"/>
                </a:lnTo>
                <a:lnTo>
                  <a:pt x="481" y="296"/>
                </a:lnTo>
                <a:lnTo>
                  <a:pt x="482" y="295"/>
                </a:lnTo>
                <a:lnTo>
                  <a:pt x="483" y="294"/>
                </a:lnTo>
                <a:lnTo>
                  <a:pt x="483" y="293"/>
                </a:lnTo>
                <a:lnTo>
                  <a:pt x="483" y="292"/>
                </a:lnTo>
                <a:lnTo>
                  <a:pt x="484" y="292"/>
                </a:lnTo>
                <a:lnTo>
                  <a:pt x="485" y="293"/>
                </a:lnTo>
                <a:lnTo>
                  <a:pt x="484" y="293"/>
                </a:lnTo>
                <a:lnTo>
                  <a:pt x="484" y="294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4" y="289"/>
                </a:lnTo>
                <a:lnTo>
                  <a:pt x="493" y="288"/>
                </a:lnTo>
                <a:lnTo>
                  <a:pt x="493" y="287"/>
                </a:lnTo>
                <a:lnTo>
                  <a:pt x="494" y="285"/>
                </a:lnTo>
                <a:lnTo>
                  <a:pt x="494" y="284"/>
                </a:lnTo>
                <a:lnTo>
                  <a:pt x="494" y="282"/>
                </a:lnTo>
                <a:lnTo>
                  <a:pt x="494" y="281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80"/>
                </a:lnTo>
                <a:lnTo>
                  <a:pt x="498" y="278"/>
                </a:lnTo>
                <a:lnTo>
                  <a:pt x="498" y="277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7" y="270"/>
                </a:lnTo>
                <a:lnTo>
                  <a:pt x="496" y="269"/>
                </a:lnTo>
                <a:lnTo>
                  <a:pt x="496" y="268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2"/>
                </a:lnTo>
                <a:lnTo>
                  <a:pt x="496" y="261"/>
                </a:lnTo>
                <a:lnTo>
                  <a:pt x="495" y="261"/>
                </a:lnTo>
                <a:lnTo>
                  <a:pt x="495" y="260"/>
                </a:lnTo>
                <a:lnTo>
                  <a:pt x="495" y="258"/>
                </a:lnTo>
                <a:lnTo>
                  <a:pt x="495" y="257"/>
                </a:lnTo>
                <a:lnTo>
                  <a:pt x="495" y="256"/>
                </a:lnTo>
                <a:lnTo>
                  <a:pt x="494" y="256"/>
                </a:lnTo>
                <a:lnTo>
                  <a:pt x="494" y="255"/>
                </a:lnTo>
                <a:lnTo>
                  <a:pt x="495" y="255"/>
                </a:lnTo>
                <a:lnTo>
                  <a:pt x="495" y="254"/>
                </a:lnTo>
                <a:lnTo>
                  <a:pt x="494" y="254"/>
                </a:lnTo>
                <a:lnTo>
                  <a:pt x="494" y="253"/>
                </a:lnTo>
                <a:lnTo>
                  <a:pt x="493" y="252"/>
                </a:lnTo>
                <a:lnTo>
                  <a:pt x="493" y="251"/>
                </a:lnTo>
                <a:lnTo>
                  <a:pt x="494" y="250"/>
                </a:lnTo>
                <a:lnTo>
                  <a:pt x="493" y="249"/>
                </a:lnTo>
                <a:lnTo>
                  <a:pt x="493" y="248"/>
                </a:lnTo>
                <a:lnTo>
                  <a:pt x="493" y="247"/>
                </a:lnTo>
                <a:lnTo>
                  <a:pt x="492" y="246"/>
                </a:lnTo>
                <a:lnTo>
                  <a:pt x="491" y="245"/>
                </a:lnTo>
                <a:lnTo>
                  <a:pt x="492" y="245"/>
                </a:lnTo>
                <a:lnTo>
                  <a:pt x="492" y="244"/>
                </a:lnTo>
                <a:lnTo>
                  <a:pt x="491" y="244"/>
                </a:lnTo>
                <a:lnTo>
                  <a:pt x="491" y="243"/>
                </a:lnTo>
                <a:lnTo>
                  <a:pt x="490" y="243"/>
                </a:lnTo>
                <a:lnTo>
                  <a:pt x="489" y="242"/>
                </a:lnTo>
                <a:lnTo>
                  <a:pt x="489" y="241"/>
                </a:lnTo>
                <a:lnTo>
                  <a:pt x="488" y="241"/>
                </a:lnTo>
                <a:lnTo>
                  <a:pt x="487" y="240"/>
                </a:lnTo>
                <a:lnTo>
                  <a:pt x="487" y="239"/>
                </a:lnTo>
                <a:lnTo>
                  <a:pt x="487" y="238"/>
                </a:lnTo>
                <a:lnTo>
                  <a:pt x="486" y="238"/>
                </a:lnTo>
                <a:lnTo>
                  <a:pt x="486" y="237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5" y="233"/>
                </a:lnTo>
                <a:lnTo>
                  <a:pt x="484" y="233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5" y="226"/>
                </a:lnTo>
                <a:lnTo>
                  <a:pt x="484" y="226"/>
                </a:lnTo>
                <a:lnTo>
                  <a:pt x="483" y="225"/>
                </a:lnTo>
                <a:lnTo>
                  <a:pt x="483" y="224"/>
                </a:lnTo>
                <a:lnTo>
                  <a:pt x="483" y="223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7" y="213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4"/>
                </a:lnTo>
                <a:lnTo>
                  <a:pt x="486" y="203"/>
                </a:lnTo>
                <a:lnTo>
                  <a:pt x="485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6"/>
                </a:lnTo>
                <a:lnTo>
                  <a:pt x="485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0"/>
                </a:lnTo>
                <a:lnTo>
                  <a:pt x="487" y="189"/>
                </a:lnTo>
                <a:lnTo>
                  <a:pt x="488" y="188"/>
                </a:lnTo>
                <a:lnTo>
                  <a:pt x="489" y="187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1" y="186"/>
                </a:lnTo>
                <a:lnTo>
                  <a:pt x="491" y="187"/>
                </a:lnTo>
                <a:lnTo>
                  <a:pt x="492" y="189"/>
                </a:lnTo>
                <a:lnTo>
                  <a:pt x="493" y="189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7" y="188"/>
                </a:lnTo>
                <a:lnTo>
                  <a:pt x="498" y="187"/>
                </a:lnTo>
                <a:lnTo>
                  <a:pt x="499" y="186"/>
                </a:lnTo>
                <a:lnTo>
                  <a:pt x="500" y="185"/>
                </a:lnTo>
                <a:lnTo>
                  <a:pt x="501" y="185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2" y="186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6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7" y="181"/>
                </a:lnTo>
                <a:lnTo>
                  <a:pt x="508" y="180"/>
                </a:lnTo>
                <a:lnTo>
                  <a:pt x="509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4" y="171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8" y="169"/>
                </a:lnTo>
                <a:lnTo>
                  <a:pt x="519" y="170"/>
                </a:lnTo>
                <a:lnTo>
                  <a:pt x="520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1" y="165"/>
                </a:lnTo>
                <a:lnTo>
                  <a:pt x="520" y="164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1" y="162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1" y="153"/>
                </a:lnTo>
                <a:lnTo>
                  <a:pt x="532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6" y="149"/>
                </a:lnTo>
                <a:lnTo>
                  <a:pt x="535" y="148"/>
                </a:lnTo>
                <a:lnTo>
                  <a:pt x="536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9" y="144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4" y="130"/>
                </a:lnTo>
                <a:lnTo>
                  <a:pt x="545" y="129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9"/>
                </a:lnTo>
                <a:lnTo>
                  <a:pt x="541" y="129"/>
                </a:lnTo>
                <a:lnTo>
                  <a:pt x="541" y="128"/>
                </a:lnTo>
                <a:lnTo>
                  <a:pt x="540" y="127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2"/>
                </a:lnTo>
                <a:lnTo>
                  <a:pt x="538" y="121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7" y="101"/>
                </a:lnTo>
                <a:lnTo>
                  <a:pt x="557" y="102"/>
                </a:lnTo>
                <a:lnTo>
                  <a:pt x="557" y="103"/>
                </a:lnTo>
                <a:lnTo>
                  <a:pt x="557" y="104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6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1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6" y="73"/>
                </a:lnTo>
                <a:lnTo>
                  <a:pt x="565" y="71"/>
                </a:lnTo>
                <a:lnTo>
                  <a:pt x="566" y="71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7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1"/>
                </a:lnTo>
                <a:lnTo>
                  <a:pt x="574" y="61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2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7" y="58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4" y="61"/>
                </a:lnTo>
                <a:lnTo>
                  <a:pt x="615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59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0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1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2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5" y="91"/>
                </a:lnTo>
                <a:lnTo>
                  <a:pt x="616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20" y="93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6" y="101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3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9" y="126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8"/>
                </a:lnTo>
                <a:lnTo>
                  <a:pt x="645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8" y="117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5" y="125"/>
                </a:lnTo>
                <a:lnTo>
                  <a:pt x="696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7" y="140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8" y="143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1"/>
                </a:lnTo>
                <a:lnTo>
                  <a:pt x="702" y="162"/>
                </a:lnTo>
                <a:lnTo>
                  <a:pt x="701" y="162"/>
                </a:lnTo>
                <a:lnTo>
                  <a:pt x="701" y="163"/>
                </a:lnTo>
                <a:lnTo>
                  <a:pt x="702" y="163"/>
                </a:lnTo>
                <a:lnTo>
                  <a:pt x="702" y="164"/>
                </a:lnTo>
                <a:lnTo>
                  <a:pt x="702" y="165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8" y="167"/>
                </a:lnTo>
                <a:lnTo>
                  <a:pt x="697" y="168"/>
                </a:lnTo>
                <a:lnTo>
                  <a:pt x="696" y="168"/>
                </a:lnTo>
                <a:lnTo>
                  <a:pt x="696" y="169"/>
                </a:lnTo>
                <a:lnTo>
                  <a:pt x="697" y="169"/>
                </a:lnTo>
                <a:lnTo>
                  <a:pt x="697" y="170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6" y="172"/>
                </a:lnTo>
                <a:lnTo>
                  <a:pt x="697" y="171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8" y="175"/>
                </a:lnTo>
                <a:lnTo>
                  <a:pt x="697" y="176"/>
                </a:lnTo>
                <a:lnTo>
                  <a:pt x="697" y="177"/>
                </a:lnTo>
                <a:lnTo>
                  <a:pt x="696" y="177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1"/>
                </a:lnTo>
                <a:lnTo>
                  <a:pt x="695" y="182"/>
                </a:lnTo>
                <a:lnTo>
                  <a:pt x="696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88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5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1" y="184"/>
                </a:lnTo>
                <a:lnTo>
                  <a:pt x="680" y="185"/>
                </a:lnTo>
                <a:lnTo>
                  <a:pt x="679" y="186"/>
                </a:lnTo>
                <a:lnTo>
                  <a:pt x="679" y="187"/>
                </a:lnTo>
                <a:lnTo>
                  <a:pt x="678" y="187"/>
                </a:lnTo>
                <a:lnTo>
                  <a:pt x="678" y="186"/>
                </a:lnTo>
                <a:lnTo>
                  <a:pt x="677" y="187"/>
                </a:lnTo>
                <a:lnTo>
                  <a:pt x="676" y="188"/>
                </a:lnTo>
                <a:lnTo>
                  <a:pt x="675" y="189"/>
                </a:lnTo>
                <a:lnTo>
                  <a:pt x="674" y="189"/>
                </a:lnTo>
                <a:lnTo>
                  <a:pt x="674" y="190"/>
                </a:lnTo>
                <a:lnTo>
                  <a:pt x="672" y="191"/>
                </a:lnTo>
                <a:lnTo>
                  <a:pt x="671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2"/>
                </a:lnTo>
                <a:lnTo>
                  <a:pt x="659" y="192"/>
                </a:lnTo>
                <a:lnTo>
                  <a:pt x="659" y="191"/>
                </a:lnTo>
                <a:lnTo>
                  <a:pt x="657" y="191"/>
                </a:lnTo>
                <a:lnTo>
                  <a:pt x="657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3"/>
                </a:lnTo>
                <a:lnTo>
                  <a:pt x="650" y="193"/>
                </a:lnTo>
                <a:lnTo>
                  <a:pt x="650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4" y="194"/>
                </a:lnTo>
                <a:lnTo>
                  <a:pt x="643" y="194"/>
                </a:lnTo>
                <a:lnTo>
                  <a:pt x="641" y="195"/>
                </a:lnTo>
                <a:lnTo>
                  <a:pt x="640" y="196"/>
                </a:lnTo>
                <a:lnTo>
                  <a:pt x="639" y="196"/>
                </a:lnTo>
                <a:lnTo>
                  <a:pt x="639" y="195"/>
                </a:lnTo>
                <a:lnTo>
                  <a:pt x="638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3"/>
                </a:lnTo>
                <a:lnTo>
                  <a:pt x="633" y="192"/>
                </a:lnTo>
                <a:lnTo>
                  <a:pt x="632" y="191"/>
                </a:lnTo>
                <a:lnTo>
                  <a:pt x="630" y="188"/>
                </a:lnTo>
                <a:lnTo>
                  <a:pt x="630" y="187"/>
                </a:lnTo>
                <a:lnTo>
                  <a:pt x="631" y="187"/>
                </a:lnTo>
                <a:lnTo>
                  <a:pt x="630" y="186"/>
                </a:lnTo>
                <a:lnTo>
                  <a:pt x="630" y="187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6" y="184"/>
                </a:lnTo>
                <a:lnTo>
                  <a:pt x="623" y="183"/>
                </a:lnTo>
                <a:lnTo>
                  <a:pt x="622" y="183"/>
                </a:lnTo>
                <a:lnTo>
                  <a:pt x="622" y="182"/>
                </a:lnTo>
                <a:lnTo>
                  <a:pt x="621" y="182"/>
                </a:lnTo>
                <a:lnTo>
                  <a:pt x="621" y="181"/>
                </a:lnTo>
                <a:lnTo>
                  <a:pt x="622" y="181"/>
                </a:lnTo>
                <a:lnTo>
                  <a:pt x="622" y="180"/>
                </a:lnTo>
                <a:lnTo>
                  <a:pt x="621" y="180"/>
                </a:lnTo>
                <a:lnTo>
                  <a:pt x="621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79"/>
                </a:lnTo>
                <a:lnTo>
                  <a:pt x="616" y="179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4" y="185"/>
                </a:lnTo>
                <a:lnTo>
                  <a:pt x="613" y="186"/>
                </a:lnTo>
                <a:lnTo>
                  <a:pt x="612" y="186"/>
                </a:lnTo>
                <a:lnTo>
                  <a:pt x="612" y="187"/>
                </a:lnTo>
                <a:lnTo>
                  <a:pt x="610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7" y="194"/>
                </a:lnTo>
                <a:lnTo>
                  <a:pt x="608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4" y="197"/>
                </a:lnTo>
                <a:lnTo>
                  <a:pt x="604" y="198"/>
                </a:lnTo>
                <a:lnTo>
                  <a:pt x="603" y="198"/>
                </a:lnTo>
                <a:lnTo>
                  <a:pt x="603" y="199"/>
                </a:lnTo>
                <a:lnTo>
                  <a:pt x="602" y="198"/>
                </a:lnTo>
                <a:lnTo>
                  <a:pt x="601" y="199"/>
                </a:lnTo>
                <a:lnTo>
                  <a:pt x="601" y="200"/>
                </a:lnTo>
                <a:lnTo>
                  <a:pt x="600" y="200"/>
                </a:lnTo>
                <a:lnTo>
                  <a:pt x="598" y="198"/>
                </a:lnTo>
                <a:lnTo>
                  <a:pt x="597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2" y="192"/>
                </a:lnTo>
                <a:lnTo>
                  <a:pt x="591" y="192"/>
                </a:lnTo>
                <a:lnTo>
                  <a:pt x="590" y="192"/>
                </a:lnTo>
                <a:lnTo>
                  <a:pt x="590" y="191"/>
                </a:lnTo>
                <a:lnTo>
                  <a:pt x="589" y="190"/>
                </a:lnTo>
                <a:lnTo>
                  <a:pt x="588" y="190"/>
                </a:lnTo>
                <a:lnTo>
                  <a:pt x="587" y="190"/>
                </a:lnTo>
                <a:lnTo>
                  <a:pt x="587" y="189"/>
                </a:lnTo>
                <a:lnTo>
                  <a:pt x="586" y="189"/>
                </a:lnTo>
                <a:lnTo>
                  <a:pt x="586" y="188"/>
                </a:lnTo>
                <a:lnTo>
                  <a:pt x="586" y="187"/>
                </a:lnTo>
                <a:lnTo>
                  <a:pt x="586" y="185"/>
                </a:lnTo>
                <a:lnTo>
                  <a:pt x="586" y="184"/>
                </a:lnTo>
                <a:lnTo>
                  <a:pt x="586" y="183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3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3"/>
                </a:lnTo>
                <a:lnTo>
                  <a:pt x="581" y="183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5"/>
                </a:lnTo>
                <a:lnTo>
                  <a:pt x="577" y="185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6" y="189"/>
                </a:lnTo>
                <a:lnTo>
                  <a:pt x="576" y="192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3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70" y="199"/>
                </a:lnTo>
                <a:lnTo>
                  <a:pt x="570" y="200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7" y="202"/>
                </a:lnTo>
                <a:lnTo>
                  <a:pt x="566" y="202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6" y="202"/>
                </a:lnTo>
                <a:lnTo>
                  <a:pt x="565" y="203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1" y="207"/>
                </a:lnTo>
                <a:lnTo>
                  <a:pt x="561" y="208"/>
                </a:lnTo>
                <a:lnTo>
                  <a:pt x="560" y="209"/>
                </a:lnTo>
                <a:lnTo>
                  <a:pt x="560" y="210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4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4" y="221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50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1"/>
                </a:lnTo>
                <a:lnTo>
                  <a:pt x="564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4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60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9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60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2" y="255"/>
                </a:lnTo>
                <a:lnTo>
                  <a:pt x="563" y="254"/>
                </a:lnTo>
                <a:lnTo>
                  <a:pt x="564" y="254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3" y="258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2" y="264"/>
                </a:lnTo>
                <a:lnTo>
                  <a:pt x="562" y="265"/>
                </a:lnTo>
                <a:lnTo>
                  <a:pt x="562" y="266"/>
                </a:lnTo>
                <a:lnTo>
                  <a:pt x="563" y="266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3" y="270"/>
                </a:lnTo>
                <a:lnTo>
                  <a:pt x="564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1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1" y="275"/>
                </a:lnTo>
                <a:lnTo>
                  <a:pt x="571" y="276"/>
                </a:lnTo>
                <a:lnTo>
                  <a:pt x="572" y="276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9" y="277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3" y="277"/>
                </a:lnTo>
                <a:lnTo>
                  <a:pt x="584" y="276"/>
                </a:lnTo>
                <a:lnTo>
                  <a:pt x="585" y="276"/>
                </a:lnTo>
                <a:lnTo>
                  <a:pt x="585" y="277"/>
                </a:lnTo>
                <a:lnTo>
                  <a:pt x="586" y="277"/>
                </a:lnTo>
                <a:lnTo>
                  <a:pt x="587" y="277"/>
                </a:lnTo>
                <a:lnTo>
                  <a:pt x="587" y="276"/>
                </a:lnTo>
                <a:lnTo>
                  <a:pt x="587" y="277"/>
                </a:lnTo>
                <a:lnTo>
                  <a:pt x="588" y="277"/>
                </a:lnTo>
                <a:lnTo>
                  <a:pt x="589" y="277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1" y="276"/>
                </a:lnTo>
                <a:lnTo>
                  <a:pt x="591" y="274"/>
                </a:lnTo>
                <a:lnTo>
                  <a:pt x="591" y="273"/>
                </a:lnTo>
                <a:lnTo>
                  <a:pt x="590" y="273"/>
                </a:lnTo>
                <a:lnTo>
                  <a:pt x="590" y="272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8"/>
                </a:lnTo>
                <a:lnTo>
                  <a:pt x="594" y="268"/>
                </a:lnTo>
                <a:lnTo>
                  <a:pt x="594" y="267"/>
                </a:lnTo>
                <a:lnTo>
                  <a:pt x="594" y="266"/>
                </a:lnTo>
                <a:lnTo>
                  <a:pt x="595" y="266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8" y="263"/>
                </a:lnTo>
                <a:lnTo>
                  <a:pt x="599" y="263"/>
                </a:lnTo>
                <a:lnTo>
                  <a:pt x="600" y="264"/>
                </a:lnTo>
                <a:lnTo>
                  <a:pt x="600" y="265"/>
                </a:lnTo>
                <a:lnTo>
                  <a:pt x="601" y="265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3" y="265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9" y="263"/>
                </a:lnTo>
                <a:lnTo>
                  <a:pt x="619" y="262"/>
                </a:lnTo>
                <a:lnTo>
                  <a:pt x="620" y="260"/>
                </a:lnTo>
                <a:lnTo>
                  <a:pt x="620" y="259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3" y="257"/>
                </a:lnTo>
                <a:lnTo>
                  <a:pt x="622" y="257"/>
                </a:lnTo>
                <a:lnTo>
                  <a:pt x="623" y="258"/>
                </a:lnTo>
                <a:lnTo>
                  <a:pt x="624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6" y="262"/>
                </a:lnTo>
                <a:lnTo>
                  <a:pt x="626" y="263"/>
                </a:lnTo>
                <a:lnTo>
                  <a:pt x="627" y="263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7"/>
                </a:lnTo>
                <a:lnTo>
                  <a:pt x="626" y="268"/>
                </a:lnTo>
                <a:lnTo>
                  <a:pt x="626" y="269"/>
                </a:lnTo>
                <a:lnTo>
                  <a:pt x="627" y="269"/>
                </a:lnTo>
                <a:lnTo>
                  <a:pt x="628" y="270"/>
                </a:lnTo>
                <a:lnTo>
                  <a:pt x="629" y="270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69"/>
                </a:lnTo>
                <a:lnTo>
                  <a:pt x="633" y="270"/>
                </a:lnTo>
                <a:lnTo>
                  <a:pt x="634" y="269"/>
                </a:lnTo>
                <a:lnTo>
                  <a:pt x="635" y="269"/>
                </a:lnTo>
                <a:lnTo>
                  <a:pt x="636" y="270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7" y="273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9" y="277"/>
                </a:lnTo>
                <a:lnTo>
                  <a:pt x="640" y="277"/>
                </a:lnTo>
                <a:lnTo>
                  <a:pt x="640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2" y="280"/>
                </a:lnTo>
                <a:lnTo>
                  <a:pt x="642" y="281"/>
                </a:lnTo>
                <a:lnTo>
                  <a:pt x="642" y="282"/>
                </a:lnTo>
                <a:lnTo>
                  <a:pt x="641" y="282"/>
                </a:lnTo>
                <a:lnTo>
                  <a:pt x="641" y="283"/>
                </a:lnTo>
                <a:lnTo>
                  <a:pt x="642" y="284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5" y="287"/>
                </a:lnTo>
                <a:lnTo>
                  <a:pt x="645" y="288"/>
                </a:lnTo>
                <a:lnTo>
                  <a:pt x="644" y="288"/>
                </a:lnTo>
                <a:lnTo>
                  <a:pt x="644" y="289"/>
                </a:lnTo>
                <a:lnTo>
                  <a:pt x="645" y="290"/>
                </a:lnTo>
                <a:lnTo>
                  <a:pt x="646" y="291"/>
                </a:lnTo>
                <a:lnTo>
                  <a:pt x="646" y="292"/>
                </a:lnTo>
                <a:lnTo>
                  <a:pt x="645" y="292"/>
                </a:lnTo>
                <a:lnTo>
                  <a:pt x="644" y="292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3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4" y="302"/>
                </a:lnTo>
                <a:lnTo>
                  <a:pt x="634" y="303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4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2"/>
                </a:lnTo>
                <a:lnTo>
                  <a:pt x="631" y="314"/>
                </a:lnTo>
                <a:lnTo>
                  <a:pt x="631" y="315"/>
                </a:lnTo>
                <a:lnTo>
                  <a:pt x="631" y="316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0"/>
                </a:lnTo>
                <a:lnTo>
                  <a:pt x="631" y="321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7" y="323"/>
                </a:lnTo>
                <a:lnTo>
                  <a:pt x="627" y="325"/>
                </a:lnTo>
                <a:lnTo>
                  <a:pt x="627" y="326"/>
                </a:lnTo>
                <a:lnTo>
                  <a:pt x="626" y="327"/>
                </a:lnTo>
                <a:lnTo>
                  <a:pt x="626" y="328"/>
                </a:lnTo>
                <a:lnTo>
                  <a:pt x="627" y="328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5" y="334"/>
                </a:lnTo>
                <a:lnTo>
                  <a:pt x="625" y="335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5" y="337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1" y="353"/>
                </a:lnTo>
                <a:lnTo>
                  <a:pt x="620" y="353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1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3"/>
                </a:lnTo>
                <a:lnTo>
                  <a:pt x="617" y="374"/>
                </a:lnTo>
                <a:lnTo>
                  <a:pt x="618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8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81"/>
                </a:lnTo>
                <a:lnTo>
                  <a:pt x="634" y="380"/>
                </a:lnTo>
                <a:lnTo>
                  <a:pt x="633" y="380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4" y="387"/>
                </a:lnTo>
                <a:lnTo>
                  <a:pt x="634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3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0" y="396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2" y="397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8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2"/>
                </a:lnTo>
                <a:lnTo>
                  <a:pt x="652" y="411"/>
                </a:lnTo>
                <a:lnTo>
                  <a:pt x="651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7" y="423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6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1"/>
                </a:lnTo>
                <a:lnTo>
                  <a:pt x="642" y="442"/>
                </a:lnTo>
                <a:lnTo>
                  <a:pt x="642" y="443"/>
                </a:lnTo>
                <a:lnTo>
                  <a:pt x="641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5"/>
                </a:lnTo>
                <a:lnTo>
                  <a:pt x="637" y="446"/>
                </a:lnTo>
                <a:lnTo>
                  <a:pt x="637" y="447"/>
                </a:lnTo>
                <a:lnTo>
                  <a:pt x="636" y="448"/>
                </a:lnTo>
                <a:lnTo>
                  <a:pt x="636" y="449"/>
                </a:lnTo>
                <a:lnTo>
                  <a:pt x="635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3" y="455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3" y="459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3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1" y="477"/>
                </a:lnTo>
                <a:lnTo>
                  <a:pt x="631" y="479"/>
                </a:lnTo>
                <a:lnTo>
                  <a:pt x="631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3" y="482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1" y="493"/>
                </a:lnTo>
                <a:lnTo>
                  <a:pt x="641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4" y="499"/>
                </a:lnTo>
                <a:lnTo>
                  <a:pt x="644" y="500"/>
                </a:lnTo>
                <a:lnTo>
                  <a:pt x="645" y="500"/>
                </a:lnTo>
                <a:lnTo>
                  <a:pt x="645" y="501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1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1"/>
                </a:lnTo>
                <a:lnTo>
                  <a:pt x="658" y="490"/>
                </a:lnTo>
                <a:lnTo>
                  <a:pt x="659" y="490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6" y="492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69" y="494"/>
                </a:lnTo>
                <a:lnTo>
                  <a:pt x="671" y="493"/>
                </a:lnTo>
                <a:lnTo>
                  <a:pt x="672" y="493"/>
                </a:lnTo>
                <a:lnTo>
                  <a:pt x="673" y="493"/>
                </a:lnTo>
                <a:lnTo>
                  <a:pt x="673" y="492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6" y="497"/>
                </a:lnTo>
                <a:lnTo>
                  <a:pt x="686" y="498"/>
                </a:lnTo>
                <a:lnTo>
                  <a:pt x="687" y="497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4"/>
                </a:lnTo>
                <a:lnTo>
                  <a:pt x="690" y="505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1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6" y="513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5" y="519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8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3" y="523"/>
                </a:lnTo>
                <a:lnTo>
                  <a:pt x="704" y="524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5"/>
                </a:lnTo>
                <a:lnTo>
                  <a:pt x="706" y="526"/>
                </a:lnTo>
                <a:lnTo>
                  <a:pt x="706" y="527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9" y="528"/>
                </a:lnTo>
                <a:lnTo>
                  <a:pt x="709" y="529"/>
                </a:lnTo>
                <a:lnTo>
                  <a:pt x="710" y="529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4" y="523"/>
                </a:lnTo>
                <a:lnTo>
                  <a:pt x="724" y="522"/>
                </a:lnTo>
                <a:lnTo>
                  <a:pt x="725" y="522"/>
                </a:lnTo>
                <a:lnTo>
                  <a:pt x="727" y="522"/>
                </a:lnTo>
                <a:lnTo>
                  <a:pt x="728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1" y="525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30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1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9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9" y="567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8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7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40" y="595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600"/>
                </a:lnTo>
                <a:lnTo>
                  <a:pt x="737" y="601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8" y="606"/>
                </a:lnTo>
                <a:lnTo>
                  <a:pt x="727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3"/>
                </a:lnTo>
                <a:lnTo>
                  <a:pt x="722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3" y="609"/>
                </a:lnTo>
                <a:lnTo>
                  <a:pt x="712" y="609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9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9" y="611"/>
                </a:lnTo>
                <a:lnTo>
                  <a:pt x="688" y="611"/>
                </a:lnTo>
                <a:lnTo>
                  <a:pt x="687" y="611"/>
                </a:lnTo>
                <a:lnTo>
                  <a:pt x="687" y="612"/>
                </a:lnTo>
                <a:lnTo>
                  <a:pt x="686" y="612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3"/>
                </a:lnTo>
                <a:lnTo>
                  <a:pt x="684" y="613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1" y="612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4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1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1" y="626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8" y="626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4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3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5" y="648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8" y="656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5" y="655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2" y="658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8" y="670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6" y="655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8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8" y="673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7" y="679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1" y="679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2" y="660"/>
                </a:lnTo>
                <a:lnTo>
                  <a:pt x="552" y="659"/>
                </a:lnTo>
                <a:lnTo>
                  <a:pt x="551" y="659"/>
                </a:lnTo>
                <a:lnTo>
                  <a:pt x="551" y="660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6" y="668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4" y="665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8"/>
                </a:lnTo>
                <a:lnTo>
                  <a:pt x="521" y="668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6" y="673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1" y="676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6"/>
                </a:lnTo>
                <a:lnTo>
                  <a:pt x="506" y="686"/>
                </a:lnTo>
                <a:lnTo>
                  <a:pt x="506" y="687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3" y="688"/>
                </a:lnTo>
                <a:lnTo>
                  <a:pt x="502" y="688"/>
                </a:lnTo>
                <a:lnTo>
                  <a:pt x="502" y="689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8" y="689"/>
                </a:lnTo>
                <a:lnTo>
                  <a:pt x="487" y="689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4" y="683"/>
                </a:lnTo>
                <a:lnTo>
                  <a:pt x="484" y="682"/>
                </a:lnTo>
                <a:lnTo>
                  <a:pt x="483" y="682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9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0" y="672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3" y="664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0" y="661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3" y="685"/>
                </a:lnTo>
                <a:lnTo>
                  <a:pt x="432" y="685"/>
                </a:lnTo>
                <a:lnTo>
                  <a:pt x="432" y="686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8" y="698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7" y="699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3" y="694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4" y="689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2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2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4" y="703"/>
                </a:lnTo>
                <a:lnTo>
                  <a:pt x="373" y="703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2" y="708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8" y="713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8" y="724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70" y="743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6"/>
                </a:lnTo>
                <a:lnTo>
                  <a:pt x="384" y="757"/>
                </a:lnTo>
                <a:lnTo>
                  <a:pt x="384" y="758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90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6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1" y="799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6" y="813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5" y="826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8" y="823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9" y="820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20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7" y="802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4" y="788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4"/>
                </a:lnTo>
                <a:lnTo>
                  <a:pt x="328" y="773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9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6" y="770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3" y="774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90" y="790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6" y="794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2" y="788"/>
                </a:lnTo>
                <a:lnTo>
                  <a:pt x="262" y="787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60" y="789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30" y="772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90" y="730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1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5"/>
                </a:lnTo>
                <a:lnTo>
                  <a:pt x="166" y="685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4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3" y="604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6" y="602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8" y="568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6" y="533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7" y="522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5" y="530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1"/>
                </a:lnTo>
                <a:lnTo>
                  <a:pt x="43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2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2" y="530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1" y="519"/>
                </a:lnTo>
                <a:lnTo>
                  <a:pt x="21" y="518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4" y="477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6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4" y="450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8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4" y="403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89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1" y="365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7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4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9" y="331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6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6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8" y="315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5" y="298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1" y="286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1" y="245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10" y="231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10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7" y="209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8" y="201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7" y="174"/>
                </a:lnTo>
                <a:lnTo>
                  <a:pt x="106" y="174"/>
                </a:lnTo>
                <a:lnTo>
                  <a:pt x="106" y="173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3" y="174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4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AFC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561384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1" y="6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3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1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1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4" y="110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4" y="125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10" y="163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9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9" y="194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1" y="238"/>
                </a:lnTo>
                <a:lnTo>
                  <a:pt x="1030" y="238"/>
                </a:lnTo>
                <a:lnTo>
                  <a:pt x="1029" y="239"/>
                </a:lnTo>
                <a:lnTo>
                  <a:pt x="1029" y="240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7" y="246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6" y="295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2" y="348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5" y="350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2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9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9" y="405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3" y="419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6" y="429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9" y="454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4" y="460"/>
                </a:lnTo>
                <a:lnTo>
                  <a:pt x="1533" y="460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9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6" y="473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8" y="478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8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4" y="475"/>
                </a:lnTo>
                <a:lnTo>
                  <a:pt x="1625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6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3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1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4" y="455"/>
                </a:lnTo>
                <a:lnTo>
                  <a:pt x="1805" y="455"/>
                </a:lnTo>
                <a:lnTo>
                  <a:pt x="1805" y="456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5" y="457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3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6" y="626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9" y="691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2" y="709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4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2" y="769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8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9" y="833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4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1" y="836"/>
                </a:lnTo>
                <a:lnTo>
                  <a:pt x="1750" y="836"/>
                </a:lnTo>
                <a:lnTo>
                  <a:pt x="1750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8" y="855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3" y="889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7" y="896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9" y="889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8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4" y="862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4" y="854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0"/>
                </a:lnTo>
                <a:lnTo>
                  <a:pt x="1613" y="849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5" y="840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9" y="849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7" y="853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8" y="867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9" y="883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8" y="893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2"/>
                </a:lnTo>
                <a:lnTo>
                  <a:pt x="1422" y="922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8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1" y="934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7" y="951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2" y="972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9" y="974"/>
                </a:lnTo>
                <a:lnTo>
                  <a:pt x="1378" y="974"/>
                </a:lnTo>
                <a:lnTo>
                  <a:pt x="1377" y="974"/>
                </a:lnTo>
                <a:lnTo>
                  <a:pt x="1377" y="975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7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1" y="980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5" y="935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3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9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90" y="910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3" y="884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2" y="871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5" y="881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8" y="886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20" y="870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9" y="865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8" y="853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1" y="864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5" y="876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2" y="881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900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1" y="905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9" y="909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9" y="934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7" y="939"/>
                </a:lnTo>
                <a:lnTo>
                  <a:pt x="966" y="939"/>
                </a:lnTo>
                <a:lnTo>
                  <a:pt x="966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9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3" y="876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5" y="861"/>
                </a:lnTo>
                <a:lnTo>
                  <a:pt x="934" y="861"/>
                </a:lnTo>
                <a:lnTo>
                  <a:pt x="933" y="862"/>
                </a:lnTo>
                <a:lnTo>
                  <a:pt x="932" y="862"/>
                </a:lnTo>
                <a:lnTo>
                  <a:pt x="932" y="861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10" y="867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6" y="869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6" y="872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6" y="875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2" y="874"/>
                </a:lnTo>
                <a:lnTo>
                  <a:pt x="881" y="874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8" y="880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7" y="884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3" y="885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2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5" y="864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8" y="859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8" y="861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8" y="863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5" y="867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9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6" y="860"/>
                </a:lnTo>
                <a:lnTo>
                  <a:pt x="707" y="860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5" y="854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7" y="874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3" y="875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5" y="841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7" y="839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3" y="813"/>
                </a:lnTo>
                <a:lnTo>
                  <a:pt x="613" y="812"/>
                </a:lnTo>
                <a:lnTo>
                  <a:pt x="614" y="812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5" y="801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7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7" y="810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70" y="804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90" y="737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3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7" y="734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5" y="728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9" y="704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8" y="658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5" y="650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7" y="639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7" y="636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3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2" y="622"/>
                </a:lnTo>
                <a:lnTo>
                  <a:pt x="272" y="623"/>
                </a:lnTo>
                <a:lnTo>
                  <a:pt x="272" y="624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1" y="630"/>
                </a:lnTo>
                <a:lnTo>
                  <a:pt x="272" y="630"/>
                </a:lnTo>
                <a:lnTo>
                  <a:pt x="272" y="631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2" y="636"/>
                </a:lnTo>
                <a:lnTo>
                  <a:pt x="271" y="636"/>
                </a:lnTo>
                <a:lnTo>
                  <a:pt x="272" y="636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1" y="641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2" y="664"/>
                </a:lnTo>
                <a:lnTo>
                  <a:pt x="252" y="663"/>
                </a:lnTo>
                <a:lnTo>
                  <a:pt x="251" y="663"/>
                </a:lnTo>
                <a:lnTo>
                  <a:pt x="250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2" y="632"/>
                </a:lnTo>
                <a:lnTo>
                  <a:pt x="221" y="632"/>
                </a:lnTo>
                <a:lnTo>
                  <a:pt x="221" y="633"/>
                </a:lnTo>
                <a:lnTo>
                  <a:pt x="220" y="633"/>
                </a:lnTo>
                <a:lnTo>
                  <a:pt x="220" y="632"/>
                </a:lnTo>
                <a:lnTo>
                  <a:pt x="220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8" y="623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2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70" y="562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7" y="474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9" y="435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1" y="400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3" y="425"/>
                </a:lnTo>
                <a:lnTo>
                  <a:pt x="53" y="424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6" y="369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3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4" y="274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8" y="131"/>
                </a:lnTo>
                <a:lnTo>
                  <a:pt x="177" y="130"/>
                </a:lnTo>
                <a:lnTo>
                  <a:pt x="176" y="130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4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7"/>
                </a:lnTo>
                <a:lnTo>
                  <a:pt x="185" y="108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8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3" y="112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0" y="118"/>
                </a:lnTo>
                <a:lnTo>
                  <a:pt x="211" y="118"/>
                </a:lnTo>
                <a:lnTo>
                  <a:pt x="213" y="118"/>
                </a:lnTo>
                <a:lnTo>
                  <a:pt x="214" y="118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9"/>
                </a:lnTo>
                <a:lnTo>
                  <a:pt x="227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6" y="120"/>
                </a:lnTo>
                <a:lnTo>
                  <a:pt x="236" y="121"/>
                </a:lnTo>
                <a:lnTo>
                  <a:pt x="237" y="120"/>
                </a:lnTo>
                <a:lnTo>
                  <a:pt x="236" y="119"/>
                </a:lnTo>
                <a:lnTo>
                  <a:pt x="235" y="118"/>
                </a:lnTo>
                <a:lnTo>
                  <a:pt x="237" y="118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9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9"/>
                </a:lnTo>
                <a:lnTo>
                  <a:pt x="259" y="119"/>
                </a:lnTo>
                <a:lnTo>
                  <a:pt x="259" y="118"/>
                </a:lnTo>
                <a:lnTo>
                  <a:pt x="259" y="117"/>
                </a:lnTo>
                <a:lnTo>
                  <a:pt x="260" y="117"/>
                </a:lnTo>
                <a:lnTo>
                  <a:pt x="262" y="117"/>
                </a:lnTo>
                <a:lnTo>
                  <a:pt x="263" y="117"/>
                </a:lnTo>
                <a:lnTo>
                  <a:pt x="263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8"/>
                </a:lnTo>
                <a:lnTo>
                  <a:pt x="273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8"/>
                </a:lnTo>
                <a:lnTo>
                  <a:pt x="287" y="128"/>
                </a:lnTo>
                <a:lnTo>
                  <a:pt x="291" y="128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5" y="96"/>
                </a:lnTo>
                <a:lnTo>
                  <a:pt x="355" y="95"/>
                </a:lnTo>
                <a:lnTo>
                  <a:pt x="356" y="95"/>
                </a:lnTo>
                <a:lnTo>
                  <a:pt x="357" y="94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3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8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4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5"/>
                </a:lnTo>
                <a:lnTo>
                  <a:pt x="496" y="114"/>
                </a:lnTo>
                <a:lnTo>
                  <a:pt x="497" y="113"/>
                </a:lnTo>
                <a:lnTo>
                  <a:pt x="496" y="113"/>
                </a:lnTo>
                <a:lnTo>
                  <a:pt x="497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2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9" y="114"/>
                </a:lnTo>
                <a:lnTo>
                  <a:pt x="519" y="113"/>
                </a:lnTo>
                <a:lnTo>
                  <a:pt x="519" y="114"/>
                </a:lnTo>
                <a:lnTo>
                  <a:pt x="521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5"/>
                </a:lnTo>
                <a:lnTo>
                  <a:pt x="524" y="114"/>
                </a:lnTo>
                <a:lnTo>
                  <a:pt x="525" y="113"/>
                </a:lnTo>
                <a:lnTo>
                  <a:pt x="526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8" y="108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8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9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700" y="50"/>
                </a:lnTo>
                <a:lnTo>
                  <a:pt x="701" y="50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5" y="47"/>
                </a:lnTo>
                <a:lnTo>
                  <a:pt x="705" y="46"/>
                </a:lnTo>
                <a:lnTo>
                  <a:pt x="704" y="46"/>
                </a:lnTo>
                <a:lnTo>
                  <a:pt x="705" y="46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3" y="23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6" y="20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30" y="15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649296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4" y="29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2" y="45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7" y="74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8" y="117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6"/>
                </a:lnTo>
                <a:lnTo>
                  <a:pt x="478" y="197"/>
                </a:lnTo>
                <a:lnTo>
                  <a:pt x="479" y="197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4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1" y="319"/>
                </a:lnTo>
                <a:lnTo>
                  <a:pt x="450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8" y="332"/>
                </a:lnTo>
                <a:lnTo>
                  <a:pt x="448" y="333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50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8" y="385"/>
                </a:lnTo>
                <a:lnTo>
                  <a:pt x="458" y="387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50" y="426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4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3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1" y="656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2"/>
                </a:lnTo>
                <a:lnTo>
                  <a:pt x="400" y="652"/>
                </a:lnTo>
                <a:lnTo>
                  <a:pt x="400" y="651"/>
                </a:lnTo>
                <a:lnTo>
                  <a:pt x="400" y="652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7" y="650"/>
                </a:lnTo>
                <a:lnTo>
                  <a:pt x="386" y="650"/>
                </a:lnTo>
                <a:lnTo>
                  <a:pt x="386" y="651"/>
                </a:lnTo>
                <a:lnTo>
                  <a:pt x="385" y="651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6" y="649"/>
                </a:lnTo>
                <a:lnTo>
                  <a:pt x="375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70" y="662"/>
                </a:lnTo>
                <a:lnTo>
                  <a:pt x="370" y="663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7"/>
                </a:lnTo>
                <a:lnTo>
                  <a:pt x="387" y="678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3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2" y="724"/>
                </a:lnTo>
                <a:lnTo>
                  <a:pt x="371" y="724"/>
                </a:lnTo>
                <a:lnTo>
                  <a:pt x="370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3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8"/>
                </a:lnTo>
                <a:lnTo>
                  <a:pt x="372" y="778"/>
                </a:lnTo>
                <a:lnTo>
                  <a:pt x="372" y="779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3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0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6" y="805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1" y="806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4" y="807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9" y="802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8" y="749"/>
                </a:lnTo>
                <a:lnTo>
                  <a:pt x="247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9" y="755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6"/>
                </a:lnTo>
                <a:lnTo>
                  <a:pt x="142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2" y="704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7"/>
                </a:lnTo>
                <a:lnTo>
                  <a:pt x="6" y="696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0" y="634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8" y="500"/>
                </a:lnTo>
                <a:lnTo>
                  <a:pt x="87" y="500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0"/>
                </a:lnTo>
                <a:lnTo>
                  <a:pt x="199" y="450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7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6" y="440"/>
                </a:lnTo>
                <a:lnTo>
                  <a:pt x="237" y="440"/>
                </a:lnTo>
                <a:lnTo>
                  <a:pt x="238" y="440"/>
                </a:lnTo>
                <a:lnTo>
                  <a:pt x="237" y="440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7" y="440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1"/>
                </a:lnTo>
                <a:lnTo>
                  <a:pt x="253" y="440"/>
                </a:lnTo>
                <a:lnTo>
                  <a:pt x="253" y="439"/>
                </a:lnTo>
                <a:lnTo>
                  <a:pt x="254" y="439"/>
                </a:lnTo>
                <a:lnTo>
                  <a:pt x="254" y="440"/>
                </a:lnTo>
                <a:lnTo>
                  <a:pt x="255" y="440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7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4" y="373"/>
                </a:lnTo>
                <a:lnTo>
                  <a:pt x="285" y="372"/>
                </a:lnTo>
                <a:lnTo>
                  <a:pt x="285" y="371"/>
                </a:lnTo>
                <a:lnTo>
                  <a:pt x="285" y="370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8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7" y="348"/>
                </a:lnTo>
                <a:lnTo>
                  <a:pt x="286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5" y="339"/>
                </a:lnTo>
                <a:lnTo>
                  <a:pt x="284" y="337"/>
                </a:lnTo>
                <a:lnTo>
                  <a:pt x="283" y="335"/>
                </a:lnTo>
                <a:lnTo>
                  <a:pt x="284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3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1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60" y="314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5" y="310"/>
                </a:lnTo>
                <a:lnTo>
                  <a:pt x="252" y="309"/>
                </a:lnTo>
                <a:lnTo>
                  <a:pt x="252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5" y="299"/>
                </a:lnTo>
                <a:lnTo>
                  <a:pt x="224" y="300"/>
                </a:lnTo>
                <a:lnTo>
                  <a:pt x="223" y="300"/>
                </a:lnTo>
                <a:lnTo>
                  <a:pt x="224" y="299"/>
                </a:lnTo>
                <a:lnTo>
                  <a:pt x="223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7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4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4" y="279"/>
                </a:lnTo>
                <a:lnTo>
                  <a:pt x="184" y="278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6"/>
                </a:lnTo>
                <a:lnTo>
                  <a:pt x="175" y="275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4" y="274"/>
                </a:lnTo>
                <a:lnTo>
                  <a:pt x="163" y="274"/>
                </a:lnTo>
                <a:lnTo>
                  <a:pt x="163" y="273"/>
                </a:lnTo>
                <a:lnTo>
                  <a:pt x="163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1" y="252"/>
                </a:lnTo>
                <a:lnTo>
                  <a:pt x="163" y="254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60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4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4" y="202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0" y="200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3" y="197"/>
                </a:lnTo>
                <a:lnTo>
                  <a:pt x="170" y="196"/>
                </a:lnTo>
                <a:lnTo>
                  <a:pt x="171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1" y="190"/>
                </a:lnTo>
                <a:lnTo>
                  <a:pt x="180" y="189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9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1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5" y="183"/>
                </a:lnTo>
                <a:lnTo>
                  <a:pt x="195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200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7" y="179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3" y="199"/>
                </a:lnTo>
                <a:lnTo>
                  <a:pt x="234" y="199"/>
                </a:lnTo>
                <a:lnTo>
                  <a:pt x="235" y="199"/>
                </a:lnTo>
                <a:lnTo>
                  <a:pt x="237" y="200"/>
                </a:lnTo>
                <a:lnTo>
                  <a:pt x="238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90" y="195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7" y="190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9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6" y="166"/>
                </a:lnTo>
                <a:lnTo>
                  <a:pt x="317" y="164"/>
                </a:lnTo>
                <a:lnTo>
                  <a:pt x="318" y="163"/>
                </a:lnTo>
                <a:lnTo>
                  <a:pt x="320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1" y="155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8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3"/>
                </a:lnTo>
                <a:lnTo>
                  <a:pt x="357" y="82"/>
                </a:lnTo>
                <a:lnTo>
                  <a:pt x="360" y="80"/>
                </a:lnTo>
                <a:lnTo>
                  <a:pt x="363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5"/>
                </a:lnTo>
                <a:lnTo>
                  <a:pt x="375" y="72"/>
                </a:lnTo>
                <a:lnTo>
                  <a:pt x="376" y="70"/>
                </a:lnTo>
                <a:lnTo>
                  <a:pt x="379" y="67"/>
                </a:lnTo>
                <a:lnTo>
                  <a:pt x="379" y="64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9"/>
                </a:lnTo>
                <a:lnTo>
                  <a:pt x="405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606636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2" y="31"/>
                </a:lnTo>
                <a:lnTo>
                  <a:pt x="461" y="47"/>
                </a:lnTo>
                <a:lnTo>
                  <a:pt x="461" y="48"/>
                </a:lnTo>
                <a:lnTo>
                  <a:pt x="462" y="50"/>
                </a:lnTo>
                <a:lnTo>
                  <a:pt x="463" y="52"/>
                </a:lnTo>
                <a:lnTo>
                  <a:pt x="465" y="55"/>
                </a:lnTo>
                <a:lnTo>
                  <a:pt x="465" y="56"/>
                </a:lnTo>
                <a:lnTo>
                  <a:pt x="466" y="57"/>
                </a:lnTo>
                <a:lnTo>
                  <a:pt x="467" y="59"/>
                </a:lnTo>
                <a:lnTo>
                  <a:pt x="469" y="63"/>
                </a:lnTo>
                <a:lnTo>
                  <a:pt x="470" y="64"/>
                </a:lnTo>
                <a:lnTo>
                  <a:pt x="470" y="65"/>
                </a:lnTo>
                <a:lnTo>
                  <a:pt x="472" y="69"/>
                </a:lnTo>
                <a:lnTo>
                  <a:pt x="472" y="70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4"/>
                </a:lnTo>
                <a:lnTo>
                  <a:pt x="475" y="75"/>
                </a:lnTo>
                <a:lnTo>
                  <a:pt x="476" y="76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2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99"/>
                </a:lnTo>
                <a:lnTo>
                  <a:pt x="489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1"/>
                </a:lnTo>
                <a:lnTo>
                  <a:pt x="494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7" y="117"/>
                </a:lnTo>
                <a:lnTo>
                  <a:pt x="497" y="118"/>
                </a:lnTo>
                <a:lnTo>
                  <a:pt x="496" y="118"/>
                </a:lnTo>
                <a:lnTo>
                  <a:pt x="495" y="119"/>
                </a:lnTo>
                <a:lnTo>
                  <a:pt x="494" y="120"/>
                </a:lnTo>
                <a:lnTo>
                  <a:pt x="494" y="121"/>
                </a:lnTo>
                <a:lnTo>
                  <a:pt x="493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9" y="125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8"/>
                </a:lnTo>
                <a:lnTo>
                  <a:pt x="484" y="129"/>
                </a:lnTo>
                <a:lnTo>
                  <a:pt x="483" y="130"/>
                </a:lnTo>
                <a:lnTo>
                  <a:pt x="482" y="131"/>
                </a:lnTo>
                <a:lnTo>
                  <a:pt x="481" y="132"/>
                </a:lnTo>
                <a:lnTo>
                  <a:pt x="480" y="132"/>
                </a:lnTo>
                <a:lnTo>
                  <a:pt x="479" y="133"/>
                </a:lnTo>
                <a:lnTo>
                  <a:pt x="479" y="134"/>
                </a:lnTo>
                <a:lnTo>
                  <a:pt x="478" y="134"/>
                </a:lnTo>
                <a:lnTo>
                  <a:pt x="477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7"/>
                </a:lnTo>
                <a:lnTo>
                  <a:pt x="478" y="138"/>
                </a:lnTo>
                <a:lnTo>
                  <a:pt x="478" y="139"/>
                </a:lnTo>
                <a:lnTo>
                  <a:pt x="478" y="140"/>
                </a:lnTo>
                <a:lnTo>
                  <a:pt x="487" y="150"/>
                </a:lnTo>
                <a:lnTo>
                  <a:pt x="489" y="152"/>
                </a:lnTo>
                <a:lnTo>
                  <a:pt x="502" y="167"/>
                </a:lnTo>
                <a:lnTo>
                  <a:pt x="503" y="168"/>
                </a:lnTo>
                <a:lnTo>
                  <a:pt x="508" y="175"/>
                </a:lnTo>
                <a:lnTo>
                  <a:pt x="511" y="176"/>
                </a:lnTo>
                <a:lnTo>
                  <a:pt x="515" y="179"/>
                </a:lnTo>
                <a:lnTo>
                  <a:pt x="516" y="180"/>
                </a:lnTo>
                <a:lnTo>
                  <a:pt x="520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4" y="185"/>
                </a:lnTo>
                <a:lnTo>
                  <a:pt x="525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6"/>
                </a:lnTo>
                <a:lnTo>
                  <a:pt x="528" y="187"/>
                </a:lnTo>
                <a:lnTo>
                  <a:pt x="529" y="187"/>
                </a:lnTo>
                <a:lnTo>
                  <a:pt x="530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7" y="191"/>
                </a:lnTo>
                <a:lnTo>
                  <a:pt x="537" y="192"/>
                </a:lnTo>
                <a:lnTo>
                  <a:pt x="538" y="192"/>
                </a:lnTo>
                <a:lnTo>
                  <a:pt x="539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5"/>
                </a:lnTo>
                <a:lnTo>
                  <a:pt x="541" y="199"/>
                </a:lnTo>
                <a:lnTo>
                  <a:pt x="541" y="200"/>
                </a:lnTo>
                <a:lnTo>
                  <a:pt x="541" y="204"/>
                </a:lnTo>
                <a:lnTo>
                  <a:pt x="541" y="205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2" y="216"/>
                </a:lnTo>
                <a:lnTo>
                  <a:pt x="542" y="219"/>
                </a:lnTo>
                <a:lnTo>
                  <a:pt x="542" y="220"/>
                </a:lnTo>
                <a:lnTo>
                  <a:pt x="542" y="222"/>
                </a:lnTo>
                <a:lnTo>
                  <a:pt x="542" y="226"/>
                </a:lnTo>
                <a:lnTo>
                  <a:pt x="542" y="229"/>
                </a:lnTo>
                <a:lnTo>
                  <a:pt x="549" y="226"/>
                </a:lnTo>
                <a:lnTo>
                  <a:pt x="556" y="223"/>
                </a:lnTo>
                <a:lnTo>
                  <a:pt x="558" y="222"/>
                </a:lnTo>
                <a:lnTo>
                  <a:pt x="559" y="222"/>
                </a:lnTo>
                <a:lnTo>
                  <a:pt x="559" y="221"/>
                </a:lnTo>
                <a:lnTo>
                  <a:pt x="561" y="220"/>
                </a:lnTo>
                <a:lnTo>
                  <a:pt x="563" y="220"/>
                </a:lnTo>
                <a:lnTo>
                  <a:pt x="564" y="219"/>
                </a:lnTo>
                <a:lnTo>
                  <a:pt x="565" y="219"/>
                </a:lnTo>
                <a:lnTo>
                  <a:pt x="567" y="218"/>
                </a:lnTo>
                <a:lnTo>
                  <a:pt x="567" y="217"/>
                </a:lnTo>
                <a:lnTo>
                  <a:pt x="566" y="216"/>
                </a:lnTo>
                <a:lnTo>
                  <a:pt x="565" y="215"/>
                </a:lnTo>
                <a:lnTo>
                  <a:pt x="565" y="214"/>
                </a:lnTo>
                <a:lnTo>
                  <a:pt x="564" y="213"/>
                </a:lnTo>
                <a:lnTo>
                  <a:pt x="564" y="212"/>
                </a:lnTo>
                <a:lnTo>
                  <a:pt x="563" y="211"/>
                </a:lnTo>
                <a:lnTo>
                  <a:pt x="562" y="211"/>
                </a:lnTo>
                <a:lnTo>
                  <a:pt x="564" y="210"/>
                </a:lnTo>
                <a:lnTo>
                  <a:pt x="567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2" y="212"/>
                </a:lnTo>
                <a:lnTo>
                  <a:pt x="572" y="213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4" y="218"/>
                </a:lnTo>
                <a:lnTo>
                  <a:pt x="575" y="219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4"/>
                </a:lnTo>
                <a:lnTo>
                  <a:pt x="583" y="225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4" y="220"/>
                </a:lnTo>
                <a:lnTo>
                  <a:pt x="584" y="219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4"/>
                </a:lnTo>
                <a:lnTo>
                  <a:pt x="584" y="214"/>
                </a:lnTo>
                <a:lnTo>
                  <a:pt x="586" y="213"/>
                </a:lnTo>
                <a:lnTo>
                  <a:pt x="587" y="212"/>
                </a:lnTo>
                <a:lnTo>
                  <a:pt x="589" y="212"/>
                </a:lnTo>
                <a:lnTo>
                  <a:pt x="591" y="211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8" y="208"/>
                </a:lnTo>
                <a:lnTo>
                  <a:pt x="600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3" y="212"/>
                </a:lnTo>
                <a:lnTo>
                  <a:pt x="603" y="213"/>
                </a:lnTo>
                <a:lnTo>
                  <a:pt x="604" y="214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6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10" y="218"/>
                </a:lnTo>
                <a:lnTo>
                  <a:pt x="611" y="217"/>
                </a:lnTo>
                <a:lnTo>
                  <a:pt x="611" y="216"/>
                </a:lnTo>
                <a:lnTo>
                  <a:pt x="612" y="215"/>
                </a:lnTo>
                <a:lnTo>
                  <a:pt x="612" y="214"/>
                </a:lnTo>
                <a:lnTo>
                  <a:pt x="616" y="211"/>
                </a:lnTo>
                <a:lnTo>
                  <a:pt x="617" y="210"/>
                </a:lnTo>
                <a:lnTo>
                  <a:pt x="617" y="201"/>
                </a:lnTo>
                <a:lnTo>
                  <a:pt x="617" y="199"/>
                </a:lnTo>
                <a:lnTo>
                  <a:pt x="624" y="199"/>
                </a:lnTo>
                <a:lnTo>
                  <a:pt x="626" y="199"/>
                </a:lnTo>
                <a:lnTo>
                  <a:pt x="634" y="200"/>
                </a:lnTo>
                <a:lnTo>
                  <a:pt x="641" y="200"/>
                </a:lnTo>
                <a:lnTo>
                  <a:pt x="646" y="200"/>
                </a:lnTo>
                <a:lnTo>
                  <a:pt x="652" y="200"/>
                </a:lnTo>
                <a:lnTo>
                  <a:pt x="662" y="192"/>
                </a:lnTo>
                <a:lnTo>
                  <a:pt x="669" y="192"/>
                </a:lnTo>
                <a:lnTo>
                  <a:pt x="676" y="193"/>
                </a:lnTo>
                <a:lnTo>
                  <a:pt x="690" y="194"/>
                </a:lnTo>
                <a:lnTo>
                  <a:pt x="691" y="194"/>
                </a:lnTo>
                <a:lnTo>
                  <a:pt x="696" y="194"/>
                </a:lnTo>
                <a:lnTo>
                  <a:pt x="701" y="197"/>
                </a:lnTo>
                <a:lnTo>
                  <a:pt x="704" y="201"/>
                </a:lnTo>
                <a:lnTo>
                  <a:pt x="705" y="203"/>
                </a:lnTo>
                <a:lnTo>
                  <a:pt x="711" y="212"/>
                </a:lnTo>
                <a:lnTo>
                  <a:pt x="712" y="214"/>
                </a:lnTo>
                <a:lnTo>
                  <a:pt x="713" y="219"/>
                </a:lnTo>
                <a:lnTo>
                  <a:pt x="713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1" y="261"/>
                </a:lnTo>
                <a:lnTo>
                  <a:pt x="700" y="262"/>
                </a:lnTo>
                <a:lnTo>
                  <a:pt x="699" y="263"/>
                </a:lnTo>
                <a:lnTo>
                  <a:pt x="697" y="263"/>
                </a:lnTo>
                <a:lnTo>
                  <a:pt x="696" y="264"/>
                </a:lnTo>
                <a:lnTo>
                  <a:pt x="695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1"/>
                </a:lnTo>
                <a:lnTo>
                  <a:pt x="687" y="272"/>
                </a:lnTo>
                <a:lnTo>
                  <a:pt x="687" y="273"/>
                </a:lnTo>
                <a:lnTo>
                  <a:pt x="686" y="274"/>
                </a:lnTo>
                <a:lnTo>
                  <a:pt x="686" y="275"/>
                </a:lnTo>
                <a:lnTo>
                  <a:pt x="686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5" y="280"/>
                </a:lnTo>
                <a:lnTo>
                  <a:pt x="684" y="280"/>
                </a:lnTo>
                <a:lnTo>
                  <a:pt x="684" y="281"/>
                </a:lnTo>
                <a:lnTo>
                  <a:pt x="683" y="282"/>
                </a:lnTo>
                <a:lnTo>
                  <a:pt x="682" y="282"/>
                </a:lnTo>
                <a:lnTo>
                  <a:pt x="682" y="283"/>
                </a:lnTo>
                <a:lnTo>
                  <a:pt x="681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9" y="286"/>
                </a:lnTo>
                <a:lnTo>
                  <a:pt x="668" y="287"/>
                </a:lnTo>
                <a:lnTo>
                  <a:pt x="667" y="288"/>
                </a:lnTo>
                <a:lnTo>
                  <a:pt x="667" y="289"/>
                </a:lnTo>
                <a:lnTo>
                  <a:pt x="666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0"/>
                </a:lnTo>
                <a:lnTo>
                  <a:pt x="664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58" y="293"/>
                </a:lnTo>
                <a:lnTo>
                  <a:pt x="658" y="294"/>
                </a:lnTo>
                <a:lnTo>
                  <a:pt x="657" y="294"/>
                </a:lnTo>
                <a:lnTo>
                  <a:pt x="656" y="295"/>
                </a:lnTo>
                <a:lnTo>
                  <a:pt x="655" y="295"/>
                </a:lnTo>
                <a:lnTo>
                  <a:pt x="654" y="296"/>
                </a:lnTo>
                <a:lnTo>
                  <a:pt x="652" y="297"/>
                </a:lnTo>
                <a:lnTo>
                  <a:pt x="651" y="297"/>
                </a:lnTo>
                <a:lnTo>
                  <a:pt x="650" y="297"/>
                </a:lnTo>
                <a:lnTo>
                  <a:pt x="649" y="298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8"/>
                </a:lnTo>
                <a:lnTo>
                  <a:pt x="643" y="298"/>
                </a:lnTo>
                <a:lnTo>
                  <a:pt x="643" y="297"/>
                </a:lnTo>
                <a:lnTo>
                  <a:pt x="642" y="297"/>
                </a:lnTo>
                <a:lnTo>
                  <a:pt x="641" y="298"/>
                </a:lnTo>
                <a:lnTo>
                  <a:pt x="641" y="299"/>
                </a:lnTo>
                <a:lnTo>
                  <a:pt x="642" y="299"/>
                </a:lnTo>
                <a:lnTo>
                  <a:pt x="642" y="300"/>
                </a:lnTo>
                <a:lnTo>
                  <a:pt x="660" y="298"/>
                </a:lnTo>
                <a:lnTo>
                  <a:pt x="662" y="298"/>
                </a:lnTo>
                <a:lnTo>
                  <a:pt x="663" y="298"/>
                </a:lnTo>
                <a:lnTo>
                  <a:pt x="664" y="299"/>
                </a:lnTo>
                <a:lnTo>
                  <a:pt x="665" y="299"/>
                </a:lnTo>
                <a:lnTo>
                  <a:pt x="666" y="299"/>
                </a:lnTo>
                <a:lnTo>
                  <a:pt x="668" y="300"/>
                </a:lnTo>
                <a:lnTo>
                  <a:pt x="669" y="300"/>
                </a:lnTo>
                <a:lnTo>
                  <a:pt x="671" y="300"/>
                </a:lnTo>
                <a:lnTo>
                  <a:pt x="673" y="301"/>
                </a:lnTo>
                <a:lnTo>
                  <a:pt x="674" y="301"/>
                </a:lnTo>
                <a:lnTo>
                  <a:pt x="675" y="301"/>
                </a:lnTo>
                <a:lnTo>
                  <a:pt x="681" y="307"/>
                </a:lnTo>
                <a:lnTo>
                  <a:pt x="683" y="309"/>
                </a:lnTo>
                <a:lnTo>
                  <a:pt x="688" y="311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1"/>
                </a:lnTo>
                <a:lnTo>
                  <a:pt x="715" y="321"/>
                </a:lnTo>
                <a:lnTo>
                  <a:pt x="719" y="327"/>
                </a:lnTo>
                <a:lnTo>
                  <a:pt x="718" y="331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6" y="360"/>
                </a:lnTo>
                <a:lnTo>
                  <a:pt x="767" y="364"/>
                </a:lnTo>
                <a:lnTo>
                  <a:pt x="766" y="364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0" y="390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5"/>
                </a:lnTo>
                <a:lnTo>
                  <a:pt x="784" y="393"/>
                </a:lnTo>
                <a:lnTo>
                  <a:pt x="792" y="392"/>
                </a:lnTo>
                <a:lnTo>
                  <a:pt x="793" y="392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5"/>
                </a:lnTo>
                <a:lnTo>
                  <a:pt x="808" y="404"/>
                </a:lnTo>
                <a:lnTo>
                  <a:pt x="811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1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1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5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90"/>
                </a:lnTo>
                <a:lnTo>
                  <a:pt x="865" y="388"/>
                </a:lnTo>
                <a:lnTo>
                  <a:pt x="856" y="380"/>
                </a:lnTo>
                <a:lnTo>
                  <a:pt x="858" y="379"/>
                </a:lnTo>
                <a:lnTo>
                  <a:pt x="871" y="376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5"/>
                </a:lnTo>
                <a:lnTo>
                  <a:pt x="985" y="362"/>
                </a:lnTo>
                <a:lnTo>
                  <a:pt x="987" y="360"/>
                </a:lnTo>
                <a:lnTo>
                  <a:pt x="992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3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7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6"/>
                </a:lnTo>
                <a:lnTo>
                  <a:pt x="998" y="506"/>
                </a:lnTo>
                <a:lnTo>
                  <a:pt x="1007" y="508"/>
                </a:lnTo>
                <a:lnTo>
                  <a:pt x="1007" y="509"/>
                </a:lnTo>
                <a:lnTo>
                  <a:pt x="1022" y="513"/>
                </a:lnTo>
                <a:lnTo>
                  <a:pt x="1035" y="526"/>
                </a:lnTo>
                <a:lnTo>
                  <a:pt x="1037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7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9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1" y="569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7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1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1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2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3" y="605"/>
                </a:lnTo>
                <a:lnTo>
                  <a:pt x="1164" y="605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8" y="612"/>
                </a:lnTo>
                <a:lnTo>
                  <a:pt x="1169" y="612"/>
                </a:lnTo>
                <a:lnTo>
                  <a:pt x="1171" y="614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1" y="632"/>
                </a:lnTo>
                <a:lnTo>
                  <a:pt x="1162" y="632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79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7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4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0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3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7" y="712"/>
                </a:lnTo>
                <a:lnTo>
                  <a:pt x="1176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5"/>
                </a:lnTo>
                <a:lnTo>
                  <a:pt x="1180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2" y="725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19" y="743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4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3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3" y="759"/>
                </a:lnTo>
                <a:lnTo>
                  <a:pt x="1253" y="760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6" y="765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6" y="771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2" y="768"/>
                </a:lnTo>
                <a:lnTo>
                  <a:pt x="1272" y="767"/>
                </a:lnTo>
                <a:lnTo>
                  <a:pt x="1273" y="767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4"/>
                </a:lnTo>
                <a:lnTo>
                  <a:pt x="1275" y="763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2" y="722"/>
                </a:lnTo>
                <a:lnTo>
                  <a:pt x="1283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4"/>
                </a:lnTo>
                <a:lnTo>
                  <a:pt x="1303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20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10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2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5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700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3"/>
                </a:lnTo>
                <a:lnTo>
                  <a:pt x="1313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0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6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4"/>
                </a:lnTo>
                <a:lnTo>
                  <a:pt x="1277" y="653"/>
                </a:lnTo>
                <a:lnTo>
                  <a:pt x="1278" y="653"/>
                </a:lnTo>
                <a:lnTo>
                  <a:pt x="1277" y="652"/>
                </a:lnTo>
                <a:lnTo>
                  <a:pt x="1276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6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6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5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89" y="582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299" y="585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9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4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4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8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3" y="828"/>
                </a:lnTo>
                <a:lnTo>
                  <a:pt x="1274" y="828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7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3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3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4" y="873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6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3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4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40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4" y="944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1" y="941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3" y="942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6" y="962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5" y="984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8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5" y="1001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7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1"/>
                </a:lnTo>
                <a:lnTo>
                  <a:pt x="1183" y="1010"/>
                </a:lnTo>
                <a:lnTo>
                  <a:pt x="1182" y="1009"/>
                </a:lnTo>
                <a:lnTo>
                  <a:pt x="1182" y="1010"/>
                </a:lnTo>
                <a:lnTo>
                  <a:pt x="1181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6" y="1016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1"/>
                </a:lnTo>
                <a:lnTo>
                  <a:pt x="1178" y="1022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2" y="1027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4" y="1037"/>
                </a:lnTo>
                <a:lnTo>
                  <a:pt x="1163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30"/>
                </a:lnTo>
                <a:lnTo>
                  <a:pt x="1098" y="1029"/>
                </a:lnTo>
                <a:lnTo>
                  <a:pt x="1097" y="1028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4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2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2" y="962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39"/>
                </a:lnTo>
                <a:lnTo>
                  <a:pt x="1064" y="938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30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7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6" y="893"/>
                </a:lnTo>
                <a:lnTo>
                  <a:pt x="977" y="892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4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3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5" y="882"/>
                </a:lnTo>
                <a:lnTo>
                  <a:pt x="964" y="881"/>
                </a:lnTo>
                <a:lnTo>
                  <a:pt x="963" y="881"/>
                </a:lnTo>
                <a:lnTo>
                  <a:pt x="962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7" y="870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3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2"/>
                </a:lnTo>
                <a:lnTo>
                  <a:pt x="948" y="873"/>
                </a:lnTo>
                <a:lnTo>
                  <a:pt x="947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7" y="887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1" y="892"/>
                </a:lnTo>
                <a:lnTo>
                  <a:pt x="920" y="892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3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4"/>
                </a:lnTo>
                <a:lnTo>
                  <a:pt x="902" y="903"/>
                </a:lnTo>
                <a:lnTo>
                  <a:pt x="901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2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3" y="904"/>
                </a:lnTo>
                <a:lnTo>
                  <a:pt x="892" y="904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1" y="905"/>
                </a:lnTo>
                <a:lnTo>
                  <a:pt x="890" y="905"/>
                </a:lnTo>
                <a:lnTo>
                  <a:pt x="890" y="904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3"/>
                </a:lnTo>
                <a:lnTo>
                  <a:pt x="887" y="904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5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89" y="910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1" y="913"/>
                </a:lnTo>
                <a:lnTo>
                  <a:pt x="892" y="913"/>
                </a:lnTo>
                <a:lnTo>
                  <a:pt x="892" y="914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4" y="916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1" y="927"/>
                </a:lnTo>
                <a:lnTo>
                  <a:pt x="901" y="928"/>
                </a:lnTo>
                <a:lnTo>
                  <a:pt x="902" y="928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7"/>
                </a:lnTo>
                <a:lnTo>
                  <a:pt x="914" y="948"/>
                </a:lnTo>
                <a:lnTo>
                  <a:pt x="914" y="949"/>
                </a:lnTo>
                <a:lnTo>
                  <a:pt x="913" y="949"/>
                </a:lnTo>
                <a:lnTo>
                  <a:pt x="912" y="948"/>
                </a:lnTo>
                <a:lnTo>
                  <a:pt x="911" y="948"/>
                </a:lnTo>
                <a:lnTo>
                  <a:pt x="911" y="949"/>
                </a:lnTo>
                <a:lnTo>
                  <a:pt x="912" y="949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6"/>
                </a:lnTo>
                <a:lnTo>
                  <a:pt x="913" y="957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8"/>
                </a:lnTo>
                <a:lnTo>
                  <a:pt x="909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3" y="962"/>
                </a:lnTo>
                <a:lnTo>
                  <a:pt x="903" y="961"/>
                </a:lnTo>
                <a:lnTo>
                  <a:pt x="902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5" y="959"/>
                </a:lnTo>
                <a:lnTo>
                  <a:pt x="895" y="960"/>
                </a:lnTo>
                <a:lnTo>
                  <a:pt x="895" y="961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2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0" y="975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1" y="977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8" y="984"/>
                </a:lnTo>
                <a:lnTo>
                  <a:pt x="866" y="984"/>
                </a:lnTo>
                <a:lnTo>
                  <a:pt x="866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0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60" y="971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2" y="952"/>
                </a:lnTo>
                <a:lnTo>
                  <a:pt x="863" y="951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1"/>
                </a:lnTo>
                <a:lnTo>
                  <a:pt x="844" y="952"/>
                </a:lnTo>
                <a:lnTo>
                  <a:pt x="843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2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7" y="942"/>
                </a:lnTo>
                <a:lnTo>
                  <a:pt x="837" y="941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7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6"/>
                </a:lnTo>
                <a:lnTo>
                  <a:pt x="797" y="936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2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7" y="905"/>
                </a:lnTo>
                <a:lnTo>
                  <a:pt x="776" y="904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0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2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0" y="867"/>
                </a:lnTo>
                <a:lnTo>
                  <a:pt x="801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0" y="886"/>
                </a:lnTo>
                <a:lnTo>
                  <a:pt x="839" y="886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1"/>
                </a:lnTo>
                <a:lnTo>
                  <a:pt x="845" y="892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6" y="888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70" y="883"/>
                </a:lnTo>
                <a:lnTo>
                  <a:pt x="870" y="884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9"/>
                </a:lnTo>
                <a:lnTo>
                  <a:pt x="872" y="878"/>
                </a:lnTo>
                <a:lnTo>
                  <a:pt x="873" y="877"/>
                </a:lnTo>
                <a:lnTo>
                  <a:pt x="873" y="878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5" y="871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6" y="869"/>
                </a:lnTo>
                <a:lnTo>
                  <a:pt x="886" y="868"/>
                </a:lnTo>
                <a:lnTo>
                  <a:pt x="886" y="867"/>
                </a:lnTo>
                <a:lnTo>
                  <a:pt x="887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4" y="864"/>
                </a:lnTo>
                <a:lnTo>
                  <a:pt x="895" y="864"/>
                </a:lnTo>
                <a:lnTo>
                  <a:pt x="894" y="864"/>
                </a:lnTo>
                <a:lnTo>
                  <a:pt x="894" y="863"/>
                </a:lnTo>
                <a:lnTo>
                  <a:pt x="893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5"/>
                </a:lnTo>
                <a:lnTo>
                  <a:pt x="887" y="854"/>
                </a:lnTo>
                <a:lnTo>
                  <a:pt x="886" y="854"/>
                </a:lnTo>
                <a:lnTo>
                  <a:pt x="886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79" y="845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6" y="841"/>
                </a:lnTo>
                <a:lnTo>
                  <a:pt x="865" y="840"/>
                </a:lnTo>
                <a:lnTo>
                  <a:pt x="865" y="839"/>
                </a:lnTo>
                <a:lnTo>
                  <a:pt x="864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8"/>
                </a:lnTo>
                <a:lnTo>
                  <a:pt x="865" y="818"/>
                </a:lnTo>
                <a:lnTo>
                  <a:pt x="865" y="816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10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1" y="808"/>
                </a:lnTo>
                <a:lnTo>
                  <a:pt x="872" y="809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8" y="803"/>
                </a:lnTo>
                <a:lnTo>
                  <a:pt x="877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9" y="795"/>
                </a:lnTo>
                <a:lnTo>
                  <a:pt x="890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4" y="774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09" y="755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2" y="750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0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40"/>
                </a:lnTo>
                <a:lnTo>
                  <a:pt x="920" y="741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8" y="748"/>
                </a:lnTo>
                <a:lnTo>
                  <a:pt x="939" y="747"/>
                </a:lnTo>
                <a:lnTo>
                  <a:pt x="939" y="746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5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7" y="711"/>
                </a:lnTo>
                <a:lnTo>
                  <a:pt x="948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6" y="703"/>
                </a:lnTo>
                <a:lnTo>
                  <a:pt x="956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5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4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5" y="676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5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4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1"/>
                </a:lnTo>
                <a:lnTo>
                  <a:pt x="930" y="631"/>
                </a:lnTo>
                <a:lnTo>
                  <a:pt x="928" y="629"/>
                </a:lnTo>
                <a:lnTo>
                  <a:pt x="927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0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6" y="618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600"/>
                </a:lnTo>
                <a:lnTo>
                  <a:pt x="916" y="599"/>
                </a:lnTo>
                <a:lnTo>
                  <a:pt x="916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9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1" y="573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4" y="569"/>
                </a:lnTo>
                <a:lnTo>
                  <a:pt x="913" y="569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1"/>
                </a:lnTo>
                <a:lnTo>
                  <a:pt x="905" y="561"/>
                </a:lnTo>
                <a:lnTo>
                  <a:pt x="905" y="560"/>
                </a:lnTo>
                <a:lnTo>
                  <a:pt x="904" y="560"/>
                </a:lnTo>
                <a:lnTo>
                  <a:pt x="902" y="559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4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7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9" y="498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8"/>
                </a:lnTo>
                <a:lnTo>
                  <a:pt x="759" y="467"/>
                </a:lnTo>
                <a:lnTo>
                  <a:pt x="758" y="467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3" y="460"/>
                </a:lnTo>
                <a:lnTo>
                  <a:pt x="723" y="459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1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2" y="443"/>
                </a:lnTo>
                <a:lnTo>
                  <a:pt x="691" y="443"/>
                </a:lnTo>
                <a:lnTo>
                  <a:pt x="691" y="444"/>
                </a:lnTo>
                <a:lnTo>
                  <a:pt x="692" y="444"/>
                </a:lnTo>
                <a:lnTo>
                  <a:pt x="693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700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7" y="463"/>
                </a:lnTo>
                <a:lnTo>
                  <a:pt x="696" y="463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6" y="457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0" y="445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2" y="430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8" y="382"/>
                </a:lnTo>
                <a:lnTo>
                  <a:pt x="577" y="382"/>
                </a:lnTo>
                <a:lnTo>
                  <a:pt x="577" y="383"/>
                </a:lnTo>
                <a:lnTo>
                  <a:pt x="577" y="384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7" y="395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5" y="408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6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1" y="377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70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3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2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5" y="421"/>
                </a:lnTo>
                <a:lnTo>
                  <a:pt x="425" y="422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10" y="433"/>
                </a:lnTo>
                <a:lnTo>
                  <a:pt x="409" y="433"/>
                </a:lnTo>
                <a:lnTo>
                  <a:pt x="409" y="432"/>
                </a:lnTo>
                <a:lnTo>
                  <a:pt x="408" y="432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400" y="436"/>
                </a:lnTo>
                <a:lnTo>
                  <a:pt x="401" y="437"/>
                </a:lnTo>
                <a:lnTo>
                  <a:pt x="402" y="437"/>
                </a:lnTo>
                <a:lnTo>
                  <a:pt x="402" y="438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4"/>
                </a:lnTo>
                <a:lnTo>
                  <a:pt x="388" y="455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7"/>
                </a:lnTo>
                <a:lnTo>
                  <a:pt x="361" y="468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7"/>
                </a:lnTo>
                <a:lnTo>
                  <a:pt x="354" y="477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9" y="473"/>
                </a:lnTo>
                <a:lnTo>
                  <a:pt x="338" y="473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2"/>
                </a:lnTo>
                <a:lnTo>
                  <a:pt x="320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3" y="456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8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2" y="462"/>
                </a:lnTo>
                <a:lnTo>
                  <a:pt x="281" y="461"/>
                </a:lnTo>
                <a:lnTo>
                  <a:pt x="281" y="460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6" y="461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9" y="460"/>
                </a:lnTo>
                <a:lnTo>
                  <a:pt x="268" y="460"/>
                </a:lnTo>
                <a:lnTo>
                  <a:pt x="268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6" y="449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5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7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30" y="407"/>
                </a:lnTo>
                <a:lnTo>
                  <a:pt x="131" y="407"/>
                </a:lnTo>
                <a:lnTo>
                  <a:pt x="133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4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9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7" y="157"/>
                </a:lnTo>
                <a:lnTo>
                  <a:pt x="176" y="150"/>
                </a:lnTo>
                <a:lnTo>
                  <a:pt x="199" y="133"/>
                </a:lnTo>
                <a:lnTo>
                  <a:pt x="214" y="130"/>
                </a:lnTo>
                <a:lnTo>
                  <a:pt x="218" y="130"/>
                </a:lnTo>
                <a:lnTo>
                  <a:pt x="220" y="126"/>
                </a:lnTo>
                <a:lnTo>
                  <a:pt x="223" y="121"/>
                </a:lnTo>
                <a:lnTo>
                  <a:pt x="225" y="120"/>
                </a:lnTo>
                <a:lnTo>
                  <a:pt x="228" y="116"/>
                </a:lnTo>
                <a:lnTo>
                  <a:pt x="238" y="111"/>
                </a:lnTo>
                <a:lnTo>
                  <a:pt x="242" y="110"/>
                </a:lnTo>
                <a:lnTo>
                  <a:pt x="251" y="106"/>
                </a:lnTo>
                <a:lnTo>
                  <a:pt x="253" y="106"/>
                </a:lnTo>
                <a:lnTo>
                  <a:pt x="253" y="107"/>
                </a:lnTo>
                <a:lnTo>
                  <a:pt x="255" y="108"/>
                </a:lnTo>
                <a:lnTo>
                  <a:pt x="256" y="110"/>
                </a:lnTo>
                <a:lnTo>
                  <a:pt x="257" y="110"/>
                </a:lnTo>
                <a:lnTo>
                  <a:pt x="259" y="111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8" y="114"/>
                </a:lnTo>
                <a:lnTo>
                  <a:pt x="259" y="115"/>
                </a:lnTo>
                <a:lnTo>
                  <a:pt x="260" y="115"/>
                </a:lnTo>
                <a:lnTo>
                  <a:pt x="260" y="116"/>
                </a:lnTo>
                <a:lnTo>
                  <a:pt x="261" y="117"/>
                </a:lnTo>
                <a:lnTo>
                  <a:pt x="261" y="118"/>
                </a:lnTo>
                <a:lnTo>
                  <a:pt x="263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5"/>
                </a:lnTo>
                <a:lnTo>
                  <a:pt x="269" y="125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70" y="122"/>
                </a:lnTo>
                <a:lnTo>
                  <a:pt x="270" y="121"/>
                </a:lnTo>
                <a:lnTo>
                  <a:pt x="270" y="120"/>
                </a:lnTo>
                <a:lnTo>
                  <a:pt x="271" y="119"/>
                </a:lnTo>
                <a:lnTo>
                  <a:pt x="271" y="118"/>
                </a:lnTo>
                <a:lnTo>
                  <a:pt x="273" y="116"/>
                </a:lnTo>
                <a:lnTo>
                  <a:pt x="274" y="115"/>
                </a:lnTo>
                <a:lnTo>
                  <a:pt x="275" y="115"/>
                </a:lnTo>
                <a:lnTo>
                  <a:pt x="276" y="114"/>
                </a:lnTo>
                <a:lnTo>
                  <a:pt x="277" y="113"/>
                </a:lnTo>
                <a:lnTo>
                  <a:pt x="278" y="112"/>
                </a:lnTo>
                <a:lnTo>
                  <a:pt x="281" y="111"/>
                </a:lnTo>
                <a:lnTo>
                  <a:pt x="283" y="110"/>
                </a:lnTo>
                <a:lnTo>
                  <a:pt x="284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9" y="106"/>
                </a:lnTo>
                <a:lnTo>
                  <a:pt x="289" y="105"/>
                </a:lnTo>
                <a:lnTo>
                  <a:pt x="290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3"/>
                </a:lnTo>
                <a:lnTo>
                  <a:pt x="296" y="102"/>
                </a:lnTo>
                <a:lnTo>
                  <a:pt x="297" y="102"/>
                </a:lnTo>
                <a:lnTo>
                  <a:pt x="298" y="101"/>
                </a:lnTo>
                <a:lnTo>
                  <a:pt x="299" y="101"/>
                </a:lnTo>
                <a:lnTo>
                  <a:pt x="299" y="100"/>
                </a:lnTo>
                <a:lnTo>
                  <a:pt x="301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100"/>
                </a:lnTo>
                <a:lnTo>
                  <a:pt x="305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1" y="99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3" y="95"/>
                </a:lnTo>
                <a:lnTo>
                  <a:pt x="325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0"/>
                </a:lnTo>
                <a:lnTo>
                  <a:pt x="335" y="90"/>
                </a:lnTo>
                <a:lnTo>
                  <a:pt x="335" y="89"/>
                </a:lnTo>
                <a:lnTo>
                  <a:pt x="336" y="89"/>
                </a:lnTo>
                <a:lnTo>
                  <a:pt x="337" y="88"/>
                </a:lnTo>
                <a:lnTo>
                  <a:pt x="337" y="87"/>
                </a:lnTo>
                <a:lnTo>
                  <a:pt x="338" y="87"/>
                </a:lnTo>
                <a:lnTo>
                  <a:pt x="339" y="86"/>
                </a:lnTo>
                <a:lnTo>
                  <a:pt x="340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2"/>
                </a:lnTo>
                <a:lnTo>
                  <a:pt x="342" y="81"/>
                </a:lnTo>
                <a:lnTo>
                  <a:pt x="343" y="81"/>
                </a:lnTo>
                <a:lnTo>
                  <a:pt x="343" y="80"/>
                </a:lnTo>
                <a:lnTo>
                  <a:pt x="343" y="79"/>
                </a:lnTo>
                <a:lnTo>
                  <a:pt x="343" y="77"/>
                </a:lnTo>
                <a:lnTo>
                  <a:pt x="338" y="67"/>
                </a:lnTo>
                <a:lnTo>
                  <a:pt x="340" y="65"/>
                </a:lnTo>
                <a:lnTo>
                  <a:pt x="343" y="63"/>
                </a:lnTo>
                <a:lnTo>
                  <a:pt x="347" y="60"/>
                </a:lnTo>
                <a:lnTo>
                  <a:pt x="334" y="49"/>
                </a:lnTo>
                <a:lnTo>
                  <a:pt x="334" y="48"/>
                </a:lnTo>
                <a:lnTo>
                  <a:pt x="334" y="46"/>
                </a:lnTo>
                <a:lnTo>
                  <a:pt x="337" y="40"/>
                </a:lnTo>
                <a:lnTo>
                  <a:pt x="331" y="38"/>
                </a:lnTo>
                <a:lnTo>
                  <a:pt x="329" y="38"/>
                </a:lnTo>
                <a:lnTo>
                  <a:pt x="330" y="36"/>
                </a:lnTo>
                <a:lnTo>
                  <a:pt x="331" y="35"/>
                </a:lnTo>
                <a:lnTo>
                  <a:pt x="332" y="33"/>
                </a:lnTo>
                <a:lnTo>
                  <a:pt x="332" y="31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4"/>
                </a:lnTo>
                <a:lnTo>
                  <a:pt x="340" y="21"/>
                </a:lnTo>
                <a:lnTo>
                  <a:pt x="342" y="20"/>
                </a:lnTo>
                <a:lnTo>
                  <a:pt x="343" y="20"/>
                </a:lnTo>
                <a:lnTo>
                  <a:pt x="345" y="19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1" y="16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6" y="13"/>
                </a:lnTo>
                <a:lnTo>
                  <a:pt x="357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1"/>
                </a:lnTo>
                <a:lnTo>
                  <a:pt x="361" y="11"/>
                </a:lnTo>
                <a:lnTo>
                  <a:pt x="362" y="10"/>
                </a:lnTo>
                <a:lnTo>
                  <a:pt x="363" y="10"/>
                </a:lnTo>
                <a:lnTo>
                  <a:pt x="363" y="9"/>
                </a:lnTo>
                <a:lnTo>
                  <a:pt x="364" y="9"/>
                </a:lnTo>
                <a:lnTo>
                  <a:pt x="365" y="8"/>
                </a:lnTo>
                <a:lnTo>
                  <a:pt x="370" y="8"/>
                </a:lnTo>
                <a:lnTo>
                  <a:pt x="372" y="8"/>
                </a:lnTo>
                <a:lnTo>
                  <a:pt x="374" y="7"/>
                </a:lnTo>
                <a:lnTo>
                  <a:pt x="376" y="7"/>
                </a:lnTo>
                <a:lnTo>
                  <a:pt x="379" y="7"/>
                </a:lnTo>
                <a:lnTo>
                  <a:pt x="380" y="7"/>
                </a:lnTo>
                <a:lnTo>
                  <a:pt x="382" y="7"/>
                </a:lnTo>
                <a:lnTo>
                  <a:pt x="384" y="6"/>
                </a:lnTo>
                <a:lnTo>
                  <a:pt x="386" y="6"/>
                </a:lnTo>
                <a:lnTo>
                  <a:pt x="389" y="6"/>
                </a:lnTo>
                <a:lnTo>
                  <a:pt x="398" y="5"/>
                </a:lnTo>
                <a:lnTo>
                  <a:pt x="404" y="5"/>
                </a:lnTo>
                <a:lnTo>
                  <a:pt x="409" y="5"/>
                </a:lnTo>
                <a:lnTo>
                  <a:pt x="419" y="5"/>
                </a:lnTo>
                <a:lnTo>
                  <a:pt x="421" y="5"/>
                </a:lnTo>
                <a:lnTo>
                  <a:pt x="423" y="4"/>
                </a:lnTo>
                <a:lnTo>
                  <a:pt x="425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3" y="1"/>
                </a:lnTo>
                <a:lnTo>
                  <a:pt x="434" y="1"/>
                </a:lnTo>
                <a:lnTo>
                  <a:pt x="435" y="0"/>
                </a:lnTo>
                <a:lnTo>
                  <a:pt x="436" y="0"/>
                </a:lnTo>
                <a:lnTo>
                  <a:pt x="438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8" y="755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597096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3" y="2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2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3" y="6"/>
                </a:lnTo>
                <a:lnTo>
                  <a:pt x="714" y="6"/>
                </a:lnTo>
                <a:lnTo>
                  <a:pt x="714" y="5"/>
                </a:lnTo>
                <a:lnTo>
                  <a:pt x="716" y="5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3" y="27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9" y="29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1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90" y="41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5" y="37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2" y="28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1"/>
                </a:lnTo>
                <a:lnTo>
                  <a:pt x="838" y="20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50" y="14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5" y="78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3" y="101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5" y="83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7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9" y="82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9" y="97"/>
                </a:lnTo>
                <a:lnTo>
                  <a:pt x="998" y="96"/>
                </a:lnTo>
                <a:lnTo>
                  <a:pt x="999" y="96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5" y="108"/>
                </a:lnTo>
                <a:lnTo>
                  <a:pt x="1036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20" y="160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5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5" y="254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7" y="266"/>
                </a:lnTo>
                <a:lnTo>
                  <a:pt x="1198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2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8" y="280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4" y="314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2" y="317"/>
                </a:lnTo>
                <a:lnTo>
                  <a:pt x="1222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9" y="321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2" y="325"/>
                </a:lnTo>
                <a:lnTo>
                  <a:pt x="1223" y="325"/>
                </a:lnTo>
                <a:lnTo>
                  <a:pt x="1224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2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5" y="346"/>
                </a:lnTo>
                <a:lnTo>
                  <a:pt x="1214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2" y="349"/>
                </a:lnTo>
                <a:lnTo>
                  <a:pt x="1201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6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7" y="376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2"/>
                </a:lnTo>
                <a:lnTo>
                  <a:pt x="1182" y="373"/>
                </a:lnTo>
                <a:lnTo>
                  <a:pt x="1183" y="373"/>
                </a:lnTo>
                <a:lnTo>
                  <a:pt x="1183" y="374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8" y="384"/>
                </a:lnTo>
                <a:lnTo>
                  <a:pt x="1177" y="384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3" y="391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70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1" y="409"/>
                </a:lnTo>
                <a:lnTo>
                  <a:pt x="1171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6" y="419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7" y="426"/>
                </a:lnTo>
                <a:lnTo>
                  <a:pt x="1156" y="426"/>
                </a:lnTo>
                <a:lnTo>
                  <a:pt x="1156" y="427"/>
                </a:lnTo>
                <a:lnTo>
                  <a:pt x="1156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1" y="431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2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60" y="498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500"/>
                </a:lnTo>
                <a:lnTo>
                  <a:pt x="1152" y="501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2" y="503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9" y="512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8" y="516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3" y="522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1" y="524"/>
                </a:lnTo>
                <a:lnTo>
                  <a:pt x="1111" y="523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8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7" y="497"/>
                </a:lnTo>
                <a:lnTo>
                  <a:pt x="1036" y="498"/>
                </a:lnTo>
                <a:lnTo>
                  <a:pt x="1035" y="499"/>
                </a:lnTo>
                <a:lnTo>
                  <a:pt x="1035" y="500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9" y="510"/>
                </a:lnTo>
                <a:lnTo>
                  <a:pt x="1028" y="510"/>
                </a:lnTo>
                <a:lnTo>
                  <a:pt x="1028" y="511"/>
                </a:lnTo>
                <a:lnTo>
                  <a:pt x="1028" y="512"/>
                </a:lnTo>
                <a:lnTo>
                  <a:pt x="1027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5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6"/>
                </a:lnTo>
                <a:lnTo>
                  <a:pt x="1108" y="585"/>
                </a:lnTo>
                <a:lnTo>
                  <a:pt x="1108" y="586"/>
                </a:lnTo>
                <a:lnTo>
                  <a:pt x="1109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5" y="583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1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4" y="626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90" y="614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2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3" y="633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60" y="672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7" y="674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79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80" y="665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4" y="662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1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6" y="649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9" y="614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4"/>
                </a:lnTo>
                <a:lnTo>
                  <a:pt x="816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6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2" y="524"/>
                </a:lnTo>
                <a:lnTo>
                  <a:pt x="791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8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7"/>
                </a:lnTo>
                <a:lnTo>
                  <a:pt x="756" y="517"/>
                </a:lnTo>
                <a:lnTo>
                  <a:pt x="756" y="518"/>
                </a:lnTo>
                <a:lnTo>
                  <a:pt x="755" y="518"/>
                </a:lnTo>
                <a:lnTo>
                  <a:pt x="753" y="518"/>
                </a:lnTo>
                <a:lnTo>
                  <a:pt x="753" y="519"/>
                </a:lnTo>
                <a:lnTo>
                  <a:pt x="752" y="519"/>
                </a:lnTo>
                <a:lnTo>
                  <a:pt x="750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8" y="527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5" y="544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1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3" y="559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3" y="572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80"/>
                </a:lnTo>
                <a:lnTo>
                  <a:pt x="733" y="581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3" y="618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2" y="639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5" y="640"/>
                </a:lnTo>
                <a:lnTo>
                  <a:pt x="723" y="640"/>
                </a:lnTo>
                <a:lnTo>
                  <a:pt x="723" y="641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8" y="643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3"/>
                </a:lnTo>
                <a:lnTo>
                  <a:pt x="732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5" y="675"/>
                </a:lnTo>
                <a:lnTo>
                  <a:pt x="735" y="676"/>
                </a:lnTo>
                <a:lnTo>
                  <a:pt x="736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3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4"/>
                </a:lnTo>
                <a:lnTo>
                  <a:pt x="717" y="694"/>
                </a:lnTo>
                <a:lnTo>
                  <a:pt x="717" y="695"/>
                </a:lnTo>
                <a:lnTo>
                  <a:pt x="718" y="695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1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1" y="732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2" y="735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6" y="735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6" y="739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8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8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1" y="738"/>
                </a:lnTo>
                <a:lnTo>
                  <a:pt x="662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5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5" y="757"/>
                </a:lnTo>
                <a:lnTo>
                  <a:pt x="665" y="758"/>
                </a:lnTo>
                <a:lnTo>
                  <a:pt x="667" y="760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5"/>
                </a:lnTo>
                <a:lnTo>
                  <a:pt x="632" y="754"/>
                </a:lnTo>
                <a:lnTo>
                  <a:pt x="632" y="753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4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6"/>
                </a:lnTo>
                <a:lnTo>
                  <a:pt x="612" y="757"/>
                </a:lnTo>
                <a:lnTo>
                  <a:pt x="612" y="758"/>
                </a:lnTo>
                <a:lnTo>
                  <a:pt x="612" y="759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5" y="763"/>
                </a:lnTo>
                <a:lnTo>
                  <a:pt x="617" y="765"/>
                </a:lnTo>
                <a:lnTo>
                  <a:pt x="616" y="765"/>
                </a:lnTo>
                <a:lnTo>
                  <a:pt x="616" y="766"/>
                </a:lnTo>
                <a:lnTo>
                  <a:pt x="616" y="767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5" y="780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10" y="774"/>
                </a:lnTo>
                <a:lnTo>
                  <a:pt x="609" y="774"/>
                </a:lnTo>
                <a:lnTo>
                  <a:pt x="609" y="773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8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2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8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60" y="763"/>
                </a:lnTo>
                <a:lnTo>
                  <a:pt x="559" y="763"/>
                </a:lnTo>
                <a:lnTo>
                  <a:pt x="558" y="762"/>
                </a:lnTo>
                <a:lnTo>
                  <a:pt x="558" y="763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6"/>
                </a:lnTo>
                <a:lnTo>
                  <a:pt x="554" y="765"/>
                </a:lnTo>
                <a:lnTo>
                  <a:pt x="552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2"/>
                </a:lnTo>
                <a:lnTo>
                  <a:pt x="550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2"/>
                </a:lnTo>
                <a:lnTo>
                  <a:pt x="544" y="751"/>
                </a:lnTo>
                <a:lnTo>
                  <a:pt x="543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1" y="739"/>
                </a:lnTo>
                <a:lnTo>
                  <a:pt x="542" y="739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6" y="738"/>
                </a:lnTo>
                <a:lnTo>
                  <a:pt x="546" y="739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5" y="733"/>
                </a:lnTo>
                <a:lnTo>
                  <a:pt x="546" y="733"/>
                </a:lnTo>
                <a:lnTo>
                  <a:pt x="547" y="733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7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6" y="724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31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8" y="714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20" y="711"/>
                </a:lnTo>
                <a:lnTo>
                  <a:pt x="518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8"/>
                </a:lnTo>
                <a:lnTo>
                  <a:pt x="514" y="707"/>
                </a:lnTo>
                <a:lnTo>
                  <a:pt x="514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4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7" y="702"/>
                </a:lnTo>
                <a:lnTo>
                  <a:pt x="527" y="701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8"/>
                </a:lnTo>
                <a:lnTo>
                  <a:pt x="500" y="698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8"/>
                </a:lnTo>
                <a:lnTo>
                  <a:pt x="479" y="678"/>
                </a:lnTo>
                <a:lnTo>
                  <a:pt x="478" y="677"/>
                </a:lnTo>
                <a:lnTo>
                  <a:pt x="477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7" y="674"/>
                </a:lnTo>
                <a:lnTo>
                  <a:pt x="467" y="675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9" y="686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2" y="689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1" y="693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1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4" y="691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4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9" y="687"/>
                </a:lnTo>
                <a:lnTo>
                  <a:pt x="378" y="687"/>
                </a:lnTo>
                <a:lnTo>
                  <a:pt x="377" y="687"/>
                </a:lnTo>
                <a:lnTo>
                  <a:pt x="377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69" y="688"/>
                </a:lnTo>
                <a:lnTo>
                  <a:pt x="368" y="688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7" y="682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7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4"/>
                </a:lnTo>
                <a:lnTo>
                  <a:pt x="334" y="674"/>
                </a:lnTo>
                <a:lnTo>
                  <a:pt x="333" y="674"/>
                </a:lnTo>
                <a:lnTo>
                  <a:pt x="333" y="675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8"/>
                </a:lnTo>
                <a:lnTo>
                  <a:pt x="313" y="668"/>
                </a:lnTo>
                <a:lnTo>
                  <a:pt x="313" y="667"/>
                </a:lnTo>
                <a:lnTo>
                  <a:pt x="312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5" y="665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2"/>
                </a:lnTo>
                <a:lnTo>
                  <a:pt x="273" y="663"/>
                </a:lnTo>
                <a:lnTo>
                  <a:pt x="272" y="663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5" y="652"/>
                </a:lnTo>
                <a:lnTo>
                  <a:pt x="254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7" y="653"/>
                </a:lnTo>
                <a:lnTo>
                  <a:pt x="238" y="653"/>
                </a:lnTo>
                <a:lnTo>
                  <a:pt x="238" y="654"/>
                </a:lnTo>
                <a:lnTo>
                  <a:pt x="236" y="654"/>
                </a:lnTo>
                <a:lnTo>
                  <a:pt x="235" y="653"/>
                </a:lnTo>
                <a:lnTo>
                  <a:pt x="235" y="654"/>
                </a:lnTo>
                <a:lnTo>
                  <a:pt x="235" y="655"/>
                </a:lnTo>
                <a:lnTo>
                  <a:pt x="234" y="655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9" y="652"/>
                </a:lnTo>
                <a:lnTo>
                  <a:pt x="229" y="651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7"/>
                </a:lnTo>
                <a:lnTo>
                  <a:pt x="222" y="647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7" y="643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1" y="639"/>
                </a:lnTo>
                <a:lnTo>
                  <a:pt x="210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31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5" y="629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5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5" y="625"/>
                </a:lnTo>
                <a:lnTo>
                  <a:pt x="144" y="625"/>
                </a:lnTo>
                <a:lnTo>
                  <a:pt x="144" y="624"/>
                </a:lnTo>
                <a:lnTo>
                  <a:pt x="143" y="624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5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5" y="627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4"/>
                </a:lnTo>
                <a:lnTo>
                  <a:pt x="125" y="624"/>
                </a:lnTo>
                <a:lnTo>
                  <a:pt x="124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3"/>
                </a:lnTo>
                <a:lnTo>
                  <a:pt x="118" y="623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10"/>
                </a:lnTo>
                <a:lnTo>
                  <a:pt x="95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5" y="605"/>
                </a:lnTo>
                <a:lnTo>
                  <a:pt x="84" y="604"/>
                </a:lnTo>
                <a:lnTo>
                  <a:pt x="84" y="603"/>
                </a:lnTo>
                <a:lnTo>
                  <a:pt x="83" y="603"/>
                </a:lnTo>
                <a:lnTo>
                  <a:pt x="83" y="602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2" y="583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6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60"/>
                </a:lnTo>
                <a:lnTo>
                  <a:pt x="46" y="559"/>
                </a:lnTo>
                <a:lnTo>
                  <a:pt x="47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2"/>
                </a:lnTo>
                <a:lnTo>
                  <a:pt x="43" y="551"/>
                </a:lnTo>
                <a:lnTo>
                  <a:pt x="42" y="551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6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9"/>
                </a:lnTo>
                <a:lnTo>
                  <a:pt x="37" y="519"/>
                </a:lnTo>
                <a:lnTo>
                  <a:pt x="37" y="518"/>
                </a:lnTo>
                <a:lnTo>
                  <a:pt x="38" y="517"/>
                </a:lnTo>
                <a:lnTo>
                  <a:pt x="39" y="517"/>
                </a:lnTo>
                <a:lnTo>
                  <a:pt x="39" y="516"/>
                </a:lnTo>
                <a:lnTo>
                  <a:pt x="38" y="516"/>
                </a:lnTo>
                <a:lnTo>
                  <a:pt x="37" y="515"/>
                </a:lnTo>
                <a:lnTo>
                  <a:pt x="38" y="515"/>
                </a:lnTo>
                <a:lnTo>
                  <a:pt x="38" y="514"/>
                </a:lnTo>
                <a:lnTo>
                  <a:pt x="39" y="514"/>
                </a:lnTo>
                <a:lnTo>
                  <a:pt x="39" y="513"/>
                </a:lnTo>
                <a:lnTo>
                  <a:pt x="39" y="512"/>
                </a:lnTo>
                <a:lnTo>
                  <a:pt x="39" y="511"/>
                </a:lnTo>
                <a:lnTo>
                  <a:pt x="40" y="510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39" y="506"/>
                </a:lnTo>
                <a:lnTo>
                  <a:pt x="39" y="505"/>
                </a:lnTo>
                <a:lnTo>
                  <a:pt x="39" y="504"/>
                </a:lnTo>
                <a:lnTo>
                  <a:pt x="40" y="504"/>
                </a:lnTo>
                <a:lnTo>
                  <a:pt x="41" y="503"/>
                </a:lnTo>
                <a:lnTo>
                  <a:pt x="42" y="502"/>
                </a:lnTo>
                <a:lnTo>
                  <a:pt x="43" y="501"/>
                </a:lnTo>
                <a:lnTo>
                  <a:pt x="43" y="500"/>
                </a:lnTo>
                <a:lnTo>
                  <a:pt x="43" y="499"/>
                </a:lnTo>
                <a:lnTo>
                  <a:pt x="42" y="499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7"/>
                </a:lnTo>
                <a:lnTo>
                  <a:pt x="39" y="496"/>
                </a:lnTo>
                <a:lnTo>
                  <a:pt x="39" y="495"/>
                </a:lnTo>
                <a:lnTo>
                  <a:pt x="38" y="495"/>
                </a:lnTo>
                <a:lnTo>
                  <a:pt x="37" y="494"/>
                </a:lnTo>
                <a:lnTo>
                  <a:pt x="37" y="493"/>
                </a:lnTo>
                <a:lnTo>
                  <a:pt x="38" y="493"/>
                </a:lnTo>
                <a:lnTo>
                  <a:pt x="38" y="492"/>
                </a:lnTo>
                <a:lnTo>
                  <a:pt x="39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8" y="487"/>
                </a:lnTo>
                <a:lnTo>
                  <a:pt x="38" y="486"/>
                </a:lnTo>
                <a:lnTo>
                  <a:pt x="38" y="485"/>
                </a:lnTo>
                <a:lnTo>
                  <a:pt x="39" y="485"/>
                </a:lnTo>
                <a:lnTo>
                  <a:pt x="38" y="484"/>
                </a:lnTo>
                <a:lnTo>
                  <a:pt x="38" y="483"/>
                </a:lnTo>
                <a:lnTo>
                  <a:pt x="38" y="482"/>
                </a:lnTo>
                <a:lnTo>
                  <a:pt x="39" y="482"/>
                </a:lnTo>
                <a:lnTo>
                  <a:pt x="39" y="481"/>
                </a:lnTo>
                <a:lnTo>
                  <a:pt x="38" y="481"/>
                </a:lnTo>
                <a:lnTo>
                  <a:pt x="38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5" y="474"/>
                </a:lnTo>
                <a:lnTo>
                  <a:pt x="35" y="473"/>
                </a:lnTo>
                <a:lnTo>
                  <a:pt x="36" y="473"/>
                </a:lnTo>
                <a:lnTo>
                  <a:pt x="37" y="473"/>
                </a:lnTo>
                <a:lnTo>
                  <a:pt x="36" y="473"/>
                </a:lnTo>
                <a:lnTo>
                  <a:pt x="36" y="472"/>
                </a:lnTo>
                <a:lnTo>
                  <a:pt x="37" y="471"/>
                </a:lnTo>
                <a:lnTo>
                  <a:pt x="37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4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4" y="459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7" y="458"/>
                </a:lnTo>
                <a:lnTo>
                  <a:pt x="38" y="458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8" y="455"/>
                </a:lnTo>
                <a:lnTo>
                  <a:pt x="39" y="455"/>
                </a:lnTo>
                <a:lnTo>
                  <a:pt x="39" y="454"/>
                </a:lnTo>
                <a:lnTo>
                  <a:pt x="40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3" y="452"/>
                </a:lnTo>
                <a:lnTo>
                  <a:pt x="43" y="451"/>
                </a:lnTo>
                <a:lnTo>
                  <a:pt x="42" y="450"/>
                </a:lnTo>
                <a:lnTo>
                  <a:pt x="41" y="450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9" y="445"/>
                </a:lnTo>
                <a:lnTo>
                  <a:pt x="39" y="444"/>
                </a:lnTo>
                <a:lnTo>
                  <a:pt x="39" y="443"/>
                </a:lnTo>
                <a:lnTo>
                  <a:pt x="38" y="443"/>
                </a:lnTo>
                <a:lnTo>
                  <a:pt x="38" y="442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7" y="441"/>
                </a:lnTo>
                <a:lnTo>
                  <a:pt x="36" y="440"/>
                </a:lnTo>
                <a:lnTo>
                  <a:pt x="35" y="440"/>
                </a:lnTo>
                <a:lnTo>
                  <a:pt x="35" y="441"/>
                </a:lnTo>
                <a:lnTo>
                  <a:pt x="34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5" y="443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7" y="442"/>
                </a:lnTo>
                <a:lnTo>
                  <a:pt x="17" y="441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10" y="416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4" y="383"/>
                </a:lnTo>
                <a:lnTo>
                  <a:pt x="34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30" y="380"/>
                </a:lnTo>
                <a:lnTo>
                  <a:pt x="29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8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8" y="375"/>
                </a:lnTo>
                <a:lnTo>
                  <a:pt x="28" y="374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4" y="372"/>
                </a:lnTo>
                <a:lnTo>
                  <a:pt x="34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4"/>
                </a:lnTo>
                <a:lnTo>
                  <a:pt x="34" y="354"/>
                </a:lnTo>
                <a:lnTo>
                  <a:pt x="35" y="354"/>
                </a:lnTo>
                <a:lnTo>
                  <a:pt x="35" y="353"/>
                </a:lnTo>
                <a:lnTo>
                  <a:pt x="35" y="352"/>
                </a:lnTo>
                <a:lnTo>
                  <a:pt x="34" y="352"/>
                </a:lnTo>
                <a:lnTo>
                  <a:pt x="34" y="351"/>
                </a:lnTo>
                <a:lnTo>
                  <a:pt x="34" y="350"/>
                </a:lnTo>
                <a:lnTo>
                  <a:pt x="35" y="350"/>
                </a:lnTo>
                <a:lnTo>
                  <a:pt x="35" y="349"/>
                </a:lnTo>
                <a:lnTo>
                  <a:pt x="35" y="348"/>
                </a:lnTo>
                <a:lnTo>
                  <a:pt x="36" y="348"/>
                </a:lnTo>
                <a:lnTo>
                  <a:pt x="35" y="348"/>
                </a:lnTo>
                <a:lnTo>
                  <a:pt x="35" y="347"/>
                </a:lnTo>
                <a:lnTo>
                  <a:pt x="37" y="346"/>
                </a:lnTo>
                <a:lnTo>
                  <a:pt x="37" y="345"/>
                </a:lnTo>
                <a:lnTo>
                  <a:pt x="36" y="344"/>
                </a:lnTo>
                <a:lnTo>
                  <a:pt x="35" y="344"/>
                </a:lnTo>
                <a:lnTo>
                  <a:pt x="34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7" y="328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6" y="323"/>
                </a:lnTo>
                <a:lnTo>
                  <a:pt x="37" y="323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2"/>
                </a:lnTo>
                <a:lnTo>
                  <a:pt x="49" y="322"/>
                </a:lnTo>
                <a:lnTo>
                  <a:pt x="49" y="323"/>
                </a:lnTo>
                <a:lnTo>
                  <a:pt x="50" y="323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2" y="315"/>
                </a:lnTo>
                <a:lnTo>
                  <a:pt x="52" y="314"/>
                </a:lnTo>
                <a:lnTo>
                  <a:pt x="53" y="314"/>
                </a:lnTo>
                <a:lnTo>
                  <a:pt x="54" y="314"/>
                </a:lnTo>
                <a:lnTo>
                  <a:pt x="54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6" y="310"/>
                </a:lnTo>
                <a:lnTo>
                  <a:pt x="56" y="309"/>
                </a:lnTo>
                <a:lnTo>
                  <a:pt x="57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2"/>
                </a:lnTo>
                <a:lnTo>
                  <a:pt x="55" y="301"/>
                </a:lnTo>
                <a:lnTo>
                  <a:pt x="56" y="301"/>
                </a:lnTo>
                <a:lnTo>
                  <a:pt x="56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8" y="305"/>
                </a:lnTo>
                <a:lnTo>
                  <a:pt x="67" y="306"/>
                </a:lnTo>
                <a:lnTo>
                  <a:pt x="67" y="307"/>
                </a:lnTo>
                <a:lnTo>
                  <a:pt x="67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8" y="309"/>
                </a:lnTo>
                <a:lnTo>
                  <a:pt x="69" y="310"/>
                </a:lnTo>
                <a:lnTo>
                  <a:pt x="70" y="310"/>
                </a:lnTo>
                <a:lnTo>
                  <a:pt x="71" y="310"/>
                </a:lnTo>
                <a:lnTo>
                  <a:pt x="72" y="311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6" y="314"/>
                </a:lnTo>
                <a:lnTo>
                  <a:pt x="77" y="314"/>
                </a:lnTo>
                <a:lnTo>
                  <a:pt x="78" y="314"/>
                </a:lnTo>
                <a:lnTo>
                  <a:pt x="79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89" y="315"/>
                </a:lnTo>
                <a:lnTo>
                  <a:pt x="91" y="315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6" y="316"/>
                </a:lnTo>
                <a:lnTo>
                  <a:pt x="98" y="317"/>
                </a:lnTo>
                <a:lnTo>
                  <a:pt x="99" y="316"/>
                </a:lnTo>
                <a:lnTo>
                  <a:pt x="100" y="315"/>
                </a:lnTo>
                <a:lnTo>
                  <a:pt x="102" y="315"/>
                </a:lnTo>
                <a:lnTo>
                  <a:pt x="103" y="315"/>
                </a:lnTo>
                <a:lnTo>
                  <a:pt x="105" y="315"/>
                </a:lnTo>
                <a:lnTo>
                  <a:pt x="106" y="316"/>
                </a:lnTo>
                <a:lnTo>
                  <a:pt x="107" y="316"/>
                </a:lnTo>
                <a:lnTo>
                  <a:pt x="107" y="317"/>
                </a:lnTo>
                <a:lnTo>
                  <a:pt x="108" y="316"/>
                </a:lnTo>
                <a:lnTo>
                  <a:pt x="109" y="316"/>
                </a:lnTo>
                <a:lnTo>
                  <a:pt x="109" y="317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7"/>
                </a:lnTo>
                <a:lnTo>
                  <a:pt x="118" y="318"/>
                </a:lnTo>
                <a:lnTo>
                  <a:pt x="119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6" y="323"/>
                </a:lnTo>
                <a:lnTo>
                  <a:pt x="126" y="324"/>
                </a:lnTo>
                <a:lnTo>
                  <a:pt x="127" y="325"/>
                </a:lnTo>
                <a:lnTo>
                  <a:pt x="128" y="325"/>
                </a:lnTo>
                <a:lnTo>
                  <a:pt x="129" y="326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3" y="328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8" y="327"/>
                </a:lnTo>
                <a:lnTo>
                  <a:pt x="139" y="326"/>
                </a:lnTo>
                <a:lnTo>
                  <a:pt x="139" y="325"/>
                </a:lnTo>
                <a:lnTo>
                  <a:pt x="140" y="325"/>
                </a:lnTo>
                <a:lnTo>
                  <a:pt x="140" y="324"/>
                </a:lnTo>
                <a:lnTo>
                  <a:pt x="141" y="324"/>
                </a:lnTo>
                <a:lnTo>
                  <a:pt x="141" y="323"/>
                </a:lnTo>
                <a:lnTo>
                  <a:pt x="141" y="322"/>
                </a:lnTo>
                <a:lnTo>
                  <a:pt x="142" y="321"/>
                </a:lnTo>
                <a:lnTo>
                  <a:pt x="142" y="320"/>
                </a:lnTo>
                <a:lnTo>
                  <a:pt x="143" y="320"/>
                </a:lnTo>
                <a:lnTo>
                  <a:pt x="143" y="319"/>
                </a:lnTo>
                <a:lnTo>
                  <a:pt x="144" y="319"/>
                </a:lnTo>
                <a:lnTo>
                  <a:pt x="145" y="319"/>
                </a:lnTo>
                <a:lnTo>
                  <a:pt x="145" y="320"/>
                </a:lnTo>
                <a:lnTo>
                  <a:pt x="146" y="320"/>
                </a:lnTo>
                <a:lnTo>
                  <a:pt x="146" y="319"/>
                </a:lnTo>
                <a:lnTo>
                  <a:pt x="147" y="319"/>
                </a:lnTo>
                <a:lnTo>
                  <a:pt x="148" y="320"/>
                </a:lnTo>
                <a:lnTo>
                  <a:pt x="149" y="320"/>
                </a:lnTo>
                <a:lnTo>
                  <a:pt x="150" y="320"/>
                </a:lnTo>
                <a:lnTo>
                  <a:pt x="152" y="321"/>
                </a:lnTo>
                <a:lnTo>
                  <a:pt x="153" y="321"/>
                </a:lnTo>
                <a:lnTo>
                  <a:pt x="155" y="320"/>
                </a:lnTo>
                <a:lnTo>
                  <a:pt x="156" y="320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3" y="311"/>
                </a:lnTo>
                <a:lnTo>
                  <a:pt x="153" y="310"/>
                </a:lnTo>
                <a:lnTo>
                  <a:pt x="154" y="310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3" y="307"/>
                </a:lnTo>
                <a:lnTo>
                  <a:pt x="151" y="306"/>
                </a:lnTo>
                <a:lnTo>
                  <a:pt x="150" y="306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50" y="303"/>
                </a:lnTo>
                <a:lnTo>
                  <a:pt x="150" y="302"/>
                </a:lnTo>
                <a:lnTo>
                  <a:pt x="151" y="301"/>
                </a:lnTo>
                <a:lnTo>
                  <a:pt x="152" y="300"/>
                </a:lnTo>
                <a:lnTo>
                  <a:pt x="152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9" y="291"/>
                </a:lnTo>
                <a:lnTo>
                  <a:pt x="149" y="290"/>
                </a:lnTo>
                <a:lnTo>
                  <a:pt x="148" y="290"/>
                </a:lnTo>
                <a:lnTo>
                  <a:pt x="148" y="289"/>
                </a:lnTo>
                <a:lnTo>
                  <a:pt x="149" y="289"/>
                </a:lnTo>
                <a:lnTo>
                  <a:pt x="149" y="288"/>
                </a:lnTo>
                <a:lnTo>
                  <a:pt x="149" y="287"/>
                </a:lnTo>
                <a:lnTo>
                  <a:pt x="150" y="287"/>
                </a:lnTo>
                <a:lnTo>
                  <a:pt x="150" y="286"/>
                </a:lnTo>
                <a:lnTo>
                  <a:pt x="149" y="286"/>
                </a:lnTo>
                <a:lnTo>
                  <a:pt x="149" y="285"/>
                </a:lnTo>
                <a:lnTo>
                  <a:pt x="148" y="285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9" y="281"/>
                </a:lnTo>
                <a:lnTo>
                  <a:pt x="148" y="281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3"/>
                </a:lnTo>
                <a:lnTo>
                  <a:pt x="138" y="273"/>
                </a:lnTo>
                <a:lnTo>
                  <a:pt x="138" y="274"/>
                </a:lnTo>
                <a:lnTo>
                  <a:pt x="137" y="274"/>
                </a:lnTo>
                <a:lnTo>
                  <a:pt x="137" y="273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2"/>
                </a:lnTo>
                <a:lnTo>
                  <a:pt x="131" y="273"/>
                </a:lnTo>
                <a:lnTo>
                  <a:pt x="130" y="273"/>
                </a:lnTo>
                <a:lnTo>
                  <a:pt x="129" y="273"/>
                </a:lnTo>
                <a:lnTo>
                  <a:pt x="129" y="272"/>
                </a:lnTo>
                <a:lnTo>
                  <a:pt x="129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0"/>
                </a:lnTo>
                <a:lnTo>
                  <a:pt x="128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1" y="269"/>
                </a:lnTo>
                <a:lnTo>
                  <a:pt x="121" y="268"/>
                </a:lnTo>
                <a:lnTo>
                  <a:pt x="120" y="267"/>
                </a:lnTo>
                <a:lnTo>
                  <a:pt x="121" y="266"/>
                </a:lnTo>
                <a:lnTo>
                  <a:pt x="121" y="267"/>
                </a:lnTo>
                <a:lnTo>
                  <a:pt x="121" y="266"/>
                </a:lnTo>
                <a:lnTo>
                  <a:pt x="121" y="265"/>
                </a:lnTo>
                <a:lnTo>
                  <a:pt x="121" y="263"/>
                </a:lnTo>
                <a:lnTo>
                  <a:pt x="121" y="262"/>
                </a:lnTo>
                <a:lnTo>
                  <a:pt x="120" y="262"/>
                </a:lnTo>
                <a:lnTo>
                  <a:pt x="120" y="261"/>
                </a:lnTo>
                <a:lnTo>
                  <a:pt x="119" y="262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1" y="256"/>
                </a:lnTo>
                <a:lnTo>
                  <a:pt x="122" y="256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1" y="253"/>
                </a:lnTo>
                <a:lnTo>
                  <a:pt x="121" y="252"/>
                </a:lnTo>
                <a:lnTo>
                  <a:pt x="120" y="252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5"/>
                </a:lnTo>
                <a:lnTo>
                  <a:pt x="124" y="244"/>
                </a:lnTo>
                <a:lnTo>
                  <a:pt x="125" y="244"/>
                </a:lnTo>
                <a:lnTo>
                  <a:pt x="125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3" y="225"/>
                </a:lnTo>
                <a:lnTo>
                  <a:pt x="164" y="226"/>
                </a:lnTo>
                <a:lnTo>
                  <a:pt x="166" y="226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0" y="226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1" y="221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8"/>
                </a:lnTo>
                <a:lnTo>
                  <a:pt x="141" y="178"/>
                </a:lnTo>
                <a:lnTo>
                  <a:pt x="140" y="178"/>
                </a:lnTo>
                <a:lnTo>
                  <a:pt x="139" y="177"/>
                </a:lnTo>
                <a:lnTo>
                  <a:pt x="140" y="177"/>
                </a:lnTo>
                <a:lnTo>
                  <a:pt x="140" y="176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7" y="174"/>
                </a:lnTo>
                <a:lnTo>
                  <a:pt x="136" y="173"/>
                </a:lnTo>
                <a:lnTo>
                  <a:pt x="135" y="173"/>
                </a:lnTo>
                <a:lnTo>
                  <a:pt x="133" y="173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5" y="168"/>
                </a:lnTo>
                <a:lnTo>
                  <a:pt x="134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2" y="159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6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2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3"/>
                </a:lnTo>
                <a:lnTo>
                  <a:pt x="91" y="93"/>
                </a:lnTo>
                <a:lnTo>
                  <a:pt x="90" y="93"/>
                </a:lnTo>
                <a:lnTo>
                  <a:pt x="88" y="94"/>
                </a:lnTo>
                <a:lnTo>
                  <a:pt x="87" y="95"/>
                </a:lnTo>
                <a:lnTo>
                  <a:pt x="87" y="99"/>
                </a:lnTo>
                <a:lnTo>
                  <a:pt x="87" y="100"/>
                </a:lnTo>
                <a:lnTo>
                  <a:pt x="87" y="101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7"/>
                </a:lnTo>
                <a:lnTo>
                  <a:pt x="75" y="96"/>
                </a:lnTo>
                <a:lnTo>
                  <a:pt x="74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1"/>
                </a:lnTo>
                <a:lnTo>
                  <a:pt x="68" y="90"/>
                </a:lnTo>
                <a:lnTo>
                  <a:pt x="67" y="90"/>
                </a:lnTo>
                <a:lnTo>
                  <a:pt x="68" y="89"/>
                </a:lnTo>
                <a:lnTo>
                  <a:pt x="69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69" y="88"/>
                </a:lnTo>
                <a:lnTo>
                  <a:pt x="70" y="87"/>
                </a:lnTo>
                <a:lnTo>
                  <a:pt x="70" y="86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6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7" y="70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6" y="63"/>
                </a:lnTo>
                <a:lnTo>
                  <a:pt x="106" y="64"/>
                </a:lnTo>
                <a:lnTo>
                  <a:pt x="107" y="64"/>
                </a:lnTo>
                <a:lnTo>
                  <a:pt x="109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6" y="56"/>
                </a:lnTo>
                <a:lnTo>
                  <a:pt x="127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3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50"/>
                </a:lnTo>
                <a:lnTo>
                  <a:pt x="163" y="49"/>
                </a:lnTo>
                <a:lnTo>
                  <a:pt x="164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4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7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9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8" y="32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5" y="29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5" y="18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8" y="14"/>
                </a:lnTo>
                <a:lnTo>
                  <a:pt x="279" y="14"/>
                </a:lnTo>
                <a:lnTo>
                  <a:pt x="279" y="13"/>
                </a:lnTo>
                <a:lnTo>
                  <a:pt x="280" y="12"/>
                </a:lnTo>
                <a:lnTo>
                  <a:pt x="282" y="12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1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10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8"/>
                </a:lnTo>
                <a:lnTo>
                  <a:pt x="314" y="7"/>
                </a:lnTo>
                <a:lnTo>
                  <a:pt x="315" y="6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2" y="7"/>
                </a:lnTo>
                <a:lnTo>
                  <a:pt x="323" y="7"/>
                </a:lnTo>
                <a:lnTo>
                  <a:pt x="324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7" y="5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2" y="16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5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2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1"/>
                </a:lnTo>
                <a:lnTo>
                  <a:pt x="370" y="30"/>
                </a:lnTo>
                <a:lnTo>
                  <a:pt x="371" y="31"/>
                </a:lnTo>
                <a:lnTo>
                  <a:pt x="372" y="31"/>
                </a:lnTo>
                <a:lnTo>
                  <a:pt x="377" y="30"/>
                </a:lnTo>
                <a:lnTo>
                  <a:pt x="387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50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7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3" y="92"/>
                </a:lnTo>
                <a:lnTo>
                  <a:pt x="533" y="93"/>
                </a:lnTo>
                <a:lnTo>
                  <a:pt x="534" y="93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1" y="94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6" y="93"/>
                </a:lnTo>
                <a:lnTo>
                  <a:pt x="546" y="94"/>
                </a:lnTo>
                <a:lnTo>
                  <a:pt x="547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2"/>
                </a:lnTo>
                <a:lnTo>
                  <a:pt x="556" y="91"/>
                </a:lnTo>
                <a:lnTo>
                  <a:pt x="557" y="91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9"/>
                </a:lnTo>
                <a:lnTo>
                  <a:pt x="579" y="89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3" y="106"/>
                </a:lnTo>
                <a:lnTo>
                  <a:pt x="604" y="106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19" y="110"/>
                </a:lnTo>
                <a:lnTo>
                  <a:pt x="620" y="110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6"/>
                </a:lnTo>
                <a:lnTo>
                  <a:pt x="632" y="96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8"/>
                </a:lnTo>
                <a:lnTo>
                  <a:pt x="642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8"/>
                </a:lnTo>
                <a:lnTo>
                  <a:pt x="653" y="87"/>
                </a:lnTo>
                <a:lnTo>
                  <a:pt x="654" y="86"/>
                </a:lnTo>
                <a:lnTo>
                  <a:pt x="655" y="85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79"/>
                </a:lnTo>
                <a:lnTo>
                  <a:pt x="658" y="78"/>
                </a:lnTo>
                <a:lnTo>
                  <a:pt x="659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1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5"/>
                </a:lnTo>
                <a:lnTo>
                  <a:pt x="674" y="65"/>
                </a:lnTo>
                <a:lnTo>
                  <a:pt x="674" y="66"/>
                </a:lnTo>
                <a:lnTo>
                  <a:pt x="675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6" y="67"/>
                </a:lnTo>
                <a:lnTo>
                  <a:pt x="686" y="66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5"/>
                </a:lnTo>
                <a:lnTo>
                  <a:pt x="690" y="54"/>
                </a:lnTo>
                <a:lnTo>
                  <a:pt x="690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2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5"/>
                </a:lnTo>
                <a:lnTo>
                  <a:pt x="681" y="24"/>
                </a:lnTo>
                <a:lnTo>
                  <a:pt x="681" y="23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6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650556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3" y="5"/>
                </a:lnTo>
                <a:lnTo>
                  <a:pt x="11" y="5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645372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4" y="67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5" y="117"/>
                </a:lnTo>
                <a:lnTo>
                  <a:pt x="206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2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70"/>
                </a:lnTo>
                <a:lnTo>
                  <a:pt x="291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1" y="177"/>
                </a:lnTo>
                <a:lnTo>
                  <a:pt x="280" y="177"/>
                </a:lnTo>
                <a:lnTo>
                  <a:pt x="283" y="178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4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3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5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4" y="267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3" y="274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2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6" y="286"/>
                </a:lnTo>
                <a:lnTo>
                  <a:pt x="195" y="286"/>
                </a:lnTo>
                <a:lnTo>
                  <a:pt x="196" y="287"/>
                </a:lnTo>
                <a:lnTo>
                  <a:pt x="197" y="288"/>
                </a:lnTo>
                <a:lnTo>
                  <a:pt x="198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5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200" y="307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4" y="322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5" y="362"/>
                </a:lnTo>
                <a:lnTo>
                  <a:pt x="235" y="361"/>
                </a:lnTo>
                <a:lnTo>
                  <a:pt x="234" y="361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4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5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8" y="377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200" y="402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3" y="422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8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3" y="389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5"/>
                </a:lnTo>
                <a:lnTo>
                  <a:pt x="125" y="375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9"/>
                </a:lnTo>
                <a:lnTo>
                  <a:pt x="115" y="377"/>
                </a:lnTo>
                <a:lnTo>
                  <a:pt x="116" y="377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1"/>
                </a:lnTo>
                <a:lnTo>
                  <a:pt x="104" y="370"/>
                </a:lnTo>
                <a:lnTo>
                  <a:pt x="103" y="369"/>
                </a:lnTo>
                <a:lnTo>
                  <a:pt x="103" y="367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1" y="367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9" y="363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1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5"/>
                </a:lnTo>
                <a:lnTo>
                  <a:pt x="97" y="344"/>
                </a:lnTo>
                <a:lnTo>
                  <a:pt x="97" y="343"/>
                </a:lnTo>
                <a:lnTo>
                  <a:pt x="98" y="342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8"/>
                </a:lnTo>
                <a:lnTo>
                  <a:pt x="109" y="337"/>
                </a:lnTo>
                <a:lnTo>
                  <a:pt x="109" y="336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2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9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4" y="266"/>
                </a:lnTo>
                <a:lnTo>
                  <a:pt x="92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1"/>
                </a:lnTo>
                <a:lnTo>
                  <a:pt x="55" y="230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2" y="222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6" y="204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20" y="203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7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4" y="174"/>
                </a:lnTo>
                <a:lnTo>
                  <a:pt x="97" y="173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29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7" y="151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8" y="139"/>
                </a:lnTo>
                <a:lnTo>
                  <a:pt x="137" y="139"/>
                </a:lnTo>
                <a:lnTo>
                  <a:pt x="137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4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6"/>
                </a:lnTo>
                <a:lnTo>
                  <a:pt x="141" y="85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7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9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4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545508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2" y="661"/>
                </a:ln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6" y="676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0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6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3" y="742"/>
                </a:lnTo>
                <a:lnTo>
                  <a:pt x="2032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2000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9" y="763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1" y="775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8"/>
                </a:lnTo>
                <a:lnTo>
                  <a:pt x="1958" y="767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7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8"/>
                </a:lnTo>
                <a:lnTo>
                  <a:pt x="1940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7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2" y="969"/>
                </a:lnTo>
                <a:lnTo>
                  <a:pt x="1731" y="974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700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2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50" y="1056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1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1" y="1077"/>
                </a:lnTo>
                <a:lnTo>
                  <a:pt x="1561" y="1076"/>
                </a:lnTo>
                <a:lnTo>
                  <a:pt x="1560" y="1076"/>
                </a:lnTo>
                <a:lnTo>
                  <a:pt x="1559" y="1076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7"/>
                </a:lnTo>
                <a:lnTo>
                  <a:pt x="1545" y="1078"/>
                </a:lnTo>
                <a:lnTo>
                  <a:pt x="1546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7" y="1093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1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44"/>
                </a:lnTo>
                <a:lnTo>
                  <a:pt x="1535" y="1146"/>
                </a:lnTo>
                <a:lnTo>
                  <a:pt x="1535" y="1161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2"/>
                </a:lnTo>
                <a:lnTo>
                  <a:pt x="1561" y="1183"/>
                </a:lnTo>
                <a:lnTo>
                  <a:pt x="1562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8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4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60" y="1262"/>
                </a:lnTo>
                <a:lnTo>
                  <a:pt x="1559" y="1262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4" y="1285"/>
                </a:lnTo>
                <a:lnTo>
                  <a:pt x="1553" y="1286"/>
                </a:lnTo>
                <a:lnTo>
                  <a:pt x="1554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89"/>
                </a:lnTo>
                <a:lnTo>
                  <a:pt x="1562" y="1290"/>
                </a:lnTo>
                <a:lnTo>
                  <a:pt x="1563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8"/>
                </a:lnTo>
                <a:lnTo>
                  <a:pt x="1585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6" y="1326"/>
                </a:lnTo>
                <a:lnTo>
                  <a:pt x="1587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0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3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7" y="1339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5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6"/>
                </a:lnTo>
                <a:lnTo>
                  <a:pt x="1540" y="1335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3" y="1332"/>
                </a:lnTo>
                <a:lnTo>
                  <a:pt x="1512" y="1332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3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2" y="1341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9" y="1341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2" y="1336"/>
                </a:lnTo>
                <a:lnTo>
                  <a:pt x="1451" y="1336"/>
                </a:lnTo>
                <a:lnTo>
                  <a:pt x="1451" y="1335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1" y="1320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5" y="1316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3" y="1314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7" y="1301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4" y="1309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6" y="1312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1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60" y="1312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5" y="1318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1" y="1318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7" y="1319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3" y="1328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9" y="1326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6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6" y="1345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5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80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5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30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2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60" y="1413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3" y="1409"/>
                </a:lnTo>
                <a:lnTo>
                  <a:pt x="942" y="1409"/>
                </a:lnTo>
                <a:lnTo>
                  <a:pt x="942" y="1410"/>
                </a:lnTo>
                <a:lnTo>
                  <a:pt x="941" y="1410"/>
                </a:lnTo>
                <a:lnTo>
                  <a:pt x="941" y="1409"/>
                </a:lnTo>
                <a:lnTo>
                  <a:pt x="940" y="1409"/>
                </a:lnTo>
                <a:lnTo>
                  <a:pt x="939" y="1409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8" y="1412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5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4"/>
                </a:lnTo>
                <a:lnTo>
                  <a:pt x="919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3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7" y="1415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6" y="1415"/>
                </a:lnTo>
                <a:lnTo>
                  <a:pt x="906" y="1414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1" y="1413"/>
                </a:lnTo>
                <a:lnTo>
                  <a:pt x="900" y="1413"/>
                </a:lnTo>
                <a:lnTo>
                  <a:pt x="898" y="1413"/>
                </a:lnTo>
                <a:lnTo>
                  <a:pt x="898" y="1412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1" y="1413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4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2" y="1409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08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6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5" y="1407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2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6" y="1397"/>
                </a:lnTo>
                <a:lnTo>
                  <a:pt x="855" y="1396"/>
                </a:lnTo>
                <a:lnTo>
                  <a:pt x="855" y="1395"/>
                </a:lnTo>
                <a:lnTo>
                  <a:pt x="856" y="1395"/>
                </a:lnTo>
                <a:lnTo>
                  <a:pt x="856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6" y="1392"/>
                </a:lnTo>
                <a:lnTo>
                  <a:pt x="856" y="1391"/>
                </a:lnTo>
                <a:lnTo>
                  <a:pt x="855" y="1391"/>
                </a:lnTo>
                <a:lnTo>
                  <a:pt x="855" y="1390"/>
                </a:lnTo>
                <a:lnTo>
                  <a:pt x="856" y="1389"/>
                </a:lnTo>
                <a:lnTo>
                  <a:pt x="855" y="1388"/>
                </a:lnTo>
                <a:lnTo>
                  <a:pt x="854" y="1388"/>
                </a:lnTo>
                <a:lnTo>
                  <a:pt x="854" y="1387"/>
                </a:lnTo>
                <a:lnTo>
                  <a:pt x="853" y="1387"/>
                </a:lnTo>
                <a:lnTo>
                  <a:pt x="853" y="1386"/>
                </a:lnTo>
                <a:lnTo>
                  <a:pt x="854" y="1386"/>
                </a:lnTo>
                <a:lnTo>
                  <a:pt x="854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2"/>
                </a:lnTo>
                <a:lnTo>
                  <a:pt x="852" y="1382"/>
                </a:lnTo>
                <a:lnTo>
                  <a:pt x="848" y="1382"/>
                </a:lnTo>
                <a:lnTo>
                  <a:pt x="847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0" y="1381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4"/>
                </a:lnTo>
                <a:lnTo>
                  <a:pt x="835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4" y="1386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4"/>
                </a:lnTo>
                <a:lnTo>
                  <a:pt x="830" y="1384"/>
                </a:lnTo>
                <a:lnTo>
                  <a:pt x="830" y="1383"/>
                </a:lnTo>
                <a:lnTo>
                  <a:pt x="829" y="1383"/>
                </a:lnTo>
                <a:lnTo>
                  <a:pt x="828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6" y="1381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3" y="1379"/>
                </a:lnTo>
                <a:lnTo>
                  <a:pt x="812" y="1379"/>
                </a:lnTo>
                <a:lnTo>
                  <a:pt x="810" y="1378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4" y="1381"/>
                </a:lnTo>
                <a:lnTo>
                  <a:pt x="804" y="1383"/>
                </a:lnTo>
                <a:lnTo>
                  <a:pt x="803" y="1384"/>
                </a:lnTo>
                <a:lnTo>
                  <a:pt x="800" y="1385"/>
                </a:lnTo>
                <a:lnTo>
                  <a:pt x="800" y="1384"/>
                </a:lnTo>
                <a:lnTo>
                  <a:pt x="799" y="1384"/>
                </a:lnTo>
                <a:lnTo>
                  <a:pt x="797" y="1384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9" y="1388"/>
                </a:lnTo>
                <a:lnTo>
                  <a:pt x="799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7" y="1392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4"/>
                </a:lnTo>
                <a:lnTo>
                  <a:pt x="796" y="1394"/>
                </a:lnTo>
                <a:lnTo>
                  <a:pt x="796" y="1395"/>
                </a:lnTo>
                <a:lnTo>
                  <a:pt x="795" y="1396"/>
                </a:lnTo>
                <a:lnTo>
                  <a:pt x="793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4" y="1401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7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70" y="1407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4"/>
                </a:lnTo>
                <a:lnTo>
                  <a:pt x="772" y="1415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6" y="1420"/>
                </a:lnTo>
                <a:lnTo>
                  <a:pt x="765" y="1419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2" y="1421"/>
                </a:lnTo>
                <a:lnTo>
                  <a:pt x="762" y="1422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8" y="1423"/>
                </a:lnTo>
                <a:lnTo>
                  <a:pt x="756" y="1424"/>
                </a:lnTo>
                <a:lnTo>
                  <a:pt x="755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4"/>
                </a:lnTo>
                <a:lnTo>
                  <a:pt x="751" y="1424"/>
                </a:lnTo>
                <a:lnTo>
                  <a:pt x="750" y="1424"/>
                </a:lnTo>
                <a:lnTo>
                  <a:pt x="750" y="1423"/>
                </a:lnTo>
                <a:lnTo>
                  <a:pt x="749" y="1423"/>
                </a:lnTo>
                <a:lnTo>
                  <a:pt x="748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5"/>
                </a:lnTo>
                <a:lnTo>
                  <a:pt x="743" y="1424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7"/>
                </a:lnTo>
                <a:lnTo>
                  <a:pt x="736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28" y="1427"/>
                </a:lnTo>
                <a:lnTo>
                  <a:pt x="727" y="1427"/>
                </a:lnTo>
                <a:lnTo>
                  <a:pt x="726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3" y="1426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2" y="1421"/>
                </a:lnTo>
                <a:lnTo>
                  <a:pt x="721" y="1421"/>
                </a:lnTo>
                <a:lnTo>
                  <a:pt x="720" y="1421"/>
                </a:lnTo>
                <a:lnTo>
                  <a:pt x="718" y="1419"/>
                </a:lnTo>
                <a:lnTo>
                  <a:pt x="717" y="1419"/>
                </a:lnTo>
                <a:lnTo>
                  <a:pt x="717" y="1418"/>
                </a:lnTo>
                <a:lnTo>
                  <a:pt x="717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5"/>
                </a:lnTo>
                <a:lnTo>
                  <a:pt x="707" y="1416"/>
                </a:lnTo>
                <a:lnTo>
                  <a:pt x="707" y="1417"/>
                </a:lnTo>
                <a:lnTo>
                  <a:pt x="705" y="1417"/>
                </a:lnTo>
                <a:lnTo>
                  <a:pt x="705" y="1416"/>
                </a:lnTo>
                <a:lnTo>
                  <a:pt x="704" y="1416"/>
                </a:lnTo>
                <a:lnTo>
                  <a:pt x="702" y="1416"/>
                </a:lnTo>
                <a:lnTo>
                  <a:pt x="701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0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3"/>
                </a:lnTo>
                <a:lnTo>
                  <a:pt x="691" y="1414"/>
                </a:lnTo>
                <a:lnTo>
                  <a:pt x="689" y="1413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09"/>
                </a:lnTo>
                <a:lnTo>
                  <a:pt x="684" y="1410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1"/>
                </a:lnTo>
                <a:lnTo>
                  <a:pt x="680" y="1412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7"/>
                </a:lnTo>
                <a:lnTo>
                  <a:pt x="677" y="1417"/>
                </a:lnTo>
                <a:lnTo>
                  <a:pt x="678" y="1418"/>
                </a:lnTo>
                <a:lnTo>
                  <a:pt x="679" y="1419"/>
                </a:lnTo>
                <a:lnTo>
                  <a:pt x="678" y="1420"/>
                </a:lnTo>
                <a:lnTo>
                  <a:pt x="678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2" y="1419"/>
                </a:lnTo>
                <a:lnTo>
                  <a:pt x="672" y="1418"/>
                </a:lnTo>
                <a:lnTo>
                  <a:pt x="671" y="1418"/>
                </a:lnTo>
                <a:lnTo>
                  <a:pt x="671" y="1417"/>
                </a:lnTo>
                <a:lnTo>
                  <a:pt x="670" y="1417"/>
                </a:lnTo>
                <a:lnTo>
                  <a:pt x="670" y="1418"/>
                </a:lnTo>
                <a:lnTo>
                  <a:pt x="669" y="1418"/>
                </a:lnTo>
                <a:lnTo>
                  <a:pt x="667" y="1418"/>
                </a:lnTo>
                <a:lnTo>
                  <a:pt x="666" y="1417"/>
                </a:lnTo>
                <a:lnTo>
                  <a:pt x="665" y="1416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8" y="1416"/>
                </a:lnTo>
                <a:lnTo>
                  <a:pt x="656" y="1417"/>
                </a:lnTo>
                <a:lnTo>
                  <a:pt x="655" y="1417"/>
                </a:lnTo>
                <a:lnTo>
                  <a:pt x="653" y="1417"/>
                </a:lnTo>
                <a:lnTo>
                  <a:pt x="652" y="1417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6"/>
                </a:lnTo>
                <a:lnTo>
                  <a:pt x="649" y="1416"/>
                </a:lnTo>
                <a:lnTo>
                  <a:pt x="649" y="1415"/>
                </a:lnTo>
                <a:lnTo>
                  <a:pt x="649" y="1414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6" y="1412"/>
                </a:lnTo>
                <a:lnTo>
                  <a:pt x="647" y="1412"/>
                </a:lnTo>
                <a:lnTo>
                  <a:pt x="647" y="1411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30" y="1409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8"/>
                </a:lnTo>
                <a:lnTo>
                  <a:pt x="626" y="1408"/>
                </a:lnTo>
                <a:lnTo>
                  <a:pt x="626" y="1407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5" y="1406"/>
                </a:lnTo>
                <a:lnTo>
                  <a:pt x="624" y="1406"/>
                </a:lnTo>
                <a:lnTo>
                  <a:pt x="624" y="1408"/>
                </a:lnTo>
                <a:lnTo>
                  <a:pt x="623" y="1408"/>
                </a:lnTo>
                <a:lnTo>
                  <a:pt x="622" y="1409"/>
                </a:lnTo>
                <a:lnTo>
                  <a:pt x="622" y="1410"/>
                </a:lnTo>
                <a:lnTo>
                  <a:pt x="621" y="1411"/>
                </a:lnTo>
                <a:lnTo>
                  <a:pt x="621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4" y="1414"/>
                </a:lnTo>
                <a:lnTo>
                  <a:pt x="613" y="1414"/>
                </a:lnTo>
                <a:lnTo>
                  <a:pt x="613" y="1415"/>
                </a:lnTo>
                <a:lnTo>
                  <a:pt x="613" y="1416"/>
                </a:lnTo>
                <a:lnTo>
                  <a:pt x="612" y="1417"/>
                </a:lnTo>
                <a:lnTo>
                  <a:pt x="612" y="1418"/>
                </a:lnTo>
                <a:lnTo>
                  <a:pt x="612" y="1419"/>
                </a:lnTo>
                <a:lnTo>
                  <a:pt x="611" y="1421"/>
                </a:lnTo>
                <a:lnTo>
                  <a:pt x="612" y="1422"/>
                </a:lnTo>
                <a:lnTo>
                  <a:pt x="614" y="1424"/>
                </a:lnTo>
                <a:lnTo>
                  <a:pt x="615" y="1424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8"/>
                </a:lnTo>
                <a:lnTo>
                  <a:pt x="618" y="1429"/>
                </a:lnTo>
                <a:lnTo>
                  <a:pt x="619" y="1429"/>
                </a:lnTo>
                <a:lnTo>
                  <a:pt x="620" y="1430"/>
                </a:lnTo>
                <a:lnTo>
                  <a:pt x="619" y="1430"/>
                </a:lnTo>
                <a:lnTo>
                  <a:pt x="619" y="1431"/>
                </a:lnTo>
                <a:lnTo>
                  <a:pt x="619" y="1430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6" y="1431"/>
                </a:lnTo>
                <a:lnTo>
                  <a:pt x="615" y="1430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10" y="1431"/>
                </a:lnTo>
                <a:lnTo>
                  <a:pt x="610" y="1432"/>
                </a:lnTo>
                <a:lnTo>
                  <a:pt x="609" y="1432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3"/>
                </a:lnTo>
                <a:lnTo>
                  <a:pt x="607" y="1434"/>
                </a:lnTo>
                <a:lnTo>
                  <a:pt x="608" y="1435"/>
                </a:lnTo>
                <a:lnTo>
                  <a:pt x="608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6" y="1438"/>
                </a:lnTo>
                <a:lnTo>
                  <a:pt x="604" y="1439"/>
                </a:lnTo>
                <a:lnTo>
                  <a:pt x="600" y="1442"/>
                </a:lnTo>
                <a:lnTo>
                  <a:pt x="598" y="1444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3"/>
                </a:lnTo>
                <a:lnTo>
                  <a:pt x="592" y="1445"/>
                </a:lnTo>
                <a:lnTo>
                  <a:pt x="590" y="1447"/>
                </a:lnTo>
                <a:lnTo>
                  <a:pt x="590" y="1448"/>
                </a:lnTo>
                <a:lnTo>
                  <a:pt x="591" y="1449"/>
                </a:lnTo>
                <a:lnTo>
                  <a:pt x="590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1" y="1452"/>
                </a:lnTo>
                <a:lnTo>
                  <a:pt x="591" y="1453"/>
                </a:lnTo>
                <a:lnTo>
                  <a:pt x="590" y="1453"/>
                </a:lnTo>
                <a:lnTo>
                  <a:pt x="589" y="1454"/>
                </a:lnTo>
                <a:lnTo>
                  <a:pt x="589" y="1455"/>
                </a:lnTo>
                <a:lnTo>
                  <a:pt x="589" y="1456"/>
                </a:lnTo>
                <a:lnTo>
                  <a:pt x="590" y="1457"/>
                </a:lnTo>
                <a:lnTo>
                  <a:pt x="591" y="1457"/>
                </a:lnTo>
                <a:lnTo>
                  <a:pt x="591" y="1458"/>
                </a:lnTo>
                <a:lnTo>
                  <a:pt x="590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1"/>
                </a:lnTo>
                <a:lnTo>
                  <a:pt x="589" y="1461"/>
                </a:lnTo>
                <a:lnTo>
                  <a:pt x="588" y="1461"/>
                </a:lnTo>
                <a:lnTo>
                  <a:pt x="588" y="1462"/>
                </a:lnTo>
                <a:lnTo>
                  <a:pt x="587" y="1462"/>
                </a:lnTo>
                <a:lnTo>
                  <a:pt x="587" y="1463"/>
                </a:lnTo>
                <a:lnTo>
                  <a:pt x="587" y="1465"/>
                </a:lnTo>
                <a:lnTo>
                  <a:pt x="586" y="1466"/>
                </a:lnTo>
                <a:lnTo>
                  <a:pt x="585" y="1465"/>
                </a:lnTo>
                <a:lnTo>
                  <a:pt x="584" y="1465"/>
                </a:lnTo>
                <a:lnTo>
                  <a:pt x="583" y="1465"/>
                </a:lnTo>
                <a:lnTo>
                  <a:pt x="581" y="1465"/>
                </a:lnTo>
                <a:lnTo>
                  <a:pt x="580" y="1466"/>
                </a:lnTo>
                <a:lnTo>
                  <a:pt x="581" y="1469"/>
                </a:lnTo>
                <a:lnTo>
                  <a:pt x="582" y="1469"/>
                </a:lnTo>
                <a:lnTo>
                  <a:pt x="582" y="1470"/>
                </a:lnTo>
                <a:lnTo>
                  <a:pt x="582" y="1471"/>
                </a:lnTo>
                <a:lnTo>
                  <a:pt x="581" y="1472"/>
                </a:lnTo>
                <a:lnTo>
                  <a:pt x="581" y="1473"/>
                </a:lnTo>
                <a:lnTo>
                  <a:pt x="580" y="1474"/>
                </a:lnTo>
                <a:lnTo>
                  <a:pt x="580" y="1475"/>
                </a:lnTo>
                <a:lnTo>
                  <a:pt x="579" y="1477"/>
                </a:lnTo>
                <a:lnTo>
                  <a:pt x="578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9" y="1483"/>
                </a:lnTo>
                <a:lnTo>
                  <a:pt x="578" y="1483"/>
                </a:lnTo>
                <a:lnTo>
                  <a:pt x="578" y="1484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5" y="1486"/>
                </a:lnTo>
                <a:lnTo>
                  <a:pt x="576" y="1486"/>
                </a:lnTo>
                <a:lnTo>
                  <a:pt x="577" y="1487"/>
                </a:lnTo>
                <a:lnTo>
                  <a:pt x="577" y="1488"/>
                </a:lnTo>
                <a:lnTo>
                  <a:pt x="577" y="1490"/>
                </a:lnTo>
                <a:lnTo>
                  <a:pt x="576" y="1490"/>
                </a:lnTo>
                <a:lnTo>
                  <a:pt x="575" y="1490"/>
                </a:lnTo>
                <a:lnTo>
                  <a:pt x="575" y="1491"/>
                </a:lnTo>
                <a:lnTo>
                  <a:pt x="575" y="1492"/>
                </a:lnTo>
                <a:lnTo>
                  <a:pt x="574" y="1493"/>
                </a:lnTo>
                <a:lnTo>
                  <a:pt x="575" y="1493"/>
                </a:lnTo>
                <a:lnTo>
                  <a:pt x="575" y="1494"/>
                </a:lnTo>
                <a:lnTo>
                  <a:pt x="574" y="1495"/>
                </a:lnTo>
                <a:lnTo>
                  <a:pt x="573" y="1495"/>
                </a:lnTo>
                <a:lnTo>
                  <a:pt x="573" y="1496"/>
                </a:lnTo>
                <a:lnTo>
                  <a:pt x="573" y="1497"/>
                </a:lnTo>
                <a:lnTo>
                  <a:pt x="574" y="1498"/>
                </a:lnTo>
                <a:lnTo>
                  <a:pt x="575" y="1498"/>
                </a:lnTo>
                <a:lnTo>
                  <a:pt x="575" y="1499"/>
                </a:lnTo>
                <a:lnTo>
                  <a:pt x="574" y="1499"/>
                </a:lnTo>
                <a:lnTo>
                  <a:pt x="573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3" y="1500"/>
                </a:lnTo>
                <a:lnTo>
                  <a:pt x="572" y="1500"/>
                </a:lnTo>
                <a:lnTo>
                  <a:pt x="571" y="1501"/>
                </a:lnTo>
                <a:lnTo>
                  <a:pt x="571" y="1502"/>
                </a:lnTo>
                <a:lnTo>
                  <a:pt x="571" y="1503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4" y="1505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4"/>
                </a:lnTo>
                <a:lnTo>
                  <a:pt x="560" y="1504"/>
                </a:lnTo>
                <a:lnTo>
                  <a:pt x="559" y="1505"/>
                </a:lnTo>
                <a:lnTo>
                  <a:pt x="559" y="1506"/>
                </a:lnTo>
                <a:lnTo>
                  <a:pt x="558" y="1506"/>
                </a:lnTo>
                <a:lnTo>
                  <a:pt x="558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4" y="1508"/>
                </a:lnTo>
                <a:lnTo>
                  <a:pt x="553" y="1508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6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6"/>
                </a:lnTo>
                <a:lnTo>
                  <a:pt x="547" y="1505"/>
                </a:lnTo>
                <a:lnTo>
                  <a:pt x="546" y="1505"/>
                </a:lnTo>
                <a:lnTo>
                  <a:pt x="545" y="1504"/>
                </a:lnTo>
                <a:lnTo>
                  <a:pt x="545" y="1505"/>
                </a:lnTo>
                <a:lnTo>
                  <a:pt x="544" y="1506"/>
                </a:lnTo>
                <a:lnTo>
                  <a:pt x="544" y="1507"/>
                </a:lnTo>
                <a:lnTo>
                  <a:pt x="541" y="1508"/>
                </a:lnTo>
                <a:lnTo>
                  <a:pt x="540" y="1508"/>
                </a:lnTo>
                <a:lnTo>
                  <a:pt x="540" y="1507"/>
                </a:lnTo>
                <a:lnTo>
                  <a:pt x="539" y="1507"/>
                </a:lnTo>
                <a:lnTo>
                  <a:pt x="538" y="1507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8" y="1508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2" y="1508"/>
                </a:lnTo>
                <a:lnTo>
                  <a:pt x="521" y="1508"/>
                </a:lnTo>
                <a:lnTo>
                  <a:pt x="521" y="1509"/>
                </a:lnTo>
                <a:lnTo>
                  <a:pt x="521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8" y="1510"/>
                </a:lnTo>
                <a:lnTo>
                  <a:pt x="517" y="1510"/>
                </a:lnTo>
                <a:lnTo>
                  <a:pt x="517" y="1511"/>
                </a:lnTo>
                <a:lnTo>
                  <a:pt x="516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4" y="1509"/>
                </a:lnTo>
                <a:lnTo>
                  <a:pt x="513" y="1509"/>
                </a:lnTo>
                <a:lnTo>
                  <a:pt x="512" y="1509"/>
                </a:lnTo>
                <a:lnTo>
                  <a:pt x="512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10" y="1509"/>
                </a:lnTo>
                <a:lnTo>
                  <a:pt x="508" y="1509"/>
                </a:lnTo>
                <a:lnTo>
                  <a:pt x="506" y="1510"/>
                </a:lnTo>
                <a:lnTo>
                  <a:pt x="504" y="1511"/>
                </a:lnTo>
                <a:lnTo>
                  <a:pt x="503" y="1511"/>
                </a:lnTo>
                <a:lnTo>
                  <a:pt x="502" y="1513"/>
                </a:lnTo>
                <a:lnTo>
                  <a:pt x="502" y="1514"/>
                </a:lnTo>
                <a:lnTo>
                  <a:pt x="502" y="1516"/>
                </a:lnTo>
                <a:lnTo>
                  <a:pt x="502" y="1517"/>
                </a:lnTo>
                <a:lnTo>
                  <a:pt x="501" y="1518"/>
                </a:lnTo>
                <a:lnTo>
                  <a:pt x="501" y="1519"/>
                </a:lnTo>
                <a:lnTo>
                  <a:pt x="500" y="1519"/>
                </a:lnTo>
                <a:lnTo>
                  <a:pt x="499" y="1519"/>
                </a:lnTo>
                <a:lnTo>
                  <a:pt x="499" y="1518"/>
                </a:lnTo>
                <a:lnTo>
                  <a:pt x="498" y="1518"/>
                </a:lnTo>
                <a:lnTo>
                  <a:pt x="497" y="1518"/>
                </a:lnTo>
                <a:lnTo>
                  <a:pt x="497" y="1517"/>
                </a:lnTo>
                <a:lnTo>
                  <a:pt x="496" y="1517"/>
                </a:lnTo>
                <a:lnTo>
                  <a:pt x="495" y="1517"/>
                </a:lnTo>
                <a:lnTo>
                  <a:pt x="495" y="1516"/>
                </a:lnTo>
                <a:lnTo>
                  <a:pt x="494" y="1516"/>
                </a:lnTo>
                <a:lnTo>
                  <a:pt x="494" y="1515"/>
                </a:lnTo>
                <a:lnTo>
                  <a:pt x="494" y="1514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89" y="1516"/>
                </a:lnTo>
                <a:lnTo>
                  <a:pt x="488" y="1516"/>
                </a:lnTo>
                <a:lnTo>
                  <a:pt x="488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6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5" y="1514"/>
                </a:lnTo>
                <a:lnTo>
                  <a:pt x="486" y="1514"/>
                </a:lnTo>
                <a:lnTo>
                  <a:pt x="486" y="1513"/>
                </a:lnTo>
                <a:lnTo>
                  <a:pt x="485" y="1513"/>
                </a:lnTo>
                <a:lnTo>
                  <a:pt x="485" y="1512"/>
                </a:lnTo>
                <a:lnTo>
                  <a:pt x="484" y="1512"/>
                </a:lnTo>
                <a:lnTo>
                  <a:pt x="484" y="1511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1" y="1510"/>
                </a:lnTo>
                <a:lnTo>
                  <a:pt x="480" y="1510"/>
                </a:lnTo>
                <a:lnTo>
                  <a:pt x="480" y="1509"/>
                </a:lnTo>
                <a:lnTo>
                  <a:pt x="479" y="1509"/>
                </a:lnTo>
                <a:lnTo>
                  <a:pt x="478" y="1509"/>
                </a:lnTo>
                <a:lnTo>
                  <a:pt x="478" y="1508"/>
                </a:lnTo>
                <a:lnTo>
                  <a:pt x="477" y="1508"/>
                </a:lnTo>
                <a:lnTo>
                  <a:pt x="477" y="1509"/>
                </a:lnTo>
                <a:lnTo>
                  <a:pt x="476" y="1509"/>
                </a:lnTo>
                <a:lnTo>
                  <a:pt x="476" y="1508"/>
                </a:lnTo>
                <a:lnTo>
                  <a:pt x="475" y="1508"/>
                </a:lnTo>
                <a:lnTo>
                  <a:pt x="474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4" y="1506"/>
                </a:lnTo>
                <a:lnTo>
                  <a:pt x="475" y="1506"/>
                </a:lnTo>
                <a:lnTo>
                  <a:pt x="475" y="1505"/>
                </a:lnTo>
                <a:lnTo>
                  <a:pt x="475" y="1504"/>
                </a:lnTo>
                <a:lnTo>
                  <a:pt x="474" y="1504"/>
                </a:lnTo>
                <a:lnTo>
                  <a:pt x="474" y="1503"/>
                </a:lnTo>
                <a:lnTo>
                  <a:pt x="473" y="1503"/>
                </a:lnTo>
                <a:lnTo>
                  <a:pt x="472" y="1503"/>
                </a:lnTo>
                <a:lnTo>
                  <a:pt x="472" y="1502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499"/>
                </a:lnTo>
                <a:lnTo>
                  <a:pt x="467" y="1499"/>
                </a:lnTo>
                <a:lnTo>
                  <a:pt x="466" y="1499"/>
                </a:lnTo>
                <a:lnTo>
                  <a:pt x="466" y="1498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1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7" y="1495"/>
                </a:lnTo>
                <a:lnTo>
                  <a:pt x="455" y="1495"/>
                </a:lnTo>
                <a:lnTo>
                  <a:pt x="455" y="1494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4"/>
                </a:lnTo>
                <a:lnTo>
                  <a:pt x="451" y="1494"/>
                </a:lnTo>
                <a:lnTo>
                  <a:pt x="450" y="1494"/>
                </a:lnTo>
                <a:lnTo>
                  <a:pt x="450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5" y="1495"/>
                </a:lnTo>
                <a:lnTo>
                  <a:pt x="446" y="1495"/>
                </a:lnTo>
                <a:lnTo>
                  <a:pt x="446" y="1494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6" y="1493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3" y="1492"/>
                </a:lnTo>
                <a:lnTo>
                  <a:pt x="442" y="1492"/>
                </a:lnTo>
                <a:lnTo>
                  <a:pt x="442" y="1491"/>
                </a:lnTo>
                <a:lnTo>
                  <a:pt x="441" y="1491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1"/>
                </a:lnTo>
                <a:lnTo>
                  <a:pt x="436" y="1491"/>
                </a:lnTo>
                <a:lnTo>
                  <a:pt x="434" y="1491"/>
                </a:lnTo>
                <a:lnTo>
                  <a:pt x="434" y="1490"/>
                </a:lnTo>
                <a:lnTo>
                  <a:pt x="433" y="1490"/>
                </a:lnTo>
                <a:lnTo>
                  <a:pt x="433" y="1491"/>
                </a:lnTo>
                <a:lnTo>
                  <a:pt x="432" y="1490"/>
                </a:lnTo>
                <a:lnTo>
                  <a:pt x="432" y="1489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1" y="1486"/>
                </a:lnTo>
                <a:lnTo>
                  <a:pt x="430" y="1486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2" y="1482"/>
                </a:lnTo>
                <a:lnTo>
                  <a:pt x="431" y="1482"/>
                </a:lnTo>
                <a:lnTo>
                  <a:pt x="431" y="1481"/>
                </a:lnTo>
                <a:lnTo>
                  <a:pt x="430" y="1481"/>
                </a:lnTo>
                <a:lnTo>
                  <a:pt x="429" y="1481"/>
                </a:lnTo>
                <a:lnTo>
                  <a:pt x="429" y="1480"/>
                </a:lnTo>
                <a:lnTo>
                  <a:pt x="428" y="1480"/>
                </a:lnTo>
                <a:lnTo>
                  <a:pt x="428" y="1481"/>
                </a:lnTo>
                <a:lnTo>
                  <a:pt x="428" y="1480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79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5" y="1476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7" y="1472"/>
                </a:lnTo>
                <a:lnTo>
                  <a:pt x="428" y="1472"/>
                </a:lnTo>
                <a:lnTo>
                  <a:pt x="428" y="1471"/>
                </a:lnTo>
                <a:lnTo>
                  <a:pt x="427" y="1471"/>
                </a:lnTo>
                <a:lnTo>
                  <a:pt x="427" y="1470"/>
                </a:lnTo>
                <a:lnTo>
                  <a:pt x="428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8" y="1466"/>
                </a:lnTo>
                <a:lnTo>
                  <a:pt x="427" y="1466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8" y="1463"/>
                </a:lnTo>
                <a:lnTo>
                  <a:pt x="427" y="1463"/>
                </a:lnTo>
                <a:lnTo>
                  <a:pt x="427" y="1462"/>
                </a:lnTo>
                <a:lnTo>
                  <a:pt x="426" y="1462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6" y="1461"/>
                </a:lnTo>
                <a:lnTo>
                  <a:pt x="425" y="1461"/>
                </a:lnTo>
                <a:lnTo>
                  <a:pt x="425" y="1460"/>
                </a:lnTo>
                <a:lnTo>
                  <a:pt x="424" y="1460"/>
                </a:lnTo>
                <a:lnTo>
                  <a:pt x="425" y="1460"/>
                </a:lnTo>
                <a:lnTo>
                  <a:pt x="424" y="1460"/>
                </a:lnTo>
                <a:lnTo>
                  <a:pt x="424" y="1459"/>
                </a:lnTo>
                <a:lnTo>
                  <a:pt x="423" y="1459"/>
                </a:lnTo>
                <a:lnTo>
                  <a:pt x="423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5" y="1456"/>
                </a:lnTo>
                <a:lnTo>
                  <a:pt x="425" y="1455"/>
                </a:lnTo>
                <a:lnTo>
                  <a:pt x="425" y="1454"/>
                </a:lnTo>
                <a:lnTo>
                  <a:pt x="424" y="1454"/>
                </a:lnTo>
                <a:lnTo>
                  <a:pt x="424" y="1453"/>
                </a:lnTo>
                <a:lnTo>
                  <a:pt x="423" y="1453"/>
                </a:lnTo>
                <a:lnTo>
                  <a:pt x="423" y="1452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1"/>
                </a:lnTo>
                <a:lnTo>
                  <a:pt x="420" y="1451"/>
                </a:lnTo>
                <a:lnTo>
                  <a:pt x="420" y="1450"/>
                </a:lnTo>
                <a:lnTo>
                  <a:pt x="419" y="1450"/>
                </a:lnTo>
                <a:lnTo>
                  <a:pt x="418" y="1449"/>
                </a:lnTo>
                <a:lnTo>
                  <a:pt x="418" y="1448"/>
                </a:lnTo>
                <a:lnTo>
                  <a:pt x="417" y="1448"/>
                </a:lnTo>
                <a:lnTo>
                  <a:pt x="418" y="1447"/>
                </a:lnTo>
                <a:lnTo>
                  <a:pt x="418" y="1446"/>
                </a:lnTo>
                <a:lnTo>
                  <a:pt x="419" y="1446"/>
                </a:lnTo>
                <a:lnTo>
                  <a:pt x="419" y="1445"/>
                </a:lnTo>
                <a:lnTo>
                  <a:pt x="419" y="1444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9" y="1441"/>
                </a:lnTo>
                <a:lnTo>
                  <a:pt x="418" y="1441"/>
                </a:lnTo>
                <a:lnTo>
                  <a:pt x="417" y="1441"/>
                </a:lnTo>
                <a:lnTo>
                  <a:pt x="417" y="1440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4" y="1442"/>
                </a:lnTo>
                <a:lnTo>
                  <a:pt x="413" y="1441"/>
                </a:lnTo>
                <a:lnTo>
                  <a:pt x="412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2" y="1436"/>
                </a:lnTo>
                <a:lnTo>
                  <a:pt x="412" y="1435"/>
                </a:lnTo>
                <a:lnTo>
                  <a:pt x="411" y="1435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2" y="1432"/>
                </a:lnTo>
                <a:lnTo>
                  <a:pt x="411" y="1432"/>
                </a:lnTo>
                <a:lnTo>
                  <a:pt x="411" y="1431"/>
                </a:lnTo>
                <a:lnTo>
                  <a:pt x="410" y="1431"/>
                </a:lnTo>
                <a:lnTo>
                  <a:pt x="410" y="1430"/>
                </a:lnTo>
                <a:lnTo>
                  <a:pt x="409" y="1430"/>
                </a:lnTo>
                <a:lnTo>
                  <a:pt x="409" y="1429"/>
                </a:lnTo>
                <a:lnTo>
                  <a:pt x="408" y="1429"/>
                </a:lnTo>
                <a:lnTo>
                  <a:pt x="408" y="1428"/>
                </a:lnTo>
                <a:lnTo>
                  <a:pt x="407" y="1428"/>
                </a:lnTo>
                <a:lnTo>
                  <a:pt x="407" y="1427"/>
                </a:lnTo>
                <a:lnTo>
                  <a:pt x="407" y="1424"/>
                </a:lnTo>
                <a:lnTo>
                  <a:pt x="408" y="1424"/>
                </a:lnTo>
                <a:lnTo>
                  <a:pt x="408" y="1423"/>
                </a:lnTo>
                <a:lnTo>
                  <a:pt x="408" y="1422"/>
                </a:lnTo>
                <a:lnTo>
                  <a:pt x="407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9"/>
                </a:lnTo>
                <a:lnTo>
                  <a:pt x="408" y="1418"/>
                </a:lnTo>
                <a:lnTo>
                  <a:pt x="408" y="1417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1" y="1413"/>
                </a:lnTo>
                <a:lnTo>
                  <a:pt x="411" y="1412"/>
                </a:lnTo>
                <a:lnTo>
                  <a:pt x="411" y="1411"/>
                </a:lnTo>
                <a:lnTo>
                  <a:pt x="412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6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2"/>
                </a:lnTo>
                <a:lnTo>
                  <a:pt x="419" y="1402"/>
                </a:lnTo>
                <a:lnTo>
                  <a:pt x="419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7" y="1400"/>
                </a:lnTo>
                <a:lnTo>
                  <a:pt x="416" y="1400"/>
                </a:lnTo>
                <a:lnTo>
                  <a:pt x="415" y="1400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1"/>
                </a:lnTo>
                <a:lnTo>
                  <a:pt x="411" y="1401"/>
                </a:lnTo>
                <a:lnTo>
                  <a:pt x="410" y="1402"/>
                </a:lnTo>
                <a:lnTo>
                  <a:pt x="410" y="1403"/>
                </a:lnTo>
                <a:lnTo>
                  <a:pt x="409" y="1403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2"/>
                </a:lnTo>
                <a:lnTo>
                  <a:pt x="401" y="1401"/>
                </a:lnTo>
                <a:lnTo>
                  <a:pt x="400" y="1401"/>
                </a:lnTo>
                <a:lnTo>
                  <a:pt x="400" y="1400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8" y="1403"/>
                </a:lnTo>
                <a:lnTo>
                  <a:pt x="397" y="1402"/>
                </a:lnTo>
                <a:lnTo>
                  <a:pt x="396" y="1401"/>
                </a:lnTo>
                <a:lnTo>
                  <a:pt x="395" y="1401"/>
                </a:lnTo>
                <a:lnTo>
                  <a:pt x="395" y="1400"/>
                </a:lnTo>
                <a:lnTo>
                  <a:pt x="394" y="1400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0"/>
                </a:lnTo>
                <a:lnTo>
                  <a:pt x="391" y="1399"/>
                </a:lnTo>
                <a:lnTo>
                  <a:pt x="390" y="1398"/>
                </a:lnTo>
                <a:lnTo>
                  <a:pt x="389" y="1398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1"/>
                </a:lnTo>
                <a:lnTo>
                  <a:pt x="386" y="1401"/>
                </a:lnTo>
                <a:lnTo>
                  <a:pt x="385" y="1400"/>
                </a:lnTo>
                <a:lnTo>
                  <a:pt x="384" y="1401"/>
                </a:lnTo>
                <a:lnTo>
                  <a:pt x="383" y="1402"/>
                </a:lnTo>
                <a:lnTo>
                  <a:pt x="383" y="1404"/>
                </a:lnTo>
                <a:lnTo>
                  <a:pt x="382" y="1404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5"/>
                </a:lnTo>
                <a:lnTo>
                  <a:pt x="378" y="1404"/>
                </a:lnTo>
                <a:lnTo>
                  <a:pt x="377" y="1403"/>
                </a:lnTo>
                <a:lnTo>
                  <a:pt x="376" y="1403"/>
                </a:lnTo>
                <a:lnTo>
                  <a:pt x="376" y="1402"/>
                </a:lnTo>
                <a:lnTo>
                  <a:pt x="375" y="1402"/>
                </a:lnTo>
                <a:lnTo>
                  <a:pt x="375" y="1403"/>
                </a:lnTo>
                <a:lnTo>
                  <a:pt x="374" y="1404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3"/>
                </a:lnTo>
                <a:lnTo>
                  <a:pt x="369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59" y="1403"/>
                </a:lnTo>
                <a:lnTo>
                  <a:pt x="358" y="1403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5" y="1403"/>
                </a:lnTo>
                <a:lnTo>
                  <a:pt x="354" y="1403"/>
                </a:lnTo>
                <a:lnTo>
                  <a:pt x="352" y="1403"/>
                </a:lnTo>
                <a:lnTo>
                  <a:pt x="351" y="1403"/>
                </a:lnTo>
                <a:lnTo>
                  <a:pt x="351" y="1402"/>
                </a:lnTo>
                <a:lnTo>
                  <a:pt x="350" y="1401"/>
                </a:lnTo>
                <a:lnTo>
                  <a:pt x="350" y="1400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8" y="1399"/>
                </a:lnTo>
                <a:lnTo>
                  <a:pt x="347" y="1398"/>
                </a:lnTo>
                <a:lnTo>
                  <a:pt x="347" y="1397"/>
                </a:lnTo>
                <a:lnTo>
                  <a:pt x="346" y="1396"/>
                </a:lnTo>
                <a:lnTo>
                  <a:pt x="345" y="1396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3" y="1397"/>
                </a:lnTo>
                <a:lnTo>
                  <a:pt x="332" y="1397"/>
                </a:lnTo>
                <a:lnTo>
                  <a:pt x="331" y="1396"/>
                </a:lnTo>
                <a:lnTo>
                  <a:pt x="330" y="1396"/>
                </a:lnTo>
                <a:lnTo>
                  <a:pt x="329" y="1395"/>
                </a:lnTo>
                <a:lnTo>
                  <a:pt x="328" y="1395"/>
                </a:lnTo>
                <a:lnTo>
                  <a:pt x="327" y="1394"/>
                </a:lnTo>
                <a:lnTo>
                  <a:pt x="326" y="1394"/>
                </a:lnTo>
                <a:lnTo>
                  <a:pt x="325" y="1393"/>
                </a:lnTo>
                <a:lnTo>
                  <a:pt x="324" y="1392"/>
                </a:lnTo>
                <a:lnTo>
                  <a:pt x="323" y="1391"/>
                </a:lnTo>
                <a:lnTo>
                  <a:pt x="322" y="1390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89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0"/>
                </a:lnTo>
                <a:lnTo>
                  <a:pt x="311" y="1389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8"/>
                </a:lnTo>
                <a:lnTo>
                  <a:pt x="307" y="1387"/>
                </a:lnTo>
                <a:lnTo>
                  <a:pt x="306" y="1386"/>
                </a:lnTo>
                <a:lnTo>
                  <a:pt x="304" y="1385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9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2"/>
                </a:lnTo>
                <a:lnTo>
                  <a:pt x="279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9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1" y="1360"/>
                </a:lnTo>
                <a:lnTo>
                  <a:pt x="270" y="1360"/>
                </a:lnTo>
                <a:lnTo>
                  <a:pt x="269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4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40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8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5" y="1346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6"/>
                </a:lnTo>
                <a:lnTo>
                  <a:pt x="220" y="1335"/>
                </a:lnTo>
                <a:lnTo>
                  <a:pt x="221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7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1" y="1326"/>
                </a:lnTo>
                <a:lnTo>
                  <a:pt x="232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6" y="1317"/>
                </a:lnTo>
                <a:lnTo>
                  <a:pt x="225" y="1317"/>
                </a:lnTo>
                <a:lnTo>
                  <a:pt x="225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8" y="1304"/>
                </a:lnTo>
                <a:lnTo>
                  <a:pt x="227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7" y="1300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6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8" y="1277"/>
                </a:lnTo>
                <a:lnTo>
                  <a:pt x="208" y="1276"/>
                </a:lnTo>
                <a:lnTo>
                  <a:pt x="207" y="1276"/>
                </a:lnTo>
                <a:lnTo>
                  <a:pt x="207" y="1275"/>
                </a:lnTo>
                <a:lnTo>
                  <a:pt x="206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4" y="1271"/>
                </a:lnTo>
                <a:lnTo>
                  <a:pt x="183" y="1272"/>
                </a:lnTo>
                <a:lnTo>
                  <a:pt x="184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3" y="1267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3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2" y="1248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8"/>
                </a:lnTo>
                <a:lnTo>
                  <a:pt x="105" y="1239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8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90" y="1230"/>
                </a:lnTo>
                <a:lnTo>
                  <a:pt x="90" y="1229"/>
                </a:lnTo>
                <a:lnTo>
                  <a:pt x="90" y="1228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5" y="1222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8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8" y="1200"/>
                </a:lnTo>
                <a:lnTo>
                  <a:pt x="147" y="1200"/>
                </a:lnTo>
                <a:lnTo>
                  <a:pt x="147" y="1199"/>
                </a:lnTo>
                <a:lnTo>
                  <a:pt x="146" y="1198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6" y="1194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9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7"/>
                </a:lnTo>
                <a:lnTo>
                  <a:pt x="107" y="1086"/>
                </a:lnTo>
                <a:lnTo>
                  <a:pt x="106" y="1085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2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6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1" y="1084"/>
                </a:lnTo>
                <a:lnTo>
                  <a:pt x="29" y="1083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2"/>
                </a:lnTo>
                <a:lnTo>
                  <a:pt x="31" y="1041"/>
                </a:lnTo>
                <a:lnTo>
                  <a:pt x="30" y="1041"/>
                </a:lnTo>
                <a:lnTo>
                  <a:pt x="30" y="1040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20" y="1034"/>
                </a:lnTo>
                <a:lnTo>
                  <a:pt x="19" y="1034"/>
                </a:lnTo>
                <a:lnTo>
                  <a:pt x="20" y="1034"/>
                </a:lnTo>
                <a:lnTo>
                  <a:pt x="20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3" y="1020"/>
                </a:lnTo>
                <a:lnTo>
                  <a:pt x="12" y="1019"/>
                </a:lnTo>
                <a:lnTo>
                  <a:pt x="12" y="1018"/>
                </a:lnTo>
                <a:lnTo>
                  <a:pt x="11" y="1018"/>
                </a:lnTo>
                <a:lnTo>
                  <a:pt x="11" y="1017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6" y="1014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9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9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1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4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1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3"/>
                </a:lnTo>
                <a:lnTo>
                  <a:pt x="47" y="932"/>
                </a:lnTo>
                <a:lnTo>
                  <a:pt x="48" y="931"/>
                </a:lnTo>
                <a:lnTo>
                  <a:pt x="49" y="930"/>
                </a:lnTo>
                <a:lnTo>
                  <a:pt x="50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29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3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5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30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9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7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7"/>
                </a:lnTo>
                <a:lnTo>
                  <a:pt x="285" y="866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3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6"/>
                </a:lnTo>
                <a:lnTo>
                  <a:pt x="304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6"/>
                </a:lnTo>
                <a:lnTo>
                  <a:pt x="309" y="835"/>
                </a:lnTo>
                <a:lnTo>
                  <a:pt x="310" y="835"/>
                </a:lnTo>
                <a:lnTo>
                  <a:pt x="311" y="835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2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2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9" y="835"/>
                </a:lnTo>
                <a:lnTo>
                  <a:pt x="339" y="836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5" y="838"/>
                </a:lnTo>
                <a:lnTo>
                  <a:pt x="366" y="838"/>
                </a:lnTo>
                <a:lnTo>
                  <a:pt x="366" y="837"/>
                </a:lnTo>
                <a:lnTo>
                  <a:pt x="367" y="837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7" y="834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2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799"/>
                </a:lnTo>
                <a:lnTo>
                  <a:pt x="421" y="798"/>
                </a:lnTo>
                <a:lnTo>
                  <a:pt x="423" y="797"/>
                </a:lnTo>
                <a:lnTo>
                  <a:pt x="426" y="796"/>
                </a:lnTo>
                <a:lnTo>
                  <a:pt x="427" y="796"/>
                </a:lnTo>
                <a:lnTo>
                  <a:pt x="428" y="796"/>
                </a:lnTo>
                <a:lnTo>
                  <a:pt x="431" y="796"/>
                </a:lnTo>
                <a:lnTo>
                  <a:pt x="432" y="797"/>
                </a:lnTo>
                <a:lnTo>
                  <a:pt x="433" y="797"/>
                </a:lnTo>
                <a:lnTo>
                  <a:pt x="433" y="796"/>
                </a:lnTo>
                <a:lnTo>
                  <a:pt x="434" y="796"/>
                </a:lnTo>
                <a:lnTo>
                  <a:pt x="435" y="796"/>
                </a:lnTo>
                <a:lnTo>
                  <a:pt x="436" y="797"/>
                </a:lnTo>
                <a:lnTo>
                  <a:pt x="437" y="797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2" y="796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4" y="794"/>
                </a:lnTo>
                <a:lnTo>
                  <a:pt x="445" y="794"/>
                </a:lnTo>
                <a:lnTo>
                  <a:pt x="447" y="794"/>
                </a:lnTo>
                <a:lnTo>
                  <a:pt x="448" y="794"/>
                </a:lnTo>
                <a:lnTo>
                  <a:pt x="449" y="793"/>
                </a:lnTo>
                <a:lnTo>
                  <a:pt x="450" y="793"/>
                </a:lnTo>
                <a:lnTo>
                  <a:pt x="452" y="792"/>
                </a:lnTo>
                <a:lnTo>
                  <a:pt x="454" y="792"/>
                </a:lnTo>
                <a:lnTo>
                  <a:pt x="454" y="791"/>
                </a:lnTo>
                <a:lnTo>
                  <a:pt x="455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9" y="787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8"/>
                </a:lnTo>
                <a:lnTo>
                  <a:pt x="465" y="789"/>
                </a:lnTo>
                <a:lnTo>
                  <a:pt x="465" y="788"/>
                </a:lnTo>
                <a:lnTo>
                  <a:pt x="466" y="787"/>
                </a:lnTo>
                <a:lnTo>
                  <a:pt x="466" y="786"/>
                </a:lnTo>
                <a:lnTo>
                  <a:pt x="467" y="786"/>
                </a:lnTo>
                <a:lnTo>
                  <a:pt x="468" y="785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70" y="782"/>
                </a:lnTo>
                <a:lnTo>
                  <a:pt x="469" y="781"/>
                </a:lnTo>
                <a:lnTo>
                  <a:pt x="470" y="780"/>
                </a:lnTo>
                <a:lnTo>
                  <a:pt x="471" y="780"/>
                </a:lnTo>
                <a:lnTo>
                  <a:pt x="472" y="780"/>
                </a:lnTo>
                <a:lnTo>
                  <a:pt x="474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9"/>
                </a:lnTo>
                <a:lnTo>
                  <a:pt x="481" y="778"/>
                </a:lnTo>
                <a:lnTo>
                  <a:pt x="483" y="778"/>
                </a:lnTo>
                <a:lnTo>
                  <a:pt x="483" y="777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6"/>
                </a:lnTo>
                <a:lnTo>
                  <a:pt x="487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3" y="770"/>
                </a:lnTo>
                <a:lnTo>
                  <a:pt x="494" y="770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9"/>
                </a:lnTo>
                <a:lnTo>
                  <a:pt x="500" y="768"/>
                </a:lnTo>
                <a:lnTo>
                  <a:pt x="500" y="767"/>
                </a:lnTo>
                <a:lnTo>
                  <a:pt x="501" y="767"/>
                </a:lnTo>
                <a:lnTo>
                  <a:pt x="502" y="767"/>
                </a:lnTo>
                <a:lnTo>
                  <a:pt x="503" y="766"/>
                </a:lnTo>
                <a:lnTo>
                  <a:pt x="505" y="766"/>
                </a:lnTo>
                <a:lnTo>
                  <a:pt x="506" y="766"/>
                </a:lnTo>
                <a:lnTo>
                  <a:pt x="506" y="765"/>
                </a:lnTo>
                <a:lnTo>
                  <a:pt x="507" y="765"/>
                </a:lnTo>
                <a:lnTo>
                  <a:pt x="508" y="764"/>
                </a:lnTo>
                <a:lnTo>
                  <a:pt x="508" y="763"/>
                </a:lnTo>
                <a:lnTo>
                  <a:pt x="509" y="762"/>
                </a:lnTo>
                <a:lnTo>
                  <a:pt x="513" y="762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8" y="761"/>
                </a:lnTo>
                <a:lnTo>
                  <a:pt x="520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6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6" y="754"/>
                </a:lnTo>
                <a:lnTo>
                  <a:pt x="527" y="754"/>
                </a:lnTo>
                <a:lnTo>
                  <a:pt x="528" y="755"/>
                </a:lnTo>
                <a:lnTo>
                  <a:pt x="529" y="755"/>
                </a:lnTo>
                <a:lnTo>
                  <a:pt x="530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1"/>
                </a:lnTo>
                <a:lnTo>
                  <a:pt x="534" y="751"/>
                </a:lnTo>
                <a:lnTo>
                  <a:pt x="535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40" y="750"/>
                </a:lnTo>
                <a:lnTo>
                  <a:pt x="541" y="751"/>
                </a:lnTo>
                <a:lnTo>
                  <a:pt x="542" y="751"/>
                </a:lnTo>
                <a:lnTo>
                  <a:pt x="543" y="751"/>
                </a:lnTo>
                <a:lnTo>
                  <a:pt x="546" y="751"/>
                </a:lnTo>
                <a:lnTo>
                  <a:pt x="548" y="751"/>
                </a:lnTo>
                <a:lnTo>
                  <a:pt x="549" y="750"/>
                </a:lnTo>
                <a:lnTo>
                  <a:pt x="551" y="750"/>
                </a:lnTo>
                <a:lnTo>
                  <a:pt x="552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6"/>
                </a:lnTo>
                <a:lnTo>
                  <a:pt x="555" y="746"/>
                </a:lnTo>
                <a:lnTo>
                  <a:pt x="556" y="746"/>
                </a:lnTo>
                <a:lnTo>
                  <a:pt x="558" y="746"/>
                </a:lnTo>
                <a:lnTo>
                  <a:pt x="560" y="745"/>
                </a:lnTo>
                <a:lnTo>
                  <a:pt x="561" y="745"/>
                </a:lnTo>
                <a:lnTo>
                  <a:pt x="562" y="745"/>
                </a:lnTo>
                <a:lnTo>
                  <a:pt x="563" y="744"/>
                </a:lnTo>
                <a:lnTo>
                  <a:pt x="564" y="745"/>
                </a:lnTo>
                <a:lnTo>
                  <a:pt x="565" y="745"/>
                </a:lnTo>
                <a:lnTo>
                  <a:pt x="566" y="745"/>
                </a:lnTo>
                <a:lnTo>
                  <a:pt x="567" y="745"/>
                </a:lnTo>
                <a:lnTo>
                  <a:pt x="567" y="744"/>
                </a:lnTo>
                <a:lnTo>
                  <a:pt x="568" y="743"/>
                </a:lnTo>
                <a:lnTo>
                  <a:pt x="569" y="743"/>
                </a:lnTo>
                <a:lnTo>
                  <a:pt x="569" y="742"/>
                </a:lnTo>
                <a:lnTo>
                  <a:pt x="569" y="741"/>
                </a:lnTo>
                <a:lnTo>
                  <a:pt x="570" y="740"/>
                </a:lnTo>
                <a:lnTo>
                  <a:pt x="570" y="739"/>
                </a:lnTo>
                <a:lnTo>
                  <a:pt x="570" y="738"/>
                </a:lnTo>
                <a:lnTo>
                  <a:pt x="571" y="738"/>
                </a:lnTo>
                <a:lnTo>
                  <a:pt x="572" y="737"/>
                </a:lnTo>
                <a:lnTo>
                  <a:pt x="573" y="736"/>
                </a:lnTo>
                <a:lnTo>
                  <a:pt x="574" y="736"/>
                </a:lnTo>
                <a:lnTo>
                  <a:pt x="574" y="735"/>
                </a:lnTo>
                <a:lnTo>
                  <a:pt x="573" y="734"/>
                </a:lnTo>
                <a:lnTo>
                  <a:pt x="573" y="733"/>
                </a:lnTo>
                <a:lnTo>
                  <a:pt x="574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6" y="731"/>
                </a:lnTo>
                <a:lnTo>
                  <a:pt x="577" y="731"/>
                </a:lnTo>
                <a:lnTo>
                  <a:pt x="578" y="730"/>
                </a:lnTo>
                <a:lnTo>
                  <a:pt x="579" y="730"/>
                </a:lnTo>
                <a:lnTo>
                  <a:pt x="583" y="730"/>
                </a:lnTo>
                <a:lnTo>
                  <a:pt x="584" y="730"/>
                </a:lnTo>
                <a:lnTo>
                  <a:pt x="587" y="730"/>
                </a:lnTo>
                <a:lnTo>
                  <a:pt x="588" y="730"/>
                </a:lnTo>
                <a:lnTo>
                  <a:pt x="590" y="730"/>
                </a:lnTo>
                <a:lnTo>
                  <a:pt x="594" y="730"/>
                </a:lnTo>
                <a:lnTo>
                  <a:pt x="595" y="730"/>
                </a:lnTo>
                <a:lnTo>
                  <a:pt x="596" y="730"/>
                </a:lnTo>
                <a:lnTo>
                  <a:pt x="597" y="730"/>
                </a:lnTo>
                <a:lnTo>
                  <a:pt x="599" y="731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1" y="729"/>
                </a:lnTo>
                <a:lnTo>
                  <a:pt x="603" y="727"/>
                </a:lnTo>
                <a:lnTo>
                  <a:pt x="604" y="726"/>
                </a:lnTo>
                <a:lnTo>
                  <a:pt x="604" y="725"/>
                </a:lnTo>
                <a:lnTo>
                  <a:pt x="603" y="725"/>
                </a:lnTo>
                <a:lnTo>
                  <a:pt x="602" y="724"/>
                </a:lnTo>
                <a:lnTo>
                  <a:pt x="601" y="723"/>
                </a:lnTo>
                <a:lnTo>
                  <a:pt x="601" y="721"/>
                </a:lnTo>
                <a:lnTo>
                  <a:pt x="600" y="720"/>
                </a:lnTo>
                <a:lnTo>
                  <a:pt x="599" y="719"/>
                </a:lnTo>
                <a:lnTo>
                  <a:pt x="600" y="719"/>
                </a:lnTo>
                <a:lnTo>
                  <a:pt x="601" y="719"/>
                </a:lnTo>
                <a:lnTo>
                  <a:pt x="601" y="718"/>
                </a:lnTo>
                <a:lnTo>
                  <a:pt x="602" y="717"/>
                </a:lnTo>
                <a:lnTo>
                  <a:pt x="602" y="715"/>
                </a:lnTo>
                <a:lnTo>
                  <a:pt x="602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1"/>
                </a:lnTo>
                <a:lnTo>
                  <a:pt x="612" y="711"/>
                </a:lnTo>
                <a:lnTo>
                  <a:pt x="613" y="711"/>
                </a:lnTo>
                <a:lnTo>
                  <a:pt x="613" y="710"/>
                </a:lnTo>
                <a:lnTo>
                  <a:pt x="613" y="708"/>
                </a:lnTo>
                <a:lnTo>
                  <a:pt x="613" y="707"/>
                </a:lnTo>
                <a:lnTo>
                  <a:pt x="611" y="705"/>
                </a:lnTo>
                <a:lnTo>
                  <a:pt x="611" y="704"/>
                </a:lnTo>
                <a:lnTo>
                  <a:pt x="612" y="703"/>
                </a:lnTo>
                <a:lnTo>
                  <a:pt x="612" y="702"/>
                </a:lnTo>
                <a:lnTo>
                  <a:pt x="612" y="701"/>
                </a:lnTo>
                <a:lnTo>
                  <a:pt x="611" y="700"/>
                </a:lnTo>
                <a:lnTo>
                  <a:pt x="609" y="699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8" y="694"/>
                </a:lnTo>
                <a:lnTo>
                  <a:pt x="607" y="693"/>
                </a:lnTo>
                <a:lnTo>
                  <a:pt x="606" y="691"/>
                </a:lnTo>
                <a:lnTo>
                  <a:pt x="606" y="690"/>
                </a:lnTo>
                <a:lnTo>
                  <a:pt x="606" y="688"/>
                </a:lnTo>
                <a:lnTo>
                  <a:pt x="606" y="686"/>
                </a:lnTo>
                <a:lnTo>
                  <a:pt x="607" y="685"/>
                </a:lnTo>
                <a:lnTo>
                  <a:pt x="608" y="684"/>
                </a:lnTo>
                <a:lnTo>
                  <a:pt x="612" y="683"/>
                </a:lnTo>
                <a:lnTo>
                  <a:pt x="612" y="682"/>
                </a:lnTo>
                <a:lnTo>
                  <a:pt x="611" y="682"/>
                </a:lnTo>
                <a:lnTo>
                  <a:pt x="610" y="682"/>
                </a:lnTo>
                <a:lnTo>
                  <a:pt x="610" y="681"/>
                </a:lnTo>
                <a:lnTo>
                  <a:pt x="609" y="681"/>
                </a:lnTo>
                <a:lnTo>
                  <a:pt x="608" y="681"/>
                </a:lnTo>
                <a:lnTo>
                  <a:pt x="607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4"/>
                </a:lnTo>
                <a:lnTo>
                  <a:pt x="603" y="673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2" y="669"/>
                </a:lnTo>
                <a:lnTo>
                  <a:pt x="603" y="667"/>
                </a:lnTo>
                <a:lnTo>
                  <a:pt x="603" y="666"/>
                </a:lnTo>
                <a:lnTo>
                  <a:pt x="603" y="665"/>
                </a:lnTo>
                <a:lnTo>
                  <a:pt x="605" y="664"/>
                </a:lnTo>
                <a:lnTo>
                  <a:pt x="608" y="663"/>
                </a:lnTo>
                <a:lnTo>
                  <a:pt x="607" y="661"/>
                </a:lnTo>
                <a:lnTo>
                  <a:pt x="610" y="654"/>
                </a:lnTo>
                <a:lnTo>
                  <a:pt x="610" y="650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6" y="649"/>
                </a:lnTo>
                <a:lnTo>
                  <a:pt x="617" y="649"/>
                </a:lnTo>
                <a:lnTo>
                  <a:pt x="616" y="649"/>
                </a:lnTo>
                <a:lnTo>
                  <a:pt x="616" y="650"/>
                </a:lnTo>
                <a:lnTo>
                  <a:pt x="617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50"/>
                </a:lnTo>
                <a:lnTo>
                  <a:pt x="621" y="650"/>
                </a:lnTo>
                <a:lnTo>
                  <a:pt x="621" y="649"/>
                </a:lnTo>
                <a:lnTo>
                  <a:pt x="622" y="648"/>
                </a:lnTo>
                <a:lnTo>
                  <a:pt x="622" y="649"/>
                </a:lnTo>
                <a:lnTo>
                  <a:pt x="623" y="649"/>
                </a:lnTo>
                <a:lnTo>
                  <a:pt x="624" y="649"/>
                </a:lnTo>
                <a:lnTo>
                  <a:pt x="625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6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7" y="644"/>
                </a:lnTo>
                <a:lnTo>
                  <a:pt x="636" y="644"/>
                </a:lnTo>
                <a:lnTo>
                  <a:pt x="637" y="644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7"/>
                </a:lnTo>
                <a:lnTo>
                  <a:pt x="628" y="636"/>
                </a:lnTo>
                <a:lnTo>
                  <a:pt x="627" y="636"/>
                </a:lnTo>
                <a:lnTo>
                  <a:pt x="627" y="635"/>
                </a:lnTo>
                <a:lnTo>
                  <a:pt x="626" y="635"/>
                </a:lnTo>
                <a:lnTo>
                  <a:pt x="625" y="634"/>
                </a:lnTo>
                <a:lnTo>
                  <a:pt x="623" y="633"/>
                </a:lnTo>
                <a:lnTo>
                  <a:pt x="623" y="632"/>
                </a:lnTo>
                <a:lnTo>
                  <a:pt x="622" y="632"/>
                </a:lnTo>
                <a:lnTo>
                  <a:pt x="622" y="631"/>
                </a:lnTo>
                <a:lnTo>
                  <a:pt x="621" y="630"/>
                </a:lnTo>
                <a:lnTo>
                  <a:pt x="621" y="629"/>
                </a:lnTo>
                <a:lnTo>
                  <a:pt x="621" y="628"/>
                </a:lnTo>
                <a:lnTo>
                  <a:pt x="623" y="627"/>
                </a:lnTo>
                <a:lnTo>
                  <a:pt x="624" y="626"/>
                </a:lnTo>
                <a:lnTo>
                  <a:pt x="626" y="626"/>
                </a:lnTo>
                <a:lnTo>
                  <a:pt x="627" y="625"/>
                </a:lnTo>
                <a:lnTo>
                  <a:pt x="629" y="625"/>
                </a:lnTo>
                <a:lnTo>
                  <a:pt x="630" y="625"/>
                </a:lnTo>
                <a:lnTo>
                  <a:pt x="633" y="624"/>
                </a:lnTo>
                <a:lnTo>
                  <a:pt x="635" y="623"/>
                </a:lnTo>
                <a:lnTo>
                  <a:pt x="635" y="622"/>
                </a:lnTo>
                <a:lnTo>
                  <a:pt x="637" y="622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0" y="618"/>
                </a:lnTo>
                <a:lnTo>
                  <a:pt x="641" y="618"/>
                </a:lnTo>
                <a:lnTo>
                  <a:pt x="643" y="618"/>
                </a:lnTo>
                <a:lnTo>
                  <a:pt x="644" y="617"/>
                </a:lnTo>
                <a:lnTo>
                  <a:pt x="645" y="617"/>
                </a:lnTo>
                <a:lnTo>
                  <a:pt x="647" y="617"/>
                </a:lnTo>
                <a:lnTo>
                  <a:pt x="648" y="617"/>
                </a:lnTo>
                <a:lnTo>
                  <a:pt x="650" y="617"/>
                </a:lnTo>
                <a:lnTo>
                  <a:pt x="651" y="618"/>
                </a:lnTo>
                <a:lnTo>
                  <a:pt x="652" y="619"/>
                </a:lnTo>
                <a:lnTo>
                  <a:pt x="653" y="619"/>
                </a:lnTo>
                <a:lnTo>
                  <a:pt x="654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9" y="615"/>
                </a:lnTo>
                <a:lnTo>
                  <a:pt x="659" y="614"/>
                </a:lnTo>
                <a:lnTo>
                  <a:pt x="659" y="613"/>
                </a:lnTo>
                <a:lnTo>
                  <a:pt x="658" y="613"/>
                </a:lnTo>
                <a:lnTo>
                  <a:pt x="658" y="612"/>
                </a:lnTo>
                <a:lnTo>
                  <a:pt x="658" y="611"/>
                </a:lnTo>
                <a:lnTo>
                  <a:pt x="658" y="607"/>
                </a:lnTo>
                <a:lnTo>
                  <a:pt x="657" y="607"/>
                </a:lnTo>
                <a:lnTo>
                  <a:pt x="657" y="606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0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0" y="600"/>
                </a:lnTo>
                <a:lnTo>
                  <a:pt x="649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5"/>
                </a:lnTo>
                <a:lnTo>
                  <a:pt x="652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4" y="588"/>
                </a:lnTo>
                <a:lnTo>
                  <a:pt x="655" y="587"/>
                </a:lnTo>
                <a:lnTo>
                  <a:pt x="655" y="586"/>
                </a:lnTo>
                <a:lnTo>
                  <a:pt x="655" y="582"/>
                </a:lnTo>
                <a:lnTo>
                  <a:pt x="649" y="57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4" y="544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39"/>
                </a:lnTo>
                <a:lnTo>
                  <a:pt x="631" y="537"/>
                </a:lnTo>
                <a:lnTo>
                  <a:pt x="630" y="537"/>
                </a:lnTo>
                <a:lnTo>
                  <a:pt x="630" y="536"/>
                </a:lnTo>
                <a:lnTo>
                  <a:pt x="630" y="535"/>
                </a:lnTo>
                <a:lnTo>
                  <a:pt x="631" y="535"/>
                </a:lnTo>
                <a:lnTo>
                  <a:pt x="631" y="534"/>
                </a:lnTo>
                <a:lnTo>
                  <a:pt x="630" y="534"/>
                </a:lnTo>
                <a:lnTo>
                  <a:pt x="630" y="533"/>
                </a:lnTo>
                <a:lnTo>
                  <a:pt x="629" y="533"/>
                </a:lnTo>
                <a:lnTo>
                  <a:pt x="629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8" y="525"/>
                </a:lnTo>
                <a:lnTo>
                  <a:pt x="627" y="523"/>
                </a:lnTo>
                <a:lnTo>
                  <a:pt x="627" y="522"/>
                </a:lnTo>
                <a:lnTo>
                  <a:pt x="627" y="521"/>
                </a:lnTo>
                <a:lnTo>
                  <a:pt x="626" y="521"/>
                </a:lnTo>
                <a:lnTo>
                  <a:pt x="625" y="520"/>
                </a:lnTo>
                <a:lnTo>
                  <a:pt x="624" y="519"/>
                </a:lnTo>
                <a:lnTo>
                  <a:pt x="623" y="519"/>
                </a:lnTo>
                <a:lnTo>
                  <a:pt x="622" y="518"/>
                </a:lnTo>
                <a:lnTo>
                  <a:pt x="622" y="517"/>
                </a:lnTo>
                <a:lnTo>
                  <a:pt x="623" y="516"/>
                </a:lnTo>
                <a:lnTo>
                  <a:pt x="623" y="515"/>
                </a:lnTo>
                <a:lnTo>
                  <a:pt x="623" y="513"/>
                </a:lnTo>
                <a:lnTo>
                  <a:pt x="623" y="510"/>
                </a:lnTo>
                <a:lnTo>
                  <a:pt x="623" y="508"/>
                </a:lnTo>
                <a:lnTo>
                  <a:pt x="623" y="506"/>
                </a:lnTo>
                <a:lnTo>
                  <a:pt x="624" y="505"/>
                </a:lnTo>
                <a:lnTo>
                  <a:pt x="624" y="504"/>
                </a:lnTo>
                <a:lnTo>
                  <a:pt x="624" y="503"/>
                </a:lnTo>
                <a:lnTo>
                  <a:pt x="624" y="501"/>
                </a:lnTo>
                <a:lnTo>
                  <a:pt x="624" y="500"/>
                </a:lnTo>
                <a:lnTo>
                  <a:pt x="623" y="500"/>
                </a:lnTo>
                <a:lnTo>
                  <a:pt x="623" y="499"/>
                </a:lnTo>
                <a:lnTo>
                  <a:pt x="622" y="498"/>
                </a:lnTo>
                <a:lnTo>
                  <a:pt x="622" y="494"/>
                </a:lnTo>
                <a:lnTo>
                  <a:pt x="622" y="491"/>
                </a:lnTo>
                <a:lnTo>
                  <a:pt x="621" y="489"/>
                </a:lnTo>
                <a:lnTo>
                  <a:pt x="621" y="487"/>
                </a:lnTo>
                <a:lnTo>
                  <a:pt x="620" y="484"/>
                </a:lnTo>
                <a:lnTo>
                  <a:pt x="619" y="482"/>
                </a:lnTo>
                <a:lnTo>
                  <a:pt x="618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7"/>
                </a:lnTo>
                <a:lnTo>
                  <a:pt x="621" y="475"/>
                </a:lnTo>
                <a:lnTo>
                  <a:pt x="621" y="474"/>
                </a:lnTo>
                <a:lnTo>
                  <a:pt x="622" y="472"/>
                </a:lnTo>
                <a:lnTo>
                  <a:pt x="622" y="471"/>
                </a:lnTo>
                <a:lnTo>
                  <a:pt x="623" y="469"/>
                </a:lnTo>
                <a:lnTo>
                  <a:pt x="624" y="467"/>
                </a:lnTo>
                <a:lnTo>
                  <a:pt x="623" y="466"/>
                </a:lnTo>
                <a:lnTo>
                  <a:pt x="622" y="464"/>
                </a:lnTo>
                <a:lnTo>
                  <a:pt x="620" y="462"/>
                </a:lnTo>
                <a:lnTo>
                  <a:pt x="618" y="460"/>
                </a:lnTo>
                <a:lnTo>
                  <a:pt x="618" y="459"/>
                </a:lnTo>
                <a:lnTo>
                  <a:pt x="617" y="458"/>
                </a:lnTo>
                <a:lnTo>
                  <a:pt x="615" y="457"/>
                </a:lnTo>
                <a:lnTo>
                  <a:pt x="611" y="456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4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5" y="450"/>
                </a:lnTo>
                <a:lnTo>
                  <a:pt x="603" y="449"/>
                </a:lnTo>
                <a:lnTo>
                  <a:pt x="603" y="448"/>
                </a:lnTo>
                <a:lnTo>
                  <a:pt x="603" y="447"/>
                </a:lnTo>
                <a:lnTo>
                  <a:pt x="604" y="446"/>
                </a:lnTo>
                <a:lnTo>
                  <a:pt x="604" y="445"/>
                </a:lnTo>
                <a:lnTo>
                  <a:pt x="603" y="445"/>
                </a:lnTo>
                <a:lnTo>
                  <a:pt x="602" y="443"/>
                </a:lnTo>
                <a:lnTo>
                  <a:pt x="601" y="443"/>
                </a:lnTo>
                <a:lnTo>
                  <a:pt x="601" y="444"/>
                </a:lnTo>
                <a:lnTo>
                  <a:pt x="601" y="445"/>
                </a:lnTo>
                <a:lnTo>
                  <a:pt x="600" y="445"/>
                </a:lnTo>
                <a:lnTo>
                  <a:pt x="598" y="446"/>
                </a:lnTo>
                <a:lnTo>
                  <a:pt x="597" y="446"/>
                </a:lnTo>
                <a:lnTo>
                  <a:pt x="596" y="446"/>
                </a:lnTo>
                <a:lnTo>
                  <a:pt x="593" y="446"/>
                </a:lnTo>
                <a:lnTo>
                  <a:pt x="591" y="447"/>
                </a:lnTo>
                <a:lnTo>
                  <a:pt x="589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7" y="445"/>
                </a:lnTo>
                <a:lnTo>
                  <a:pt x="585" y="444"/>
                </a:lnTo>
                <a:lnTo>
                  <a:pt x="583" y="443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4" y="440"/>
                </a:lnTo>
                <a:lnTo>
                  <a:pt x="584" y="439"/>
                </a:lnTo>
                <a:lnTo>
                  <a:pt x="581" y="438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7" y="437"/>
                </a:lnTo>
                <a:lnTo>
                  <a:pt x="577" y="436"/>
                </a:lnTo>
                <a:lnTo>
                  <a:pt x="578" y="436"/>
                </a:lnTo>
                <a:lnTo>
                  <a:pt x="579" y="435"/>
                </a:lnTo>
                <a:lnTo>
                  <a:pt x="580" y="434"/>
                </a:lnTo>
                <a:lnTo>
                  <a:pt x="581" y="434"/>
                </a:lnTo>
                <a:lnTo>
                  <a:pt x="582" y="434"/>
                </a:lnTo>
                <a:lnTo>
                  <a:pt x="582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1"/>
                </a:lnTo>
                <a:lnTo>
                  <a:pt x="585" y="431"/>
                </a:lnTo>
                <a:lnTo>
                  <a:pt x="587" y="430"/>
                </a:lnTo>
                <a:lnTo>
                  <a:pt x="587" y="429"/>
                </a:lnTo>
                <a:lnTo>
                  <a:pt x="589" y="428"/>
                </a:lnTo>
                <a:lnTo>
                  <a:pt x="590" y="428"/>
                </a:lnTo>
                <a:lnTo>
                  <a:pt x="591" y="427"/>
                </a:lnTo>
                <a:lnTo>
                  <a:pt x="592" y="426"/>
                </a:lnTo>
                <a:lnTo>
                  <a:pt x="593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2"/>
                </a:lnTo>
                <a:lnTo>
                  <a:pt x="597" y="422"/>
                </a:lnTo>
                <a:lnTo>
                  <a:pt x="598" y="422"/>
                </a:lnTo>
                <a:lnTo>
                  <a:pt x="599" y="423"/>
                </a:lnTo>
                <a:lnTo>
                  <a:pt x="600" y="422"/>
                </a:lnTo>
                <a:lnTo>
                  <a:pt x="600" y="421"/>
                </a:lnTo>
                <a:lnTo>
                  <a:pt x="601" y="421"/>
                </a:lnTo>
                <a:lnTo>
                  <a:pt x="602" y="422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10" y="424"/>
                </a:lnTo>
                <a:lnTo>
                  <a:pt x="610" y="423"/>
                </a:lnTo>
                <a:lnTo>
                  <a:pt x="611" y="422"/>
                </a:lnTo>
                <a:lnTo>
                  <a:pt x="612" y="421"/>
                </a:lnTo>
                <a:lnTo>
                  <a:pt x="614" y="420"/>
                </a:lnTo>
                <a:lnTo>
                  <a:pt x="616" y="420"/>
                </a:lnTo>
                <a:lnTo>
                  <a:pt x="617" y="420"/>
                </a:lnTo>
                <a:lnTo>
                  <a:pt x="617" y="421"/>
                </a:lnTo>
                <a:lnTo>
                  <a:pt x="617" y="422"/>
                </a:lnTo>
                <a:lnTo>
                  <a:pt x="618" y="422"/>
                </a:lnTo>
                <a:lnTo>
                  <a:pt x="619" y="423"/>
                </a:lnTo>
                <a:lnTo>
                  <a:pt x="621" y="423"/>
                </a:lnTo>
                <a:lnTo>
                  <a:pt x="623" y="423"/>
                </a:lnTo>
                <a:lnTo>
                  <a:pt x="624" y="422"/>
                </a:lnTo>
                <a:lnTo>
                  <a:pt x="626" y="420"/>
                </a:lnTo>
                <a:lnTo>
                  <a:pt x="627" y="419"/>
                </a:lnTo>
                <a:lnTo>
                  <a:pt x="627" y="417"/>
                </a:lnTo>
                <a:lnTo>
                  <a:pt x="629" y="416"/>
                </a:lnTo>
                <a:lnTo>
                  <a:pt x="631" y="414"/>
                </a:lnTo>
                <a:lnTo>
                  <a:pt x="632" y="414"/>
                </a:lnTo>
                <a:lnTo>
                  <a:pt x="632" y="415"/>
                </a:lnTo>
                <a:lnTo>
                  <a:pt x="633" y="415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7" y="416"/>
                </a:lnTo>
                <a:lnTo>
                  <a:pt x="638" y="416"/>
                </a:lnTo>
                <a:lnTo>
                  <a:pt x="640" y="417"/>
                </a:lnTo>
                <a:lnTo>
                  <a:pt x="641" y="416"/>
                </a:lnTo>
                <a:lnTo>
                  <a:pt x="642" y="416"/>
                </a:lnTo>
                <a:lnTo>
                  <a:pt x="643" y="415"/>
                </a:lnTo>
                <a:lnTo>
                  <a:pt x="645" y="415"/>
                </a:lnTo>
                <a:lnTo>
                  <a:pt x="649" y="414"/>
                </a:lnTo>
                <a:lnTo>
                  <a:pt x="650" y="413"/>
                </a:lnTo>
                <a:lnTo>
                  <a:pt x="651" y="413"/>
                </a:lnTo>
                <a:lnTo>
                  <a:pt x="652" y="412"/>
                </a:lnTo>
                <a:lnTo>
                  <a:pt x="653" y="411"/>
                </a:lnTo>
                <a:lnTo>
                  <a:pt x="652" y="411"/>
                </a:lnTo>
                <a:lnTo>
                  <a:pt x="652" y="410"/>
                </a:lnTo>
                <a:lnTo>
                  <a:pt x="651" y="410"/>
                </a:lnTo>
                <a:lnTo>
                  <a:pt x="652" y="409"/>
                </a:lnTo>
                <a:lnTo>
                  <a:pt x="653" y="409"/>
                </a:lnTo>
                <a:lnTo>
                  <a:pt x="653" y="410"/>
                </a:lnTo>
                <a:lnTo>
                  <a:pt x="654" y="410"/>
                </a:lnTo>
                <a:lnTo>
                  <a:pt x="655" y="411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0"/>
                </a:lnTo>
                <a:lnTo>
                  <a:pt x="675" y="410"/>
                </a:lnTo>
                <a:lnTo>
                  <a:pt x="676" y="411"/>
                </a:lnTo>
                <a:lnTo>
                  <a:pt x="677" y="411"/>
                </a:lnTo>
                <a:lnTo>
                  <a:pt x="679" y="410"/>
                </a:lnTo>
                <a:lnTo>
                  <a:pt x="681" y="410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5" y="408"/>
                </a:lnTo>
                <a:lnTo>
                  <a:pt x="685" y="407"/>
                </a:lnTo>
                <a:lnTo>
                  <a:pt x="686" y="407"/>
                </a:lnTo>
                <a:lnTo>
                  <a:pt x="687" y="406"/>
                </a:lnTo>
                <a:lnTo>
                  <a:pt x="687" y="405"/>
                </a:lnTo>
                <a:lnTo>
                  <a:pt x="689" y="405"/>
                </a:lnTo>
                <a:lnTo>
                  <a:pt x="690" y="405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4" y="404"/>
                </a:lnTo>
                <a:lnTo>
                  <a:pt x="696" y="403"/>
                </a:lnTo>
                <a:lnTo>
                  <a:pt x="697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2"/>
                </a:lnTo>
                <a:lnTo>
                  <a:pt x="699" y="403"/>
                </a:lnTo>
                <a:lnTo>
                  <a:pt x="700" y="403"/>
                </a:lnTo>
                <a:lnTo>
                  <a:pt x="702" y="403"/>
                </a:lnTo>
                <a:lnTo>
                  <a:pt x="703" y="403"/>
                </a:lnTo>
                <a:lnTo>
                  <a:pt x="705" y="401"/>
                </a:lnTo>
                <a:lnTo>
                  <a:pt x="706" y="401"/>
                </a:lnTo>
                <a:lnTo>
                  <a:pt x="708" y="400"/>
                </a:lnTo>
                <a:lnTo>
                  <a:pt x="709" y="400"/>
                </a:lnTo>
                <a:lnTo>
                  <a:pt x="711" y="401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399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0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8"/>
                </a:lnTo>
                <a:lnTo>
                  <a:pt x="725" y="396"/>
                </a:lnTo>
                <a:lnTo>
                  <a:pt x="726" y="396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6" y="391"/>
                </a:lnTo>
                <a:lnTo>
                  <a:pt x="737" y="391"/>
                </a:lnTo>
                <a:lnTo>
                  <a:pt x="738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7" y="389"/>
                </a:lnTo>
                <a:lnTo>
                  <a:pt x="747" y="388"/>
                </a:lnTo>
                <a:lnTo>
                  <a:pt x="748" y="388"/>
                </a:lnTo>
                <a:lnTo>
                  <a:pt x="749" y="389"/>
                </a:lnTo>
                <a:lnTo>
                  <a:pt x="749" y="390"/>
                </a:lnTo>
                <a:lnTo>
                  <a:pt x="750" y="390"/>
                </a:lnTo>
                <a:lnTo>
                  <a:pt x="751" y="391"/>
                </a:lnTo>
                <a:lnTo>
                  <a:pt x="752" y="393"/>
                </a:lnTo>
                <a:lnTo>
                  <a:pt x="752" y="394"/>
                </a:lnTo>
                <a:lnTo>
                  <a:pt x="754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7" y="398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60" y="403"/>
                </a:lnTo>
                <a:lnTo>
                  <a:pt x="760" y="404"/>
                </a:lnTo>
                <a:lnTo>
                  <a:pt x="761" y="404"/>
                </a:lnTo>
                <a:lnTo>
                  <a:pt x="761" y="403"/>
                </a:lnTo>
                <a:lnTo>
                  <a:pt x="763" y="403"/>
                </a:lnTo>
                <a:lnTo>
                  <a:pt x="764" y="403"/>
                </a:lnTo>
                <a:lnTo>
                  <a:pt x="766" y="403"/>
                </a:lnTo>
                <a:lnTo>
                  <a:pt x="768" y="403"/>
                </a:lnTo>
                <a:lnTo>
                  <a:pt x="769" y="402"/>
                </a:lnTo>
                <a:lnTo>
                  <a:pt x="770" y="402"/>
                </a:lnTo>
                <a:lnTo>
                  <a:pt x="771" y="402"/>
                </a:lnTo>
                <a:lnTo>
                  <a:pt x="772" y="401"/>
                </a:lnTo>
                <a:lnTo>
                  <a:pt x="773" y="401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4"/>
                </a:lnTo>
                <a:lnTo>
                  <a:pt x="786" y="403"/>
                </a:lnTo>
                <a:lnTo>
                  <a:pt x="788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1" y="409"/>
                </a:lnTo>
                <a:lnTo>
                  <a:pt x="817" y="407"/>
                </a:lnTo>
                <a:lnTo>
                  <a:pt x="820" y="404"/>
                </a:lnTo>
                <a:lnTo>
                  <a:pt x="821" y="392"/>
                </a:lnTo>
                <a:lnTo>
                  <a:pt x="818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1" y="364"/>
                </a:lnTo>
                <a:lnTo>
                  <a:pt x="793" y="362"/>
                </a:lnTo>
                <a:lnTo>
                  <a:pt x="793" y="360"/>
                </a:lnTo>
                <a:lnTo>
                  <a:pt x="793" y="356"/>
                </a:lnTo>
                <a:lnTo>
                  <a:pt x="793" y="354"/>
                </a:lnTo>
                <a:lnTo>
                  <a:pt x="793" y="353"/>
                </a:lnTo>
                <a:lnTo>
                  <a:pt x="796" y="350"/>
                </a:lnTo>
                <a:lnTo>
                  <a:pt x="797" y="349"/>
                </a:lnTo>
                <a:lnTo>
                  <a:pt x="798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8" y="340"/>
                </a:lnTo>
                <a:lnTo>
                  <a:pt x="798" y="339"/>
                </a:lnTo>
                <a:lnTo>
                  <a:pt x="797" y="338"/>
                </a:lnTo>
                <a:lnTo>
                  <a:pt x="797" y="337"/>
                </a:lnTo>
                <a:lnTo>
                  <a:pt x="798" y="336"/>
                </a:lnTo>
                <a:lnTo>
                  <a:pt x="798" y="335"/>
                </a:lnTo>
                <a:lnTo>
                  <a:pt x="798" y="332"/>
                </a:lnTo>
                <a:lnTo>
                  <a:pt x="798" y="331"/>
                </a:lnTo>
                <a:lnTo>
                  <a:pt x="801" y="329"/>
                </a:lnTo>
                <a:lnTo>
                  <a:pt x="803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4" y="309"/>
                </a:lnTo>
                <a:lnTo>
                  <a:pt x="822" y="295"/>
                </a:lnTo>
                <a:lnTo>
                  <a:pt x="833" y="275"/>
                </a:lnTo>
                <a:lnTo>
                  <a:pt x="837" y="264"/>
                </a:lnTo>
                <a:lnTo>
                  <a:pt x="838" y="256"/>
                </a:lnTo>
                <a:lnTo>
                  <a:pt x="842" y="246"/>
                </a:lnTo>
                <a:lnTo>
                  <a:pt x="846" y="244"/>
                </a:lnTo>
                <a:lnTo>
                  <a:pt x="846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2" y="222"/>
                </a:lnTo>
                <a:lnTo>
                  <a:pt x="852" y="221"/>
                </a:lnTo>
                <a:lnTo>
                  <a:pt x="854" y="220"/>
                </a:lnTo>
                <a:lnTo>
                  <a:pt x="855" y="218"/>
                </a:lnTo>
                <a:lnTo>
                  <a:pt x="856" y="216"/>
                </a:lnTo>
                <a:lnTo>
                  <a:pt x="857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9" y="209"/>
                </a:lnTo>
                <a:lnTo>
                  <a:pt x="859" y="208"/>
                </a:lnTo>
                <a:lnTo>
                  <a:pt x="859" y="207"/>
                </a:lnTo>
                <a:lnTo>
                  <a:pt x="860" y="206"/>
                </a:lnTo>
                <a:lnTo>
                  <a:pt x="860" y="205"/>
                </a:lnTo>
                <a:lnTo>
                  <a:pt x="860" y="204"/>
                </a:lnTo>
                <a:lnTo>
                  <a:pt x="860" y="202"/>
                </a:lnTo>
                <a:lnTo>
                  <a:pt x="859" y="201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200"/>
                </a:lnTo>
                <a:lnTo>
                  <a:pt x="864" y="199"/>
                </a:lnTo>
                <a:lnTo>
                  <a:pt x="866" y="200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0" y="198"/>
                </a:lnTo>
                <a:lnTo>
                  <a:pt x="871" y="198"/>
                </a:lnTo>
                <a:lnTo>
                  <a:pt x="871" y="199"/>
                </a:lnTo>
                <a:lnTo>
                  <a:pt x="872" y="200"/>
                </a:lnTo>
                <a:lnTo>
                  <a:pt x="874" y="200"/>
                </a:lnTo>
                <a:lnTo>
                  <a:pt x="875" y="201"/>
                </a:lnTo>
                <a:lnTo>
                  <a:pt x="876" y="201"/>
                </a:lnTo>
                <a:lnTo>
                  <a:pt x="876" y="202"/>
                </a:lnTo>
                <a:lnTo>
                  <a:pt x="877" y="203"/>
                </a:lnTo>
                <a:lnTo>
                  <a:pt x="878" y="203"/>
                </a:lnTo>
                <a:lnTo>
                  <a:pt x="878" y="204"/>
                </a:lnTo>
                <a:lnTo>
                  <a:pt x="879" y="204"/>
                </a:lnTo>
                <a:lnTo>
                  <a:pt x="879" y="205"/>
                </a:lnTo>
                <a:lnTo>
                  <a:pt x="881" y="205"/>
                </a:lnTo>
                <a:lnTo>
                  <a:pt x="883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6"/>
                </a:lnTo>
                <a:lnTo>
                  <a:pt x="892" y="207"/>
                </a:lnTo>
                <a:lnTo>
                  <a:pt x="893" y="208"/>
                </a:lnTo>
                <a:lnTo>
                  <a:pt x="893" y="209"/>
                </a:lnTo>
                <a:lnTo>
                  <a:pt x="894" y="209"/>
                </a:lnTo>
                <a:lnTo>
                  <a:pt x="894" y="210"/>
                </a:lnTo>
                <a:lnTo>
                  <a:pt x="895" y="210"/>
                </a:lnTo>
                <a:lnTo>
                  <a:pt x="895" y="211"/>
                </a:lnTo>
                <a:lnTo>
                  <a:pt x="896" y="210"/>
                </a:lnTo>
                <a:lnTo>
                  <a:pt x="897" y="210"/>
                </a:lnTo>
                <a:lnTo>
                  <a:pt x="898" y="209"/>
                </a:lnTo>
                <a:lnTo>
                  <a:pt x="899" y="209"/>
                </a:lnTo>
                <a:lnTo>
                  <a:pt x="899" y="210"/>
                </a:lnTo>
                <a:lnTo>
                  <a:pt x="900" y="210"/>
                </a:lnTo>
                <a:lnTo>
                  <a:pt x="901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4"/>
                </a:lnTo>
                <a:lnTo>
                  <a:pt x="909" y="215"/>
                </a:lnTo>
                <a:lnTo>
                  <a:pt x="908" y="216"/>
                </a:lnTo>
                <a:lnTo>
                  <a:pt x="909" y="216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7" y="218"/>
                </a:lnTo>
                <a:lnTo>
                  <a:pt x="919" y="219"/>
                </a:lnTo>
                <a:lnTo>
                  <a:pt x="920" y="219"/>
                </a:lnTo>
                <a:lnTo>
                  <a:pt x="920" y="220"/>
                </a:lnTo>
                <a:lnTo>
                  <a:pt x="920" y="221"/>
                </a:lnTo>
                <a:lnTo>
                  <a:pt x="921" y="221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0"/>
                </a:lnTo>
                <a:lnTo>
                  <a:pt x="928" y="221"/>
                </a:lnTo>
                <a:lnTo>
                  <a:pt x="929" y="221"/>
                </a:lnTo>
                <a:lnTo>
                  <a:pt x="930" y="222"/>
                </a:lnTo>
                <a:lnTo>
                  <a:pt x="932" y="222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4"/>
                </a:lnTo>
                <a:lnTo>
                  <a:pt x="938" y="225"/>
                </a:lnTo>
                <a:lnTo>
                  <a:pt x="939" y="224"/>
                </a:lnTo>
                <a:lnTo>
                  <a:pt x="939" y="225"/>
                </a:lnTo>
                <a:lnTo>
                  <a:pt x="940" y="225"/>
                </a:lnTo>
                <a:lnTo>
                  <a:pt x="940" y="226"/>
                </a:lnTo>
                <a:lnTo>
                  <a:pt x="941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3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7" y="223"/>
                </a:lnTo>
                <a:lnTo>
                  <a:pt x="1008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30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2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6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4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3" y="217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3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6" y="202"/>
                </a:lnTo>
                <a:lnTo>
                  <a:pt x="1097" y="201"/>
                </a:lnTo>
                <a:lnTo>
                  <a:pt x="1098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1" y="182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5" y="172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8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7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7" y="114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9" y="107"/>
                </a:lnTo>
                <a:lnTo>
                  <a:pt x="1089" y="106"/>
                </a:lnTo>
                <a:lnTo>
                  <a:pt x="1088" y="106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100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1" y="88"/>
                </a:lnTo>
                <a:lnTo>
                  <a:pt x="1100" y="87"/>
                </a:lnTo>
                <a:lnTo>
                  <a:pt x="1101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3"/>
                </a:lnTo>
                <a:lnTo>
                  <a:pt x="1104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5" y="58"/>
                </a:lnTo>
                <a:lnTo>
                  <a:pt x="1185" y="57"/>
                </a:lnTo>
                <a:lnTo>
                  <a:pt x="1186" y="56"/>
                </a:lnTo>
                <a:lnTo>
                  <a:pt x="1187" y="56"/>
                </a:lnTo>
                <a:lnTo>
                  <a:pt x="1188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8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2" y="35"/>
                </a:lnTo>
                <a:lnTo>
                  <a:pt x="1201" y="35"/>
                </a:lnTo>
                <a:lnTo>
                  <a:pt x="1202" y="35"/>
                </a:lnTo>
                <a:lnTo>
                  <a:pt x="1202" y="34"/>
                </a:lnTo>
                <a:lnTo>
                  <a:pt x="1202" y="33"/>
                </a:lnTo>
                <a:lnTo>
                  <a:pt x="1201" y="33"/>
                </a:lnTo>
                <a:lnTo>
                  <a:pt x="1201" y="32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200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7" y="6"/>
                </a:lnTo>
                <a:lnTo>
                  <a:pt x="1207" y="5"/>
                </a:lnTo>
                <a:lnTo>
                  <a:pt x="1208" y="5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6" y="7"/>
                </a:lnTo>
                <a:lnTo>
                  <a:pt x="1248" y="7"/>
                </a:lnTo>
                <a:lnTo>
                  <a:pt x="1251" y="8"/>
                </a:lnTo>
                <a:lnTo>
                  <a:pt x="1252" y="8"/>
                </a:lnTo>
                <a:lnTo>
                  <a:pt x="1253" y="9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5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5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300" y="20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90" y="37"/>
                </a:lnTo>
                <a:lnTo>
                  <a:pt x="1291" y="38"/>
                </a:lnTo>
                <a:lnTo>
                  <a:pt x="1292" y="38"/>
                </a:lnTo>
                <a:lnTo>
                  <a:pt x="1292" y="39"/>
                </a:lnTo>
                <a:lnTo>
                  <a:pt x="1293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4" y="51"/>
                </a:lnTo>
                <a:lnTo>
                  <a:pt x="1313" y="52"/>
                </a:lnTo>
                <a:lnTo>
                  <a:pt x="1311" y="53"/>
                </a:lnTo>
                <a:lnTo>
                  <a:pt x="1310" y="54"/>
                </a:lnTo>
                <a:lnTo>
                  <a:pt x="1310" y="55"/>
                </a:lnTo>
                <a:lnTo>
                  <a:pt x="1311" y="56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5" y="59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10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7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5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2" y="77"/>
                </a:lnTo>
                <a:lnTo>
                  <a:pt x="1346" y="79"/>
                </a:lnTo>
                <a:lnTo>
                  <a:pt x="1347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3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2" y="95"/>
                </a:lnTo>
                <a:lnTo>
                  <a:pt x="1362" y="98"/>
                </a:lnTo>
                <a:lnTo>
                  <a:pt x="1363" y="98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1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3" y="110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3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6" y="122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8" y="118"/>
                </a:lnTo>
                <a:lnTo>
                  <a:pt x="1429" y="118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2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57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6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20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9" y="199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6" y="221"/>
                </a:lnTo>
                <a:lnTo>
                  <a:pt x="1556" y="222"/>
                </a:lnTo>
                <a:lnTo>
                  <a:pt x="1557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3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3"/>
                </a:lnTo>
                <a:lnTo>
                  <a:pt x="1572" y="234"/>
                </a:lnTo>
                <a:lnTo>
                  <a:pt x="1573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3"/>
                </a:lnTo>
                <a:lnTo>
                  <a:pt x="1577" y="244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7" y="309"/>
                </a:lnTo>
                <a:lnTo>
                  <a:pt x="1580" y="312"/>
                </a:lnTo>
                <a:lnTo>
                  <a:pt x="1580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7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1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1" y="419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1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6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3" y="426"/>
                </a:lnTo>
                <a:lnTo>
                  <a:pt x="1774" y="426"/>
                </a:lnTo>
                <a:lnTo>
                  <a:pt x="1780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2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1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40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1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1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7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8" y="603"/>
                </a:lnTo>
                <a:lnTo>
                  <a:pt x="2021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674460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678060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677808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689256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689328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689004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6"/>
                </a:move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2"/>
                </a:move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6"/>
                </a:move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7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669456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662904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6657120" y="2132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665568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658548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6608880" y="20919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670860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669780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4" y="1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671688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675900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678996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678996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678780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681984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680724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87600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6869520" y="2024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688968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689076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694764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688032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6895800" y="1990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fill="none" w="179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695268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695700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697392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99984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699876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699228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01784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701496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3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03548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701460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701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701568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1"/>
                </a:move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703440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2"/>
                </a:move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2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702864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8"/>
                </a:move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703260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702396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704016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2" y="1"/>
                </a:moveTo>
                <a:lnTo>
                  <a:pt x="13" y="1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704340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701604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697932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702288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700308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706176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710424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710280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710388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710496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710244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10532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7104240" y="141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710748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710784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710820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710964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711108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711144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711180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7113600" y="1405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7115040" y="14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711648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730620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730548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729576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729576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729540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545508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2" y="4"/>
                </a:lnTo>
                <a:lnTo>
                  <a:pt x="4523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3" y="7"/>
                </a:lnTo>
                <a:lnTo>
                  <a:pt x="4534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7"/>
                </a:lnTo>
                <a:lnTo>
                  <a:pt x="4541" y="8"/>
                </a:lnTo>
                <a:lnTo>
                  <a:pt x="4542" y="8"/>
                </a:lnTo>
                <a:lnTo>
                  <a:pt x="4543" y="9"/>
                </a:lnTo>
                <a:lnTo>
                  <a:pt x="4544" y="10"/>
                </a:lnTo>
                <a:lnTo>
                  <a:pt x="4547" y="11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2" y="14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6" y="16"/>
                </a:lnTo>
                <a:lnTo>
                  <a:pt x="4557" y="16"/>
                </a:lnTo>
                <a:lnTo>
                  <a:pt x="4558" y="17"/>
                </a:lnTo>
                <a:lnTo>
                  <a:pt x="4559" y="17"/>
                </a:lnTo>
                <a:lnTo>
                  <a:pt x="4559" y="18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69" y="19"/>
                </a:lnTo>
                <a:lnTo>
                  <a:pt x="4570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6" y="21"/>
                </a:lnTo>
                <a:lnTo>
                  <a:pt x="4577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3" y="27"/>
                </a:lnTo>
                <a:lnTo>
                  <a:pt x="4583" y="28"/>
                </a:lnTo>
                <a:lnTo>
                  <a:pt x="4584" y="28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9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0" y="47"/>
                </a:lnTo>
                <a:lnTo>
                  <a:pt x="4631" y="47"/>
                </a:lnTo>
                <a:lnTo>
                  <a:pt x="4632" y="47"/>
                </a:lnTo>
                <a:lnTo>
                  <a:pt x="4632" y="46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4" y="39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8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8"/>
                </a:lnTo>
                <a:lnTo>
                  <a:pt x="4709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9" y="72"/>
                </a:lnTo>
                <a:lnTo>
                  <a:pt x="4720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4"/>
                </a:lnTo>
                <a:lnTo>
                  <a:pt x="4723" y="75"/>
                </a:lnTo>
                <a:lnTo>
                  <a:pt x="4724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8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7" y="87"/>
                </a:lnTo>
                <a:lnTo>
                  <a:pt x="4737" y="88"/>
                </a:lnTo>
                <a:lnTo>
                  <a:pt x="4738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8" y="104"/>
                </a:lnTo>
                <a:lnTo>
                  <a:pt x="4750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2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3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2" y="159"/>
                </a:lnTo>
                <a:lnTo>
                  <a:pt x="4773" y="160"/>
                </a:lnTo>
                <a:lnTo>
                  <a:pt x="4774" y="161"/>
                </a:lnTo>
                <a:lnTo>
                  <a:pt x="4774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8" y="208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4" y="221"/>
                </a:lnTo>
                <a:lnTo>
                  <a:pt x="4814" y="222"/>
                </a:lnTo>
                <a:lnTo>
                  <a:pt x="4815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9" y="236"/>
                </a:lnTo>
                <a:lnTo>
                  <a:pt x="4810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3" y="242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5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8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3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7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3" y="269"/>
                </a:lnTo>
                <a:lnTo>
                  <a:pt x="4833" y="270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8" y="287"/>
                </a:lnTo>
                <a:lnTo>
                  <a:pt x="4849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8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5" y="319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6" y="334"/>
                </a:lnTo>
                <a:lnTo>
                  <a:pt x="4857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6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6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69"/>
                </a:lnTo>
                <a:lnTo>
                  <a:pt x="4870" y="370"/>
                </a:lnTo>
                <a:lnTo>
                  <a:pt x="4871" y="371"/>
                </a:lnTo>
                <a:lnTo>
                  <a:pt x="4871" y="372"/>
                </a:lnTo>
                <a:lnTo>
                  <a:pt x="4871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1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2"/>
                </a:lnTo>
                <a:lnTo>
                  <a:pt x="4883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6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7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8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5" y="409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5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7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7" y="423"/>
                </a:lnTo>
                <a:lnTo>
                  <a:pt x="5048" y="423"/>
                </a:lnTo>
                <a:lnTo>
                  <a:pt x="5050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70" y="440"/>
                </a:lnTo>
                <a:lnTo>
                  <a:pt x="5070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5"/>
                </a:lnTo>
                <a:lnTo>
                  <a:pt x="5070" y="446"/>
                </a:lnTo>
                <a:lnTo>
                  <a:pt x="5072" y="448"/>
                </a:lnTo>
                <a:lnTo>
                  <a:pt x="5074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6" y="457"/>
                </a:lnTo>
                <a:lnTo>
                  <a:pt x="5086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2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4" y="466"/>
                </a:lnTo>
                <a:lnTo>
                  <a:pt x="5095" y="466"/>
                </a:lnTo>
                <a:lnTo>
                  <a:pt x="5095" y="467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2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8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7"/>
                </a:lnTo>
                <a:lnTo>
                  <a:pt x="5148" y="518"/>
                </a:lnTo>
                <a:lnTo>
                  <a:pt x="5149" y="518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6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2" y="543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4" y="563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1"/>
                </a:lnTo>
                <a:lnTo>
                  <a:pt x="5176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8" y="595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200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30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4" y="601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7" y="599"/>
                </a:lnTo>
                <a:lnTo>
                  <a:pt x="5278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2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5" y="533"/>
                </a:lnTo>
                <a:lnTo>
                  <a:pt x="5466" y="533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9" y="529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9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9" y="528"/>
                </a:lnTo>
                <a:lnTo>
                  <a:pt x="5530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48" y="521"/>
                </a:lnTo>
                <a:lnTo>
                  <a:pt x="5550" y="522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1"/>
                </a:lnTo>
                <a:lnTo>
                  <a:pt x="5504" y="572"/>
                </a:lnTo>
                <a:lnTo>
                  <a:pt x="5505" y="572"/>
                </a:lnTo>
                <a:lnTo>
                  <a:pt x="5505" y="573"/>
                </a:lnTo>
                <a:lnTo>
                  <a:pt x="5506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3" y="595"/>
                </a:lnTo>
                <a:lnTo>
                  <a:pt x="5523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6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6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6"/>
                </a:lnTo>
                <a:lnTo>
                  <a:pt x="5468" y="647"/>
                </a:lnTo>
                <a:lnTo>
                  <a:pt x="5469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0"/>
                </a:lnTo>
                <a:lnTo>
                  <a:pt x="5455" y="691"/>
                </a:lnTo>
                <a:lnTo>
                  <a:pt x="5456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1" y="709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7" y="731"/>
                </a:lnTo>
                <a:lnTo>
                  <a:pt x="5447" y="732"/>
                </a:lnTo>
                <a:lnTo>
                  <a:pt x="5448" y="732"/>
                </a:lnTo>
                <a:lnTo>
                  <a:pt x="5448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7" y="781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5" y="791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1" y="811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8" y="816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6" y="835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4" y="840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2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4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70" y="865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1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1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6" y="853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6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8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6" y="881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1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1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6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8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3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0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1" y="1063"/>
                </a:lnTo>
                <a:lnTo>
                  <a:pt x="5201" y="1064"/>
                </a:lnTo>
                <a:lnTo>
                  <a:pt x="5202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3" y="1074"/>
                </a:lnTo>
                <a:lnTo>
                  <a:pt x="5192" y="1074"/>
                </a:lnTo>
                <a:lnTo>
                  <a:pt x="5193" y="1075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9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60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7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4" y="1127"/>
                </a:lnTo>
                <a:lnTo>
                  <a:pt x="5144" y="1128"/>
                </a:lnTo>
                <a:lnTo>
                  <a:pt x="5144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3" y="1132"/>
                </a:lnTo>
                <a:lnTo>
                  <a:pt x="5143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2" y="1131"/>
                </a:lnTo>
                <a:lnTo>
                  <a:pt x="5142" y="1130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40" y="1125"/>
                </a:lnTo>
                <a:lnTo>
                  <a:pt x="5140" y="1124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2" y="1121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1" y="1115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7" y="1110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8"/>
                </a:lnTo>
                <a:lnTo>
                  <a:pt x="5114" y="1107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4" y="1103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4" y="1083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4" y="1113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3" y="1119"/>
                </a:lnTo>
                <a:lnTo>
                  <a:pt x="5073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9" y="1125"/>
                </a:lnTo>
                <a:lnTo>
                  <a:pt x="5068" y="1125"/>
                </a:lnTo>
                <a:lnTo>
                  <a:pt x="5069" y="1125"/>
                </a:lnTo>
                <a:lnTo>
                  <a:pt x="5069" y="1126"/>
                </a:lnTo>
                <a:lnTo>
                  <a:pt x="5070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38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60" y="1137"/>
                </a:lnTo>
                <a:lnTo>
                  <a:pt x="5059" y="1137"/>
                </a:lnTo>
                <a:lnTo>
                  <a:pt x="5059" y="1136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7"/>
                </a:lnTo>
                <a:lnTo>
                  <a:pt x="5039" y="1136"/>
                </a:lnTo>
                <a:lnTo>
                  <a:pt x="5038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3" y="1137"/>
                </a:lnTo>
                <a:lnTo>
                  <a:pt x="5032" y="1137"/>
                </a:lnTo>
                <a:lnTo>
                  <a:pt x="5033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2" y="1149"/>
                </a:lnTo>
                <a:lnTo>
                  <a:pt x="5021" y="1149"/>
                </a:lnTo>
                <a:lnTo>
                  <a:pt x="5020" y="1150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20" y="1161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10" y="1167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8" y="1175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9" y="1176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8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3" y="1180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8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4" y="1180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5" y="1182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2" y="1196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4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3"/>
                </a:lnTo>
                <a:lnTo>
                  <a:pt x="4930" y="1242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2" y="1245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2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2"/>
                </a:lnTo>
                <a:lnTo>
                  <a:pt x="4892" y="1242"/>
                </a:lnTo>
                <a:lnTo>
                  <a:pt x="4893" y="1242"/>
                </a:lnTo>
                <a:lnTo>
                  <a:pt x="4892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3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4" y="1236"/>
                </a:lnTo>
                <a:lnTo>
                  <a:pt x="4863" y="1236"/>
                </a:lnTo>
                <a:lnTo>
                  <a:pt x="4864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7" y="1235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9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8" y="1233"/>
                </a:lnTo>
                <a:lnTo>
                  <a:pt x="4847" y="1233"/>
                </a:lnTo>
                <a:lnTo>
                  <a:pt x="4847" y="1232"/>
                </a:lnTo>
                <a:lnTo>
                  <a:pt x="4846" y="1232"/>
                </a:lnTo>
                <a:lnTo>
                  <a:pt x="4845" y="1232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5" y="1230"/>
                </a:lnTo>
                <a:lnTo>
                  <a:pt x="4834" y="1229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7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2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2" y="1213"/>
                </a:lnTo>
                <a:lnTo>
                  <a:pt x="4801" y="1213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800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8" y="1209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9" y="1217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8" y="1218"/>
                </a:lnTo>
                <a:lnTo>
                  <a:pt x="4788" y="1219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80" y="1237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9" y="1240"/>
                </a:lnTo>
                <a:lnTo>
                  <a:pt x="4780" y="1240"/>
                </a:lnTo>
                <a:lnTo>
                  <a:pt x="4780" y="1241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6" y="1247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2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5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4" y="1275"/>
                </a:lnTo>
                <a:lnTo>
                  <a:pt x="4743" y="1275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7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4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4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10"/>
                </a:lnTo>
                <a:lnTo>
                  <a:pt x="4692" y="1311"/>
                </a:lnTo>
                <a:lnTo>
                  <a:pt x="4691" y="1311"/>
                </a:lnTo>
                <a:lnTo>
                  <a:pt x="4692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9" y="1338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9" y="1368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9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5" y="1390"/>
                </a:lnTo>
                <a:lnTo>
                  <a:pt x="4585" y="1391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80" y="1395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7"/>
                </a:lnTo>
                <a:lnTo>
                  <a:pt x="4582" y="1397"/>
                </a:lnTo>
                <a:lnTo>
                  <a:pt x="4583" y="1397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7" y="1399"/>
                </a:lnTo>
                <a:lnTo>
                  <a:pt x="4586" y="1399"/>
                </a:lnTo>
                <a:lnTo>
                  <a:pt x="4587" y="1399"/>
                </a:lnTo>
                <a:lnTo>
                  <a:pt x="4587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8" y="1403"/>
                </a:lnTo>
                <a:lnTo>
                  <a:pt x="4537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1" y="1403"/>
                </a:lnTo>
                <a:lnTo>
                  <a:pt x="4521" y="1402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1" y="1409"/>
                </a:lnTo>
                <a:lnTo>
                  <a:pt x="4510" y="1409"/>
                </a:lnTo>
                <a:lnTo>
                  <a:pt x="4510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9" y="1411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6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7" y="1418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2" y="1417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2" y="1421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9" y="1424"/>
                </a:lnTo>
                <a:lnTo>
                  <a:pt x="4458" y="1425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50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3" y="1430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5" y="1433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2" y="1435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3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6" y="1481"/>
                </a:lnTo>
                <a:lnTo>
                  <a:pt x="4376" y="1480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4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6"/>
                </a:lnTo>
                <a:lnTo>
                  <a:pt x="4359" y="1487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4" y="1489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2" y="1487"/>
                </a:lnTo>
                <a:lnTo>
                  <a:pt x="4341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6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7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4"/>
                </a:lnTo>
                <a:lnTo>
                  <a:pt x="4329" y="1504"/>
                </a:lnTo>
                <a:lnTo>
                  <a:pt x="4329" y="1505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1" y="1507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2" y="1511"/>
                </a:lnTo>
                <a:lnTo>
                  <a:pt x="4303" y="1511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3"/>
                </a:lnTo>
                <a:lnTo>
                  <a:pt x="4292" y="1512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7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6" y="1484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2" y="1474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8" y="1466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50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0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3" y="1447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4" y="1450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5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8" y="1437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8"/>
                </a:lnTo>
                <a:lnTo>
                  <a:pt x="4308" y="1437"/>
                </a:lnTo>
                <a:lnTo>
                  <a:pt x="4307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5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5"/>
                </a:lnTo>
                <a:lnTo>
                  <a:pt x="4323" y="1424"/>
                </a:lnTo>
                <a:lnTo>
                  <a:pt x="4323" y="1423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0" y="1426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6" y="1411"/>
                </a:lnTo>
                <a:lnTo>
                  <a:pt x="4326" y="1410"/>
                </a:lnTo>
                <a:lnTo>
                  <a:pt x="4326" y="1409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89"/>
                </a:lnTo>
                <a:lnTo>
                  <a:pt x="4355" y="1388"/>
                </a:lnTo>
                <a:lnTo>
                  <a:pt x="4356" y="1388"/>
                </a:lnTo>
                <a:lnTo>
                  <a:pt x="4355" y="1387"/>
                </a:lnTo>
                <a:lnTo>
                  <a:pt x="4356" y="1386"/>
                </a:lnTo>
                <a:lnTo>
                  <a:pt x="4355" y="1386"/>
                </a:lnTo>
                <a:lnTo>
                  <a:pt x="4353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8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90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8" y="1316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9" y="1309"/>
                </a:lnTo>
                <a:lnTo>
                  <a:pt x="4369" y="1308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8" y="1299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6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7" y="1288"/>
                </a:lnTo>
                <a:lnTo>
                  <a:pt x="4357" y="1287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6" y="1296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39" y="1300"/>
                </a:lnTo>
                <a:lnTo>
                  <a:pt x="4340" y="1300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3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9" y="1298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6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1" y="1296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4"/>
                </a:lnTo>
                <a:lnTo>
                  <a:pt x="4320" y="1295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7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9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4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298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9" y="1308"/>
                </a:lnTo>
                <a:lnTo>
                  <a:pt x="4279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5" y="1320"/>
                </a:lnTo>
                <a:lnTo>
                  <a:pt x="4265" y="1321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9" y="1329"/>
                </a:lnTo>
                <a:lnTo>
                  <a:pt x="4258" y="1328"/>
                </a:lnTo>
                <a:lnTo>
                  <a:pt x="4257" y="1329"/>
                </a:lnTo>
                <a:lnTo>
                  <a:pt x="4256" y="1330"/>
                </a:lnTo>
                <a:lnTo>
                  <a:pt x="4255" y="1330"/>
                </a:lnTo>
                <a:lnTo>
                  <a:pt x="4256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3" y="1333"/>
                </a:lnTo>
                <a:lnTo>
                  <a:pt x="4254" y="1332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6" y="1338"/>
                </a:lnTo>
                <a:lnTo>
                  <a:pt x="4245" y="1338"/>
                </a:lnTo>
                <a:lnTo>
                  <a:pt x="4244" y="1339"/>
                </a:lnTo>
                <a:lnTo>
                  <a:pt x="4245" y="1340"/>
                </a:lnTo>
                <a:lnTo>
                  <a:pt x="4246" y="1340"/>
                </a:lnTo>
                <a:lnTo>
                  <a:pt x="4246" y="1341"/>
                </a:lnTo>
                <a:lnTo>
                  <a:pt x="4245" y="1341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6"/>
                </a:lnTo>
                <a:lnTo>
                  <a:pt x="4243" y="1344"/>
                </a:lnTo>
                <a:lnTo>
                  <a:pt x="4242" y="1344"/>
                </a:lnTo>
                <a:lnTo>
                  <a:pt x="4242" y="1345"/>
                </a:lnTo>
                <a:lnTo>
                  <a:pt x="4243" y="1345"/>
                </a:lnTo>
                <a:lnTo>
                  <a:pt x="4242" y="1346"/>
                </a:lnTo>
                <a:lnTo>
                  <a:pt x="4242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4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6" y="1353"/>
                </a:lnTo>
                <a:lnTo>
                  <a:pt x="4235" y="1353"/>
                </a:lnTo>
                <a:lnTo>
                  <a:pt x="4235" y="1354"/>
                </a:lnTo>
                <a:lnTo>
                  <a:pt x="4235" y="1355"/>
                </a:lnTo>
                <a:lnTo>
                  <a:pt x="4236" y="1357"/>
                </a:lnTo>
                <a:lnTo>
                  <a:pt x="4236" y="1358"/>
                </a:lnTo>
                <a:lnTo>
                  <a:pt x="4237" y="1358"/>
                </a:lnTo>
                <a:lnTo>
                  <a:pt x="4237" y="1359"/>
                </a:lnTo>
                <a:lnTo>
                  <a:pt x="4237" y="1360"/>
                </a:lnTo>
                <a:lnTo>
                  <a:pt x="4236" y="1360"/>
                </a:lnTo>
                <a:lnTo>
                  <a:pt x="4236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2" y="1365"/>
                </a:lnTo>
                <a:lnTo>
                  <a:pt x="4231" y="1366"/>
                </a:lnTo>
                <a:lnTo>
                  <a:pt x="4230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8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3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79"/>
                </a:lnTo>
                <a:lnTo>
                  <a:pt x="4191" y="1379"/>
                </a:lnTo>
                <a:lnTo>
                  <a:pt x="4190" y="1380"/>
                </a:lnTo>
                <a:lnTo>
                  <a:pt x="4188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5"/>
                </a:lnTo>
                <a:lnTo>
                  <a:pt x="4182" y="1386"/>
                </a:lnTo>
                <a:lnTo>
                  <a:pt x="4183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2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6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1" y="1393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8" y="1395"/>
                </a:lnTo>
                <a:lnTo>
                  <a:pt x="4158" y="1394"/>
                </a:lnTo>
                <a:lnTo>
                  <a:pt x="4157" y="1394"/>
                </a:lnTo>
                <a:lnTo>
                  <a:pt x="4157" y="1395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6"/>
                </a:lnTo>
                <a:lnTo>
                  <a:pt x="4151" y="1396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401"/>
                </a:lnTo>
                <a:lnTo>
                  <a:pt x="4147" y="1402"/>
                </a:lnTo>
                <a:lnTo>
                  <a:pt x="4147" y="1403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8" y="1405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1" y="1406"/>
                </a:lnTo>
                <a:lnTo>
                  <a:pt x="4141" y="1407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6" y="1411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9"/>
                </a:lnTo>
                <a:lnTo>
                  <a:pt x="4130" y="1420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4"/>
                </a:lnTo>
                <a:lnTo>
                  <a:pt x="4128" y="1425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0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4" y="1439"/>
                </a:lnTo>
                <a:lnTo>
                  <a:pt x="4124" y="1440"/>
                </a:lnTo>
                <a:lnTo>
                  <a:pt x="4124" y="1439"/>
                </a:lnTo>
                <a:lnTo>
                  <a:pt x="4125" y="1440"/>
                </a:lnTo>
                <a:lnTo>
                  <a:pt x="4126" y="1440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5"/>
                </a:lnTo>
                <a:lnTo>
                  <a:pt x="4127" y="1445"/>
                </a:lnTo>
                <a:lnTo>
                  <a:pt x="4126" y="1445"/>
                </a:lnTo>
                <a:lnTo>
                  <a:pt x="4126" y="1446"/>
                </a:lnTo>
                <a:lnTo>
                  <a:pt x="4127" y="1446"/>
                </a:lnTo>
                <a:lnTo>
                  <a:pt x="4127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5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4"/>
                </a:lnTo>
                <a:lnTo>
                  <a:pt x="4115" y="1455"/>
                </a:lnTo>
                <a:lnTo>
                  <a:pt x="4114" y="1456"/>
                </a:lnTo>
                <a:lnTo>
                  <a:pt x="4113" y="1457"/>
                </a:lnTo>
                <a:lnTo>
                  <a:pt x="4112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0" y="1461"/>
                </a:lnTo>
                <a:lnTo>
                  <a:pt x="4109" y="1462"/>
                </a:lnTo>
                <a:lnTo>
                  <a:pt x="4108" y="1463"/>
                </a:lnTo>
                <a:lnTo>
                  <a:pt x="4108" y="1464"/>
                </a:lnTo>
                <a:lnTo>
                  <a:pt x="4109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69"/>
                </a:lnTo>
                <a:lnTo>
                  <a:pt x="4103" y="1470"/>
                </a:lnTo>
                <a:lnTo>
                  <a:pt x="4104" y="1470"/>
                </a:lnTo>
                <a:lnTo>
                  <a:pt x="4103" y="1471"/>
                </a:lnTo>
                <a:lnTo>
                  <a:pt x="4102" y="1471"/>
                </a:lnTo>
                <a:lnTo>
                  <a:pt x="4102" y="1470"/>
                </a:lnTo>
                <a:lnTo>
                  <a:pt x="4100" y="1471"/>
                </a:lnTo>
                <a:lnTo>
                  <a:pt x="4099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5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2" y="1477"/>
                </a:lnTo>
                <a:lnTo>
                  <a:pt x="4091" y="1477"/>
                </a:lnTo>
                <a:lnTo>
                  <a:pt x="4090" y="1477"/>
                </a:lnTo>
                <a:lnTo>
                  <a:pt x="4090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5" y="1472"/>
                </a:lnTo>
                <a:lnTo>
                  <a:pt x="4096" y="1471"/>
                </a:lnTo>
                <a:lnTo>
                  <a:pt x="4097" y="1471"/>
                </a:lnTo>
                <a:lnTo>
                  <a:pt x="4098" y="1470"/>
                </a:lnTo>
                <a:lnTo>
                  <a:pt x="4099" y="1470"/>
                </a:lnTo>
                <a:lnTo>
                  <a:pt x="4097" y="1470"/>
                </a:lnTo>
                <a:lnTo>
                  <a:pt x="4096" y="1471"/>
                </a:lnTo>
                <a:lnTo>
                  <a:pt x="4095" y="1471"/>
                </a:lnTo>
                <a:lnTo>
                  <a:pt x="4095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67"/>
                </a:lnTo>
                <a:lnTo>
                  <a:pt x="4087" y="1468"/>
                </a:lnTo>
                <a:lnTo>
                  <a:pt x="4087" y="1470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2"/>
                </a:lnTo>
                <a:lnTo>
                  <a:pt x="4086" y="1472"/>
                </a:lnTo>
                <a:lnTo>
                  <a:pt x="4086" y="1473"/>
                </a:lnTo>
                <a:lnTo>
                  <a:pt x="4085" y="1473"/>
                </a:lnTo>
                <a:lnTo>
                  <a:pt x="4083" y="1474"/>
                </a:lnTo>
                <a:lnTo>
                  <a:pt x="4083" y="1475"/>
                </a:lnTo>
                <a:lnTo>
                  <a:pt x="4082" y="1475"/>
                </a:lnTo>
                <a:lnTo>
                  <a:pt x="4081" y="1475"/>
                </a:lnTo>
                <a:lnTo>
                  <a:pt x="4080" y="1475"/>
                </a:lnTo>
                <a:lnTo>
                  <a:pt x="4078" y="1475"/>
                </a:lnTo>
                <a:lnTo>
                  <a:pt x="4075" y="1475"/>
                </a:lnTo>
                <a:lnTo>
                  <a:pt x="4074" y="1474"/>
                </a:lnTo>
                <a:lnTo>
                  <a:pt x="4073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1" y="1474"/>
                </a:lnTo>
                <a:lnTo>
                  <a:pt x="4071" y="1473"/>
                </a:lnTo>
                <a:lnTo>
                  <a:pt x="4070" y="1474"/>
                </a:lnTo>
                <a:lnTo>
                  <a:pt x="4069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59" y="1474"/>
                </a:lnTo>
                <a:lnTo>
                  <a:pt x="4062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8" y="1478"/>
                </a:lnTo>
                <a:lnTo>
                  <a:pt x="4059" y="1479"/>
                </a:lnTo>
                <a:lnTo>
                  <a:pt x="4059" y="1480"/>
                </a:lnTo>
                <a:lnTo>
                  <a:pt x="4055" y="1479"/>
                </a:lnTo>
                <a:lnTo>
                  <a:pt x="4056" y="1480"/>
                </a:lnTo>
                <a:lnTo>
                  <a:pt x="4056" y="1481"/>
                </a:lnTo>
                <a:lnTo>
                  <a:pt x="4055" y="1481"/>
                </a:lnTo>
                <a:lnTo>
                  <a:pt x="4054" y="1480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3" y="1481"/>
                </a:lnTo>
                <a:lnTo>
                  <a:pt x="4053" y="1482"/>
                </a:lnTo>
                <a:lnTo>
                  <a:pt x="4053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60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2" y="1489"/>
                </a:lnTo>
                <a:lnTo>
                  <a:pt x="4063" y="1488"/>
                </a:lnTo>
                <a:lnTo>
                  <a:pt x="4065" y="1486"/>
                </a:lnTo>
                <a:lnTo>
                  <a:pt x="4066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6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7" y="1487"/>
                </a:lnTo>
                <a:lnTo>
                  <a:pt x="4065" y="1489"/>
                </a:lnTo>
                <a:lnTo>
                  <a:pt x="4064" y="1492"/>
                </a:lnTo>
                <a:lnTo>
                  <a:pt x="4063" y="1492"/>
                </a:lnTo>
                <a:lnTo>
                  <a:pt x="4061" y="1494"/>
                </a:lnTo>
                <a:lnTo>
                  <a:pt x="4060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9"/>
                </a:lnTo>
                <a:lnTo>
                  <a:pt x="4052" y="1488"/>
                </a:lnTo>
                <a:lnTo>
                  <a:pt x="4052" y="1487"/>
                </a:lnTo>
                <a:lnTo>
                  <a:pt x="4051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8" y="1493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1" y="1485"/>
                </a:lnTo>
                <a:lnTo>
                  <a:pt x="4052" y="1485"/>
                </a:lnTo>
                <a:lnTo>
                  <a:pt x="4053" y="1484"/>
                </a:lnTo>
                <a:lnTo>
                  <a:pt x="4052" y="1484"/>
                </a:lnTo>
                <a:lnTo>
                  <a:pt x="4049" y="1485"/>
                </a:lnTo>
                <a:lnTo>
                  <a:pt x="4048" y="1486"/>
                </a:lnTo>
                <a:lnTo>
                  <a:pt x="4048" y="1487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92"/>
                </a:lnTo>
                <a:lnTo>
                  <a:pt x="4044" y="1491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5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1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1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2" y="1471"/>
                </a:lnTo>
                <a:lnTo>
                  <a:pt x="4021" y="1471"/>
                </a:lnTo>
                <a:lnTo>
                  <a:pt x="4022" y="1470"/>
                </a:lnTo>
                <a:lnTo>
                  <a:pt x="4021" y="1470"/>
                </a:lnTo>
                <a:lnTo>
                  <a:pt x="4019" y="1469"/>
                </a:lnTo>
                <a:lnTo>
                  <a:pt x="4019" y="1468"/>
                </a:lnTo>
                <a:lnTo>
                  <a:pt x="4017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3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5" y="1467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0"/>
                </a:lnTo>
                <a:lnTo>
                  <a:pt x="3998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7" y="1470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1" y="1475"/>
                </a:lnTo>
                <a:lnTo>
                  <a:pt x="3992" y="1476"/>
                </a:lnTo>
                <a:lnTo>
                  <a:pt x="3996" y="1479"/>
                </a:lnTo>
                <a:lnTo>
                  <a:pt x="3995" y="1479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79"/>
                </a:lnTo>
                <a:lnTo>
                  <a:pt x="3986" y="1480"/>
                </a:lnTo>
                <a:lnTo>
                  <a:pt x="3985" y="1480"/>
                </a:lnTo>
                <a:lnTo>
                  <a:pt x="3986" y="1480"/>
                </a:lnTo>
                <a:lnTo>
                  <a:pt x="3986" y="1481"/>
                </a:lnTo>
                <a:lnTo>
                  <a:pt x="3988" y="1481"/>
                </a:lnTo>
                <a:lnTo>
                  <a:pt x="3990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1" y="1488"/>
                </a:lnTo>
                <a:lnTo>
                  <a:pt x="3990" y="1484"/>
                </a:lnTo>
                <a:lnTo>
                  <a:pt x="3989" y="1484"/>
                </a:lnTo>
                <a:lnTo>
                  <a:pt x="3988" y="1484"/>
                </a:lnTo>
                <a:lnTo>
                  <a:pt x="3989" y="1484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1"/>
                </a:lnTo>
                <a:lnTo>
                  <a:pt x="3991" y="1492"/>
                </a:lnTo>
                <a:lnTo>
                  <a:pt x="3990" y="1492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0"/>
                </a:lnTo>
                <a:lnTo>
                  <a:pt x="3987" y="1491"/>
                </a:lnTo>
                <a:lnTo>
                  <a:pt x="3986" y="1490"/>
                </a:lnTo>
                <a:lnTo>
                  <a:pt x="3985" y="1490"/>
                </a:lnTo>
                <a:lnTo>
                  <a:pt x="3984" y="1490"/>
                </a:lnTo>
                <a:lnTo>
                  <a:pt x="3985" y="1490"/>
                </a:lnTo>
                <a:lnTo>
                  <a:pt x="3985" y="1491"/>
                </a:lnTo>
                <a:lnTo>
                  <a:pt x="3987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6" y="1494"/>
                </a:lnTo>
                <a:lnTo>
                  <a:pt x="3999" y="1495"/>
                </a:lnTo>
                <a:lnTo>
                  <a:pt x="3999" y="1496"/>
                </a:lnTo>
                <a:lnTo>
                  <a:pt x="3994" y="1495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9" y="1496"/>
                </a:lnTo>
                <a:lnTo>
                  <a:pt x="3990" y="1497"/>
                </a:lnTo>
                <a:lnTo>
                  <a:pt x="3991" y="1495"/>
                </a:lnTo>
                <a:lnTo>
                  <a:pt x="3994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5" y="1497"/>
                </a:lnTo>
                <a:lnTo>
                  <a:pt x="3997" y="1497"/>
                </a:lnTo>
                <a:lnTo>
                  <a:pt x="3996" y="1500"/>
                </a:lnTo>
                <a:lnTo>
                  <a:pt x="3995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2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3" y="1501"/>
                </a:lnTo>
                <a:lnTo>
                  <a:pt x="3984" y="1501"/>
                </a:lnTo>
                <a:lnTo>
                  <a:pt x="3986" y="1501"/>
                </a:lnTo>
                <a:lnTo>
                  <a:pt x="3986" y="1502"/>
                </a:lnTo>
                <a:lnTo>
                  <a:pt x="3988" y="1502"/>
                </a:lnTo>
                <a:lnTo>
                  <a:pt x="3988" y="1503"/>
                </a:lnTo>
                <a:lnTo>
                  <a:pt x="3987" y="1504"/>
                </a:lnTo>
                <a:lnTo>
                  <a:pt x="3986" y="1503"/>
                </a:lnTo>
                <a:lnTo>
                  <a:pt x="3982" y="1502"/>
                </a:lnTo>
                <a:lnTo>
                  <a:pt x="3982" y="1504"/>
                </a:lnTo>
                <a:lnTo>
                  <a:pt x="3986" y="1505"/>
                </a:lnTo>
                <a:lnTo>
                  <a:pt x="3987" y="1505"/>
                </a:lnTo>
                <a:lnTo>
                  <a:pt x="3986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7" y="1505"/>
                </a:lnTo>
                <a:lnTo>
                  <a:pt x="3976" y="1505"/>
                </a:lnTo>
                <a:lnTo>
                  <a:pt x="3975" y="1507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8" y="1514"/>
                </a:lnTo>
                <a:lnTo>
                  <a:pt x="3982" y="1514"/>
                </a:lnTo>
                <a:lnTo>
                  <a:pt x="3982" y="1517"/>
                </a:lnTo>
                <a:lnTo>
                  <a:pt x="3984" y="1517"/>
                </a:lnTo>
                <a:lnTo>
                  <a:pt x="3984" y="1514"/>
                </a:lnTo>
                <a:lnTo>
                  <a:pt x="3985" y="1514"/>
                </a:lnTo>
                <a:lnTo>
                  <a:pt x="3985" y="1523"/>
                </a:lnTo>
                <a:lnTo>
                  <a:pt x="3975" y="1523"/>
                </a:lnTo>
                <a:lnTo>
                  <a:pt x="3975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3" y="1524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7" y="1539"/>
                </a:lnTo>
                <a:lnTo>
                  <a:pt x="3977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8"/>
                </a:lnTo>
                <a:lnTo>
                  <a:pt x="3983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6"/>
                </a:lnTo>
                <a:lnTo>
                  <a:pt x="3988" y="1557"/>
                </a:lnTo>
                <a:lnTo>
                  <a:pt x="3989" y="1558"/>
                </a:lnTo>
                <a:lnTo>
                  <a:pt x="3989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5" y="1555"/>
                </a:lnTo>
                <a:lnTo>
                  <a:pt x="3996" y="1555"/>
                </a:lnTo>
                <a:lnTo>
                  <a:pt x="3997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9" y="1556"/>
                </a:lnTo>
                <a:lnTo>
                  <a:pt x="4002" y="1554"/>
                </a:lnTo>
                <a:lnTo>
                  <a:pt x="4004" y="1553"/>
                </a:lnTo>
                <a:lnTo>
                  <a:pt x="4005" y="1554"/>
                </a:lnTo>
                <a:lnTo>
                  <a:pt x="4003" y="1555"/>
                </a:lnTo>
                <a:lnTo>
                  <a:pt x="4003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7"/>
                </a:lnTo>
                <a:lnTo>
                  <a:pt x="3998" y="1558"/>
                </a:lnTo>
                <a:lnTo>
                  <a:pt x="3999" y="1559"/>
                </a:lnTo>
                <a:lnTo>
                  <a:pt x="4000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60"/>
                </a:lnTo>
                <a:lnTo>
                  <a:pt x="3996" y="1562"/>
                </a:lnTo>
                <a:lnTo>
                  <a:pt x="3996" y="1563"/>
                </a:lnTo>
                <a:lnTo>
                  <a:pt x="3997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7" y="1564"/>
                </a:lnTo>
                <a:lnTo>
                  <a:pt x="3998" y="1564"/>
                </a:lnTo>
                <a:lnTo>
                  <a:pt x="3998" y="1565"/>
                </a:lnTo>
                <a:lnTo>
                  <a:pt x="3999" y="1565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6"/>
                </a:lnTo>
                <a:lnTo>
                  <a:pt x="4004" y="1567"/>
                </a:lnTo>
                <a:lnTo>
                  <a:pt x="4005" y="1568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9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3"/>
                </a:lnTo>
                <a:lnTo>
                  <a:pt x="4015" y="1573"/>
                </a:lnTo>
                <a:lnTo>
                  <a:pt x="4015" y="1574"/>
                </a:lnTo>
                <a:lnTo>
                  <a:pt x="4016" y="1574"/>
                </a:lnTo>
                <a:lnTo>
                  <a:pt x="4017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9" y="1577"/>
                </a:lnTo>
                <a:lnTo>
                  <a:pt x="4021" y="1576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7" y="1577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3" y="1578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40" y="1581"/>
                </a:lnTo>
                <a:lnTo>
                  <a:pt x="4040" y="1580"/>
                </a:lnTo>
                <a:lnTo>
                  <a:pt x="4041" y="1580"/>
                </a:lnTo>
                <a:lnTo>
                  <a:pt x="4041" y="1581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2"/>
                </a:lnTo>
                <a:lnTo>
                  <a:pt x="4041" y="1581"/>
                </a:lnTo>
                <a:lnTo>
                  <a:pt x="4048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8" y="1582"/>
                </a:lnTo>
                <a:lnTo>
                  <a:pt x="4048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7" y="1587"/>
                </a:lnTo>
                <a:lnTo>
                  <a:pt x="4057" y="1586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6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4" y="1583"/>
                </a:lnTo>
                <a:lnTo>
                  <a:pt x="4065" y="1582"/>
                </a:lnTo>
                <a:lnTo>
                  <a:pt x="4066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3"/>
                </a:lnTo>
                <a:lnTo>
                  <a:pt x="4077" y="1583"/>
                </a:lnTo>
                <a:lnTo>
                  <a:pt x="4077" y="1584"/>
                </a:lnTo>
                <a:lnTo>
                  <a:pt x="4078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3" y="1582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3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4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7" y="1579"/>
                </a:lnTo>
                <a:lnTo>
                  <a:pt x="4089" y="1579"/>
                </a:lnTo>
                <a:lnTo>
                  <a:pt x="4090" y="1578"/>
                </a:lnTo>
                <a:lnTo>
                  <a:pt x="4096" y="1581"/>
                </a:lnTo>
                <a:lnTo>
                  <a:pt x="4096" y="1582"/>
                </a:lnTo>
                <a:lnTo>
                  <a:pt x="4094" y="1583"/>
                </a:lnTo>
                <a:lnTo>
                  <a:pt x="4094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8" y="1592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3" y="1596"/>
                </a:lnTo>
                <a:lnTo>
                  <a:pt x="4103" y="1597"/>
                </a:lnTo>
                <a:lnTo>
                  <a:pt x="4104" y="1597"/>
                </a:lnTo>
                <a:lnTo>
                  <a:pt x="4106" y="1598"/>
                </a:lnTo>
                <a:lnTo>
                  <a:pt x="4106" y="1599"/>
                </a:lnTo>
                <a:lnTo>
                  <a:pt x="4107" y="1599"/>
                </a:lnTo>
                <a:lnTo>
                  <a:pt x="4108" y="1600"/>
                </a:lnTo>
                <a:lnTo>
                  <a:pt x="4108" y="1601"/>
                </a:lnTo>
                <a:lnTo>
                  <a:pt x="4109" y="1603"/>
                </a:lnTo>
                <a:lnTo>
                  <a:pt x="4109" y="1606"/>
                </a:lnTo>
                <a:lnTo>
                  <a:pt x="4109" y="1607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4"/>
                </a:lnTo>
                <a:lnTo>
                  <a:pt x="4108" y="1613"/>
                </a:lnTo>
                <a:lnTo>
                  <a:pt x="4111" y="1614"/>
                </a:lnTo>
                <a:lnTo>
                  <a:pt x="4112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5" y="1615"/>
                </a:lnTo>
                <a:lnTo>
                  <a:pt x="4116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5" y="1611"/>
                </a:lnTo>
                <a:lnTo>
                  <a:pt x="4126" y="1612"/>
                </a:lnTo>
                <a:lnTo>
                  <a:pt x="4127" y="1612"/>
                </a:lnTo>
                <a:lnTo>
                  <a:pt x="4127" y="1613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8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5" y="1624"/>
                </a:lnTo>
                <a:lnTo>
                  <a:pt x="4125" y="1625"/>
                </a:lnTo>
                <a:lnTo>
                  <a:pt x="4124" y="1625"/>
                </a:lnTo>
                <a:lnTo>
                  <a:pt x="4121" y="1621"/>
                </a:lnTo>
                <a:lnTo>
                  <a:pt x="4118" y="1619"/>
                </a:lnTo>
                <a:lnTo>
                  <a:pt x="4120" y="1621"/>
                </a:lnTo>
                <a:lnTo>
                  <a:pt x="4122" y="1624"/>
                </a:lnTo>
                <a:lnTo>
                  <a:pt x="4124" y="1626"/>
                </a:lnTo>
                <a:lnTo>
                  <a:pt x="4124" y="1627"/>
                </a:lnTo>
                <a:lnTo>
                  <a:pt x="4123" y="1627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4"/>
                </a:lnTo>
                <a:lnTo>
                  <a:pt x="4121" y="1624"/>
                </a:lnTo>
                <a:lnTo>
                  <a:pt x="4121" y="1623"/>
                </a:lnTo>
                <a:lnTo>
                  <a:pt x="4120" y="1623"/>
                </a:lnTo>
                <a:lnTo>
                  <a:pt x="4118" y="1621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2" y="1625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6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29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2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2" y="1641"/>
                </a:lnTo>
                <a:lnTo>
                  <a:pt x="4093" y="1643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3" y="1651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90" y="1657"/>
                </a:lnTo>
                <a:lnTo>
                  <a:pt x="4090" y="1656"/>
                </a:lnTo>
                <a:lnTo>
                  <a:pt x="4091" y="1657"/>
                </a:lnTo>
                <a:lnTo>
                  <a:pt x="4091" y="1658"/>
                </a:lnTo>
                <a:lnTo>
                  <a:pt x="4090" y="1658"/>
                </a:lnTo>
                <a:lnTo>
                  <a:pt x="4089" y="1659"/>
                </a:lnTo>
                <a:lnTo>
                  <a:pt x="4089" y="1660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2"/>
                </a:lnTo>
                <a:lnTo>
                  <a:pt x="4097" y="1663"/>
                </a:lnTo>
                <a:lnTo>
                  <a:pt x="4098" y="1663"/>
                </a:lnTo>
                <a:lnTo>
                  <a:pt x="4097" y="1663"/>
                </a:lnTo>
                <a:lnTo>
                  <a:pt x="4097" y="1665"/>
                </a:lnTo>
                <a:lnTo>
                  <a:pt x="4098" y="1666"/>
                </a:lnTo>
                <a:lnTo>
                  <a:pt x="4098" y="1665"/>
                </a:lnTo>
                <a:lnTo>
                  <a:pt x="4099" y="1665"/>
                </a:lnTo>
                <a:lnTo>
                  <a:pt x="4100" y="1666"/>
                </a:lnTo>
                <a:lnTo>
                  <a:pt x="4103" y="1666"/>
                </a:lnTo>
                <a:lnTo>
                  <a:pt x="4104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2"/>
                </a:lnTo>
                <a:lnTo>
                  <a:pt x="4111" y="1671"/>
                </a:lnTo>
                <a:lnTo>
                  <a:pt x="4111" y="1672"/>
                </a:lnTo>
                <a:lnTo>
                  <a:pt x="4112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5" y="1673"/>
                </a:lnTo>
                <a:lnTo>
                  <a:pt x="4126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3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7" y="1683"/>
                </a:lnTo>
                <a:lnTo>
                  <a:pt x="4128" y="1683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6" y="1681"/>
                </a:lnTo>
                <a:lnTo>
                  <a:pt x="4139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2" y="1684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5" y="1682"/>
                </a:lnTo>
                <a:lnTo>
                  <a:pt x="4145" y="1681"/>
                </a:lnTo>
                <a:lnTo>
                  <a:pt x="4150" y="1681"/>
                </a:lnTo>
                <a:lnTo>
                  <a:pt x="4150" y="1683"/>
                </a:lnTo>
                <a:lnTo>
                  <a:pt x="4150" y="1685"/>
                </a:lnTo>
                <a:lnTo>
                  <a:pt x="4150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8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4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2"/>
                </a:lnTo>
                <a:lnTo>
                  <a:pt x="4153" y="1681"/>
                </a:lnTo>
                <a:lnTo>
                  <a:pt x="4155" y="1680"/>
                </a:lnTo>
                <a:lnTo>
                  <a:pt x="4156" y="1680"/>
                </a:lnTo>
                <a:lnTo>
                  <a:pt x="4161" y="1680"/>
                </a:lnTo>
                <a:lnTo>
                  <a:pt x="4161" y="1681"/>
                </a:lnTo>
                <a:lnTo>
                  <a:pt x="4161" y="1682"/>
                </a:lnTo>
                <a:lnTo>
                  <a:pt x="4164" y="1682"/>
                </a:lnTo>
                <a:lnTo>
                  <a:pt x="4164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0" y="1676"/>
                </a:lnTo>
                <a:lnTo>
                  <a:pt x="4171" y="1676"/>
                </a:lnTo>
                <a:lnTo>
                  <a:pt x="4171" y="1675"/>
                </a:lnTo>
                <a:lnTo>
                  <a:pt x="4172" y="1675"/>
                </a:lnTo>
                <a:lnTo>
                  <a:pt x="4173" y="1674"/>
                </a:lnTo>
                <a:lnTo>
                  <a:pt x="4173" y="1675"/>
                </a:lnTo>
                <a:lnTo>
                  <a:pt x="4174" y="1674"/>
                </a:lnTo>
                <a:lnTo>
                  <a:pt x="4176" y="1673"/>
                </a:lnTo>
                <a:lnTo>
                  <a:pt x="4176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7"/>
                </a:lnTo>
                <a:lnTo>
                  <a:pt x="4181" y="1665"/>
                </a:lnTo>
                <a:lnTo>
                  <a:pt x="4180" y="1665"/>
                </a:lnTo>
                <a:lnTo>
                  <a:pt x="4180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2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5" y="1658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5" y="1651"/>
                </a:lnTo>
                <a:lnTo>
                  <a:pt x="4186" y="1651"/>
                </a:lnTo>
                <a:lnTo>
                  <a:pt x="4185" y="1651"/>
                </a:lnTo>
                <a:lnTo>
                  <a:pt x="4186" y="1651"/>
                </a:lnTo>
                <a:lnTo>
                  <a:pt x="4188" y="1651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2" y="1649"/>
                </a:lnTo>
                <a:lnTo>
                  <a:pt x="4191" y="1649"/>
                </a:lnTo>
                <a:lnTo>
                  <a:pt x="4192" y="1649"/>
                </a:lnTo>
                <a:lnTo>
                  <a:pt x="4194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5"/>
                </a:lnTo>
                <a:lnTo>
                  <a:pt x="4204" y="1645"/>
                </a:lnTo>
                <a:lnTo>
                  <a:pt x="4205" y="1644"/>
                </a:lnTo>
                <a:lnTo>
                  <a:pt x="4208" y="1642"/>
                </a:lnTo>
                <a:lnTo>
                  <a:pt x="4210" y="1640"/>
                </a:lnTo>
                <a:lnTo>
                  <a:pt x="4211" y="1639"/>
                </a:lnTo>
                <a:lnTo>
                  <a:pt x="4212" y="1637"/>
                </a:lnTo>
                <a:lnTo>
                  <a:pt x="4212" y="1636"/>
                </a:lnTo>
                <a:lnTo>
                  <a:pt x="4209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3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6" y="1626"/>
                </a:lnTo>
                <a:lnTo>
                  <a:pt x="4217" y="1626"/>
                </a:lnTo>
                <a:lnTo>
                  <a:pt x="4218" y="1625"/>
                </a:lnTo>
                <a:lnTo>
                  <a:pt x="4216" y="1625"/>
                </a:lnTo>
                <a:lnTo>
                  <a:pt x="4216" y="1626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0" y="1625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3" y="1624"/>
                </a:lnTo>
                <a:lnTo>
                  <a:pt x="4214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4" y="1615"/>
                </a:lnTo>
                <a:lnTo>
                  <a:pt x="4245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3" y="1611"/>
                </a:lnTo>
                <a:lnTo>
                  <a:pt x="4254" y="1610"/>
                </a:lnTo>
                <a:lnTo>
                  <a:pt x="4255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10"/>
                </a:lnTo>
                <a:lnTo>
                  <a:pt x="4260" y="1609"/>
                </a:lnTo>
                <a:lnTo>
                  <a:pt x="4261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7" y="1609"/>
                </a:lnTo>
                <a:lnTo>
                  <a:pt x="4268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5" y="1632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1" y="1640"/>
                </a:lnTo>
                <a:lnTo>
                  <a:pt x="4322" y="1640"/>
                </a:lnTo>
                <a:lnTo>
                  <a:pt x="4321" y="1641"/>
                </a:lnTo>
                <a:lnTo>
                  <a:pt x="4321" y="1643"/>
                </a:lnTo>
                <a:lnTo>
                  <a:pt x="4322" y="1643"/>
                </a:lnTo>
                <a:lnTo>
                  <a:pt x="4322" y="1644"/>
                </a:lnTo>
                <a:lnTo>
                  <a:pt x="4323" y="1645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7" y="1649"/>
                </a:lnTo>
                <a:lnTo>
                  <a:pt x="4337" y="1648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40" y="1646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50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69" y="1645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80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5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7" y="1648"/>
                </a:lnTo>
                <a:lnTo>
                  <a:pt x="4396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5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3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2" y="1650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4"/>
                </a:lnTo>
                <a:lnTo>
                  <a:pt x="4432" y="1654"/>
                </a:lnTo>
                <a:lnTo>
                  <a:pt x="4431" y="1654"/>
                </a:lnTo>
                <a:lnTo>
                  <a:pt x="4431" y="1653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4" y="1677"/>
                </a:lnTo>
                <a:lnTo>
                  <a:pt x="4424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3" y="1690"/>
                </a:lnTo>
                <a:lnTo>
                  <a:pt x="4414" y="1690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20" y="1693"/>
                </a:lnTo>
                <a:lnTo>
                  <a:pt x="4419" y="1693"/>
                </a:lnTo>
                <a:lnTo>
                  <a:pt x="4420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700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4" y="1701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6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6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0"/>
                </a:lnTo>
                <a:lnTo>
                  <a:pt x="4390" y="1689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4" y="1699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2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2" y="1697"/>
                </a:lnTo>
                <a:lnTo>
                  <a:pt x="4369" y="1697"/>
                </a:lnTo>
                <a:lnTo>
                  <a:pt x="4369" y="1696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7" y="1696"/>
                </a:lnTo>
                <a:lnTo>
                  <a:pt x="4368" y="1697"/>
                </a:lnTo>
                <a:lnTo>
                  <a:pt x="4369" y="1697"/>
                </a:lnTo>
                <a:lnTo>
                  <a:pt x="4369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8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9" y="1718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0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5" y="1723"/>
                </a:lnTo>
                <a:lnTo>
                  <a:pt x="4314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3" y="1726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2" y="1730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7" y="1736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2" y="1757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2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62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8" y="1749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7" y="1751"/>
                </a:lnTo>
                <a:lnTo>
                  <a:pt x="4256" y="1751"/>
                </a:lnTo>
                <a:lnTo>
                  <a:pt x="4255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5" y="1753"/>
                </a:lnTo>
                <a:lnTo>
                  <a:pt x="4254" y="1753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1" y="1761"/>
                </a:lnTo>
                <a:lnTo>
                  <a:pt x="4250" y="1761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50" y="1764"/>
                </a:lnTo>
                <a:lnTo>
                  <a:pt x="4250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9" y="1768"/>
                </a:lnTo>
                <a:lnTo>
                  <a:pt x="4250" y="1768"/>
                </a:lnTo>
                <a:lnTo>
                  <a:pt x="4251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1" y="1770"/>
                </a:lnTo>
                <a:lnTo>
                  <a:pt x="4252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5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3"/>
                </a:lnTo>
                <a:lnTo>
                  <a:pt x="4248" y="1784"/>
                </a:lnTo>
                <a:lnTo>
                  <a:pt x="4247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5" y="1783"/>
                </a:lnTo>
                <a:lnTo>
                  <a:pt x="4245" y="1784"/>
                </a:lnTo>
                <a:lnTo>
                  <a:pt x="4244" y="1784"/>
                </a:lnTo>
                <a:lnTo>
                  <a:pt x="4245" y="1785"/>
                </a:lnTo>
                <a:lnTo>
                  <a:pt x="4244" y="1785"/>
                </a:lnTo>
                <a:lnTo>
                  <a:pt x="4243" y="1785"/>
                </a:lnTo>
                <a:lnTo>
                  <a:pt x="4243" y="1786"/>
                </a:lnTo>
                <a:lnTo>
                  <a:pt x="4243" y="1785"/>
                </a:lnTo>
                <a:lnTo>
                  <a:pt x="4243" y="1784"/>
                </a:lnTo>
                <a:lnTo>
                  <a:pt x="4241" y="1784"/>
                </a:lnTo>
                <a:lnTo>
                  <a:pt x="4241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9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5" y="1787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2" y="1787"/>
                </a:lnTo>
                <a:lnTo>
                  <a:pt x="4231" y="1788"/>
                </a:lnTo>
                <a:lnTo>
                  <a:pt x="4230" y="1789"/>
                </a:lnTo>
                <a:lnTo>
                  <a:pt x="4229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1" y="1790"/>
                </a:lnTo>
                <a:lnTo>
                  <a:pt x="4220" y="1790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7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7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5"/>
                </a:lnTo>
                <a:lnTo>
                  <a:pt x="4218" y="1785"/>
                </a:lnTo>
                <a:lnTo>
                  <a:pt x="4219" y="1784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2" y="1780"/>
                </a:lnTo>
                <a:lnTo>
                  <a:pt x="4223" y="1779"/>
                </a:lnTo>
                <a:lnTo>
                  <a:pt x="4222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21" y="1773"/>
                </a:lnTo>
                <a:lnTo>
                  <a:pt x="4220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9" y="1770"/>
                </a:lnTo>
                <a:lnTo>
                  <a:pt x="4219" y="1769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7" y="1775"/>
                </a:lnTo>
                <a:lnTo>
                  <a:pt x="4218" y="1775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4" y="1776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10" y="1773"/>
                </a:lnTo>
                <a:lnTo>
                  <a:pt x="4209" y="1774"/>
                </a:lnTo>
                <a:lnTo>
                  <a:pt x="4208" y="1774"/>
                </a:lnTo>
                <a:lnTo>
                  <a:pt x="4207" y="1774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5"/>
                </a:lnTo>
                <a:lnTo>
                  <a:pt x="4205" y="1776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2" y="1778"/>
                </a:lnTo>
                <a:lnTo>
                  <a:pt x="4202" y="1779"/>
                </a:lnTo>
                <a:lnTo>
                  <a:pt x="4201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2" y="1781"/>
                </a:lnTo>
                <a:lnTo>
                  <a:pt x="4201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8" y="1782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6" y="1789"/>
                </a:lnTo>
                <a:lnTo>
                  <a:pt x="4207" y="1790"/>
                </a:lnTo>
                <a:lnTo>
                  <a:pt x="4208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09" y="1794"/>
                </a:lnTo>
                <a:lnTo>
                  <a:pt x="4210" y="1794"/>
                </a:lnTo>
                <a:lnTo>
                  <a:pt x="4208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2" y="1794"/>
                </a:lnTo>
                <a:lnTo>
                  <a:pt x="4212" y="1795"/>
                </a:lnTo>
                <a:lnTo>
                  <a:pt x="4213" y="1795"/>
                </a:lnTo>
                <a:lnTo>
                  <a:pt x="4213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7"/>
                </a:lnTo>
                <a:lnTo>
                  <a:pt x="4213" y="1796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6"/>
                </a:lnTo>
                <a:lnTo>
                  <a:pt x="4215" y="1797"/>
                </a:lnTo>
                <a:lnTo>
                  <a:pt x="4215" y="1796"/>
                </a:lnTo>
                <a:lnTo>
                  <a:pt x="4215" y="1795"/>
                </a:lnTo>
                <a:lnTo>
                  <a:pt x="4216" y="1794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4"/>
                </a:lnTo>
                <a:lnTo>
                  <a:pt x="4202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6"/>
                </a:lnTo>
                <a:lnTo>
                  <a:pt x="4199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1" y="1824"/>
                </a:lnTo>
                <a:lnTo>
                  <a:pt x="4190" y="1824"/>
                </a:lnTo>
                <a:lnTo>
                  <a:pt x="4189" y="1824"/>
                </a:lnTo>
                <a:lnTo>
                  <a:pt x="4189" y="1823"/>
                </a:lnTo>
                <a:lnTo>
                  <a:pt x="4188" y="1822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3" y="1824"/>
                </a:lnTo>
                <a:lnTo>
                  <a:pt x="4184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3" y="1826"/>
                </a:lnTo>
                <a:lnTo>
                  <a:pt x="4183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1"/>
                </a:lnTo>
                <a:lnTo>
                  <a:pt x="4183" y="1832"/>
                </a:lnTo>
                <a:lnTo>
                  <a:pt x="4183" y="1833"/>
                </a:lnTo>
                <a:lnTo>
                  <a:pt x="4181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7"/>
                </a:lnTo>
                <a:lnTo>
                  <a:pt x="4171" y="1838"/>
                </a:lnTo>
                <a:lnTo>
                  <a:pt x="4172" y="1838"/>
                </a:lnTo>
                <a:lnTo>
                  <a:pt x="4171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8" y="1835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4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4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6"/>
                </a:lnTo>
                <a:lnTo>
                  <a:pt x="4162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7"/>
                </a:lnTo>
                <a:lnTo>
                  <a:pt x="4159" y="1836"/>
                </a:lnTo>
                <a:lnTo>
                  <a:pt x="4158" y="1836"/>
                </a:lnTo>
                <a:lnTo>
                  <a:pt x="4159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60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7" y="1841"/>
                </a:lnTo>
                <a:lnTo>
                  <a:pt x="4158" y="1841"/>
                </a:lnTo>
                <a:lnTo>
                  <a:pt x="4157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7" y="1846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8"/>
                </a:lnTo>
                <a:lnTo>
                  <a:pt x="4155" y="1849"/>
                </a:lnTo>
                <a:lnTo>
                  <a:pt x="4155" y="1850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0" y="1857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60"/>
                </a:lnTo>
                <a:lnTo>
                  <a:pt x="4150" y="1861"/>
                </a:lnTo>
                <a:lnTo>
                  <a:pt x="4150" y="1862"/>
                </a:lnTo>
                <a:lnTo>
                  <a:pt x="4149" y="1862"/>
                </a:lnTo>
                <a:lnTo>
                  <a:pt x="4150" y="1861"/>
                </a:lnTo>
                <a:lnTo>
                  <a:pt x="4150" y="1860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8" y="1867"/>
                </a:lnTo>
                <a:lnTo>
                  <a:pt x="4147" y="1867"/>
                </a:lnTo>
                <a:lnTo>
                  <a:pt x="4147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3" y="1865"/>
                </a:lnTo>
                <a:lnTo>
                  <a:pt x="4143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3" y="1866"/>
                </a:lnTo>
                <a:lnTo>
                  <a:pt x="4142" y="1865"/>
                </a:lnTo>
                <a:lnTo>
                  <a:pt x="4141" y="1866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69"/>
                </a:lnTo>
                <a:lnTo>
                  <a:pt x="4138" y="1870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6" y="1874"/>
                </a:lnTo>
                <a:lnTo>
                  <a:pt x="4136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4" y="1887"/>
                </a:lnTo>
                <a:lnTo>
                  <a:pt x="4134" y="1888"/>
                </a:lnTo>
                <a:lnTo>
                  <a:pt x="4134" y="1887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9"/>
                </a:lnTo>
                <a:lnTo>
                  <a:pt x="4133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7" y="1890"/>
                </a:lnTo>
                <a:lnTo>
                  <a:pt x="4127" y="1889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0"/>
                </a:lnTo>
                <a:lnTo>
                  <a:pt x="4125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2" y="1892"/>
                </a:lnTo>
                <a:lnTo>
                  <a:pt x="4121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09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8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4" y="1919"/>
                </a:lnTo>
                <a:lnTo>
                  <a:pt x="4125" y="1920"/>
                </a:lnTo>
                <a:lnTo>
                  <a:pt x="4126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2"/>
                </a:lnTo>
                <a:lnTo>
                  <a:pt x="4130" y="1923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6"/>
                </a:lnTo>
                <a:lnTo>
                  <a:pt x="4143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7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7"/>
                </a:lnTo>
                <a:lnTo>
                  <a:pt x="4143" y="1928"/>
                </a:lnTo>
                <a:lnTo>
                  <a:pt x="4144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2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5"/>
                </a:lnTo>
                <a:lnTo>
                  <a:pt x="4147" y="1937"/>
                </a:lnTo>
                <a:lnTo>
                  <a:pt x="4149" y="1936"/>
                </a:lnTo>
                <a:lnTo>
                  <a:pt x="4150" y="1936"/>
                </a:lnTo>
                <a:lnTo>
                  <a:pt x="4150" y="1938"/>
                </a:lnTo>
                <a:lnTo>
                  <a:pt x="4151" y="1939"/>
                </a:lnTo>
                <a:lnTo>
                  <a:pt x="4151" y="1940"/>
                </a:lnTo>
                <a:lnTo>
                  <a:pt x="4153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2"/>
                </a:lnTo>
                <a:lnTo>
                  <a:pt x="4157" y="1943"/>
                </a:lnTo>
                <a:lnTo>
                  <a:pt x="4158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9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5" y="1947"/>
                </a:lnTo>
                <a:lnTo>
                  <a:pt x="4166" y="1947"/>
                </a:lnTo>
                <a:lnTo>
                  <a:pt x="4168" y="1948"/>
                </a:lnTo>
                <a:lnTo>
                  <a:pt x="4169" y="1949"/>
                </a:lnTo>
                <a:lnTo>
                  <a:pt x="4170" y="1949"/>
                </a:lnTo>
                <a:lnTo>
                  <a:pt x="4170" y="1950"/>
                </a:lnTo>
                <a:lnTo>
                  <a:pt x="4170" y="1949"/>
                </a:lnTo>
                <a:lnTo>
                  <a:pt x="4171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8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8" y="1956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3" y="1958"/>
                </a:lnTo>
                <a:lnTo>
                  <a:pt x="4195" y="1959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10" y="1967"/>
                </a:lnTo>
                <a:lnTo>
                  <a:pt x="4212" y="1968"/>
                </a:lnTo>
                <a:lnTo>
                  <a:pt x="4214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5" y="1974"/>
                </a:lnTo>
                <a:lnTo>
                  <a:pt x="4215" y="1975"/>
                </a:lnTo>
                <a:lnTo>
                  <a:pt x="4216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20" y="1990"/>
                </a:lnTo>
                <a:lnTo>
                  <a:pt x="4221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3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9"/>
                </a:lnTo>
                <a:lnTo>
                  <a:pt x="4225" y="2000"/>
                </a:lnTo>
                <a:lnTo>
                  <a:pt x="4226" y="2001"/>
                </a:lnTo>
                <a:lnTo>
                  <a:pt x="4226" y="2002"/>
                </a:lnTo>
                <a:lnTo>
                  <a:pt x="4226" y="2003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3" y="2021"/>
                </a:lnTo>
                <a:lnTo>
                  <a:pt x="4234" y="2020"/>
                </a:lnTo>
                <a:lnTo>
                  <a:pt x="4235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4"/>
                </a:lnTo>
                <a:lnTo>
                  <a:pt x="4242" y="2035"/>
                </a:lnTo>
                <a:lnTo>
                  <a:pt x="4243" y="2036"/>
                </a:lnTo>
                <a:lnTo>
                  <a:pt x="4243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3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1" y="2043"/>
                </a:lnTo>
                <a:lnTo>
                  <a:pt x="4240" y="2044"/>
                </a:lnTo>
                <a:lnTo>
                  <a:pt x="4241" y="2045"/>
                </a:lnTo>
                <a:lnTo>
                  <a:pt x="4240" y="2046"/>
                </a:lnTo>
                <a:lnTo>
                  <a:pt x="4239" y="2046"/>
                </a:lnTo>
                <a:lnTo>
                  <a:pt x="4240" y="2047"/>
                </a:lnTo>
                <a:lnTo>
                  <a:pt x="4242" y="2049"/>
                </a:lnTo>
                <a:lnTo>
                  <a:pt x="4244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2"/>
                </a:lnTo>
                <a:lnTo>
                  <a:pt x="4247" y="2052"/>
                </a:lnTo>
                <a:lnTo>
                  <a:pt x="4249" y="2052"/>
                </a:lnTo>
                <a:lnTo>
                  <a:pt x="4249" y="2054"/>
                </a:lnTo>
                <a:lnTo>
                  <a:pt x="4249" y="2055"/>
                </a:lnTo>
                <a:lnTo>
                  <a:pt x="4250" y="2054"/>
                </a:lnTo>
                <a:lnTo>
                  <a:pt x="4251" y="2054"/>
                </a:lnTo>
                <a:lnTo>
                  <a:pt x="4251" y="2055"/>
                </a:lnTo>
                <a:lnTo>
                  <a:pt x="4252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5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4" y="2065"/>
                </a:lnTo>
                <a:lnTo>
                  <a:pt x="4255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6" y="2067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8" y="2069"/>
                </a:lnTo>
                <a:lnTo>
                  <a:pt x="4258" y="2070"/>
                </a:lnTo>
                <a:lnTo>
                  <a:pt x="4259" y="2072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7"/>
                </a:lnTo>
                <a:lnTo>
                  <a:pt x="4262" y="2079"/>
                </a:lnTo>
                <a:lnTo>
                  <a:pt x="4262" y="2080"/>
                </a:lnTo>
                <a:lnTo>
                  <a:pt x="4264" y="2080"/>
                </a:lnTo>
                <a:lnTo>
                  <a:pt x="4265" y="2079"/>
                </a:lnTo>
                <a:lnTo>
                  <a:pt x="4266" y="2081"/>
                </a:lnTo>
                <a:lnTo>
                  <a:pt x="4265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6" y="2084"/>
                </a:lnTo>
                <a:lnTo>
                  <a:pt x="4264" y="2085"/>
                </a:lnTo>
                <a:lnTo>
                  <a:pt x="4265" y="2085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8" y="2093"/>
                </a:lnTo>
                <a:lnTo>
                  <a:pt x="4268" y="2096"/>
                </a:lnTo>
                <a:lnTo>
                  <a:pt x="4268" y="2097"/>
                </a:lnTo>
                <a:lnTo>
                  <a:pt x="4265" y="2097"/>
                </a:lnTo>
                <a:lnTo>
                  <a:pt x="4263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71" y="2101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3" y="2107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9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3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9" y="2139"/>
                </a:lnTo>
                <a:lnTo>
                  <a:pt x="4279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9" y="2164"/>
                </a:lnTo>
                <a:lnTo>
                  <a:pt x="4319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7"/>
                </a:lnTo>
                <a:lnTo>
                  <a:pt x="4320" y="2188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7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70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5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70" y="2275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9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2"/>
                </a:lnTo>
                <a:lnTo>
                  <a:pt x="4357" y="2283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7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1" y="2323"/>
                </a:lnTo>
                <a:lnTo>
                  <a:pt x="4340" y="2323"/>
                </a:lnTo>
                <a:lnTo>
                  <a:pt x="4340" y="2324"/>
                </a:lnTo>
                <a:lnTo>
                  <a:pt x="4338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9" y="2332"/>
                </a:lnTo>
                <a:lnTo>
                  <a:pt x="4318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5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3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9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30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1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5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4" y="2443"/>
                </a:lnTo>
                <a:lnTo>
                  <a:pt x="4353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9"/>
                </a:lnTo>
                <a:lnTo>
                  <a:pt x="4348" y="2450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9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1" y="2467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8"/>
                </a:lnTo>
                <a:lnTo>
                  <a:pt x="4351" y="2459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2" y="2451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8" y="2460"/>
                </a:lnTo>
                <a:lnTo>
                  <a:pt x="4367" y="2460"/>
                </a:lnTo>
                <a:lnTo>
                  <a:pt x="4367" y="2461"/>
                </a:lnTo>
                <a:lnTo>
                  <a:pt x="4368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9" y="2469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7" y="2477"/>
                </a:lnTo>
                <a:lnTo>
                  <a:pt x="4367" y="2478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4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4" y="2495"/>
                </a:lnTo>
                <a:lnTo>
                  <a:pt x="4353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4" y="2479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5"/>
                </a:lnTo>
                <a:lnTo>
                  <a:pt x="4352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4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0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8" y="2497"/>
                </a:lnTo>
                <a:lnTo>
                  <a:pt x="4327" y="2497"/>
                </a:lnTo>
                <a:lnTo>
                  <a:pt x="4327" y="2496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7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09"/>
                </a:lnTo>
                <a:lnTo>
                  <a:pt x="4331" y="2507"/>
                </a:lnTo>
                <a:lnTo>
                  <a:pt x="4332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8"/>
                </a:lnTo>
                <a:lnTo>
                  <a:pt x="4343" y="2509"/>
                </a:lnTo>
                <a:lnTo>
                  <a:pt x="4343" y="2510"/>
                </a:lnTo>
                <a:lnTo>
                  <a:pt x="4344" y="2510"/>
                </a:lnTo>
                <a:lnTo>
                  <a:pt x="4345" y="2510"/>
                </a:lnTo>
                <a:lnTo>
                  <a:pt x="4345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5" y="2521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6" y="2520"/>
                </a:lnTo>
                <a:lnTo>
                  <a:pt x="4334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40" y="2524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2" y="2528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4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40" y="2577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7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6" y="2608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5"/>
                </a:lnTo>
                <a:lnTo>
                  <a:pt x="4294" y="2603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9" y="2585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1" y="2596"/>
                </a:lnTo>
                <a:lnTo>
                  <a:pt x="4291" y="2597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4" y="2604"/>
                </a:lnTo>
                <a:lnTo>
                  <a:pt x="4283" y="2604"/>
                </a:lnTo>
                <a:lnTo>
                  <a:pt x="4282" y="2606"/>
                </a:lnTo>
                <a:lnTo>
                  <a:pt x="4283" y="2607"/>
                </a:lnTo>
                <a:lnTo>
                  <a:pt x="4282" y="2608"/>
                </a:lnTo>
                <a:lnTo>
                  <a:pt x="4283" y="2611"/>
                </a:lnTo>
                <a:lnTo>
                  <a:pt x="4282" y="2611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4"/>
                </a:lnTo>
                <a:lnTo>
                  <a:pt x="4276" y="2625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3" y="2634"/>
                </a:lnTo>
                <a:lnTo>
                  <a:pt x="4263" y="2635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9"/>
                </a:lnTo>
                <a:lnTo>
                  <a:pt x="4258" y="2640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8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5" y="2645"/>
                </a:lnTo>
                <a:lnTo>
                  <a:pt x="4254" y="2645"/>
                </a:lnTo>
                <a:lnTo>
                  <a:pt x="4254" y="2644"/>
                </a:lnTo>
                <a:lnTo>
                  <a:pt x="4253" y="2644"/>
                </a:lnTo>
                <a:lnTo>
                  <a:pt x="4252" y="2645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6"/>
                </a:lnTo>
                <a:lnTo>
                  <a:pt x="4253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9" y="2657"/>
                </a:lnTo>
                <a:lnTo>
                  <a:pt x="4248" y="2657"/>
                </a:lnTo>
                <a:lnTo>
                  <a:pt x="4247" y="2658"/>
                </a:lnTo>
                <a:lnTo>
                  <a:pt x="4245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5" y="2658"/>
                </a:lnTo>
                <a:lnTo>
                  <a:pt x="4247" y="2660"/>
                </a:lnTo>
                <a:lnTo>
                  <a:pt x="4248" y="2661"/>
                </a:lnTo>
                <a:lnTo>
                  <a:pt x="4249" y="2664"/>
                </a:lnTo>
                <a:lnTo>
                  <a:pt x="4250" y="2665"/>
                </a:lnTo>
                <a:lnTo>
                  <a:pt x="4251" y="2665"/>
                </a:lnTo>
                <a:lnTo>
                  <a:pt x="4250" y="2666"/>
                </a:lnTo>
                <a:lnTo>
                  <a:pt x="4250" y="2665"/>
                </a:lnTo>
                <a:lnTo>
                  <a:pt x="4248" y="2666"/>
                </a:lnTo>
                <a:lnTo>
                  <a:pt x="4247" y="2667"/>
                </a:lnTo>
                <a:lnTo>
                  <a:pt x="4248" y="2667"/>
                </a:lnTo>
                <a:lnTo>
                  <a:pt x="4248" y="2666"/>
                </a:lnTo>
                <a:lnTo>
                  <a:pt x="4248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8"/>
                </a:lnTo>
                <a:lnTo>
                  <a:pt x="4251" y="2668"/>
                </a:lnTo>
                <a:lnTo>
                  <a:pt x="4251" y="2669"/>
                </a:lnTo>
                <a:lnTo>
                  <a:pt x="4252" y="2668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4"/>
                </a:lnTo>
                <a:lnTo>
                  <a:pt x="4248" y="2675"/>
                </a:lnTo>
                <a:lnTo>
                  <a:pt x="4248" y="2676"/>
                </a:lnTo>
                <a:lnTo>
                  <a:pt x="4249" y="2676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8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9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7" y="2684"/>
                </a:lnTo>
                <a:lnTo>
                  <a:pt x="4238" y="2684"/>
                </a:lnTo>
                <a:lnTo>
                  <a:pt x="4239" y="2684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6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7" y="2690"/>
                </a:lnTo>
                <a:lnTo>
                  <a:pt x="4238" y="2691"/>
                </a:lnTo>
                <a:lnTo>
                  <a:pt x="4237" y="2691"/>
                </a:lnTo>
                <a:lnTo>
                  <a:pt x="4237" y="2692"/>
                </a:lnTo>
                <a:lnTo>
                  <a:pt x="4239" y="2692"/>
                </a:lnTo>
                <a:lnTo>
                  <a:pt x="4239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4"/>
                </a:lnTo>
                <a:lnTo>
                  <a:pt x="4237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8"/>
                </a:lnTo>
                <a:lnTo>
                  <a:pt x="4235" y="2698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2" y="2695"/>
                </a:lnTo>
                <a:lnTo>
                  <a:pt x="4231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30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8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7" y="2695"/>
                </a:lnTo>
                <a:lnTo>
                  <a:pt x="4226" y="2695"/>
                </a:lnTo>
                <a:lnTo>
                  <a:pt x="4226" y="2694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3"/>
                </a:lnTo>
                <a:lnTo>
                  <a:pt x="4221" y="2694"/>
                </a:lnTo>
                <a:lnTo>
                  <a:pt x="4220" y="2693"/>
                </a:lnTo>
                <a:lnTo>
                  <a:pt x="4220" y="2692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20" y="2688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7"/>
                </a:lnTo>
                <a:lnTo>
                  <a:pt x="4216" y="2688"/>
                </a:lnTo>
                <a:lnTo>
                  <a:pt x="4216" y="2689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4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2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90"/>
                </a:lnTo>
                <a:lnTo>
                  <a:pt x="4210" y="2689"/>
                </a:lnTo>
                <a:lnTo>
                  <a:pt x="4209" y="2688"/>
                </a:lnTo>
                <a:lnTo>
                  <a:pt x="4209" y="2687"/>
                </a:lnTo>
                <a:lnTo>
                  <a:pt x="4209" y="2688"/>
                </a:lnTo>
                <a:lnTo>
                  <a:pt x="4209" y="2689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1"/>
                </a:lnTo>
                <a:lnTo>
                  <a:pt x="4214" y="2692"/>
                </a:lnTo>
                <a:lnTo>
                  <a:pt x="4215" y="2692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2"/>
                </a:lnTo>
                <a:lnTo>
                  <a:pt x="4230" y="2702"/>
                </a:lnTo>
                <a:lnTo>
                  <a:pt x="4229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7" y="2704"/>
                </a:lnTo>
                <a:lnTo>
                  <a:pt x="4226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5" y="2708"/>
                </a:lnTo>
                <a:lnTo>
                  <a:pt x="4226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8" y="2707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5" y="2707"/>
                </a:lnTo>
                <a:lnTo>
                  <a:pt x="4215" y="2706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9"/>
                </a:lnTo>
                <a:lnTo>
                  <a:pt x="4216" y="2710"/>
                </a:lnTo>
                <a:lnTo>
                  <a:pt x="4215" y="2710"/>
                </a:lnTo>
                <a:lnTo>
                  <a:pt x="4215" y="2711"/>
                </a:lnTo>
                <a:lnTo>
                  <a:pt x="4216" y="2712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5" y="2713"/>
                </a:lnTo>
                <a:lnTo>
                  <a:pt x="4215" y="2712"/>
                </a:lnTo>
                <a:lnTo>
                  <a:pt x="4214" y="2711"/>
                </a:lnTo>
                <a:lnTo>
                  <a:pt x="4213" y="2711"/>
                </a:lnTo>
                <a:lnTo>
                  <a:pt x="4213" y="2712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2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5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1" y="2728"/>
                </a:lnTo>
                <a:lnTo>
                  <a:pt x="4200" y="2728"/>
                </a:lnTo>
                <a:lnTo>
                  <a:pt x="4201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8"/>
                </a:lnTo>
                <a:lnTo>
                  <a:pt x="4195" y="2729"/>
                </a:lnTo>
                <a:lnTo>
                  <a:pt x="4194" y="2729"/>
                </a:lnTo>
                <a:lnTo>
                  <a:pt x="4195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38"/>
                </a:lnTo>
                <a:lnTo>
                  <a:pt x="4201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4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49"/>
                </a:lnTo>
                <a:lnTo>
                  <a:pt x="4200" y="2749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3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5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6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9"/>
                </a:lnTo>
                <a:lnTo>
                  <a:pt x="4185" y="2760"/>
                </a:lnTo>
                <a:lnTo>
                  <a:pt x="4184" y="2760"/>
                </a:lnTo>
                <a:lnTo>
                  <a:pt x="4184" y="2761"/>
                </a:lnTo>
                <a:lnTo>
                  <a:pt x="4185" y="2761"/>
                </a:lnTo>
                <a:lnTo>
                  <a:pt x="4185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3" y="2764"/>
                </a:lnTo>
                <a:lnTo>
                  <a:pt x="4183" y="2763"/>
                </a:lnTo>
                <a:lnTo>
                  <a:pt x="4182" y="2764"/>
                </a:lnTo>
                <a:lnTo>
                  <a:pt x="4181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6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5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7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8"/>
                </a:lnTo>
                <a:lnTo>
                  <a:pt x="4179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2" y="2757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5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3"/>
                </a:lnTo>
                <a:lnTo>
                  <a:pt x="4188" y="2752"/>
                </a:lnTo>
                <a:lnTo>
                  <a:pt x="4188" y="2751"/>
                </a:lnTo>
                <a:lnTo>
                  <a:pt x="4189" y="2751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50"/>
                </a:lnTo>
                <a:lnTo>
                  <a:pt x="4188" y="2749"/>
                </a:lnTo>
                <a:lnTo>
                  <a:pt x="4188" y="2748"/>
                </a:lnTo>
                <a:lnTo>
                  <a:pt x="4189" y="2748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1" y="2747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2" y="2746"/>
                </a:lnTo>
                <a:lnTo>
                  <a:pt x="4192" y="2745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8" y="2740"/>
                </a:lnTo>
                <a:lnTo>
                  <a:pt x="4187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5" y="2739"/>
                </a:lnTo>
                <a:lnTo>
                  <a:pt x="4184" y="2739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4" y="2742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5"/>
                </a:lnTo>
                <a:lnTo>
                  <a:pt x="4182" y="2746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0" y="2750"/>
                </a:lnTo>
                <a:lnTo>
                  <a:pt x="4180" y="2751"/>
                </a:lnTo>
                <a:lnTo>
                  <a:pt x="4181" y="2751"/>
                </a:lnTo>
                <a:lnTo>
                  <a:pt x="4182" y="2751"/>
                </a:lnTo>
                <a:lnTo>
                  <a:pt x="4181" y="2752"/>
                </a:lnTo>
                <a:lnTo>
                  <a:pt x="4180" y="2753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49"/>
                </a:lnTo>
                <a:lnTo>
                  <a:pt x="4176" y="2749"/>
                </a:lnTo>
                <a:lnTo>
                  <a:pt x="4176" y="2748"/>
                </a:lnTo>
                <a:lnTo>
                  <a:pt x="4176" y="2747"/>
                </a:lnTo>
                <a:lnTo>
                  <a:pt x="4175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1" y="2747"/>
                </a:lnTo>
                <a:lnTo>
                  <a:pt x="4172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3"/>
                </a:lnTo>
                <a:lnTo>
                  <a:pt x="4172" y="2742"/>
                </a:lnTo>
                <a:lnTo>
                  <a:pt x="4173" y="2742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7" y="2739"/>
                </a:lnTo>
                <a:lnTo>
                  <a:pt x="4176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6"/>
                </a:lnTo>
                <a:lnTo>
                  <a:pt x="4176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2" y="2739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3" y="2735"/>
                </a:lnTo>
                <a:lnTo>
                  <a:pt x="4174" y="2735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2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2" y="2733"/>
                </a:lnTo>
                <a:lnTo>
                  <a:pt x="4173" y="2732"/>
                </a:lnTo>
                <a:lnTo>
                  <a:pt x="4172" y="2732"/>
                </a:lnTo>
                <a:lnTo>
                  <a:pt x="4172" y="2733"/>
                </a:lnTo>
                <a:lnTo>
                  <a:pt x="4172" y="2734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9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0"/>
                </a:lnTo>
                <a:lnTo>
                  <a:pt x="4170" y="2741"/>
                </a:lnTo>
                <a:lnTo>
                  <a:pt x="4170" y="2742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6" y="2742"/>
                </a:lnTo>
                <a:lnTo>
                  <a:pt x="4165" y="2739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7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5" y="2748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2"/>
                </a:lnTo>
                <a:lnTo>
                  <a:pt x="4150" y="2742"/>
                </a:lnTo>
                <a:lnTo>
                  <a:pt x="4150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0" y="2744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3"/>
                </a:lnTo>
                <a:lnTo>
                  <a:pt x="4154" y="2743"/>
                </a:lnTo>
                <a:lnTo>
                  <a:pt x="4154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7" y="2748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8"/>
                </a:lnTo>
                <a:lnTo>
                  <a:pt x="4157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2" y="2754"/>
                </a:lnTo>
                <a:lnTo>
                  <a:pt x="4151" y="2754"/>
                </a:lnTo>
                <a:lnTo>
                  <a:pt x="4151" y="2755"/>
                </a:lnTo>
                <a:lnTo>
                  <a:pt x="4150" y="2755"/>
                </a:lnTo>
                <a:lnTo>
                  <a:pt x="4151" y="2757"/>
                </a:lnTo>
                <a:lnTo>
                  <a:pt x="4152" y="2757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1"/>
                </a:lnTo>
                <a:lnTo>
                  <a:pt x="4155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7" y="2758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7"/>
                </a:lnTo>
                <a:lnTo>
                  <a:pt x="4160" y="2756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0"/>
                </a:lnTo>
                <a:lnTo>
                  <a:pt x="4171" y="2761"/>
                </a:lnTo>
                <a:lnTo>
                  <a:pt x="4171" y="2762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3"/>
                </a:lnTo>
                <a:lnTo>
                  <a:pt x="4170" y="2762"/>
                </a:lnTo>
                <a:lnTo>
                  <a:pt x="4169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70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3" y="2769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4" y="2771"/>
                </a:lnTo>
                <a:lnTo>
                  <a:pt x="4174" y="2772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7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6"/>
                </a:lnTo>
                <a:lnTo>
                  <a:pt x="4170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7" y="2774"/>
                </a:lnTo>
                <a:lnTo>
                  <a:pt x="4165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1" y="2771"/>
                </a:lnTo>
                <a:lnTo>
                  <a:pt x="4159" y="2771"/>
                </a:lnTo>
                <a:lnTo>
                  <a:pt x="4158" y="2770"/>
                </a:lnTo>
                <a:lnTo>
                  <a:pt x="4157" y="2771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5"/>
                </a:lnTo>
                <a:lnTo>
                  <a:pt x="4160" y="2776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79"/>
                </a:lnTo>
                <a:lnTo>
                  <a:pt x="4159" y="2781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2"/>
                </a:lnTo>
                <a:lnTo>
                  <a:pt x="4167" y="2783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4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0"/>
                </a:lnTo>
                <a:lnTo>
                  <a:pt x="4178" y="2782"/>
                </a:lnTo>
                <a:lnTo>
                  <a:pt x="4179" y="2781"/>
                </a:lnTo>
                <a:lnTo>
                  <a:pt x="4179" y="2782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4"/>
                </a:lnTo>
                <a:lnTo>
                  <a:pt x="4180" y="2783"/>
                </a:lnTo>
                <a:lnTo>
                  <a:pt x="4181" y="2783"/>
                </a:lnTo>
                <a:lnTo>
                  <a:pt x="4181" y="2784"/>
                </a:lnTo>
                <a:lnTo>
                  <a:pt x="4181" y="2785"/>
                </a:lnTo>
                <a:lnTo>
                  <a:pt x="4182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4" y="2783"/>
                </a:lnTo>
                <a:lnTo>
                  <a:pt x="4184" y="2782"/>
                </a:lnTo>
                <a:lnTo>
                  <a:pt x="4185" y="2782"/>
                </a:lnTo>
                <a:lnTo>
                  <a:pt x="4186" y="2781"/>
                </a:lnTo>
                <a:lnTo>
                  <a:pt x="4186" y="2782"/>
                </a:lnTo>
                <a:lnTo>
                  <a:pt x="4185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1" y="2787"/>
                </a:lnTo>
                <a:lnTo>
                  <a:pt x="4182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8" y="2788"/>
                </a:lnTo>
                <a:lnTo>
                  <a:pt x="4178" y="2787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1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1"/>
                </a:lnTo>
                <a:lnTo>
                  <a:pt x="4167" y="2791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2"/>
                </a:lnTo>
                <a:lnTo>
                  <a:pt x="4161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3"/>
                </a:lnTo>
                <a:lnTo>
                  <a:pt x="4157" y="2794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59" y="2796"/>
                </a:lnTo>
                <a:lnTo>
                  <a:pt x="4159" y="2797"/>
                </a:lnTo>
                <a:lnTo>
                  <a:pt x="4159" y="2798"/>
                </a:lnTo>
                <a:lnTo>
                  <a:pt x="4160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4"/>
                </a:lnTo>
                <a:lnTo>
                  <a:pt x="4154" y="2805"/>
                </a:lnTo>
                <a:lnTo>
                  <a:pt x="4155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1" y="2806"/>
                </a:lnTo>
                <a:lnTo>
                  <a:pt x="4150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7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57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4" y="2818"/>
                </a:lnTo>
                <a:lnTo>
                  <a:pt x="4165" y="2818"/>
                </a:lnTo>
                <a:lnTo>
                  <a:pt x="4165" y="2819"/>
                </a:lnTo>
                <a:lnTo>
                  <a:pt x="4164" y="2820"/>
                </a:lnTo>
                <a:lnTo>
                  <a:pt x="4164" y="2822"/>
                </a:lnTo>
                <a:lnTo>
                  <a:pt x="4164" y="2824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7"/>
                </a:lnTo>
                <a:lnTo>
                  <a:pt x="4162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30"/>
                </a:lnTo>
                <a:lnTo>
                  <a:pt x="4156" y="2831"/>
                </a:lnTo>
                <a:lnTo>
                  <a:pt x="4156" y="2832"/>
                </a:lnTo>
                <a:lnTo>
                  <a:pt x="4155" y="2835"/>
                </a:lnTo>
                <a:lnTo>
                  <a:pt x="4156" y="2836"/>
                </a:lnTo>
                <a:lnTo>
                  <a:pt x="4155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6" y="2842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5" y="2847"/>
                </a:lnTo>
                <a:lnTo>
                  <a:pt x="4155" y="2848"/>
                </a:lnTo>
                <a:lnTo>
                  <a:pt x="4154" y="2848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2"/>
                </a:lnTo>
                <a:lnTo>
                  <a:pt x="4153" y="2852"/>
                </a:lnTo>
                <a:lnTo>
                  <a:pt x="4152" y="2852"/>
                </a:lnTo>
                <a:lnTo>
                  <a:pt x="4150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4" y="2853"/>
                </a:lnTo>
                <a:lnTo>
                  <a:pt x="4143" y="2854"/>
                </a:lnTo>
                <a:lnTo>
                  <a:pt x="4143" y="2853"/>
                </a:lnTo>
                <a:lnTo>
                  <a:pt x="4142" y="2853"/>
                </a:lnTo>
                <a:lnTo>
                  <a:pt x="4142" y="2854"/>
                </a:lnTo>
                <a:lnTo>
                  <a:pt x="4142" y="2856"/>
                </a:lnTo>
                <a:lnTo>
                  <a:pt x="4143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8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9" y="2860"/>
                </a:lnTo>
                <a:lnTo>
                  <a:pt x="4148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5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5" y="2870"/>
                </a:lnTo>
                <a:lnTo>
                  <a:pt x="4154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4" y="2873"/>
                </a:lnTo>
                <a:lnTo>
                  <a:pt x="4155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5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4" y="2885"/>
                </a:lnTo>
                <a:lnTo>
                  <a:pt x="4153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4" y="2882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3" y="2879"/>
                </a:lnTo>
                <a:lnTo>
                  <a:pt x="4152" y="2879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3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6"/>
                </a:lnTo>
                <a:lnTo>
                  <a:pt x="4150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2" y="2881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4"/>
                </a:lnTo>
                <a:lnTo>
                  <a:pt x="4144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3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0" y="2873"/>
                </a:lnTo>
                <a:lnTo>
                  <a:pt x="4141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0"/>
                </a:lnTo>
                <a:lnTo>
                  <a:pt x="4138" y="2872"/>
                </a:lnTo>
                <a:lnTo>
                  <a:pt x="4136" y="2871"/>
                </a:lnTo>
                <a:lnTo>
                  <a:pt x="4137" y="2869"/>
                </a:lnTo>
                <a:lnTo>
                  <a:pt x="4136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6"/>
                </a:lnTo>
                <a:lnTo>
                  <a:pt x="4133" y="2865"/>
                </a:lnTo>
                <a:lnTo>
                  <a:pt x="4132" y="2865"/>
                </a:lnTo>
                <a:lnTo>
                  <a:pt x="4132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0" y="2871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7" y="2880"/>
                </a:lnTo>
                <a:lnTo>
                  <a:pt x="4125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7"/>
                </a:lnTo>
                <a:lnTo>
                  <a:pt x="4124" y="2877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4" y="2873"/>
                </a:lnTo>
                <a:lnTo>
                  <a:pt x="4123" y="2872"/>
                </a:lnTo>
                <a:lnTo>
                  <a:pt x="4124" y="2871"/>
                </a:lnTo>
                <a:lnTo>
                  <a:pt x="4123" y="2871"/>
                </a:lnTo>
                <a:lnTo>
                  <a:pt x="4123" y="2872"/>
                </a:lnTo>
                <a:lnTo>
                  <a:pt x="4122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20" y="2873"/>
                </a:lnTo>
                <a:lnTo>
                  <a:pt x="4119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3" y="2879"/>
                </a:lnTo>
                <a:lnTo>
                  <a:pt x="4112" y="2880"/>
                </a:lnTo>
                <a:lnTo>
                  <a:pt x="4112" y="2881"/>
                </a:lnTo>
                <a:lnTo>
                  <a:pt x="4111" y="2880"/>
                </a:lnTo>
                <a:lnTo>
                  <a:pt x="4111" y="2881"/>
                </a:lnTo>
                <a:lnTo>
                  <a:pt x="4112" y="2882"/>
                </a:lnTo>
                <a:lnTo>
                  <a:pt x="4112" y="2883"/>
                </a:lnTo>
                <a:lnTo>
                  <a:pt x="4113" y="2883"/>
                </a:lnTo>
                <a:lnTo>
                  <a:pt x="4115" y="2883"/>
                </a:lnTo>
                <a:lnTo>
                  <a:pt x="4116" y="2884"/>
                </a:lnTo>
                <a:lnTo>
                  <a:pt x="4118" y="2885"/>
                </a:lnTo>
                <a:lnTo>
                  <a:pt x="4119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20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20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1"/>
                </a:lnTo>
                <a:lnTo>
                  <a:pt x="4123" y="2891"/>
                </a:lnTo>
                <a:lnTo>
                  <a:pt x="4123" y="2889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1"/>
                </a:lnTo>
                <a:lnTo>
                  <a:pt x="4128" y="2892"/>
                </a:lnTo>
                <a:lnTo>
                  <a:pt x="4130" y="2893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5"/>
                </a:lnTo>
                <a:lnTo>
                  <a:pt x="4134" y="2895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6"/>
                </a:lnTo>
                <a:lnTo>
                  <a:pt x="4130" y="2897"/>
                </a:lnTo>
                <a:lnTo>
                  <a:pt x="4130" y="2898"/>
                </a:lnTo>
                <a:lnTo>
                  <a:pt x="4129" y="2897"/>
                </a:lnTo>
                <a:lnTo>
                  <a:pt x="4128" y="2897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7"/>
                </a:lnTo>
                <a:lnTo>
                  <a:pt x="4126" y="2897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0"/>
                </a:lnTo>
                <a:lnTo>
                  <a:pt x="4127" y="2901"/>
                </a:lnTo>
                <a:lnTo>
                  <a:pt x="4127" y="2902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2"/>
                </a:lnTo>
                <a:lnTo>
                  <a:pt x="4119" y="2903"/>
                </a:lnTo>
                <a:lnTo>
                  <a:pt x="4118" y="2903"/>
                </a:lnTo>
                <a:lnTo>
                  <a:pt x="4117" y="2904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3"/>
                </a:lnTo>
                <a:lnTo>
                  <a:pt x="4115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3" y="2899"/>
                </a:lnTo>
                <a:lnTo>
                  <a:pt x="4114" y="2899"/>
                </a:lnTo>
                <a:lnTo>
                  <a:pt x="4113" y="2898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4" y="2909"/>
                </a:lnTo>
                <a:lnTo>
                  <a:pt x="4110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5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7" y="2902"/>
                </a:lnTo>
                <a:lnTo>
                  <a:pt x="4106" y="2901"/>
                </a:lnTo>
                <a:lnTo>
                  <a:pt x="4107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2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1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899"/>
                </a:lnTo>
                <a:lnTo>
                  <a:pt x="4098" y="2898"/>
                </a:lnTo>
                <a:lnTo>
                  <a:pt x="4099" y="2898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6"/>
                </a:lnTo>
                <a:lnTo>
                  <a:pt x="4102" y="2895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3" y="2895"/>
                </a:lnTo>
                <a:lnTo>
                  <a:pt x="4092" y="2895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89" y="2898"/>
                </a:lnTo>
                <a:lnTo>
                  <a:pt x="4091" y="2897"/>
                </a:lnTo>
                <a:lnTo>
                  <a:pt x="4091" y="2898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4" y="2899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6" y="2911"/>
                </a:lnTo>
                <a:lnTo>
                  <a:pt x="4095" y="2911"/>
                </a:lnTo>
                <a:lnTo>
                  <a:pt x="4094" y="2911"/>
                </a:lnTo>
                <a:lnTo>
                  <a:pt x="4092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3"/>
                </a:lnTo>
                <a:lnTo>
                  <a:pt x="4087" y="2913"/>
                </a:lnTo>
                <a:lnTo>
                  <a:pt x="4088" y="2914"/>
                </a:lnTo>
                <a:lnTo>
                  <a:pt x="4090" y="2914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7"/>
                </a:lnTo>
                <a:lnTo>
                  <a:pt x="4095" y="2918"/>
                </a:lnTo>
                <a:lnTo>
                  <a:pt x="4096" y="2918"/>
                </a:lnTo>
                <a:lnTo>
                  <a:pt x="4097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6"/>
                </a:lnTo>
                <a:lnTo>
                  <a:pt x="4102" y="2916"/>
                </a:lnTo>
                <a:lnTo>
                  <a:pt x="4102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8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5"/>
                </a:lnTo>
                <a:lnTo>
                  <a:pt x="4101" y="2925"/>
                </a:lnTo>
                <a:lnTo>
                  <a:pt x="4100" y="2926"/>
                </a:lnTo>
                <a:lnTo>
                  <a:pt x="4101" y="2927"/>
                </a:lnTo>
                <a:lnTo>
                  <a:pt x="4101" y="2926"/>
                </a:lnTo>
                <a:lnTo>
                  <a:pt x="4102" y="2926"/>
                </a:lnTo>
                <a:lnTo>
                  <a:pt x="4103" y="2926"/>
                </a:lnTo>
                <a:lnTo>
                  <a:pt x="4102" y="2926"/>
                </a:lnTo>
                <a:lnTo>
                  <a:pt x="4102" y="2927"/>
                </a:lnTo>
                <a:lnTo>
                  <a:pt x="4101" y="2927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2" y="2928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3" y="2931"/>
                </a:lnTo>
                <a:lnTo>
                  <a:pt x="4093" y="2932"/>
                </a:lnTo>
                <a:lnTo>
                  <a:pt x="4095" y="2933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5"/>
                </a:lnTo>
                <a:lnTo>
                  <a:pt x="4092" y="2935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5" y="2934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6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0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1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9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1"/>
                </a:lnTo>
                <a:lnTo>
                  <a:pt x="4076" y="2941"/>
                </a:lnTo>
                <a:lnTo>
                  <a:pt x="4076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6" y="2945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79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6" y="2952"/>
                </a:lnTo>
                <a:lnTo>
                  <a:pt x="4076" y="2953"/>
                </a:lnTo>
                <a:lnTo>
                  <a:pt x="4075" y="2953"/>
                </a:lnTo>
                <a:lnTo>
                  <a:pt x="4075" y="2954"/>
                </a:lnTo>
                <a:lnTo>
                  <a:pt x="4074" y="2954"/>
                </a:lnTo>
                <a:lnTo>
                  <a:pt x="4075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5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5"/>
                </a:lnTo>
                <a:lnTo>
                  <a:pt x="4068" y="2957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2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2" y="2962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1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9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1"/>
                </a:lnTo>
                <a:lnTo>
                  <a:pt x="4062" y="2972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0" y="2957"/>
                </a:lnTo>
                <a:lnTo>
                  <a:pt x="4051" y="2956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0" y="2954"/>
                </a:lnTo>
                <a:lnTo>
                  <a:pt x="4050" y="2953"/>
                </a:lnTo>
                <a:lnTo>
                  <a:pt x="4049" y="2953"/>
                </a:lnTo>
                <a:lnTo>
                  <a:pt x="4050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8"/>
                </a:lnTo>
                <a:lnTo>
                  <a:pt x="4049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6" y="2963"/>
                </a:lnTo>
                <a:lnTo>
                  <a:pt x="4045" y="2963"/>
                </a:lnTo>
                <a:lnTo>
                  <a:pt x="4045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4" y="2967"/>
                </a:lnTo>
                <a:lnTo>
                  <a:pt x="4033" y="2968"/>
                </a:lnTo>
                <a:lnTo>
                  <a:pt x="4033" y="2969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59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5" y="2959"/>
                </a:lnTo>
                <a:lnTo>
                  <a:pt x="4024" y="2958"/>
                </a:lnTo>
                <a:lnTo>
                  <a:pt x="4024" y="2959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8" y="2966"/>
                </a:lnTo>
                <a:lnTo>
                  <a:pt x="4016" y="2966"/>
                </a:lnTo>
                <a:lnTo>
                  <a:pt x="4016" y="2967"/>
                </a:lnTo>
                <a:lnTo>
                  <a:pt x="4015" y="2968"/>
                </a:lnTo>
                <a:lnTo>
                  <a:pt x="4013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4" y="2978"/>
                </a:lnTo>
                <a:lnTo>
                  <a:pt x="4014" y="2979"/>
                </a:lnTo>
                <a:lnTo>
                  <a:pt x="4012" y="2979"/>
                </a:lnTo>
                <a:lnTo>
                  <a:pt x="4008" y="2978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5"/>
                </a:lnTo>
                <a:lnTo>
                  <a:pt x="4002" y="2976"/>
                </a:lnTo>
                <a:lnTo>
                  <a:pt x="4001" y="2976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3999" y="2980"/>
                </a:lnTo>
                <a:lnTo>
                  <a:pt x="4000" y="2981"/>
                </a:lnTo>
                <a:lnTo>
                  <a:pt x="4000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0" y="2982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3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2"/>
                </a:lnTo>
                <a:lnTo>
                  <a:pt x="4012" y="2982"/>
                </a:lnTo>
                <a:lnTo>
                  <a:pt x="4013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89"/>
                </a:lnTo>
                <a:lnTo>
                  <a:pt x="4015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2" y="2996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2998"/>
                </a:lnTo>
                <a:lnTo>
                  <a:pt x="4017" y="2998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4" y="3000"/>
                </a:lnTo>
                <a:lnTo>
                  <a:pt x="4014" y="3001"/>
                </a:lnTo>
                <a:lnTo>
                  <a:pt x="4013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1" y="3004"/>
                </a:lnTo>
                <a:lnTo>
                  <a:pt x="4010" y="3004"/>
                </a:lnTo>
                <a:lnTo>
                  <a:pt x="4010" y="3005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4"/>
                </a:lnTo>
                <a:lnTo>
                  <a:pt x="4006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5"/>
                </a:lnTo>
                <a:lnTo>
                  <a:pt x="4007" y="3006"/>
                </a:lnTo>
                <a:lnTo>
                  <a:pt x="4006" y="3007"/>
                </a:lnTo>
                <a:lnTo>
                  <a:pt x="4005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4" y="3006"/>
                </a:lnTo>
                <a:lnTo>
                  <a:pt x="4005" y="3007"/>
                </a:lnTo>
                <a:lnTo>
                  <a:pt x="4006" y="3008"/>
                </a:lnTo>
                <a:lnTo>
                  <a:pt x="4005" y="3009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2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1" y="3017"/>
                </a:lnTo>
                <a:lnTo>
                  <a:pt x="4001" y="3019"/>
                </a:lnTo>
                <a:lnTo>
                  <a:pt x="4001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4000" y="3021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8"/>
                </a:lnTo>
                <a:lnTo>
                  <a:pt x="3990" y="3028"/>
                </a:lnTo>
                <a:lnTo>
                  <a:pt x="3990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7" y="3033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5"/>
                </a:lnTo>
                <a:lnTo>
                  <a:pt x="3990" y="3026"/>
                </a:lnTo>
                <a:lnTo>
                  <a:pt x="3991" y="3025"/>
                </a:lnTo>
                <a:lnTo>
                  <a:pt x="3991" y="3024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90" y="3024"/>
                </a:lnTo>
                <a:lnTo>
                  <a:pt x="3989" y="3023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2"/>
                </a:lnTo>
                <a:lnTo>
                  <a:pt x="3988" y="3023"/>
                </a:lnTo>
                <a:lnTo>
                  <a:pt x="3987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4" y="3021"/>
                </a:lnTo>
                <a:lnTo>
                  <a:pt x="3984" y="3020"/>
                </a:lnTo>
                <a:lnTo>
                  <a:pt x="3983" y="3020"/>
                </a:lnTo>
                <a:lnTo>
                  <a:pt x="3984" y="3020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3" y="3025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7" y="3044"/>
                </a:lnTo>
                <a:lnTo>
                  <a:pt x="3977" y="3045"/>
                </a:lnTo>
                <a:lnTo>
                  <a:pt x="3978" y="3045"/>
                </a:lnTo>
                <a:lnTo>
                  <a:pt x="3978" y="3046"/>
                </a:lnTo>
                <a:lnTo>
                  <a:pt x="3977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4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4" y="3046"/>
                </a:lnTo>
                <a:lnTo>
                  <a:pt x="3974" y="3045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4" y="3037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6" y="3033"/>
                </a:lnTo>
                <a:lnTo>
                  <a:pt x="3965" y="3032"/>
                </a:lnTo>
                <a:lnTo>
                  <a:pt x="3965" y="3033"/>
                </a:lnTo>
                <a:lnTo>
                  <a:pt x="3964" y="3033"/>
                </a:lnTo>
                <a:lnTo>
                  <a:pt x="3964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7" y="3031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5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5" y="3042"/>
                </a:lnTo>
                <a:lnTo>
                  <a:pt x="3964" y="3042"/>
                </a:lnTo>
                <a:lnTo>
                  <a:pt x="3963" y="3042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0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8" y="3049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1" y="3050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49"/>
                </a:lnTo>
                <a:lnTo>
                  <a:pt x="3965" y="3049"/>
                </a:lnTo>
                <a:lnTo>
                  <a:pt x="3965" y="3050"/>
                </a:lnTo>
                <a:lnTo>
                  <a:pt x="3966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4" y="3053"/>
                </a:lnTo>
                <a:lnTo>
                  <a:pt x="3964" y="3054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7"/>
                </a:lnTo>
                <a:lnTo>
                  <a:pt x="3963" y="3058"/>
                </a:lnTo>
                <a:lnTo>
                  <a:pt x="3964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59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2"/>
                </a:lnTo>
                <a:lnTo>
                  <a:pt x="3957" y="3065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60" y="3066"/>
                </a:lnTo>
                <a:lnTo>
                  <a:pt x="3960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8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4"/>
                </a:lnTo>
                <a:lnTo>
                  <a:pt x="3952" y="3064"/>
                </a:lnTo>
                <a:lnTo>
                  <a:pt x="3953" y="3063"/>
                </a:lnTo>
                <a:lnTo>
                  <a:pt x="3954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3" y="3053"/>
                </a:lnTo>
                <a:lnTo>
                  <a:pt x="3952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3" y="3047"/>
                </a:lnTo>
                <a:lnTo>
                  <a:pt x="3954" y="3047"/>
                </a:lnTo>
                <a:lnTo>
                  <a:pt x="3955" y="3046"/>
                </a:lnTo>
                <a:lnTo>
                  <a:pt x="3956" y="3047"/>
                </a:lnTo>
                <a:lnTo>
                  <a:pt x="3957" y="3047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1"/>
                </a:lnTo>
                <a:lnTo>
                  <a:pt x="3945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5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9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7"/>
                </a:lnTo>
                <a:lnTo>
                  <a:pt x="3939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39" y="3059"/>
                </a:lnTo>
                <a:lnTo>
                  <a:pt x="3939" y="3060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5"/>
                </a:lnTo>
                <a:lnTo>
                  <a:pt x="3933" y="3065"/>
                </a:lnTo>
                <a:lnTo>
                  <a:pt x="3932" y="3066"/>
                </a:lnTo>
                <a:lnTo>
                  <a:pt x="3932" y="3067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8" y="3069"/>
                </a:lnTo>
                <a:lnTo>
                  <a:pt x="3927" y="3068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7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2"/>
                </a:lnTo>
                <a:lnTo>
                  <a:pt x="3919" y="3063"/>
                </a:lnTo>
                <a:lnTo>
                  <a:pt x="3918" y="3064"/>
                </a:lnTo>
                <a:lnTo>
                  <a:pt x="3917" y="3064"/>
                </a:lnTo>
                <a:lnTo>
                  <a:pt x="3916" y="3064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5"/>
                </a:lnTo>
                <a:lnTo>
                  <a:pt x="3918" y="3065"/>
                </a:lnTo>
                <a:lnTo>
                  <a:pt x="3918" y="3066"/>
                </a:lnTo>
                <a:lnTo>
                  <a:pt x="3917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7" y="3070"/>
                </a:lnTo>
                <a:lnTo>
                  <a:pt x="3918" y="3069"/>
                </a:lnTo>
                <a:lnTo>
                  <a:pt x="3918" y="3070"/>
                </a:lnTo>
                <a:lnTo>
                  <a:pt x="3919" y="3070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20" y="3074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4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2"/>
                </a:lnTo>
                <a:lnTo>
                  <a:pt x="3913" y="3071"/>
                </a:lnTo>
                <a:lnTo>
                  <a:pt x="3913" y="3070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9" y="3071"/>
                </a:lnTo>
                <a:lnTo>
                  <a:pt x="3911" y="3071"/>
                </a:lnTo>
                <a:lnTo>
                  <a:pt x="3910" y="3073"/>
                </a:lnTo>
                <a:lnTo>
                  <a:pt x="3909" y="3075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5" y="3081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4"/>
                </a:lnTo>
                <a:lnTo>
                  <a:pt x="3906" y="3085"/>
                </a:lnTo>
                <a:lnTo>
                  <a:pt x="3905" y="3086"/>
                </a:lnTo>
                <a:lnTo>
                  <a:pt x="3905" y="3087"/>
                </a:lnTo>
                <a:lnTo>
                  <a:pt x="3904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1" y="3093"/>
                </a:lnTo>
                <a:lnTo>
                  <a:pt x="3900" y="3093"/>
                </a:lnTo>
                <a:lnTo>
                  <a:pt x="3899" y="3093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100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2" y="3102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1" y="3105"/>
                </a:lnTo>
                <a:lnTo>
                  <a:pt x="3900" y="3105"/>
                </a:lnTo>
                <a:lnTo>
                  <a:pt x="3900" y="3104"/>
                </a:lnTo>
                <a:lnTo>
                  <a:pt x="3900" y="3103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5" y="3101"/>
                </a:lnTo>
                <a:lnTo>
                  <a:pt x="3896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6"/>
                </a:lnTo>
                <a:lnTo>
                  <a:pt x="3889" y="3106"/>
                </a:lnTo>
                <a:lnTo>
                  <a:pt x="3889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6" y="3105"/>
                </a:lnTo>
                <a:lnTo>
                  <a:pt x="3886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1"/>
                </a:lnTo>
                <a:lnTo>
                  <a:pt x="3879" y="3112"/>
                </a:lnTo>
                <a:lnTo>
                  <a:pt x="3879" y="3113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6"/>
                </a:lnTo>
                <a:lnTo>
                  <a:pt x="3879" y="3117"/>
                </a:lnTo>
                <a:lnTo>
                  <a:pt x="3880" y="3118"/>
                </a:lnTo>
                <a:lnTo>
                  <a:pt x="3879" y="3120"/>
                </a:lnTo>
                <a:lnTo>
                  <a:pt x="3879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1" y="3124"/>
                </a:lnTo>
                <a:lnTo>
                  <a:pt x="3881" y="3125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7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5" y="3134"/>
                </a:lnTo>
                <a:lnTo>
                  <a:pt x="3864" y="3134"/>
                </a:lnTo>
                <a:lnTo>
                  <a:pt x="3863" y="3134"/>
                </a:lnTo>
                <a:lnTo>
                  <a:pt x="3863" y="3133"/>
                </a:lnTo>
                <a:lnTo>
                  <a:pt x="3862" y="3133"/>
                </a:lnTo>
                <a:lnTo>
                  <a:pt x="3861" y="3133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4" y="3132"/>
                </a:lnTo>
                <a:lnTo>
                  <a:pt x="3853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1" y="3134"/>
                </a:lnTo>
                <a:lnTo>
                  <a:pt x="3850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3" y="3142"/>
                </a:lnTo>
                <a:lnTo>
                  <a:pt x="3843" y="3143"/>
                </a:lnTo>
                <a:lnTo>
                  <a:pt x="3842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7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6" y="3150"/>
                </a:lnTo>
                <a:lnTo>
                  <a:pt x="3815" y="3151"/>
                </a:lnTo>
                <a:lnTo>
                  <a:pt x="3815" y="3152"/>
                </a:lnTo>
                <a:lnTo>
                  <a:pt x="3814" y="3153"/>
                </a:lnTo>
                <a:lnTo>
                  <a:pt x="3813" y="3153"/>
                </a:lnTo>
                <a:lnTo>
                  <a:pt x="3812" y="3153"/>
                </a:lnTo>
                <a:lnTo>
                  <a:pt x="3812" y="3152"/>
                </a:lnTo>
                <a:lnTo>
                  <a:pt x="3811" y="3151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8"/>
                </a:lnTo>
                <a:lnTo>
                  <a:pt x="3812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1" y="3144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7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2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7" y="3150"/>
                </a:lnTo>
                <a:lnTo>
                  <a:pt x="3788" y="3151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8" y="3154"/>
                </a:lnTo>
                <a:lnTo>
                  <a:pt x="3788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90" y="3155"/>
                </a:lnTo>
                <a:lnTo>
                  <a:pt x="3790" y="3154"/>
                </a:lnTo>
                <a:lnTo>
                  <a:pt x="3791" y="3153"/>
                </a:lnTo>
                <a:lnTo>
                  <a:pt x="3790" y="3153"/>
                </a:lnTo>
                <a:lnTo>
                  <a:pt x="3790" y="3152"/>
                </a:lnTo>
                <a:lnTo>
                  <a:pt x="3791" y="3152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2"/>
                </a:lnTo>
                <a:lnTo>
                  <a:pt x="3794" y="3152"/>
                </a:lnTo>
                <a:lnTo>
                  <a:pt x="3794" y="3153"/>
                </a:lnTo>
                <a:lnTo>
                  <a:pt x="3794" y="3154"/>
                </a:lnTo>
                <a:lnTo>
                  <a:pt x="3793" y="3154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4" y="3158"/>
                </a:lnTo>
                <a:lnTo>
                  <a:pt x="3783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4" y="3157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1" y="3151"/>
                </a:lnTo>
                <a:lnTo>
                  <a:pt x="3772" y="3151"/>
                </a:lnTo>
                <a:lnTo>
                  <a:pt x="3772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1"/>
                </a:lnTo>
                <a:lnTo>
                  <a:pt x="3778" y="3151"/>
                </a:lnTo>
                <a:lnTo>
                  <a:pt x="3778" y="3150"/>
                </a:lnTo>
                <a:lnTo>
                  <a:pt x="3777" y="3148"/>
                </a:lnTo>
                <a:lnTo>
                  <a:pt x="3775" y="3148"/>
                </a:lnTo>
                <a:lnTo>
                  <a:pt x="3775" y="3149"/>
                </a:lnTo>
                <a:lnTo>
                  <a:pt x="3774" y="3150"/>
                </a:lnTo>
                <a:lnTo>
                  <a:pt x="3774" y="3149"/>
                </a:lnTo>
                <a:lnTo>
                  <a:pt x="3773" y="3149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1" y="3148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1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4" y="3145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2"/>
                </a:lnTo>
                <a:lnTo>
                  <a:pt x="3767" y="3141"/>
                </a:lnTo>
                <a:lnTo>
                  <a:pt x="3768" y="3141"/>
                </a:lnTo>
                <a:lnTo>
                  <a:pt x="3768" y="3140"/>
                </a:lnTo>
                <a:lnTo>
                  <a:pt x="3768" y="3137"/>
                </a:lnTo>
                <a:lnTo>
                  <a:pt x="3769" y="3136"/>
                </a:lnTo>
                <a:lnTo>
                  <a:pt x="3769" y="3135"/>
                </a:lnTo>
                <a:lnTo>
                  <a:pt x="3769" y="3136"/>
                </a:lnTo>
                <a:lnTo>
                  <a:pt x="3768" y="3137"/>
                </a:lnTo>
                <a:lnTo>
                  <a:pt x="3768" y="3136"/>
                </a:lnTo>
                <a:lnTo>
                  <a:pt x="3767" y="3136"/>
                </a:lnTo>
                <a:lnTo>
                  <a:pt x="3767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7" y="3140"/>
                </a:lnTo>
                <a:lnTo>
                  <a:pt x="3766" y="3140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7" y="3148"/>
                </a:lnTo>
                <a:lnTo>
                  <a:pt x="3757" y="3149"/>
                </a:lnTo>
                <a:lnTo>
                  <a:pt x="3756" y="3149"/>
                </a:lnTo>
                <a:lnTo>
                  <a:pt x="3755" y="3149"/>
                </a:lnTo>
                <a:lnTo>
                  <a:pt x="3756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4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50" y="3147"/>
                </a:lnTo>
                <a:lnTo>
                  <a:pt x="3749" y="3147"/>
                </a:lnTo>
                <a:lnTo>
                  <a:pt x="3747" y="3147"/>
                </a:lnTo>
                <a:lnTo>
                  <a:pt x="3746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3" y="3152"/>
                </a:lnTo>
                <a:lnTo>
                  <a:pt x="3742" y="3152"/>
                </a:lnTo>
                <a:lnTo>
                  <a:pt x="3742" y="3153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3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8"/>
                </a:lnTo>
                <a:lnTo>
                  <a:pt x="3738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5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29" y="3151"/>
                </a:lnTo>
                <a:lnTo>
                  <a:pt x="3729" y="3150"/>
                </a:lnTo>
                <a:lnTo>
                  <a:pt x="3729" y="3151"/>
                </a:lnTo>
                <a:lnTo>
                  <a:pt x="3728" y="3151"/>
                </a:lnTo>
                <a:lnTo>
                  <a:pt x="3728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9" y="3154"/>
                </a:lnTo>
                <a:lnTo>
                  <a:pt x="3730" y="3155"/>
                </a:lnTo>
                <a:lnTo>
                  <a:pt x="3731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3" y="3155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0"/>
                </a:lnTo>
                <a:lnTo>
                  <a:pt x="3734" y="3162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7"/>
                </a:lnTo>
                <a:lnTo>
                  <a:pt x="3731" y="3169"/>
                </a:lnTo>
                <a:lnTo>
                  <a:pt x="3731" y="3170"/>
                </a:lnTo>
                <a:lnTo>
                  <a:pt x="3732" y="3171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30" y="3172"/>
                </a:lnTo>
                <a:lnTo>
                  <a:pt x="3730" y="3171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30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8" y="3167"/>
                </a:lnTo>
                <a:lnTo>
                  <a:pt x="3727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6" y="3167"/>
                </a:lnTo>
                <a:lnTo>
                  <a:pt x="3717" y="3166"/>
                </a:lnTo>
                <a:lnTo>
                  <a:pt x="3717" y="3164"/>
                </a:lnTo>
                <a:lnTo>
                  <a:pt x="3717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7" y="3157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7" y="3155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0"/>
                </a:lnTo>
                <a:lnTo>
                  <a:pt x="3721" y="3149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4" y="3149"/>
                </a:lnTo>
                <a:lnTo>
                  <a:pt x="3724" y="3148"/>
                </a:lnTo>
                <a:lnTo>
                  <a:pt x="3723" y="3147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0" y="3144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20" y="3145"/>
                </a:lnTo>
                <a:lnTo>
                  <a:pt x="3720" y="3147"/>
                </a:lnTo>
                <a:lnTo>
                  <a:pt x="3719" y="3147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7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1" y="3149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4" y="3153"/>
                </a:lnTo>
                <a:lnTo>
                  <a:pt x="3703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1" y="3156"/>
                </a:lnTo>
                <a:lnTo>
                  <a:pt x="3701" y="3157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0" y="3158"/>
                </a:lnTo>
                <a:lnTo>
                  <a:pt x="3700" y="3157"/>
                </a:lnTo>
                <a:lnTo>
                  <a:pt x="3699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6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6" y="3162"/>
                </a:lnTo>
                <a:lnTo>
                  <a:pt x="3697" y="3162"/>
                </a:lnTo>
                <a:lnTo>
                  <a:pt x="3698" y="3163"/>
                </a:lnTo>
                <a:lnTo>
                  <a:pt x="3698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1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7" y="3169"/>
                </a:lnTo>
                <a:lnTo>
                  <a:pt x="3696" y="3168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3"/>
                </a:lnTo>
                <a:lnTo>
                  <a:pt x="3704" y="3174"/>
                </a:lnTo>
                <a:lnTo>
                  <a:pt x="3704" y="3173"/>
                </a:lnTo>
                <a:lnTo>
                  <a:pt x="3704" y="3174"/>
                </a:lnTo>
                <a:lnTo>
                  <a:pt x="3704" y="3175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6" y="3177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80"/>
                </a:lnTo>
                <a:lnTo>
                  <a:pt x="3699" y="3179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5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1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6" y="3170"/>
                </a:lnTo>
                <a:lnTo>
                  <a:pt x="3676" y="3169"/>
                </a:lnTo>
                <a:lnTo>
                  <a:pt x="3675" y="3169"/>
                </a:lnTo>
                <a:lnTo>
                  <a:pt x="3674" y="3169"/>
                </a:lnTo>
                <a:lnTo>
                  <a:pt x="3671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3"/>
                </a:lnTo>
                <a:lnTo>
                  <a:pt x="3669" y="3174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3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8"/>
                </a:lnTo>
                <a:lnTo>
                  <a:pt x="3678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80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7" y="3180"/>
                </a:lnTo>
                <a:lnTo>
                  <a:pt x="3676" y="3180"/>
                </a:lnTo>
                <a:lnTo>
                  <a:pt x="3674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5"/>
                </a:lnTo>
                <a:lnTo>
                  <a:pt x="3669" y="3187"/>
                </a:lnTo>
                <a:lnTo>
                  <a:pt x="3670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4"/>
                </a:lnTo>
                <a:lnTo>
                  <a:pt x="3672" y="3184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2"/>
                </a:lnTo>
                <a:lnTo>
                  <a:pt x="3677" y="3183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0"/>
                </a:lnTo>
                <a:lnTo>
                  <a:pt x="3679" y="3180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1" y="3180"/>
                </a:lnTo>
                <a:lnTo>
                  <a:pt x="3681" y="3181"/>
                </a:lnTo>
                <a:lnTo>
                  <a:pt x="3681" y="3182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1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2" y="3182"/>
                </a:lnTo>
                <a:lnTo>
                  <a:pt x="3683" y="3182"/>
                </a:lnTo>
                <a:lnTo>
                  <a:pt x="3683" y="3183"/>
                </a:lnTo>
                <a:lnTo>
                  <a:pt x="3683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5" y="3185"/>
                </a:lnTo>
                <a:lnTo>
                  <a:pt x="3686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89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80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1"/>
                </a:lnTo>
                <a:lnTo>
                  <a:pt x="3674" y="3192"/>
                </a:lnTo>
                <a:lnTo>
                  <a:pt x="3675" y="3192"/>
                </a:lnTo>
                <a:lnTo>
                  <a:pt x="3675" y="3193"/>
                </a:lnTo>
                <a:lnTo>
                  <a:pt x="3674" y="3193"/>
                </a:lnTo>
                <a:lnTo>
                  <a:pt x="3674" y="3192"/>
                </a:lnTo>
                <a:lnTo>
                  <a:pt x="3674" y="3191"/>
                </a:lnTo>
                <a:lnTo>
                  <a:pt x="3673" y="3191"/>
                </a:lnTo>
                <a:lnTo>
                  <a:pt x="3674" y="3191"/>
                </a:lnTo>
                <a:lnTo>
                  <a:pt x="3673" y="3191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3" y="3193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6"/>
                </a:lnTo>
                <a:lnTo>
                  <a:pt x="3675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8" y="3198"/>
                </a:lnTo>
                <a:lnTo>
                  <a:pt x="3678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199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0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1"/>
                </a:lnTo>
                <a:lnTo>
                  <a:pt x="3675" y="3201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4" y="3199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8"/>
                </a:lnTo>
                <a:lnTo>
                  <a:pt x="3669" y="3198"/>
                </a:lnTo>
                <a:lnTo>
                  <a:pt x="3667" y="3196"/>
                </a:lnTo>
                <a:lnTo>
                  <a:pt x="3667" y="3197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6"/>
                </a:lnTo>
                <a:lnTo>
                  <a:pt x="3662" y="3196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1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5" y="3191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8" y="3190"/>
                </a:lnTo>
                <a:lnTo>
                  <a:pt x="3647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2"/>
                </a:lnTo>
                <a:lnTo>
                  <a:pt x="3643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3" y="3190"/>
                </a:lnTo>
                <a:lnTo>
                  <a:pt x="3643" y="3189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5"/>
                </a:lnTo>
                <a:lnTo>
                  <a:pt x="3645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1" y="3179"/>
                </a:lnTo>
                <a:lnTo>
                  <a:pt x="3651" y="3180"/>
                </a:lnTo>
                <a:lnTo>
                  <a:pt x="3651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1" y="3176"/>
                </a:lnTo>
                <a:lnTo>
                  <a:pt x="3651" y="3175"/>
                </a:lnTo>
                <a:lnTo>
                  <a:pt x="3650" y="3175"/>
                </a:lnTo>
                <a:lnTo>
                  <a:pt x="3649" y="3175"/>
                </a:lnTo>
                <a:lnTo>
                  <a:pt x="3650" y="3175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2"/>
                </a:lnTo>
                <a:lnTo>
                  <a:pt x="3638" y="3180"/>
                </a:lnTo>
                <a:lnTo>
                  <a:pt x="3638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3"/>
                </a:lnTo>
                <a:lnTo>
                  <a:pt x="3638" y="3172"/>
                </a:lnTo>
                <a:lnTo>
                  <a:pt x="3637" y="3172"/>
                </a:lnTo>
                <a:lnTo>
                  <a:pt x="3638" y="3175"/>
                </a:lnTo>
                <a:lnTo>
                  <a:pt x="3637" y="3175"/>
                </a:lnTo>
                <a:lnTo>
                  <a:pt x="3636" y="3172"/>
                </a:lnTo>
                <a:lnTo>
                  <a:pt x="3635" y="3170"/>
                </a:lnTo>
                <a:lnTo>
                  <a:pt x="3634" y="3169"/>
                </a:lnTo>
                <a:lnTo>
                  <a:pt x="3635" y="3169"/>
                </a:lnTo>
                <a:lnTo>
                  <a:pt x="3634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9" y="3160"/>
                </a:lnTo>
                <a:lnTo>
                  <a:pt x="3628" y="3159"/>
                </a:lnTo>
                <a:lnTo>
                  <a:pt x="3629" y="3159"/>
                </a:lnTo>
                <a:lnTo>
                  <a:pt x="3628" y="3159"/>
                </a:lnTo>
                <a:lnTo>
                  <a:pt x="3628" y="3158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8" y="3154"/>
                </a:lnTo>
                <a:lnTo>
                  <a:pt x="3628" y="3153"/>
                </a:lnTo>
                <a:lnTo>
                  <a:pt x="3627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1"/>
                </a:lnTo>
                <a:lnTo>
                  <a:pt x="3624" y="3152"/>
                </a:lnTo>
                <a:lnTo>
                  <a:pt x="3624" y="3153"/>
                </a:lnTo>
                <a:lnTo>
                  <a:pt x="3623" y="3153"/>
                </a:lnTo>
                <a:lnTo>
                  <a:pt x="3621" y="3153"/>
                </a:lnTo>
                <a:lnTo>
                  <a:pt x="3620" y="3153"/>
                </a:lnTo>
                <a:lnTo>
                  <a:pt x="3619" y="3152"/>
                </a:lnTo>
                <a:lnTo>
                  <a:pt x="3619" y="3151"/>
                </a:lnTo>
                <a:lnTo>
                  <a:pt x="3618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10" y="3152"/>
                </a:lnTo>
                <a:lnTo>
                  <a:pt x="3609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9" y="3167"/>
                </a:lnTo>
                <a:lnTo>
                  <a:pt x="3618" y="3168"/>
                </a:lnTo>
                <a:lnTo>
                  <a:pt x="3616" y="3170"/>
                </a:lnTo>
                <a:lnTo>
                  <a:pt x="3615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3" y="3167"/>
                </a:lnTo>
                <a:lnTo>
                  <a:pt x="3612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0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6" y="3177"/>
                </a:lnTo>
                <a:lnTo>
                  <a:pt x="3615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7"/>
                </a:lnTo>
                <a:lnTo>
                  <a:pt x="3613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1" y="3171"/>
                </a:lnTo>
                <a:lnTo>
                  <a:pt x="3611" y="3172"/>
                </a:lnTo>
                <a:lnTo>
                  <a:pt x="3612" y="3174"/>
                </a:lnTo>
                <a:lnTo>
                  <a:pt x="3612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1"/>
                </a:lnTo>
                <a:lnTo>
                  <a:pt x="3612" y="3181"/>
                </a:lnTo>
                <a:lnTo>
                  <a:pt x="3612" y="3185"/>
                </a:lnTo>
                <a:lnTo>
                  <a:pt x="3611" y="3186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0"/>
                </a:lnTo>
                <a:lnTo>
                  <a:pt x="3616" y="3190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5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2" y="3200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10" y="3206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10" y="3210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0"/>
                </a:lnTo>
                <a:lnTo>
                  <a:pt x="3608" y="3208"/>
                </a:lnTo>
                <a:lnTo>
                  <a:pt x="3608" y="3207"/>
                </a:lnTo>
                <a:lnTo>
                  <a:pt x="3608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8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0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8" y="3220"/>
                </a:lnTo>
                <a:lnTo>
                  <a:pt x="3608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0"/>
                </a:lnTo>
                <a:lnTo>
                  <a:pt x="3602" y="3220"/>
                </a:lnTo>
                <a:lnTo>
                  <a:pt x="3602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600" y="3215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3"/>
                </a:lnTo>
                <a:lnTo>
                  <a:pt x="3595" y="3214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3"/>
                </a:lnTo>
                <a:lnTo>
                  <a:pt x="3592" y="3213"/>
                </a:lnTo>
                <a:lnTo>
                  <a:pt x="3592" y="3214"/>
                </a:lnTo>
                <a:lnTo>
                  <a:pt x="3593" y="3216"/>
                </a:lnTo>
                <a:lnTo>
                  <a:pt x="3593" y="3217"/>
                </a:lnTo>
                <a:lnTo>
                  <a:pt x="3593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7" y="3222"/>
                </a:lnTo>
                <a:lnTo>
                  <a:pt x="3596" y="3223"/>
                </a:lnTo>
                <a:lnTo>
                  <a:pt x="3595" y="3225"/>
                </a:lnTo>
                <a:lnTo>
                  <a:pt x="3596" y="3225"/>
                </a:lnTo>
                <a:lnTo>
                  <a:pt x="3595" y="3225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4" y="3221"/>
                </a:lnTo>
                <a:lnTo>
                  <a:pt x="3584" y="3220"/>
                </a:lnTo>
                <a:lnTo>
                  <a:pt x="3583" y="3220"/>
                </a:lnTo>
                <a:lnTo>
                  <a:pt x="3583" y="3221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4"/>
                </a:lnTo>
                <a:lnTo>
                  <a:pt x="3584" y="3225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4"/>
                </a:lnTo>
                <a:lnTo>
                  <a:pt x="3584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9" y="3237"/>
                </a:lnTo>
                <a:lnTo>
                  <a:pt x="3580" y="3236"/>
                </a:lnTo>
                <a:lnTo>
                  <a:pt x="3580" y="3235"/>
                </a:lnTo>
                <a:lnTo>
                  <a:pt x="3581" y="3234"/>
                </a:lnTo>
                <a:lnTo>
                  <a:pt x="3580" y="3234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3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1" y="3225"/>
                </a:lnTo>
                <a:lnTo>
                  <a:pt x="3570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70" y="3216"/>
                </a:lnTo>
                <a:lnTo>
                  <a:pt x="3570" y="3214"/>
                </a:lnTo>
                <a:lnTo>
                  <a:pt x="3570" y="3213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69" y="3208"/>
                </a:lnTo>
                <a:lnTo>
                  <a:pt x="3571" y="3206"/>
                </a:lnTo>
                <a:lnTo>
                  <a:pt x="3570" y="3206"/>
                </a:lnTo>
                <a:lnTo>
                  <a:pt x="3570" y="3207"/>
                </a:lnTo>
                <a:lnTo>
                  <a:pt x="3569" y="3207"/>
                </a:lnTo>
                <a:lnTo>
                  <a:pt x="3569" y="3208"/>
                </a:lnTo>
                <a:lnTo>
                  <a:pt x="3568" y="3208"/>
                </a:lnTo>
                <a:lnTo>
                  <a:pt x="3568" y="3207"/>
                </a:lnTo>
                <a:lnTo>
                  <a:pt x="3568" y="3206"/>
                </a:lnTo>
                <a:lnTo>
                  <a:pt x="3567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3"/>
                </a:lnTo>
                <a:lnTo>
                  <a:pt x="3567" y="3214"/>
                </a:lnTo>
                <a:lnTo>
                  <a:pt x="3566" y="3216"/>
                </a:lnTo>
                <a:lnTo>
                  <a:pt x="3565" y="3217"/>
                </a:lnTo>
                <a:lnTo>
                  <a:pt x="3562" y="3215"/>
                </a:lnTo>
                <a:lnTo>
                  <a:pt x="3561" y="3217"/>
                </a:lnTo>
                <a:lnTo>
                  <a:pt x="3561" y="3218"/>
                </a:lnTo>
                <a:lnTo>
                  <a:pt x="3562" y="3218"/>
                </a:lnTo>
                <a:lnTo>
                  <a:pt x="3562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4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2" y="3229"/>
                </a:lnTo>
                <a:lnTo>
                  <a:pt x="3562" y="3231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60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9" y="3240"/>
                </a:lnTo>
                <a:lnTo>
                  <a:pt x="3548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7" y="3237"/>
                </a:lnTo>
                <a:lnTo>
                  <a:pt x="3546" y="3237"/>
                </a:lnTo>
                <a:lnTo>
                  <a:pt x="3546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6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4" y="3233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4" y="3241"/>
                </a:lnTo>
                <a:lnTo>
                  <a:pt x="3534" y="3240"/>
                </a:lnTo>
                <a:lnTo>
                  <a:pt x="3533" y="3240"/>
                </a:lnTo>
                <a:lnTo>
                  <a:pt x="3533" y="3241"/>
                </a:lnTo>
                <a:lnTo>
                  <a:pt x="3532" y="3242"/>
                </a:lnTo>
                <a:lnTo>
                  <a:pt x="3532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7"/>
                </a:lnTo>
                <a:lnTo>
                  <a:pt x="3528" y="3248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6" y="3250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1"/>
                </a:lnTo>
                <a:lnTo>
                  <a:pt x="3526" y="3252"/>
                </a:lnTo>
                <a:lnTo>
                  <a:pt x="3525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4"/>
                </a:lnTo>
                <a:lnTo>
                  <a:pt x="3522" y="3253"/>
                </a:lnTo>
                <a:lnTo>
                  <a:pt x="3521" y="3253"/>
                </a:lnTo>
                <a:lnTo>
                  <a:pt x="3521" y="3254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3" y="3249"/>
                </a:lnTo>
                <a:lnTo>
                  <a:pt x="3512" y="3249"/>
                </a:lnTo>
                <a:lnTo>
                  <a:pt x="3511" y="3249"/>
                </a:lnTo>
                <a:lnTo>
                  <a:pt x="3511" y="3248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8" y="3246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7" y="3242"/>
                </a:lnTo>
                <a:lnTo>
                  <a:pt x="3507" y="3241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5"/>
                </a:lnTo>
                <a:lnTo>
                  <a:pt x="3515" y="3234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7"/>
                </a:lnTo>
                <a:lnTo>
                  <a:pt x="3506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5" y="3233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3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4" y="3233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4"/>
                </a:lnTo>
                <a:lnTo>
                  <a:pt x="3506" y="3245"/>
                </a:lnTo>
                <a:lnTo>
                  <a:pt x="3506" y="3246"/>
                </a:lnTo>
                <a:lnTo>
                  <a:pt x="3507" y="3246"/>
                </a:lnTo>
                <a:lnTo>
                  <a:pt x="3507" y="3247"/>
                </a:lnTo>
                <a:lnTo>
                  <a:pt x="3506" y="3247"/>
                </a:lnTo>
                <a:lnTo>
                  <a:pt x="3506" y="3248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60"/>
                </a:lnTo>
                <a:lnTo>
                  <a:pt x="3493" y="3259"/>
                </a:lnTo>
                <a:lnTo>
                  <a:pt x="3492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2" y="3258"/>
                </a:lnTo>
                <a:lnTo>
                  <a:pt x="3491" y="3257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9" y="3255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3" y="3249"/>
                </a:lnTo>
                <a:lnTo>
                  <a:pt x="3481" y="3249"/>
                </a:lnTo>
                <a:lnTo>
                  <a:pt x="3480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1"/>
                </a:lnTo>
                <a:lnTo>
                  <a:pt x="3476" y="3251"/>
                </a:lnTo>
                <a:lnTo>
                  <a:pt x="3475" y="3251"/>
                </a:lnTo>
                <a:lnTo>
                  <a:pt x="3473" y="3251"/>
                </a:lnTo>
                <a:lnTo>
                  <a:pt x="3473" y="3250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59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7" y="3262"/>
                </a:lnTo>
                <a:lnTo>
                  <a:pt x="3456" y="3262"/>
                </a:lnTo>
                <a:lnTo>
                  <a:pt x="3456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3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5" y="3256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5"/>
                </a:lnTo>
                <a:lnTo>
                  <a:pt x="3455" y="3254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2" y="3255"/>
                </a:lnTo>
                <a:lnTo>
                  <a:pt x="3451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4"/>
                </a:lnTo>
                <a:lnTo>
                  <a:pt x="3452" y="3253"/>
                </a:lnTo>
                <a:lnTo>
                  <a:pt x="3451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1" y="3251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2"/>
                </a:lnTo>
                <a:lnTo>
                  <a:pt x="3447" y="3252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3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1"/>
                </a:lnTo>
                <a:lnTo>
                  <a:pt x="3443" y="3252"/>
                </a:lnTo>
                <a:lnTo>
                  <a:pt x="3443" y="3253"/>
                </a:lnTo>
                <a:lnTo>
                  <a:pt x="3442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2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4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5"/>
                </a:lnTo>
                <a:lnTo>
                  <a:pt x="3448" y="3265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8" y="3267"/>
                </a:lnTo>
                <a:lnTo>
                  <a:pt x="3449" y="3267"/>
                </a:lnTo>
                <a:lnTo>
                  <a:pt x="3450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70"/>
                </a:lnTo>
                <a:lnTo>
                  <a:pt x="3441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5"/>
                </a:lnTo>
                <a:lnTo>
                  <a:pt x="3434" y="3275"/>
                </a:lnTo>
                <a:lnTo>
                  <a:pt x="3434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1" y="3278"/>
                </a:lnTo>
                <a:lnTo>
                  <a:pt x="3430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8" y="3278"/>
                </a:lnTo>
                <a:lnTo>
                  <a:pt x="3429" y="3278"/>
                </a:lnTo>
                <a:lnTo>
                  <a:pt x="3428" y="3277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4" y="3279"/>
                </a:lnTo>
                <a:lnTo>
                  <a:pt x="3423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1" y="3277"/>
                </a:lnTo>
                <a:lnTo>
                  <a:pt x="3421" y="3278"/>
                </a:lnTo>
                <a:lnTo>
                  <a:pt x="3423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2"/>
                </a:lnTo>
                <a:lnTo>
                  <a:pt x="3418" y="3272"/>
                </a:lnTo>
                <a:lnTo>
                  <a:pt x="3419" y="3272"/>
                </a:lnTo>
                <a:lnTo>
                  <a:pt x="3418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9" y="3276"/>
                </a:lnTo>
                <a:lnTo>
                  <a:pt x="3420" y="3277"/>
                </a:lnTo>
                <a:lnTo>
                  <a:pt x="3419" y="3277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5" y="3276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6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9"/>
                </a:lnTo>
                <a:lnTo>
                  <a:pt x="3414" y="3279"/>
                </a:lnTo>
                <a:lnTo>
                  <a:pt x="3413" y="3280"/>
                </a:lnTo>
                <a:lnTo>
                  <a:pt x="3412" y="3280"/>
                </a:lnTo>
                <a:lnTo>
                  <a:pt x="3411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8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3" y="3287"/>
                </a:lnTo>
                <a:lnTo>
                  <a:pt x="3402" y="3286"/>
                </a:lnTo>
                <a:lnTo>
                  <a:pt x="3402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5" y="3284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79"/>
                </a:lnTo>
                <a:lnTo>
                  <a:pt x="3399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6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400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90" y="3284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8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2" y="3277"/>
                </a:lnTo>
                <a:lnTo>
                  <a:pt x="3383" y="3276"/>
                </a:lnTo>
                <a:lnTo>
                  <a:pt x="3382" y="3276"/>
                </a:lnTo>
                <a:lnTo>
                  <a:pt x="3382" y="3277"/>
                </a:lnTo>
                <a:lnTo>
                  <a:pt x="3382" y="3278"/>
                </a:lnTo>
                <a:lnTo>
                  <a:pt x="3381" y="3279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80" y="3280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1"/>
                </a:lnTo>
                <a:lnTo>
                  <a:pt x="3381" y="3281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7" y="3284"/>
                </a:lnTo>
                <a:lnTo>
                  <a:pt x="3386" y="3284"/>
                </a:lnTo>
                <a:lnTo>
                  <a:pt x="3385" y="3284"/>
                </a:lnTo>
                <a:lnTo>
                  <a:pt x="3383" y="3285"/>
                </a:lnTo>
                <a:lnTo>
                  <a:pt x="3382" y="3285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3" y="3289"/>
                </a:lnTo>
                <a:lnTo>
                  <a:pt x="3372" y="3289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3" y="3290"/>
                </a:lnTo>
                <a:lnTo>
                  <a:pt x="3362" y="3290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6" y="3292"/>
                </a:lnTo>
                <a:lnTo>
                  <a:pt x="3356" y="3293"/>
                </a:lnTo>
                <a:lnTo>
                  <a:pt x="3355" y="3293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7"/>
                </a:lnTo>
                <a:lnTo>
                  <a:pt x="3344" y="3308"/>
                </a:lnTo>
                <a:lnTo>
                  <a:pt x="3344" y="3309"/>
                </a:lnTo>
                <a:lnTo>
                  <a:pt x="3342" y="3309"/>
                </a:lnTo>
                <a:lnTo>
                  <a:pt x="3340" y="3309"/>
                </a:lnTo>
                <a:lnTo>
                  <a:pt x="3340" y="3308"/>
                </a:lnTo>
                <a:lnTo>
                  <a:pt x="3339" y="3308"/>
                </a:lnTo>
                <a:lnTo>
                  <a:pt x="3339" y="3309"/>
                </a:lnTo>
                <a:lnTo>
                  <a:pt x="3338" y="3309"/>
                </a:lnTo>
                <a:lnTo>
                  <a:pt x="3338" y="3310"/>
                </a:lnTo>
                <a:lnTo>
                  <a:pt x="3337" y="3310"/>
                </a:lnTo>
                <a:lnTo>
                  <a:pt x="3336" y="3310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8" y="3311"/>
                </a:lnTo>
                <a:lnTo>
                  <a:pt x="3328" y="3310"/>
                </a:lnTo>
                <a:lnTo>
                  <a:pt x="3329" y="3309"/>
                </a:lnTo>
                <a:lnTo>
                  <a:pt x="3329" y="3308"/>
                </a:lnTo>
                <a:lnTo>
                  <a:pt x="3330" y="3308"/>
                </a:lnTo>
                <a:lnTo>
                  <a:pt x="3329" y="3307"/>
                </a:lnTo>
                <a:lnTo>
                  <a:pt x="3330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3"/>
                </a:lnTo>
                <a:lnTo>
                  <a:pt x="3328" y="3294"/>
                </a:lnTo>
                <a:lnTo>
                  <a:pt x="3327" y="3294"/>
                </a:lnTo>
                <a:lnTo>
                  <a:pt x="3327" y="3293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4" y="3291"/>
                </a:lnTo>
                <a:lnTo>
                  <a:pt x="3324" y="3290"/>
                </a:lnTo>
                <a:lnTo>
                  <a:pt x="3324" y="3289"/>
                </a:lnTo>
                <a:lnTo>
                  <a:pt x="3323" y="3289"/>
                </a:lnTo>
                <a:lnTo>
                  <a:pt x="3323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5" y="3295"/>
                </a:lnTo>
                <a:lnTo>
                  <a:pt x="3326" y="3295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7" y="3301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7" y="3308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6" y="3313"/>
                </a:lnTo>
                <a:lnTo>
                  <a:pt x="3326" y="3312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5" y="3316"/>
                </a:lnTo>
                <a:lnTo>
                  <a:pt x="3326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1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5"/>
                </a:lnTo>
                <a:lnTo>
                  <a:pt x="3308" y="3325"/>
                </a:lnTo>
                <a:lnTo>
                  <a:pt x="3308" y="3324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09" y="3321"/>
                </a:lnTo>
                <a:lnTo>
                  <a:pt x="3310" y="3321"/>
                </a:lnTo>
                <a:lnTo>
                  <a:pt x="3309" y="3320"/>
                </a:lnTo>
                <a:lnTo>
                  <a:pt x="3308" y="3320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3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6" y="3332"/>
                </a:lnTo>
                <a:lnTo>
                  <a:pt x="3305" y="3332"/>
                </a:lnTo>
                <a:lnTo>
                  <a:pt x="3304" y="3333"/>
                </a:lnTo>
                <a:lnTo>
                  <a:pt x="3305" y="3333"/>
                </a:lnTo>
                <a:lnTo>
                  <a:pt x="3304" y="3333"/>
                </a:lnTo>
                <a:lnTo>
                  <a:pt x="3303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6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1" y="3346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3" y="3350"/>
                </a:lnTo>
                <a:lnTo>
                  <a:pt x="3323" y="3349"/>
                </a:lnTo>
                <a:lnTo>
                  <a:pt x="3324" y="3349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5" y="3355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1" y="3359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8" y="3354"/>
                </a:lnTo>
                <a:lnTo>
                  <a:pt x="3319" y="3354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6" y="3363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4"/>
                </a:lnTo>
                <a:lnTo>
                  <a:pt x="3319" y="3364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9" y="3368"/>
                </a:lnTo>
                <a:lnTo>
                  <a:pt x="3320" y="3368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6"/>
                </a:lnTo>
                <a:lnTo>
                  <a:pt x="3320" y="3365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6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6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8" y="3366"/>
                </a:lnTo>
                <a:lnTo>
                  <a:pt x="3328" y="3365"/>
                </a:lnTo>
                <a:lnTo>
                  <a:pt x="3329" y="3365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4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3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9" y="3369"/>
                </a:lnTo>
                <a:lnTo>
                  <a:pt x="3328" y="3369"/>
                </a:lnTo>
                <a:lnTo>
                  <a:pt x="3328" y="3368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7" y="3374"/>
                </a:lnTo>
                <a:lnTo>
                  <a:pt x="3329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1" y="3375"/>
                </a:lnTo>
                <a:lnTo>
                  <a:pt x="3331" y="3374"/>
                </a:lnTo>
                <a:lnTo>
                  <a:pt x="3332" y="3374"/>
                </a:lnTo>
                <a:lnTo>
                  <a:pt x="3333" y="3376"/>
                </a:lnTo>
                <a:lnTo>
                  <a:pt x="3334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79"/>
                </a:lnTo>
                <a:lnTo>
                  <a:pt x="3334" y="3379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20" y="3405"/>
                </a:lnTo>
                <a:lnTo>
                  <a:pt x="3319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6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4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7"/>
                </a:lnTo>
                <a:lnTo>
                  <a:pt x="3312" y="3406"/>
                </a:lnTo>
                <a:lnTo>
                  <a:pt x="3312" y="3405"/>
                </a:lnTo>
                <a:lnTo>
                  <a:pt x="3311" y="3405"/>
                </a:lnTo>
                <a:lnTo>
                  <a:pt x="3309" y="3405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5"/>
                </a:lnTo>
                <a:lnTo>
                  <a:pt x="3307" y="3406"/>
                </a:lnTo>
                <a:lnTo>
                  <a:pt x="3307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4"/>
                </a:lnTo>
                <a:lnTo>
                  <a:pt x="3290" y="3404"/>
                </a:lnTo>
                <a:lnTo>
                  <a:pt x="3290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10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8"/>
                </a:lnTo>
                <a:lnTo>
                  <a:pt x="3282" y="3407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3" y="3401"/>
                </a:lnTo>
                <a:lnTo>
                  <a:pt x="3283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2"/>
                </a:lnTo>
                <a:lnTo>
                  <a:pt x="3287" y="3392"/>
                </a:lnTo>
                <a:lnTo>
                  <a:pt x="3287" y="3393"/>
                </a:lnTo>
                <a:lnTo>
                  <a:pt x="3286" y="3394"/>
                </a:lnTo>
                <a:lnTo>
                  <a:pt x="3286" y="3395"/>
                </a:lnTo>
                <a:lnTo>
                  <a:pt x="3287" y="3395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89"/>
                </a:lnTo>
                <a:lnTo>
                  <a:pt x="3289" y="3388"/>
                </a:lnTo>
                <a:lnTo>
                  <a:pt x="3288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7" y="3386"/>
                </a:lnTo>
                <a:lnTo>
                  <a:pt x="3287" y="3385"/>
                </a:lnTo>
                <a:lnTo>
                  <a:pt x="3286" y="3385"/>
                </a:lnTo>
                <a:lnTo>
                  <a:pt x="3286" y="3386"/>
                </a:lnTo>
                <a:lnTo>
                  <a:pt x="3286" y="3387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4" y="3383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2" y="3386"/>
                </a:lnTo>
                <a:lnTo>
                  <a:pt x="3281" y="3386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3" y="3378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3" y="3374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7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4" y="3361"/>
                </a:lnTo>
                <a:lnTo>
                  <a:pt x="3273" y="3361"/>
                </a:lnTo>
                <a:lnTo>
                  <a:pt x="3273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1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59"/>
                </a:lnTo>
                <a:lnTo>
                  <a:pt x="3267" y="3358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8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60" y="3343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40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1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3" y="3324"/>
                </a:lnTo>
                <a:lnTo>
                  <a:pt x="3262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6"/>
                </a:lnTo>
                <a:lnTo>
                  <a:pt x="3263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4"/>
                </a:lnTo>
                <a:lnTo>
                  <a:pt x="3267" y="3314"/>
                </a:lnTo>
                <a:lnTo>
                  <a:pt x="3266" y="3314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09"/>
                </a:lnTo>
                <a:lnTo>
                  <a:pt x="3269" y="3308"/>
                </a:lnTo>
                <a:lnTo>
                  <a:pt x="3269" y="3305"/>
                </a:lnTo>
                <a:lnTo>
                  <a:pt x="3269" y="3304"/>
                </a:lnTo>
                <a:lnTo>
                  <a:pt x="3268" y="3303"/>
                </a:lnTo>
                <a:lnTo>
                  <a:pt x="3269" y="3303"/>
                </a:lnTo>
                <a:lnTo>
                  <a:pt x="3269" y="3302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7"/>
                </a:lnTo>
                <a:lnTo>
                  <a:pt x="3268" y="3296"/>
                </a:lnTo>
                <a:lnTo>
                  <a:pt x="3267" y="3296"/>
                </a:lnTo>
                <a:lnTo>
                  <a:pt x="3268" y="3296"/>
                </a:lnTo>
                <a:lnTo>
                  <a:pt x="3268" y="3295"/>
                </a:lnTo>
                <a:lnTo>
                  <a:pt x="3269" y="3295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5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1" y="3286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1" y="3284"/>
                </a:lnTo>
                <a:lnTo>
                  <a:pt x="3280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4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0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8" y="3275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9" y="3273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2"/>
                </a:lnTo>
                <a:lnTo>
                  <a:pt x="3267" y="3273"/>
                </a:lnTo>
                <a:lnTo>
                  <a:pt x="3266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8" y="3278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0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8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3"/>
                </a:lnTo>
                <a:lnTo>
                  <a:pt x="3265" y="3284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59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60" y="3275"/>
                </a:lnTo>
                <a:lnTo>
                  <a:pt x="3260" y="3273"/>
                </a:lnTo>
                <a:lnTo>
                  <a:pt x="3260" y="3272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6" y="3273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4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4" y="3270"/>
                </a:lnTo>
                <a:lnTo>
                  <a:pt x="3254" y="3268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6"/>
                </a:lnTo>
                <a:lnTo>
                  <a:pt x="3255" y="3265"/>
                </a:lnTo>
                <a:lnTo>
                  <a:pt x="3254" y="3265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1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1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0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50" y="3259"/>
                </a:lnTo>
                <a:lnTo>
                  <a:pt x="3249" y="3259"/>
                </a:lnTo>
                <a:lnTo>
                  <a:pt x="3250" y="3259"/>
                </a:lnTo>
                <a:lnTo>
                  <a:pt x="3250" y="3258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1" y="3255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5" y="3259"/>
                </a:lnTo>
                <a:lnTo>
                  <a:pt x="3245" y="3260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69"/>
                </a:lnTo>
                <a:lnTo>
                  <a:pt x="3251" y="3270"/>
                </a:lnTo>
                <a:lnTo>
                  <a:pt x="3250" y="3270"/>
                </a:lnTo>
                <a:lnTo>
                  <a:pt x="3251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0" y="3274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9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5" y="3282"/>
                </a:lnTo>
                <a:lnTo>
                  <a:pt x="3244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9" y="3285"/>
                </a:lnTo>
                <a:lnTo>
                  <a:pt x="3238" y="3285"/>
                </a:lnTo>
                <a:lnTo>
                  <a:pt x="3236" y="3285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2"/>
                </a:lnTo>
                <a:lnTo>
                  <a:pt x="3229" y="3283"/>
                </a:lnTo>
                <a:lnTo>
                  <a:pt x="3229" y="3284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2" y="3289"/>
                </a:lnTo>
                <a:lnTo>
                  <a:pt x="3211" y="3289"/>
                </a:lnTo>
                <a:lnTo>
                  <a:pt x="3210" y="3288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4" y="3283"/>
                </a:lnTo>
                <a:lnTo>
                  <a:pt x="3205" y="3283"/>
                </a:lnTo>
                <a:lnTo>
                  <a:pt x="3206" y="3281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3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1"/>
                </a:lnTo>
                <a:lnTo>
                  <a:pt x="3210" y="3271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1"/>
                </a:lnTo>
                <a:lnTo>
                  <a:pt x="3206" y="3270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7" y="3264"/>
                </a:lnTo>
                <a:lnTo>
                  <a:pt x="3207" y="3263"/>
                </a:lnTo>
                <a:lnTo>
                  <a:pt x="3206" y="3263"/>
                </a:lnTo>
                <a:lnTo>
                  <a:pt x="3206" y="3264"/>
                </a:lnTo>
                <a:lnTo>
                  <a:pt x="3205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8"/>
                </a:lnTo>
                <a:lnTo>
                  <a:pt x="3191" y="3266"/>
                </a:lnTo>
                <a:lnTo>
                  <a:pt x="3190" y="3266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3"/>
                </a:lnTo>
                <a:lnTo>
                  <a:pt x="3187" y="3262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5"/>
                </a:lnTo>
                <a:lnTo>
                  <a:pt x="3190" y="3255"/>
                </a:lnTo>
                <a:lnTo>
                  <a:pt x="3190" y="3254"/>
                </a:lnTo>
                <a:lnTo>
                  <a:pt x="3191" y="3254"/>
                </a:lnTo>
                <a:lnTo>
                  <a:pt x="3190" y="3254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4" y="3249"/>
                </a:lnTo>
                <a:lnTo>
                  <a:pt x="3184" y="3248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4" y="3259"/>
                </a:lnTo>
                <a:lnTo>
                  <a:pt x="3184" y="3260"/>
                </a:lnTo>
                <a:lnTo>
                  <a:pt x="3184" y="3261"/>
                </a:lnTo>
                <a:lnTo>
                  <a:pt x="3185" y="3261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5"/>
                </a:lnTo>
                <a:lnTo>
                  <a:pt x="3187" y="3265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3" y="3267"/>
                </a:lnTo>
                <a:lnTo>
                  <a:pt x="3183" y="3266"/>
                </a:lnTo>
                <a:lnTo>
                  <a:pt x="3182" y="3266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5" y="3265"/>
                </a:lnTo>
                <a:lnTo>
                  <a:pt x="3174" y="3265"/>
                </a:lnTo>
                <a:lnTo>
                  <a:pt x="3173" y="3265"/>
                </a:lnTo>
                <a:lnTo>
                  <a:pt x="3173" y="3264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4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6"/>
                </a:lnTo>
                <a:lnTo>
                  <a:pt x="3174" y="3256"/>
                </a:lnTo>
                <a:lnTo>
                  <a:pt x="3173" y="3256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59"/>
                </a:lnTo>
                <a:lnTo>
                  <a:pt x="3170" y="3260"/>
                </a:lnTo>
                <a:lnTo>
                  <a:pt x="3169" y="3260"/>
                </a:lnTo>
                <a:lnTo>
                  <a:pt x="3169" y="3261"/>
                </a:lnTo>
                <a:lnTo>
                  <a:pt x="3170" y="3263"/>
                </a:lnTo>
                <a:lnTo>
                  <a:pt x="3168" y="3264"/>
                </a:lnTo>
                <a:lnTo>
                  <a:pt x="3168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7" y="3260"/>
                </a:lnTo>
                <a:lnTo>
                  <a:pt x="3167" y="3258"/>
                </a:lnTo>
                <a:lnTo>
                  <a:pt x="3166" y="3258"/>
                </a:lnTo>
                <a:lnTo>
                  <a:pt x="3166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2"/>
                </a:lnTo>
                <a:lnTo>
                  <a:pt x="3169" y="3251"/>
                </a:lnTo>
                <a:lnTo>
                  <a:pt x="3170" y="3250"/>
                </a:lnTo>
                <a:lnTo>
                  <a:pt x="3170" y="3249"/>
                </a:lnTo>
                <a:lnTo>
                  <a:pt x="3169" y="3251"/>
                </a:lnTo>
                <a:lnTo>
                  <a:pt x="3168" y="3251"/>
                </a:lnTo>
                <a:lnTo>
                  <a:pt x="3168" y="3250"/>
                </a:lnTo>
                <a:lnTo>
                  <a:pt x="3168" y="3249"/>
                </a:lnTo>
                <a:lnTo>
                  <a:pt x="3167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3"/>
                </a:lnTo>
                <a:lnTo>
                  <a:pt x="3166" y="3252"/>
                </a:lnTo>
                <a:lnTo>
                  <a:pt x="3165" y="3252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4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0" y="3249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8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5"/>
                </a:lnTo>
                <a:lnTo>
                  <a:pt x="3164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8"/>
                </a:lnTo>
                <a:lnTo>
                  <a:pt x="3159" y="3237"/>
                </a:lnTo>
                <a:lnTo>
                  <a:pt x="3159" y="3238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0" y="3243"/>
                </a:lnTo>
                <a:lnTo>
                  <a:pt x="3151" y="3242"/>
                </a:lnTo>
                <a:lnTo>
                  <a:pt x="3150" y="3242"/>
                </a:lnTo>
                <a:lnTo>
                  <a:pt x="3150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6"/>
                </a:lnTo>
                <a:lnTo>
                  <a:pt x="3153" y="3247"/>
                </a:lnTo>
                <a:lnTo>
                  <a:pt x="3154" y="3248"/>
                </a:lnTo>
                <a:lnTo>
                  <a:pt x="3154" y="3249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59"/>
                </a:lnTo>
                <a:lnTo>
                  <a:pt x="3155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9" y="3257"/>
                </a:lnTo>
                <a:lnTo>
                  <a:pt x="3159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59"/>
                </a:lnTo>
                <a:lnTo>
                  <a:pt x="3160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3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1" y="3273"/>
                </a:lnTo>
                <a:lnTo>
                  <a:pt x="3152" y="3273"/>
                </a:lnTo>
                <a:lnTo>
                  <a:pt x="3152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5" y="3271"/>
                </a:lnTo>
                <a:lnTo>
                  <a:pt x="3144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9" y="3269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68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7" y="3266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4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3"/>
                </a:lnTo>
                <a:lnTo>
                  <a:pt x="3148" y="3262"/>
                </a:lnTo>
                <a:lnTo>
                  <a:pt x="3148" y="3261"/>
                </a:lnTo>
                <a:lnTo>
                  <a:pt x="3149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2"/>
                </a:lnTo>
                <a:lnTo>
                  <a:pt x="3141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40" y="3258"/>
                </a:lnTo>
                <a:lnTo>
                  <a:pt x="3139" y="3258"/>
                </a:lnTo>
                <a:lnTo>
                  <a:pt x="3139" y="3259"/>
                </a:lnTo>
                <a:lnTo>
                  <a:pt x="3139" y="3260"/>
                </a:lnTo>
                <a:lnTo>
                  <a:pt x="3138" y="3260"/>
                </a:lnTo>
                <a:lnTo>
                  <a:pt x="3139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3"/>
                </a:lnTo>
                <a:lnTo>
                  <a:pt x="3139" y="3262"/>
                </a:lnTo>
                <a:lnTo>
                  <a:pt x="3138" y="3262"/>
                </a:lnTo>
                <a:lnTo>
                  <a:pt x="3139" y="3261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8" y="3268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0" y="3279"/>
                </a:lnTo>
                <a:lnTo>
                  <a:pt x="3129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3" y="3270"/>
                </a:lnTo>
                <a:lnTo>
                  <a:pt x="3133" y="3271"/>
                </a:lnTo>
                <a:lnTo>
                  <a:pt x="3132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2" y="3269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29" y="3267"/>
                </a:lnTo>
                <a:lnTo>
                  <a:pt x="3128" y="3267"/>
                </a:lnTo>
                <a:lnTo>
                  <a:pt x="3128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3"/>
                </a:lnTo>
                <a:lnTo>
                  <a:pt x="3121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6" y="3277"/>
                </a:lnTo>
                <a:lnTo>
                  <a:pt x="3125" y="3277"/>
                </a:lnTo>
                <a:lnTo>
                  <a:pt x="3123" y="3277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7" y="3275"/>
                </a:lnTo>
                <a:lnTo>
                  <a:pt x="3116" y="3275"/>
                </a:lnTo>
                <a:lnTo>
                  <a:pt x="3117" y="3275"/>
                </a:lnTo>
                <a:lnTo>
                  <a:pt x="3117" y="3276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9" y="3267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5"/>
                </a:lnTo>
                <a:lnTo>
                  <a:pt x="3098" y="3265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3" y="3265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6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1" y="3263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9" y="3259"/>
                </a:lnTo>
                <a:lnTo>
                  <a:pt x="3048" y="3259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6" y="3249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5" y="3240"/>
                </a:lnTo>
                <a:lnTo>
                  <a:pt x="3025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9" y="3234"/>
                </a:lnTo>
                <a:lnTo>
                  <a:pt x="3018" y="3234"/>
                </a:lnTo>
                <a:lnTo>
                  <a:pt x="3018" y="3235"/>
                </a:lnTo>
                <a:lnTo>
                  <a:pt x="3017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5"/>
                </a:lnTo>
                <a:lnTo>
                  <a:pt x="2992" y="3225"/>
                </a:lnTo>
                <a:lnTo>
                  <a:pt x="2993" y="3225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3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3" y="3220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90" y="3208"/>
                </a:lnTo>
                <a:lnTo>
                  <a:pt x="2991" y="3208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2" y="3205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1" y="3200"/>
                </a:lnTo>
                <a:lnTo>
                  <a:pt x="2990" y="3200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8" y="3194"/>
                </a:lnTo>
                <a:lnTo>
                  <a:pt x="2987" y="3194"/>
                </a:lnTo>
                <a:lnTo>
                  <a:pt x="2986" y="3194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80" y="3186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80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1" y="3180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3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3" y="3168"/>
                </a:lnTo>
                <a:lnTo>
                  <a:pt x="2984" y="3168"/>
                </a:lnTo>
                <a:lnTo>
                  <a:pt x="2984" y="3167"/>
                </a:lnTo>
                <a:lnTo>
                  <a:pt x="2985" y="3167"/>
                </a:lnTo>
                <a:lnTo>
                  <a:pt x="2986" y="3167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69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2" y="3169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8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2" y="3134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8"/>
                </a:lnTo>
                <a:lnTo>
                  <a:pt x="2968" y="3138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9"/>
                </a:lnTo>
                <a:lnTo>
                  <a:pt x="2930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5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28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19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19"/>
                </a:lnTo>
                <a:lnTo>
                  <a:pt x="2893" y="3119"/>
                </a:lnTo>
                <a:lnTo>
                  <a:pt x="2892" y="3119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9"/>
                </a:lnTo>
                <a:lnTo>
                  <a:pt x="2890" y="3118"/>
                </a:lnTo>
                <a:lnTo>
                  <a:pt x="2889" y="3118"/>
                </a:lnTo>
                <a:lnTo>
                  <a:pt x="2889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89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89" y="3114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5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4" y="3105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098"/>
                </a:lnTo>
                <a:lnTo>
                  <a:pt x="2879" y="3098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3"/>
                </a:lnTo>
                <a:lnTo>
                  <a:pt x="2871" y="3092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2" y="3095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8" y="3100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18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3" y="3121"/>
                </a:lnTo>
                <a:lnTo>
                  <a:pt x="2823" y="3123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4" y="3126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4"/>
                </a:lnTo>
                <a:lnTo>
                  <a:pt x="2823" y="3134"/>
                </a:lnTo>
                <a:lnTo>
                  <a:pt x="2823" y="3135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4" y="3143"/>
                </a:lnTo>
                <a:lnTo>
                  <a:pt x="2815" y="3143"/>
                </a:lnTo>
                <a:lnTo>
                  <a:pt x="2815" y="3144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7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2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89" y="3152"/>
                </a:lnTo>
                <a:lnTo>
                  <a:pt x="2789" y="3153"/>
                </a:lnTo>
                <a:lnTo>
                  <a:pt x="2788" y="3153"/>
                </a:lnTo>
                <a:lnTo>
                  <a:pt x="2787" y="3153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3" y="3157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2" y="3158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3" y="3153"/>
                </a:lnTo>
                <a:lnTo>
                  <a:pt x="2773" y="3152"/>
                </a:lnTo>
                <a:lnTo>
                  <a:pt x="2773" y="3151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59" y="3146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7" y="3150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49" y="3173"/>
                </a:lnTo>
                <a:lnTo>
                  <a:pt x="2749" y="3174"/>
                </a:lnTo>
                <a:lnTo>
                  <a:pt x="2750" y="3175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4" y="3175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69"/>
                </a:lnTo>
                <a:lnTo>
                  <a:pt x="2735" y="3168"/>
                </a:lnTo>
                <a:lnTo>
                  <a:pt x="2734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8" y="3158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6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1" y="3162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6"/>
                </a:lnTo>
                <a:lnTo>
                  <a:pt x="2698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6" y="3150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2" y="3147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5" y="3155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2"/>
                </a:lnTo>
                <a:lnTo>
                  <a:pt x="2658" y="3181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8" y="3174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7" y="3169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4" y="3154"/>
                </a:lnTo>
                <a:lnTo>
                  <a:pt x="2623" y="3154"/>
                </a:lnTo>
                <a:lnTo>
                  <a:pt x="2622" y="3154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19" y="3156"/>
                </a:lnTo>
                <a:lnTo>
                  <a:pt x="2619" y="3155"/>
                </a:lnTo>
                <a:lnTo>
                  <a:pt x="2619" y="3154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2" y="3150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10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4" y="3161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2"/>
                </a:lnTo>
                <a:lnTo>
                  <a:pt x="2591" y="3183"/>
                </a:lnTo>
                <a:lnTo>
                  <a:pt x="2592" y="3183"/>
                </a:lnTo>
                <a:lnTo>
                  <a:pt x="2592" y="3184"/>
                </a:lnTo>
                <a:lnTo>
                  <a:pt x="2592" y="3185"/>
                </a:lnTo>
                <a:lnTo>
                  <a:pt x="2593" y="3185"/>
                </a:lnTo>
                <a:lnTo>
                  <a:pt x="2593" y="3186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3" y="3184"/>
                </a:lnTo>
                <a:lnTo>
                  <a:pt x="2552" y="3184"/>
                </a:lnTo>
                <a:lnTo>
                  <a:pt x="2553" y="3184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8" y="3177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2" y="3180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2" y="3202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3" y="3215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2" y="3220"/>
                </a:lnTo>
                <a:lnTo>
                  <a:pt x="2532" y="3221"/>
                </a:lnTo>
                <a:lnTo>
                  <a:pt x="2532" y="3222"/>
                </a:lnTo>
                <a:lnTo>
                  <a:pt x="2533" y="3222"/>
                </a:lnTo>
                <a:lnTo>
                  <a:pt x="2533" y="3223"/>
                </a:lnTo>
                <a:lnTo>
                  <a:pt x="2533" y="3224"/>
                </a:lnTo>
                <a:lnTo>
                  <a:pt x="2534" y="3224"/>
                </a:lnTo>
                <a:lnTo>
                  <a:pt x="2534" y="3225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2" y="3236"/>
                </a:lnTo>
                <a:lnTo>
                  <a:pt x="2542" y="3237"/>
                </a:lnTo>
                <a:lnTo>
                  <a:pt x="2541" y="3237"/>
                </a:lnTo>
                <a:lnTo>
                  <a:pt x="2541" y="3238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6" y="3245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5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7" y="3250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4"/>
                </a:lnTo>
                <a:lnTo>
                  <a:pt x="2545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7" y="3257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9" y="3264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4"/>
                </a:lnTo>
                <a:lnTo>
                  <a:pt x="2545" y="3284"/>
                </a:lnTo>
                <a:lnTo>
                  <a:pt x="2546" y="3284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89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5" y="3298"/>
                </a:lnTo>
                <a:lnTo>
                  <a:pt x="2545" y="3299"/>
                </a:lnTo>
                <a:lnTo>
                  <a:pt x="2545" y="3300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1"/>
                </a:lnTo>
                <a:lnTo>
                  <a:pt x="2549" y="3301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1" y="3303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3" y="3310"/>
                </a:lnTo>
                <a:lnTo>
                  <a:pt x="2553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3" y="3316"/>
                </a:lnTo>
                <a:lnTo>
                  <a:pt x="2542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5"/>
                </a:lnTo>
                <a:lnTo>
                  <a:pt x="2526" y="3305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5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1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0" y="3310"/>
                </a:lnTo>
                <a:lnTo>
                  <a:pt x="2501" y="3310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3" y="3294"/>
                </a:lnTo>
                <a:lnTo>
                  <a:pt x="2493" y="3293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1" y="3289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3" y="3288"/>
                </a:lnTo>
                <a:lnTo>
                  <a:pt x="2494" y="3288"/>
                </a:lnTo>
                <a:lnTo>
                  <a:pt x="2494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8" y="3275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4" y="3269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3" y="3265"/>
                </a:lnTo>
                <a:lnTo>
                  <a:pt x="2492" y="3265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9"/>
                </a:lnTo>
                <a:lnTo>
                  <a:pt x="2489" y="3258"/>
                </a:lnTo>
                <a:lnTo>
                  <a:pt x="2489" y="3257"/>
                </a:lnTo>
                <a:lnTo>
                  <a:pt x="2489" y="3256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80" y="3258"/>
                </a:lnTo>
                <a:lnTo>
                  <a:pt x="2479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8" y="3262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3" y="3266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5" y="3283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30" y="3281"/>
                </a:lnTo>
                <a:lnTo>
                  <a:pt x="2429" y="3281"/>
                </a:lnTo>
                <a:lnTo>
                  <a:pt x="2430" y="3281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6" y="3277"/>
                </a:lnTo>
                <a:lnTo>
                  <a:pt x="2426" y="3276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7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9" y="3272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4" y="3248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40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5" y="3223"/>
                </a:lnTo>
                <a:lnTo>
                  <a:pt x="2386" y="3223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6" y="3224"/>
                </a:lnTo>
                <a:lnTo>
                  <a:pt x="2377" y="3224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1" y="3224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6" y="3221"/>
                </a:lnTo>
                <a:lnTo>
                  <a:pt x="2365" y="3221"/>
                </a:lnTo>
                <a:lnTo>
                  <a:pt x="2365" y="3222"/>
                </a:lnTo>
                <a:lnTo>
                  <a:pt x="2364" y="3222"/>
                </a:lnTo>
                <a:lnTo>
                  <a:pt x="2363" y="3222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0" y="3224"/>
                </a:lnTo>
                <a:lnTo>
                  <a:pt x="2360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7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3" y="3216"/>
                </a:lnTo>
                <a:lnTo>
                  <a:pt x="2342" y="3216"/>
                </a:lnTo>
                <a:lnTo>
                  <a:pt x="2342" y="3215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3" y="3218"/>
                </a:lnTo>
                <a:lnTo>
                  <a:pt x="2332" y="3218"/>
                </a:lnTo>
                <a:lnTo>
                  <a:pt x="2331" y="3218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7" y="3218"/>
                </a:lnTo>
                <a:lnTo>
                  <a:pt x="2326" y="3218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6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0" y="3189"/>
                </a:lnTo>
                <a:lnTo>
                  <a:pt x="2321" y="3189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1" y="3163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1"/>
                </a:lnTo>
                <a:lnTo>
                  <a:pt x="2330" y="3151"/>
                </a:lnTo>
                <a:lnTo>
                  <a:pt x="2331" y="3151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6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29"/>
                </a:lnTo>
                <a:lnTo>
                  <a:pt x="2346" y="3128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7" y="3115"/>
                </a:lnTo>
                <a:lnTo>
                  <a:pt x="2316" y="3115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5" y="3116"/>
                </a:lnTo>
                <a:lnTo>
                  <a:pt x="2305" y="3115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2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09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8" y="3107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2" y="3099"/>
                </a:lnTo>
                <a:lnTo>
                  <a:pt x="2292" y="3098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7"/>
                </a:lnTo>
                <a:lnTo>
                  <a:pt x="2292" y="3095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89" y="3090"/>
                </a:lnTo>
                <a:lnTo>
                  <a:pt x="2290" y="3090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1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1" y="3085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2" y="3075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1" y="3072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2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4" y="3067"/>
                </a:lnTo>
                <a:lnTo>
                  <a:pt x="2285" y="3067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6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2"/>
                </a:lnTo>
                <a:lnTo>
                  <a:pt x="2282" y="3052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6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1" y="3036"/>
                </a:lnTo>
                <a:lnTo>
                  <a:pt x="2270" y="3036"/>
                </a:lnTo>
                <a:lnTo>
                  <a:pt x="2270" y="3035"/>
                </a:lnTo>
                <a:lnTo>
                  <a:pt x="2270" y="3034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7"/>
                </a:lnTo>
                <a:lnTo>
                  <a:pt x="2273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3" y="3019"/>
                </a:lnTo>
                <a:lnTo>
                  <a:pt x="2284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9" y="3014"/>
                </a:lnTo>
                <a:lnTo>
                  <a:pt x="2289" y="3013"/>
                </a:lnTo>
                <a:lnTo>
                  <a:pt x="2289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08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2" y="3010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2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8" y="3013"/>
                </a:lnTo>
                <a:lnTo>
                  <a:pt x="2266" y="3013"/>
                </a:lnTo>
                <a:lnTo>
                  <a:pt x="2266" y="3014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3" y="3017"/>
                </a:lnTo>
                <a:lnTo>
                  <a:pt x="2212" y="3017"/>
                </a:lnTo>
                <a:lnTo>
                  <a:pt x="2211" y="3017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200" y="3023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6"/>
                </a:lnTo>
                <a:lnTo>
                  <a:pt x="2195" y="3026"/>
                </a:lnTo>
                <a:lnTo>
                  <a:pt x="2195" y="3027"/>
                </a:lnTo>
                <a:lnTo>
                  <a:pt x="2194" y="3027"/>
                </a:lnTo>
                <a:lnTo>
                  <a:pt x="2193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2" y="3027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89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7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8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7" y="3028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3" y="3024"/>
                </a:lnTo>
                <a:lnTo>
                  <a:pt x="2174" y="3024"/>
                </a:lnTo>
                <a:lnTo>
                  <a:pt x="2175" y="3024"/>
                </a:lnTo>
                <a:lnTo>
                  <a:pt x="2174" y="3023"/>
                </a:lnTo>
                <a:lnTo>
                  <a:pt x="2174" y="3022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5" y="3019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5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5" y="3005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79" y="2982"/>
                </a:lnTo>
                <a:lnTo>
                  <a:pt x="2180" y="2982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8" y="2965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69" y="2957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69" y="2945"/>
                </a:lnTo>
                <a:lnTo>
                  <a:pt x="2171" y="2945"/>
                </a:lnTo>
                <a:lnTo>
                  <a:pt x="2170" y="2946"/>
                </a:lnTo>
                <a:lnTo>
                  <a:pt x="2171" y="2946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90" y="2936"/>
                </a:lnTo>
                <a:lnTo>
                  <a:pt x="2189" y="2936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4" y="2930"/>
                </a:lnTo>
                <a:lnTo>
                  <a:pt x="2183" y="2930"/>
                </a:lnTo>
                <a:lnTo>
                  <a:pt x="2183" y="2929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3" y="2925"/>
                </a:lnTo>
                <a:lnTo>
                  <a:pt x="2183" y="2924"/>
                </a:lnTo>
                <a:lnTo>
                  <a:pt x="2182" y="2924"/>
                </a:lnTo>
                <a:lnTo>
                  <a:pt x="2182" y="2923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3" y="2913"/>
                </a:lnTo>
                <a:lnTo>
                  <a:pt x="2184" y="2913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7"/>
                </a:lnTo>
                <a:lnTo>
                  <a:pt x="2189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9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6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9" y="2882"/>
                </a:lnTo>
                <a:lnTo>
                  <a:pt x="2219" y="2883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2" y="2879"/>
                </a:lnTo>
                <a:lnTo>
                  <a:pt x="2221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0" y="2872"/>
                </a:lnTo>
                <a:lnTo>
                  <a:pt x="2220" y="2871"/>
                </a:lnTo>
                <a:lnTo>
                  <a:pt x="2220" y="2870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5" y="2865"/>
                </a:lnTo>
                <a:lnTo>
                  <a:pt x="2224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4" y="2859"/>
                </a:lnTo>
                <a:lnTo>
                  <a:pt x="2223" y="2859"/>
                </a:lnTo>
                <a:lnTo>
                  <a:pt x="2223" y="2858"/>
                </a:lnTo>
                <a:lnTo>
                  <a:pt x="2224" y="2858"/>
                </a:lnTo>
                <a:lnTo>
                  <a:pt x="2225" y="2858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5" y="2857"/>
                </a:lnTo>
                <a:lnTo>
                  <a:pt x="2244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50" y="2848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4" y="2821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0" y="2805"/>
                </a:lnTo>
                <a:lnTo>
                  <a:pt x="2261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3" y="2805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3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0" y="2796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0" y="2788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4" y="2782"/>
                </a:lnTo>
                <a:lnTo>
                  <a:pt x="2273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6" y="2777"/>
                </a:lnTo>
                <a:lnTo>
                  <a:pt x="2276" y="2776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6" y="2768"/>
                </a:lnTo>
                <a:lnTo>
                  <a:pt x="2275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4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3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9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6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4" y="2721"/>
                </a:lnTo>
                <a:lnTo>
                  <a:pt x="2274" y="2720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5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2" y="2699"/>
                </a:lnTo>
                <a:lnTo>
                  <a:pt x="2271" y="2699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5" y="2685"/>
                </a:lnTo>
                <a:lnTo>
                  <a:pt x="2275" y="2684"/>
                </a:lnTo>
                <a:lnTo>
                  <a:pt x="2275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1"/>
                </a:lnTo>
                <a:lnTo>
                  <a:pt x="2272" y="2661"/>
                </a:lnTo>
                <a:lnTo>
                  <a:pt x="2272" y="2660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9" y="2657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2" y="2659"/>
                </a:lnTo>
                <a:lnTo>
                  <a:pt x="2261" y="2659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1" y="2657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60" y="2654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9"/>
                </a:lnTo>
                <a:lnTo>
                  <a:pt x="2247" y="2660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6" y="2657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4" y="2650"/>
                </a:lnTo>
                <a:lnTo>
                  <a:pt x="2233" y="2650"/>
                </a:lnTo>
                <a:lnTo>
                  <a:pt x="2232" y="2650"/>
                </a:lnTo>
                <a:lnTo>
                  <a:pt x="2232" y="2649"/>
                </a:lnTo>
                <a:lnTo>
                  <a:pt x="2232" y="2648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5" y="2623"/>
                </a:lnTo>
                <a:lnTo>
                  <a:pt x="2225" y="2622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1" y="2615"/>
                </a:lnTo>
                <a:lnTo>
                  <a:pt x="2220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2"/>
                </a:lnTo>
                <a:lnTo>
                  <a:pt x="2221" y="2610"/>
                </a:lnTo>
                <a:lnTo>
                  <a:pt x="2221" y="2609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7" y="2597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5"/>
                </a:lnTo>
                <a:lnTo>
                  <a:pt x="2212" y="2596"/>
                </a:lnTo>
                <a:lnTo>
                  <a:pt x="2211" y="2596"/>
                </a:lnTo>
                <a:lnTo>
                  <a:pt x="2210" y="2596"/>
                </a:lnTo>
                <a:lnTo>
                  <a:pt x="2210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5" y="2583"/>
                </a:lnTo>
                <a:lnTo>
                  <a:pt x="2204" y="2582"/>
                </a:lnTo>
                <a:lnTo>
                  <a:pt x="2203" y="2582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1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1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7" y="2576"/>
                </a:lnTo>
                <a:lnTo>
                  <a:pt x="2186" y="2576"/>
                </a:lnTo>
                <a:lnTo>
                  <a:pt x="2186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5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4"/>
                </a:lnTo>
                <a:lnTo>
                  <a:pt x="2182" y="2563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80" y="2561"/>
                </a:lnTo>
                <a:lnTo>
                  <a:pt x="2179" y="2561"/>
                </a:lnTo>
                <a:lnTo>
                  <a:pt x="2178" y="2561"/>
                </a:lnTo>
                <a:lnTo>
                  <a:pt x="2178" y="2560"/>
                </a:lnTo>
                <a:lnTo>
                  <a:pt x="2176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1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59"/>
                </a:lnTo>
                <a:lnTo>
                  <a:pt x="2170" y="2558"/>
                </a:lnTo>
                <a:lnTo>
                  <a:pt x="2169" y="2559"/>
                </a:lnTo>
                <a:lnTo>
                  <a:pt x="2168" y="2560"/>
                </a:lnTo>
                <a:lnTo>
                  <a:pt x="2167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4" y="2566"/>
                </a:lnTo>
                <a:lnTo>
                  <a:pt x="2164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1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1" y="2586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5" y="2586"/>
                </a:lnTo>
                <a:lnTo>
                  <a:pt x="2154" y="2586"/>
                </a:lnTo>
                <a:lnTo>
                  <a:pt x="2154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8" y="2600"/>
                </a:lnTo>
                <a:lnTo>
                  <a:pt x="2148" y="2601"/>
                </a:lnTo>
                <a:lnTo>
                  <a:pt x="2147" y="2601"/>
                </a:lnTo>
                <a:lnTo>
                  <a:pt x="2148" y="2602"/>
                </a:lnTo>
                <a:lnTo>
                  <a:pt x="2149" y="2603"/>
                </a:lnTo>
                <a:lnTo>
                  <a:pt x="2149" y="2604"/>
                </a:lnTo>
                <a:lnTo>
                  <a:pt x="2148" y="2604"/>
                </a:lnTo>
                <a:lnTo>
                  <a:pt x="2146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2" y="2608"/>
                </a:lnTo>
                <a:lnTo>
                  <a:pt x="2152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2" y="2611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2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3" y="2617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1"/>
                </a:lnTo>
                <a:lnTo>
                  <a:pt x="2151" y="2622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2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7"/>
                </a:lnTo>
                <a:lnTo>
                  <a:pt x="2147" y="2627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40" y="2627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1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1"/>
                </a:lnTo>
                <a:lnTo>
                  <a:pt x="2127" y="2642"/>
                </a:lnTo>
                <a:lnTo>
                  <a:pt x="2126" y="2642"/>
                </a:lnTo>
                <a:lnTo>
                  <a:pt x="2126" y="2641"/>
                </a:lnTo>
                <a:lnTo>
                  <a:pt x="2126" y="2640"/>
                </a:lnTo>
                <a:lnTo>
                  <a:pt x="2126" y="2639"/>
                </a:lnTo>
                <a:lnTo>
                  <a:pt x="2125" y="2639"/>
                </a:lnTo>
                <a:lnTo>
                  <a:pt x="2125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7" y="2633"/>
                </a:lnTo>
                <a:lnTo>
                  <a:pt x="2116" y="2633"/>
                </a:lnTo>
                <a:lnTo>
                  <a:pt x="2116" y="2632"/>
                </a:lnTo>
                <a:lnTo>
                  <a:pt x="2116" y="2631"/>
                </a:lnTo>
                <a:lnTo>
                  <a:pt x="2115" y="2630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4" y="2620"/>
                </a:lnTo>
                <a:lnTo>
                  <a:pt x="2093" y="2620"/>
                </a:lnTo>
                <a:lnTo>
                  <a:pt x="2092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7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2" y="2607"/>
                </a:lnTo>
                <a:lnTo>
                  <a:pt x="2072" y="2605"/>
                </a:lnTo>
                <a:lnTo>
                  <a:pt x="2072" y="2604"/>
                </a:lnTo>
                <a:lnTo>
                  <a:pt x="2071" y="2603"/>
                </a:lnTo>
                <a:lnTo>
                  <a:pt x="2070" y="2601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4" y="2601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0"/>
                </a:lnTo>
                <a:lnTo>
                  <a:pt x="2054" y="2598"/>
                </a:lnTo>
                <a:lnTo>
                  <a:pt x="2053" y="2596"/>
                </a:lnTo>
                <a:lnTo>
                  <a:pt x="2053" y="2595"/>
                </a:lnTo>
                <a:lnTo>
                  <a:pt x="2053" y="2593"/>
                </a:lnTo>
                <a:lnTo>
                  <a:pt x="2053" y="2592"/>
                </a:lnTo>
                <a:lnTo>
                  <a:pt x="2052" y="2591"/>
                </a:lnTo>
                <a:lnTo>
                  <a:pt x="2050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2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5"/>
                </a:lnTo>
                <a:lnTo>
                  <a:pt x="2033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3" y="2591"/>
                </a:lnTo>
                <a:lnTo>
                  <a:pt x="2022" y="2591"/>
                </a:lnTo>
                <a:lnTo>
                  <a:pt x="2020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7" y="2586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3" y="2587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7" y="2590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2"/>
                </a:lnTo>
                <a:lnTo>
                  <a:pt x="1993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7" y="2596"/>
                </a:lnTo>
                <a:lnTo>
                  <a:pt x="1986" y="2596"/>
                </a:lnTo>
                <a:lnTo>
                  <a:pt x="1985" y="2596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7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3" y="2600"/>
                </a:lnTo>
                <a:lnTo>
                  <a:pt x="1973" y="2601"/>
                </a:lnTo>
                <a:lnTo>
                  <a:pt x="1972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0" y="2606"/>
                </a:lnTo>
                <a:lnTo>
                  <a:pt x="1970" y="2607"/>
                </a:lnTo>
                <a:lnTo>
                  <a:pt x="1970" y="2608"/>
                </a:lnTo>
                <a:lnTo>
                  <a:pt x="1969" y="2608"/>
                </a:lnTo>
                <a:lnTo>
                  <a:pt x="1970" y="2609"/>
                </a:lnTo>
                <a:lnTo>
                  <a:pt x="1970" y="2610"/>
                </a:lnTo>
                <a:lnTo>
                  <a:pt x="1969" y="2610"/>
                </a:lnTo>
                <a:lnTo>
                  <a:pt x="1969" y="2612"/>
                </a:lnTo>
                <a:lnTo>
                  <a:pt x="1968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3"/>
                </a:lnTo>
                <a:lnTo>
                  <a:pt x="1966" y="2614"/>
                </a:lnTo>
                <a:lnTo>
                  <a:pt x="1965" y="2615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1"/>
                </a:lnTo>
                <a:lnTo>
                  <a:pt x="1944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9" y="2638"/>
                </a:lnTo>
                <a:lnTo>
                  <a:pt x="1928" y="2638"/>
                </a:lnTo>
                <a:lnTo>
                  <a:pt x="1928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2" y="2637"/>
                </a:lnTo>
                <a:lnTo>
                  <a:pt x="1921" y="2637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5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6"/>
                </a:lnTo>
                <a:lnTo>
                  <a:pt x="1910" y="2637"/>
                </a:lnTo>
                <a:lnTo>
                  <a:pt x="1910" y="2638"/>
                </a:lnTo>
                <a:lnTo>
                  <a:pt x="1909" y="2639"/>
                </a:lnTo>
                <a:lnTo>
                  <a:pt x="1908" y="2638"/>
                </a:lnTo>
                <a:lnTo>
                  <a:pt x="1908" y="2639"/>
                </a:lnTo>
                <a:lnTo>
                  <a:pt x="1907" y="2639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39"/>
                </a:lnTo>
                <a:lnTo>
                  <a:pt x="1904" y="2640"/>
                </a:lnTo>
                <a:lnTo>
                  <a:pt x="1903" y="2640"/>
                </a:lnTo>
                <a:lnTo>
                  <a:pt x="1902" y="2641"/>
                </a:lnTo>
                <a:lnTo>
                  <a:pt x="1900" y="2641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7" y="2643"/>
                </a:lnTo>
                <a:lnTo>
                  <a:pt x="1897" y="2644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1" y="2647"/>
                </a:lnTo>
                <a:lnTo>
                  <a:pt x="1890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5" y="2653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3" y="2659"/>
                </a:lnTo>
                <a:lnTo>
                  <a:pt x="1872" y="2659"/>
                </a:lnTo>
                <a:lnTo>
                  <a:pt x="1871" y="2660"/>
                </a:lnTo>
                <a:lnTo>
                  <a:pt x="1871" y="2661"/>
                </a:lnTo>
                <a:lnTo>
                  <a:pt x="1870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7" y="2663"/>
                </a:lnTo>
                <a:lnTo>
                  <a:pt x="1867" y="2664"/>
                </a:lnTo>
                <a:lnTo>
                  <a:pt x="1865" y="2665"/>
                </a:lnTo>
                <a:lnTo>
                  <a:pt x="1865" y="2666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8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8" y="2672"/>
                </a:lnTo>
                <a:lnTo>
                  <a:pt x="1857" y="2673"/>
                </a:lnTo>
                <a:lnTo>
                  <a:pt x="1856" y="2674"/>
                </a:lnTo>
                <a:lnTo>
                  <a:pt x="1854" y="2676"/>
                </a:lnTo>
                <a:lnTo>
                  <a:pt x="1853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1" y="2680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7"/>
                </a:lnTo>
                <a:lnTo>
                  <a:pt x="1844" y="2688"/>
                </a:lnTo>
                <a:lnTo>
                  <a:pt x="1841" y="2691"/>
                </a:lnTo>
                <a:lnTo>
                  <a:pt x="1840" y="2692"/>
                </a:lnTo>
                <a:lnTo>
                  <a:pt x="1839" y="2693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7" y="2697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5" y="2699"/>
                </a:lnTo>
                <a:lnTo>
                  <a:pt x="1835" y="2700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4" y="2705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5"/>
                </a:lnTo>
                <a:lnTo>
                  <a:pt x="1830" y="2715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5" y="2721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6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3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6"/>
                </a:lnTo>
                <a:lnTo>
                  <a:pt x="1735" y="2726"/>
                </a:lnTo>
                <a:lnTo>
                  <a:pt x="1734" y="2726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4"/>
                </a:lnTo>
                <a:lnTo>
                  <a:pt x="1730" y="2723"/>
                </a:lnTo>
                <a:lnTo>
                  <a:pt x="1729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6" y="2724"/>
                </a:lnTo>
                <a:lnTo>
                  <a:pt x="1715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80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8" y="2732"/>
                </a:lnTo>
                <a:lnTo>
                  <a:pt x="1676" y="2732"/>
                </a:lnTo>
                <a:lnTo>
                  <a:pt x="1675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7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4"/>
                </a:lnTo>
                <a:lnTo>
                  <a:pt x="1675" y="2713"/>
                </a:lnTo>
                <a:lnTo>
                  <a:pt x="1674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1" y="2710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4"/>
                </a:lnTo>
                <a:lnTo>
                  <a:pt x="1671" y="2703"/>
                </a:lnTo>
                <a:lnTo>
                  <a:pt x="1670" y="2702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1" y="2691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9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6"/>
                </a:lnTo>
                <a:lnTo>
                  <a:pt x="1677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3" y="2676"/>
                </a:lnTo>
                <a:lnTo>
                  <a:pt x="1672" y="2676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9" y="2668"/>
                </a:lnTo>
                <a:lnTo>
                  <a:pt x="1668" y="2668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1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3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5"/>
                </a:lnTo>
                <a:lnTo>
                  <a:pt x="1646" y="2675"/>
                </a:lnTo>
                <a:lnTo>
                  <a:pt x="1647" y="2675"/>
                </a:lnTo>
                <a:lnTo>
                  <a:pt x="1647" y="2674"/>
                </a:lnTo>
                <a:lnTo>
                  <a:pt x="1648" y="2674"/>
                </a:lnTo>
                <a:lnTo>
                  <a:pt x="1648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8" y="2672"/>
                </a:lnTo>
                <a:lnTo>
                  <a:pt x="1646" y="2672"/>
                </a:lnTo>
                <a:lnTo>
                  <a:pt x="1646" y="2671"/>
                </a:lnTo>
                <a:lnTo>
                  <a:pt x="1645" y="2670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7" y="2666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1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29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9" y="2657"/>
                </a:lnTo>
                <a:lnTo>
                  <a:pt x="1630" y="2656"/>
                </a:lnTo>
                <a:lnTo>
                  <a:pt x="1629" y="2655"/>
                </a:lnTo>
                <a:lnTo>
                  <a:pt x="1629" y="2654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2" y="2647"/>
                </a:lnTo>
                <a:lnTo>
                  <a:pt x="1633" y="2647"/>
                </a:lnTo>
                <a:lnTo>
                  <a:pt x="1633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6"/>
                </a:lnTo>
                <a:lnTo>
                  <a:pt x="1634" y="2635"/>
                </a:lnTo>
                <a:lnTo>
                  <a:pt x="1634" y="2634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2"/>
                </a:lnTo>
                <a:lnTo>
                  <a:pt x="1622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6" y="2626"/>
                </a:lnTo>
                <a:lnTo>
                  <a:pt x="1585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1" y="2626"/>
                </a:lnTo>
                <a:lnTo>
                  <a:pt x="1561" y="2625"/>
                </a:lnTo>
                <a:lnTo>
                  <a:pt x="1561" y="2624"/>
                </a:lnTo>
                <a:lnTo>
                  <a:pt x="1560" y="2624"/>
                </a:lnTo>
                <a:lnTo>
                  <a:pt x="1560" y="2623"/>
                </a:lnTo>
                <a:lnTo>
                  <a:pt x="1560" y="2622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60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6" y="2610"/>
                </a:lnTo>
                <a:lnTo>
                  <a:pt x="1555" y="2610"/>
                </a:lnTo>
                <a:lnTo>
                  <a:pt x="1554" y="2610"/>
                </a:lnTo>
                <a:lnTo>
                  <a:pt x="1554" y="2609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9" y="2608"/>
                </a:lnTo>
                <a:lnTo>
                  <a:pt x="1548" y="2608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5" y="2609"/>
                </a:lnTo>
                <a:lnTo>
                  <a:pt x="1534" y="2609"/>
                </a:lnTo>
                <a:lnTo>
                  <a:pt x="1533" y="2609"/>
                </a:lnTo>
                <a:lnTo>
                  <a:pt x="1533" y="2608"/>
                </a:lnTo>
                <a:lnTo>
                  <a:pt x="1533" y="2609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3" y="2609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4" y="2599"/>
                </a:lnTo>
                <a:lnTo>
                  <a:pt x="1513" y="2599"/>
                </a:lnTo>
                <a:lnTo>
                  <a:pt x="1512" y="2599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4" y="2599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9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5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6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7" y="2603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7" y="2618"/>
                </a:lnTo>
                <a:lnTo>
                  <a:pt x="1437" y="2619"/>
                </a:lnTo>
                <a:lnTo>
                  <a:pt x="1437" y="2620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3" y="2624"/>
                </a:lnTo>
                <a:lnTo>
                  <a:pt x="1433" y="2625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8" y="2642"/>
                </a:lnTo>
                <a:lnTo>
                  <a:pt x="1418" y="2643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4"/>
                </a:lnTo>
                <a:lnTo>
                  <a:pt x="1415" y="2645"/>
                </a:lnTo>
                <a:lnTo>
                  <a:pt x="1414" y="2646"/>
                </a:lnTo>
                <a:lnTo>
                  <a:pt x="1415" y="2646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9" y="2655"/>
                </a:lnTo>
                <a:lnTo>
                  <a:pt x="1410" y="2655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2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09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7" y="2666"/>
                </a:lnTo>
                <a:lnTo>
                  <a:pt x="1406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7" y="2668"/>
                </a:lnTo>
                <a:lnTo>
                  <a:pt x="1408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90"/>
                </a:lnTo>
                <a:lnTo>
                  <a:pt x="1400" y="2690"/>
                </a:lnTo>
                <a:lnTo>
                  <a:pt x="1400" y="2691"/>
                </a:lnTo>
                <a:lnTo>
                  <a:pt x="1399" y="2691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5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5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80" y="2675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7" y="2661"/>
                </a:lnTo>
                <a:lnTo>
                  <a:pt x="1376" y="2661"/>
                </a:lnTo>
                <a:lnTo>
                  <a:pt x="1376" y="2660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80" y="2654"/>
                </a:lnTo>
                <a:lnTo>
                  <a:pt x="1379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5" y="2642"/>
                </a:lnTo>
                <a:lnTo>
                  <a:pt x="1385" y="2641"/>
                </a:lnTo>
                <a:lnTo>
                  <a:pt x="1385" y="2640"/>
                </a:lnTo>
                <a:lnTo>
                  <a:pt x="1384" y="2640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7" y="2632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6" y="2629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20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2" y="2607"/>
                </a:lnTo>
                <a:lnTo>
                  <a:pt x="1371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5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6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6" y="2612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4" y="2612"/>
                </a:lnTo>
                <a:lnTo>
                  <a:pt x="1354" y="2611"/>
                </a:lnTo>
                <a:lnTo>
                  <a:pt x="1353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1" y="2611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7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18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9"/>
                </a:lnTo>
                <a:lnTo>
                  <a:pt x="1316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5" y="2627"/>
                </a:lnTo>
                <a:lnTo>
                  <a:pt x="1315" y="2626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09" y="2625"/>
                </a:lnTo>
                <a:lnTo>
                  <a:pt x="1309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6" y="2627"/>
                </a:lnTo>
                <a:lnTo>
                  <a:pt x="1305" y="2627"/>
                </a:lnTo>
                <a:lnTo>
                  <a:pt x="1305" y="2626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0"/>
                </a:lnTo>
                <a:lnTo>
                  <a:pt x="1292" y="2620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89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4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2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8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5" y="2626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2" y="2620"/>
                </a:lnTo>
                <a:lnTo>
                  <a:pt x="1212" y="2619"/>
                </a:lnTo>
                <a:lnTo>
                  <a:pt x="1211" y="2619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7" y="2612"/>
                </a:lnTo>
                <a:lnTo>
                  <a:pt x="1197" y="2611"/>
                </a:lnTo>
                <a:lnTo>
                  <a:pt x="1196" y="2611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5" y="2608"/>
                </a:lnTo>
                <a:lnTo>
                  <a:pt x="1196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2" y="2605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5" y="2610"/>
                </a:lnTo>
                <a:lnTo>
                  <a:pt x="1175" y="2611"/>
                </a:lnTo>
                <a:lnTo>
                  <a:pt x="1175" y="2612"/>
                </a:lnTo>
                <a:lnTo>
                  <a:pt x="1174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4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7" y="2619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1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6"/>
                </a:lnTo>
                <a:lnTo>
                  <a:pt x="1147" y="2615"/>
                </a:lnTo>
                <a:lnTo>
                  <a:pt x="1147" y="2614"/>
                </a:lnTo>
                <a:lnTo>
                  <a:pt x="1146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6" y="2604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5" y="2599"/>
                </a:lnTo>
                <a:lnTo>
                  <a:pt x="1144" y="2599"/>
                </a:lnTo>
                <a:lnTo>
                  <a:pt x="1144" y="2598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2" y="2601"/>
                </a:lnTo>
                <a:lnTo>
                  <a:pt x="1141" y="2601"/>
                </a:lnTo>
                <a:lnTo>
                  <a:pt x="1141" y="2602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6" y="2606"/>
                </a:lnTo>
                <a:lnTo>
                  <a:pt x="1136" y="2605"/>
                </a:lnTo>
                <a:lnTo>
                  <a:pt x="1135" y="2605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5" y="2614"/>
                </a:lnTo>
                <a:lnTo>
                  <a:pt x="1135" y="2615"/>
                </a:lnTo>
                <a:lnTo>
                  <a:pt x="1135" y="2616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7" y="2619"/>
                </a:lnTo>
                <a:lnTo>
                  <a:pt x="1136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5" y="2624"/>
                </a:lnTo>
                <a:lnTo>
                  <a:pt x="1134" y="2624"/>
                </a:lnTo>
                <a:lnTo>
                  <a:pt x="1133" y="2624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3" y="2596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4" y="2591"/>
                </a:lnTo>
                <a:lnTo>
                  <a:pt x="1104" y="2590"/>
                </a:lnTo>
                <a:lnTo>
                  <a:pt x="1104" y="2589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4"/>
                </a:lnTo>
                <a:lnTo>
                  <a:pt x="1103" y="2582"/>
                </a:lnTo>
                <a:lnTo>
                  <a:pt x="1102" y="2582"/>
                </a:lnTo>
                <a:lnTo>
                  <a:pt x="1102" y="2581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8" y="2579"/>
                </a:lnTo>
                <a:lnTo>
                  <a:pt x="1097" y="2579"/>
                </a:lnTo>
                <a:lnTo>
                  <a:pt x="1097" y="2580"/>
                </a:lnTo>
                <a:lnTo>
                  <a:pt x="1097" y="2581"/>
                </a:lnTo>
                <a:lnTo>
                  <a:pt x="1096" y="2581"/>
                </a:lnTo>
                <a:lnTo>
                  <a:pt x="1097" y="2581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7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8" y="2584"/>
                </a:lnTo>
                <a:lnTo>
                  <a:pt x="1067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4" y="2586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2" y="2582"/>
                </a:lnTo>
                <a:lnTo>
                  <a:pt x="1052" y="2581"/>
                </a:lnTo>
                <a:lnTo>
                  <a:pt x="1051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7" y="2579"/>
                </a:lnTo>
                <a:lnTo>
                  <a:pt x="1047" y="2578"/>
                </a:lnTo>
                <a:lnTo>
                  <a:pt x="1047" y="2577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8" y="2574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6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1" y="2560"/>
                </a:lnTo>
                <a:lnTo>
                  <a:pt x="1052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4" y="2558"/>
                </a:lnTo>
                <a:lnTo>
                  <a:pt x="1053" y="2558"/>
                </a:lnTo>
                <a:lnTo>
                  <a:pt x="1054" y="2558"/>
                </a:lnTo>
                <a:lnTo>
                  <a:pt x="1053" y="2558"/>
                </a:lnTo>
                <a:lnTo>
                  <a:pt x="1053" y="2557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3" y="2554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5" y="2550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4" y="2549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9" y="2545"/>
                </a:lnTo>
                <a:lnTo>
                  <a:pt x="1048" y="2545"/>
                </a:lnTo>
                <a:lnTo>
                  <a:pt x="1048" y="2544"/>
                </a:lnTo>
                <a:lnTo>
                  <a:pt x="1047" y="2544"/>
                </a:lnTo>
                <a:lnTo>
                  <a:pt x="1046" y="2544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4" y="2546"/>
                </a:lnTo>
                <a:lnTo>
                  <a:pt x="1044" y="2545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4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2"/>
                </a:lnTo>
                <a:lnTo>
                  <a:pt x="1035" y="2553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3" y="2555"/>
                </a:lnTo>
                <a:lnTo>
                  <a:pt x="1032" y="2555"/>
                </a:lnTo>
                <a:lnTo>
                  <a:pt x="1032" y="2554"/>
                </a:lnTo>
                <a:lnTo>
                  <a:pt x="1032" y="2553"/>
                </a:lnTo>
                <a:lnTo>
                  <a:pt x="1031" y="2553"/>
                </a:lnTo>
                <a:lnTo>
                  <a:pt x="1031" y="2554"/>
                </a:lnTo>
                <a:lnTo>
                  <a:pt x="1030" y="2554"/>
                </a:lnTo>
                <a:lnTo>
                  <a:pt x="1030" y="2553"/>
                </a:lnTo>
                <a:lnTo>
                  <a:pt x="1029" y="2553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4" y="2556"/>
                </a:lnTo>
                <a:lnTo>
                  <a:pt x="1023" y="2556"/>
                </a:lnTo>
                <a:lnTo>
                  <a:pt x="1023" y="2555"/>
                </a:lnTo>
                <a:lnTo>
                  <a:pt x="1022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20" y="2553"/>
                </a:lnTo>
                <a:lnTo>
                  <a:pt x="1019" y="2553"/>
                </a:lnTo>
                <a:lnTo>
                  <a:pt x="1018" y="2553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2" y="2550"/>
                </a:lnTo>
                <a:lnTo>
                  <a:pt x="1011" y="2550"/>
                </a:lnTo>
                <a:lnTo>
                  <a:pt x="1011" y="2549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09" y="2548"/>
                </a:lnTo>
                <a:lnTo>
                  <a:pt x="1009" y="2547"/>
                </a:lnTo>
                <a:lnTo>
                  <a:pt x="1010" y="2547"/>
                </a:lnTo>
                <a:lnTo>
                  <a:pt x="1010" y="2546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7" y="2543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8" y="2539"/>
                </a:lnTo>
                <a:lnTo>
                  <a:pt x="998" y="2538"/>
                </a:lnTo>
                <a:lnTo>
                  <a:pt x="997" y="2538"/>
                </a:lnTo>
                <a:lnTo>
                  <a:pt x="997" y="2537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38"/>
                </a:lnTo>
                <a:lnTo>
                  <a:pt x="989" y="2538"/>
                </a:lnTo>
                <a:lnTo>
                  <a:pt x="989" y="2537"/>
                </a:lnTo>
                <a:lnTo>
                  <a:pt x="988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6" y="2535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6" y="2531"/>
                </a:lnTo>
                <a:lnTo>
                  <a:pt x="986" y="2530"/>
                </a:lnTo>
                <a:lnTo>
                  <a:pt x="985" y="2530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8" y="2525"/>
                </a:lnTo>
                <a:lnTo>
                  <a:pt x="977" y="2525"/>
                </a:lnTo>
                <a:lnTo>
                  <a:pt x="977" y="2526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1" y="2522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6" y="2521"/>
                </a:lnTo>
                <a:lnTo>
                  <a:pt x="966" y="2520"/>
                </a:lnTo>
                <a:lnTo>
                  <a:pt x="967" y="2520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9" y="2508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5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5" y="2500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2" y="2496"/>
                </a:lnTo>
                <a:lnTo>
                  <a:pt x="962" y="2495"/>
                </a:lnTo>
                <a:lnTo>
                  <a:pt x="961" y="2495"/>
                </a:lnTo>
                <a:lnTo>
                  <a:pt x="962" y="2495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5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3" y="2487"/>
                </a:lnTo>
                <a:lnTo>
                  <a:pt x="963" y="2488"/>
                </a:lnTo>
                <a:lnTo>
                  <a:pt x="962" y="2488"/>
                </a:lnTo>
                <a:lnTo>
                  <a:pt x="962" y="2487"/>
                </a:lnTo>
                <a:lnTo>
                  <a:pt x="960" y="2487"/>
                </a:lnTo>
                <a:lnTo>
                  <a:pt x="960" y="2488"/>
                </a:lnTo>
                <a:lnTo>
                  <a:pt x="959" y="2488"/>
                </a:lnTo>
                <a:lnTo>
                  <a:pt x="959" y="2487"/>
                </a:lnTo>
                <a:lnTo>
                  <a:pt x="958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7" y="2484"/>
                </a:lnTo>
                <a:lnTo>
                  <a:pt x="958" y="2484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6" y="2479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3" y="2482"/>
                </a:lnTo>
                <a:lnTo>
                  <a:pt x="933" y="2481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9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6" y="2493"/>
                </a:lnTo>
                <a:lnTo>
                  <a:pt x="916" y="2494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2" y="2495"/>
                </a:lnTo>
                <a:lnTo>
                  <a:pt x="912" y="2494"/>
                </a:lnTo>
                <a:lnTo>
                  <a:pt x="911" y="2493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8" y="2492"/>
                </a:lnTo>
                <a:lnTo>
                  <a:pt x="908" y="2491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6" y="2491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3" y="2488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6"/>
                </a:lnTo>
                <a:lnTo>
                  <a:pt x="902" y="2486"/>
                </a:lnTo>
                <a:lnTo>
                  <a:pt x="902" y="2485"/>
                </a:lnTo>
                <a:lnTo>
                  <a:pt x="901" y="2485"/>
                </a:lnTo>
                <a:lnTo>
                  <a:pt x="901" y="2484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6" y="2481"/>
                </a:lnTo>
                <a:lnTo>
                  <a:pt x="897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7" y="2477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3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0" y="2468"/>
                </a:lnTo>
                <a:lnTo>
                  <a:pt x="890" y="2467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8" y="2463"/>
                </a:lnTo>
                <a:lnTo>
                  <a:pt x="888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6" y="2461"/>
                </a:lnTo>
                <a:lnTo>
                  <a:pt x="886" y="2460"/>
                </a:lnTo>
                <a:lnTo>
                  <a:pt x="886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3" y="2460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1" y="2459"/>
                </a:lnTo>
                <a:lnTo>
                  <a:pt x="881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2" y="2454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7" y="2448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4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3" y="2450"/>
                </a:lnTo>
                <a:lnTo>
                  <a:pt x="863" y="2449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7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60" y="2446"/>
                </a:lnTo>
                <a:lnTo>
                  <a:pt x="860" y="2445"/>
                </a:lnTo>
                <a:lnTo>
                  <a:pt x="859" y="2445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7" y="2443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2" y="2442"/>
                </a:lnTo>
                <a:lnTo>
                  <a:pt x="852" y="2441"/>
                </a:lnTo>
                <a:lnTo>
                  <a:pt x="851" y="2441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1"/>
                </a:lnTo>
                <a:lnTo>
                  <a:pt x="842" y="2442"/>
                </a:lnTo>
                <a:lnTo>
                  <a:pt x="841" y="2442"/>
                </a:lnTo>
                <a:lnTo>
                  <a:pt x="841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5" y="2435"/>
                </a:lnTo>
                <a:lnTo>
                  <a:pt x="835" y="2434"/>
                </a:lnTo>
                <a:lnTo>
                  <a:pt x="834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1" y="2433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1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3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2" y="2427"/>
                </a:lnTo>
                <a:lnTo>
                  <a:pt x="832" y="2426"/>
                </a:lnTo>
                <a:lnTo>
                  <a:pt x="831" y="2426"/>
                </a:lnTo>
                <a:lnTo>
                  <a:pt x="830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4"/>
                </a:lnTo>
                <a:lnTo>
                  <a:pt x="829" y="2425"/>
                </a:lnTo>
                <a:lnTo>
                  <a:pt x="828" y="2425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20" y="2419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7" y="2414"/>
                </a:lnTo>
                <a:lnTo>
                  <a:pt x="816" y="2414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8" y="2411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5" y="2411"/>
                </a:lnTo>
                <a:lnTo>
                  <a:pt x="805" y="2410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7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9" y="2408"/>
                </a:lnTo>
                <a:lnTo>
                  <a:pt x="799" y="2407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7" y="2405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2" y="2404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3" y="2399"/>
                </a:lnTo>
                <a:lnTo>
                  <a:pt x="783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5" y="2395"/>
                </a:lnTo>
                <a:lnTo>
                  <a:pt x="785" y="2394"/>
                </a:lnTo>
                <a:lnTo>
                  <a:pt x="784" y="2394"/>
                </a:lnTo>
                <a:lnTo>
                  <a:pt x="784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3" y="2391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7" y="2384"/>
                </a:lnTo>
                <a:lnTo>
                  <a:pt x="777" y="2383"/>
                </a:lnTo>
                <a:lnTo>
                  <a:pt x="777" y="2382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3" y="2375"/>
                </a:lnTo>
                <a:lnTo>
                  <a:pt x="763" y="2374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5" y="2372"/>
                </a:lnTo>
                <a:lnTo>
                  <a:pt x="755" y="2371"/>
                </a:lnTo>
                <a:lnTo>
                  <a:pt x="754" y="2371"/>
                </a:lnTo>
                <a:lnTo>
                  <a:pt x="753" y="2371"/>
                </a:lnTo>
                <a:lnTo>
                  <a:pt x="753" y="2372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2" y="2368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6" y="2365"/>
                </a:lnTo>
                <a:lnTo>
                  <a:pt x="735" y="2365"/>
                </a:lnTo>
                <a:lnTo>
                  <a:pt x="734" y="2365"/>
                </a:lnTo>
                <a:lnTo>
                  <a:pt x="734" y="2364"/>
                </a:lnTo>
                <a:lnTo>
                  <a:pt x="733" y="2364"/>
                </a:lnTo>
                <a:lnTo>
                  <a:pt x="732" y="2364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1" y="2367"/>
                </a:lnTo>
                <a:lnTo>
                  <a:pt x="730" y="2367"/>
                </a:lnTo>
                <a:lnTo>
                  <a:pt x="729" y="2367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71"/>
                </a:lnTo>
                <a:lnTo>
                  <a:pt x="726" y="2372"/>
                </a:lnTo>
                <a:lnTo>
                  <a:pt x="724" y="2372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20" y="2370"/>
                </a:lnTo>
                <a:lnTo>
                  <a:pt x="719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3" y="2367"/>
                </a:lnTo>
                <a:lnTo>
                  <a:pt x="713" y="2368"/>
                </a:lnTo>
                <a:lnTo>
                  <a:pt x="713" y="2369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5" y="2370"/>
                </a:lnTo>
                <a:lnTo>
                  <a:pt x="715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2" y="2377"/>
                </a:lnTo>
                <a:lnTo>
                  <a:pt x="713" y="2377"/>
                </a:lnTo>
                <a:lnTo>
                  <a:pt x="714" y="2377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2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3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2" y="2384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2" y="2388"/>
                </a:lnTo>
                <a:lnTo>
                  <a:pt x="712" y="2389"/>
                </a:lnTo>
                <a:lnTo>
                  <a:pt x="711" y="2389"/>
                </a:lnTo>
                <a:lnTo>
                  <a:pt x="710" y="2389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8" y="2391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3"/>
                </a:lnTo>
                <a:lnTo>
                  <a:pt x="706" y="2394"/>
                </a:lnTo>
                <a:lnTo>
                  <a:pt x="705" y="2394"/>
                </a:lnTo>
                <a:lnTo>
                  <a:pt x="704" y="2394"/>
                </a:lnTo>
                <a:lnTo>
                  <a:pt x="704" y="2393"/>
                </a:lnTo>
                <a:lnTo>
                  <a:pt x="703" y="2393"/>
                </a:lnTo>
                <a:lnTo>
                  <a:pt x="704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700" y="2395"/>
                </a:lnTo>
                <a:lnTo>
                  <a:pt x="700" y="2396"/>
                </a:lnTo>
                <a:lnTo>
                  <a:pt x="701" y="2396"/>
                </a:lnTo>
                <a:lnTo>
                  <a:pt x="701" y="2397"/>
                </a:lnTo>
                <a:lnTo>
                  <a:pt x="702" y="2397"/>
                </a:lnTo>
                <a:lnTo>
                  <a:pt x="702" y="2398"/>
                </a:lnTo>
                <a:lnTo>
                  <a:pt x="702" y="2399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6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5" y="2408"/>
                </a:lnTo>
                <a:lnTo>
                  <a:pt x="695" y="2407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7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4" y="2404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6" y="2400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4" y="2397"/>
                </a:lnTo>
                <a:lnTo>
                  <a:pt x="683" y="2397"/>
                </a:lnTo>
                <a:lnTo>
                  <a:pt x="683" y="2396"/>
                </a:lnTo>
                <a:lnTo>
                  <a:pt x="684" y="2396"/>
                </a:lnTo>
                <a:lnTo>
                  <a:pt x="684" y="2394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2" y="2392"/>
                </a:lnTo>
                <a:lnTo>
                  <a:pt x="681" y="2392"/>
                </a:lnTo>
                <a:lnTo>
                  <a:pt x="681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9" y="2386"/>
                </a:lnTo>
                <a:lnTo>
                  <a:pt x="679" y="2385"/>
                </a:lnTo>
                <a:lnTo>
                  <a:pt x="679" y="2384"/>
                </a:lnTo>
                <a:lnTo>
                  <a:pt x="678" y="2384"/>
                </a:lnTo>
                <a:lnTo>
                  <a:pt x="677" y="2384"/>
                </a:lnTo>
                <a:lnTo>
                  <a:pt x="677" y="2383"/>
                </a:lnTo>
                <a:lnTo>
                  <a:pt x="676" y="2383"/>
                </a:lnTo>
                <a:lnTo>
                  <a:pt x="676" y="2382"/>
                </a:lnTo>
                <a:lnTo>
                  <a:pt x="675" y="2382"/>
                </a:lnTo>
                <a:lnTo>
                  <a:pt x="674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0" y="2381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78"/>
                </a:lnTo>
                <a:lnTo>
                  <a:pt x="664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8"/>
                </a:lnTo>
                <a:lnTo>
                  <a:pt x="661" y="2377"/>
                </a:lnTo>
                <a:lnTo>
                  <a:pt x="661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7" y="2373"/>
                </a:lnTo>
                <a:lnTo>
                  <a:pt x="656" y="2373"/>
                </a:lnTo>
                <a:lnTo>
                  <a:pt x="656" y="2372"/>
                </a:lnTo>
                <a:lnTo>
                  <a:pt x="655" y="2372"/>
                </a:lnTo>
                <a:lnTo>
                  <a:pt x="655" y="2371"/>
                </a:lnTo>
                <a:lnTo>
                  <a:pt x="654" y="2371"/>
                </a:lnTo>
                <a:lnTo>
                  <a:pt x="654" y="2370"/>
                </a:lnTo>
                <a:lnTo>
                  <a:pt x="653" y="2370"/>
                </a:lnTo>
                <a:lnTo>
                  <a:pt x="652" y="2369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1" y="2361"/>
                </a:lnTo>
                <a:lnTo>
                  <a:pt x="640" y="2361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7" y="2363"/>
                </a:lnTo>
                <a:lnTo>
                  <a:pt x="636" y="2363"/>
                </a:lnTo>
                <a:lnTo>
                  <a:pt x="637" y="2363"/>
                </a:lnTo>
                <a:lnTo>
                  <a:pt x="636" y="2363"/>
                </a:lnTo>
                <a:lnTo>
                  <a:pt x="636" y="2364"/>
                </a:lnTo>
                <a:lnTo>
                  <a:pt x="635" y="2364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3" y="2362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59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59"/>
                </a:lnTo>
                <a:lnTo>
                  <a:pt x="626" y="2359"/>
                </a:lnTo>
                <a:lnTo>
                  <a:pt x="626" y="2358"/>
                </a:lnTo>
                <a:lnTo>
                  <a:pt x="625" y="2358"/>
                </a:lnTo>
                <a:lnTo>
                  <a:pt x="625" y="2357"/>
                </a:lnTo>
                <a:lnTo>
                  <a:pt x="624" y="2357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9" y="2351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4" y="2349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8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6" y="2321"/>
                </a:lnTo>
                <a:lnTo>
                  <a:pt x="575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9" y="2319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5" y="2309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3" y="2307"/>
                </a:lnTo>
                <a:lnTo>
                  <a:pt x="543" y="2306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1" y="2302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6" y="2310"/>
                </a:lnTo>
                <a:lnTo>
                  <a:pt x="526" y="2311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6" y="2311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5" y="2308"/>
                </a:lnTo>
                <a:lnTo>
                  <a:pt x="514" y="2308"/>
                </a:lnTo>
                <a:lnTo>
                  <a:pt x="515" y="2308"/>
                </a:lnTo>
                <a:lnTo>
                  <a:pt x="515" y="2307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6" y="2278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5" y="2258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2" y="2231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1" y="2207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5" y="2204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1" y="2202"/>
                </a:lnTo>
                <a:lnTo>
                  <a:pt x="460" y="2202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1" y="2200"/>
                </a:lnTo>
                <a:lnTo>
                  <a:pt x="461" y="2199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4" y="2193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5" y="2148"/>
                </a:lnTo>
                <a:lnTo>
                  <a:pt x="474" y="2148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8" y="2156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5" y="2163"/>
                </a:lnTo>
                <a:lnTo>
                  <a:pt x="485" y="2164"/>
                </a:lnTo>
                <a:lnTo>
                  <a:pt x="486" y="2164"/>
                </a:lnTo>
                <a:lnTo>
                  <a:pt x="487" y="2164"/>
                </a:lnTo>
                <a:lnTo>
                  <a:pt x="487" y="2165"/>
                </a:lnTo>
                <a:lnTo>
                  <a:pt x="488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4" y="2143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1" y="2136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2" y="2128"/>
                </a:lnTo>
                <a:lnTo>
                  <a:pt x="521" y="2128"/>
                </a:lnTo>
                <a:lnTo>
                  <a:pt x="522" y="2128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1" y="2101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3" y="2077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500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7" y="2069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4" y="2068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2" y="2064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2" y="2058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6" y="2049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5" y="2016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9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8" y="1965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4" y="1963"/>
                </a:lnTo>
                <a:lnTo>
                  <a:pt x="493" y="1963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1" y="1946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5" y="1941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5" y="1940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1" y="1938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30" y="1928"/>
                </a:lnTo>
                <a:lnTo>
                  <a:pt x="429" y="1928"/>
                </a:lnTo>
                <a:lnTo>
                  <a:pt x="428" y="1928"/>
                </a:lnTo>
                <a:lnTo>
                  <a:pt x="428" y="1927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5" y="1926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5" y="1908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0" y="1899"/>
                </a:lnTo>
                <a:lnTo>
                  <a:pt x="420" y="1898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11" y="1879"/>
                </a:lnTo>
                <a:lnTo>
                  <a:pt x="410" y="1879"/>
                </a:lnTo>
                <a:lnTo>
                  <a:pt x="410" y="1878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7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9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49"/>
                </a:lnTo>
                <a:lnTo>
                  <a:pt x="395" y="1848"/>
                </a:lnTo>
                <a:lnTo>
                  <a:pt x="394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2" y="1851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4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7" y="1846"/>
                </a:lnTo>
                <a:lnTo>
                  <a:pt x="346" y="1845"/>
                </a:lnTo>
                <a:lnTo>
                  <a:pt x="346" y="1844"/>
                </a:lnTo>
                <a:lnTo>
                  <a:pt x="345" y="1843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2" y="1844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9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2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9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19"/>
                </a:lnTo>
                <a:lnTo>
                  <a:pt x="279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9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1" y="1807"/>
                </a:lnTo>
                <a:lnTo>
                  <a:pt x="270" y="1807"/>
                </a:lnTo>
                <a:lnTo>
                  <a:pt x="269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1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40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5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5" y="1793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3"/>
                </a:lnTo>
                <a:lnTo>
                  <a:pt x="220" y="1782"/>
                </a:lnTo>
                <a:lnTo>
                  <a:pt x="221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1" y="1773"/>
                </a:lnTo>
                <a:lnTo>
                  <a:pt x="232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6" y="1764"/>
                </a:lnTo>
                <a:lnTo>
                  <a:pt x="225" y="1764"/>
                </a:lnTo>
                <a:lnTo>
                  <a:pt x="225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8" y="1751"/>
                </a:lnTo>
                <a:lnTo>
                  <a:pt x="227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7" y="1747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3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8" y="1724"/>
                </a:lnTo>
                <a:lnTo>
                  <a:pt x="208" y="1723"/>
                </a:lnTo>
                <a:lnTo>
                  <a:pt x="207" y="1723"/>
                </a:lnTo>
                <a:lnTo>
                  <a:pt x="207" y="1722"/>
                </a:lnTo>
                <a:lnTo>
                  <a:pt x="206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4" y="1718"/>
                </a:lnTo>
                <a:lnTo>
                  <a:pt x="183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9" y="1721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3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2" y="1695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5"/>
                </a:lnTo>
                <a:lnTo>
                  <a:pt x="105" y="1686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5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90" y="1677"/>
                </a:lnTo>
                <a:lnTo>
                  <a:pt x="90" y="1676"/>
                </a:lnTo>
                <a:lnTo>
                  <a:pt x="90" y="1675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5" y="1669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8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8" y="1647"/>
                </a:lnTo>
                <a:lnTo>
                  <a:pt x="147" y="1647"/>
                </a:lnTo>
                <a:lnTo>
                  <a:pt x="147" y="1646"/>
                </a:lnTo>
                <a:lnTo>
                  <a:pt x="146" y="1645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9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4"/>
                </a:lnTo>
                <a:lnTo>
                  <a:pt x="107" y="1533"/>
                </a:lnTo>
                <a:lnTo>
                  <a:pt x="106" y="1532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29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6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1" y="1531"/>
                </a:lnTo>
                <a:lnTo>
                  <a:pt x="29" y="1530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89"/>
                </a:lnTo>
                <a:lnTo>
                  <a:pt x="31" y="1488"/>
                </a:lnTo>
                <a:lnTo>
                  <a:pt x="30" y="1488"/>
                </a:lnTo>
                <a:lnTo>
                  <a:pt x="30" y="1487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5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20" y="1481"/>
                </a:lnTo>
                <a:lnTo>
                  <a:pt x="19" y="1481"/>
                </a:lnTo>
                <a:lnTo>
                  <a:pt x="20" y="1481"/>
                </a:lnTo>
                <a:lnTo>
                  <a:pt x="20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3" y="1467"/>
                </a:lnTo>
                <a:lnTo>
                  <a:pt x="12" y="1466"/>
                </a:lnTo>
                <a:lnTo>
                  <a:pt x="12" y="1465"/>
                </a:lnTo>
                <a:lnTo>
                  <a:pt x="11" y="1465"/>
                </a:lnTo>
                <a:lnTo>
                  <a:pt x="11" y="1464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6" y="1461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9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1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1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1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0"/>
                </a:lnTo>
                <a:lnTo>
                  <a:pt x="47" y="1379"/>
                </a:lnTo>
                <a:lnTo>
                  <a:pt x="48" y="1378"/>
                </a:lnTo>
                <a:lnTo>
                  <a:pt x="49" y="1377"/>
                </a:lnTo>
                <a:lnTo>
                  <a:pt x="50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6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5" y="1353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5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1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2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5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7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3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4" y="1334"/>
                </a:lnTo>
                <a:lnTo>
                  <a:pt x="195" y="1335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7" y="1352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7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30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4" y="1347"/>
                </a:lnTo>
                <a:lnTo>
                  <a:pt x="235" y="1346"/>
                </a:lnTo>
                <a:lnTo>
                  <a:pt x="236" y="1346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6"/>
                </a:lnTo>
                <a:lnTo>
                  <a:pt x="286" y="1314"/>
                </a:lnTo>
                <a:lnTo>
                  <a:pt x="285" y="1313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0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8" y="1288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09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7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3" y="1278"/>
                </a:lnTo>
                <a:lnTo>
                  <a:pt x="324" y="1278"/>
                </a:lnTo>
                <a:lnTo>
                  <a:pt x="325" y="1279"/>
                </a:lnTo>
                <a:lnTo>
                  <a:pt x="326" y="1279"/>
                </a:lnTo>
                <a:lnTo>
                  <a:pt x="326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6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4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5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8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7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7" y="1209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2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71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10" y="1159"/>
                </a:lnTo>
                <a:lnTo>
                  <a:pt x="611" y="1159"/>
                </a:lnTo>
                <a:lnTo>
                  <a:pt x="612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1" y="1149"/>
                </a:lnTo>
                <a:lnTo>
                  <a:pt x="610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5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9" y="1129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6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6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4" y="1096"/>
                </a:lnTo>
                <a:lnTo>
                  <a:pt x="624" y="1095"/>
                </a:lnTo>
                <a:lnTo>
                  <a:pt x="625" y="1095"/>
                </a:lnTo>
                <a:lnTo>
                  <a:pt x="626" y="1094"/>
                </a:lnTo>
                <a:lnTo>
                  <a:pt x="627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0" y="1090"/>
                </a:lnTo>
                <a:lnTo>
                  <a:pt x="638" y="1088"/>
                </a:lnTo>
                <a:lnTo>
                  <a:pt x="637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4"/>
                </a:lnTo>
                <a:lnTo>
                  <a:pt x="626" y="1084"/>
                </a:lnTo>
                <a:lnTo>
                  <a:pt x="626" y="1083"/>
                </a:lnTo>
                <a:lnTo>
                  <a:pt x="625" y="1083"/>
                </a:lnTo>
                <a:lnTo>
                  <a:pt x="624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5" y="1074"/>
                </a:lnTo>
                <a:lnTo>
                  <a:pt x="626" y="1073"/>
                </a:lnTo>
                <a:lnTo>
                  <a:pt x="628" y="1073"/>
                </a:lnTo>
                <a:lnTo>
                  <a:pt x="629" y="1073"/>
                </a:lnTo>
                <a:lnTo>
                  <a:pt x="632" y="1072"/>
                </a:lnTo>
                <a:lnTo>
                  <a:pt x="634" y="1071"/>
                </a:lnTo>
                <a:lnTo>
                  <a:pt x="634" y="1070"/>
                </a:lnTo>
                <a:lnTo>
                  <a:pt x="636" y="1070"/>
                </a:lnTo>
                <a:lnTo>
                  <a:pt x="637" y="1068"/>
                </a:lnTo>
                <a:lnTo>
                  <a:pt x="638" y="1068"/>
                </a:lnTo>
                <a:lnTo>
                  <a:pt x="639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2" y="1066"/>
                </a:lnTo>
                <a:lnTo>
                  <a:pt x="643" y="1065"/>
                </a:lnTo>
                <a:lnTo>
                  <a:pt x="644" y="1065"/>
                </a:lnTo>
                <a:lnTo>
                  <a:pt x="646" y="1065"/>
                </a:lnTo>
                <a:lnTo>
                  <a:pt x="647" y="1065"/>
                </a:lnTo>
                <a:lnTo>
                  <a:pt x="649" y="1065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3"/>
                </a:lnTo>
                <a:lnTo>
                  <a:pt x="658" y="1062"/>
                </a:lnTo>
                <a:lnTo>
                  <a:pt x="658" y="1061"/>
                </a:lnTo>
                <a:lnTo>
                  <a:pt x="657" y="1061"/>
                </a:lnTo>
                <a:lnTo>
                  <a:pt x="657" y="1060"/>
                </a:lnTo>
                <a:lnTo>
                  <a:pt x="657" y="1059"/>
                </a:lnTo>
                <a:lnTo>
                  <a:pt x="657" y="1055"/>
                </a:lnTo>
                <a:lnTo>
                  <a:pt x="656" y="1055"/>
                </a:lnTo>
                <a:lnTo>
                  <a:pt x="656" y="1054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1" y="1048"/>
                </a:lnTo>
                <a:lnTo>
                  <a:pt x="649" y="1048"/>
                </a:lnTo>
                <a:lnTo>
                  <a:pt x="648" y="1047"/>
                </a:lnTo>
                <a:lnTo>
                  <a:pt x="648" y="1046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6"/>
                </a:lnTo>
                <a:lnTo>
                  <a:pt x="654" y="1035"/>
                </a:lnTo>
                <a:lnTo>
                  <a:pt x="654" y="1034"/>
                </a:lnTo>
                <a:lnTo>
                  <a:pt x="654" y="1030"/>
                </a:lnTo>
                <a:lnTo>
                  <a:pt x="648" y="1021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7"/>
                </a:lnTo>
                <a:lnTo>
                  <a:pt x="630" y="985"/>
                </a:lnTo>
                <a:lnTo>
                  <a:pt x="629" y="985"/>
                </a:lnTo>
                <a:lnTo>
                  <a:pt x="629" y="984"/>
                </a:lnTo>
                <a:lnTo>
                  <a:pt x="629" y="983"/>
                </a:lnTo>
                <a:lnTo>
                  <a:pt x="630" y="983"/>
                </a:lnTo>
                <a:lnTo>
                  <a:pt x="630" y="982"/>
                </a:lnTo>
                <a:lnTo>
                  <a:pt x="629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6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1"/>
                </a:lnTo>
                <a:lnTo>
                  <a:pt x="626" y="970"/>
                </a:lnTo>
                <a:lnTo>
                  <a:pt x="626" y="969"/>
                </a:lnTo>
                <a:lnTo>
                  <a:pt x="625" y="969"/>
                </a:lnTo>
                <a:lnTo>
                  <a:pt x="624" y="968"/>
                </a:lnTo>
                <a:lnTo>
                  <a:pt x="623" y="967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3" y="949"/>
                </a:lnTo>
                <a:lnTo>
                  <a:pt x="623" y="948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1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6" y="906"/>
                </a:lnTo>
                <a:lnTo>
                  <a:pt x="614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7" y="894"/>
                </a:lnTo>
                <a:lnTo>
                  <a:pt x="596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6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3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7" y="872"/>
                </a:lnTo>
                <a:lnTo>
                  <a:pt x="609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2" y="871"/>
                </a:lnTo>
                <a:lnTo>
                  <a:pt x="623" y="870"/>
                </a:lnTo>
                <a:lnTo>
                  <a:pt x="625" y="868"/>
                </a:lnTo>
                <a:lnTo>
                  <a:pt x="626" y="867"/>
                </a:lnTo>
                <a:lnTo>
                  <a:pt x="626" y="865"/>
                </a:lnTo>
                <a:lnTo>
                  <a:pt x="628" y="864"/>
                </a:lnTo>
                <a:lnTo>
                  <a:pt x="630" y="862"/>
                </a:lnTo>
                <a:lnTo>
                  <a:pt x="631" y="862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6" y="864"/>
                </a:lnTo>
                <a:lnTo>
                  <a:pt x="637" y="864"/>
                </a:lnTo>
                <a:lnTo>
                  <a:pt x="639" y="865"/>
                </a:lnTo>
                <a:lnTo>
                  <a:pt x="640" y="864"/>
                </a:lnTo>
                <a:lnTo>
                  <a:pt x="641" y="864"/>
                </a:lnTo>
                <a:lnTo>
                  <a:pt x="642" y="863"/>
                </a:lnTo>
                <a:lnTo>
                  <a:pt x="644" y="863"/>
                </a:lnTo>
                <a:lnTo>
                  <a:pt x="648" y="862"/>
                </a:lnTo>
                <a:lnTo>
                  <a:pt x="649" y="861"/>
                </a:lnTo>
                <a:lnTo>
                  <a:pt x="650" y="861"/>
                </a:lnTo>
                <a:lnTo>
                  <a:pt x="651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0" y="858"/>
                </a:lnTo>
                <a:lnTo>
                  <a:pt x="651" y="857"/>
                </a:lnTo>
                <a:lnTo>
                  <a:pt x="652" y="857"/>
                </a:lnTo>
                <a:lnTo>
                  <a:pt x="652" y="858"/>
                </a:lnTo>
                <a:lnTo>
                  <a:pt x="653" y="858"/>
                </a:lnTo>
                <a:lnTo>
                  <a:pt x="654" y="859"/>
                </a:lnTo>
                <a:lnTo>
                  <a:pt x="655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7" y="862"/>
                </a:lnTo>
                <a:lnTo>
                  <a:pt x="668" y="861"/>
                </a:lnTo>
                <a:lnTo>
                  <a:pt x="669" y="860"/>
                </a:lnTo>
                <a:lnTo>
                  <a:pt x="670" y="859"/>
                </a:lnTo>
                <a:lnTo>
                  <a:pt x="671" y="859"/>
                </a:lnTo>
                <a:lnTo>
                  <a:pt x="672" y="858"/>
                </a:lnTo>
                <a:lnTo>
                  <a:pt x="674" y="858"/>
                </a:lnTo>
                <a:lnTo>
                  <a:pt x="675" y="859"/>
                </a:lnTo>
                <a:lnTo>
                  <a:pt x="676" y="859"/>
                </a:lnTo>
                <a:lnTo>
                  <a:pt x="678" y="858"/>
                </a:lnTo>
                <a:lnTo>
                  <a:pt x="680" y="858"/>
                </a:lnTo>
                <a:lnTo>
                  <a:pt x="681" y="857"/>
                </a:lnTo>
                <a:lnTo>
                  <a:pt x="682" y="857"/>
                </a:lnTo>
                <a:lnTo>
                  <a:pt x="683" y="857"/>
                </a:lnTo>
                <a:lnTo>
                  <a:pt x="684" y="856"/>
                </a:lnTo>
                <a:lnTo>
                  <a:pt x="684" y="855"/>
                </a:lnTo>
                <a:lnTo>
                  <a:pt x="685" y="855"/>
                </a:lnTo>
                <a:lnTo>
                  <a:pt x="686" y="854"/>
                </a:lnTo>
                <a:lnTo>
                  <a:pt x="686" y="853"/>
                </a:lnTo>
                <a:lnTo>
                  <a:pt x="688" y="853"/>
                </a:lnTo>
                <a:lnTo>
                  <a:pt x="689" y="853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3" y="852"/>
                </a:lnTo>
                <a:lnTo>
                  <a:pt x="695" y="851"/>
                </a:lnTo>
                <a:lnTo>
                  <a:pt x="696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0"/>
                </a:lnTo>
                <a:lnTo>
                  <a:pt x="698" y="851"/>
                </a:lnTo>
                <a:lnTo>
                  <a:pt x="699" y="851"/>
                </a:lnTo>
                <a:lnTo>
                  <a:pt x="701" y="851"/>
                </a:lnTo>
                <a:lnTo>
                  <a:pt x="702" y="851"/>
                </a:lnTo>
                <a:lnTo>
                  <a:pt x="704" y="849"/>
                </a:lnTo>
                <a:lnTo>
                  <a:pt x="705" y="849"/>
                </a:lnTo>
                <a:lnTo>
                  <a:pt x="707" y="848"/>
                </a:lnTo>
                <a:lnTo>
                  <a:pt x="708" y="848"/>
                </a:lnTo>
                <a:lnTo>
                  <a:pt x="710" y="849"/>
                </a:lnTo>
                <a:lnTo>
                  <a:pt x="711" y="848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6" y="848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6"/>
                </a:lnTo>
                <a:lnTo>
                  <a:pt x="724" y="844"/>
                </a:lnTo>
                <a:lnTo>
                  <a:pt x="725" y="844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5" y="839"/>
                </a:lnTo>
                <a:lnTo>
                  <a:pt x="736" y="839"/>
                </a:lnTo>
                <a:lnTo>
                  <a:pt x="737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6" y="837"/>
                </a:lnTo>
                <a:lnTo>
                  <a:pt x="746" y="836"/>
                </a:lnTo>
                <a:lnTo>
                  <a:pt x="747" y="836"/>
                </a:lnTo>
                <a:lnTo>
                  <a:pt x="748" y="837"/>
                </a:lnTo>
                <a:lnTo>
                  <a:pt x="748" y="838"/>
                </a:lnTo>
                <a:lnTo>
                  <a:pt x="749" y="838"/>
                </a:lnTo>
                <a:lnTo>
                  <a:pt x="750" y="839"/>
                </a:lnTo>
                <a:lnTo>
                  <a:pt x="751" y="841"/>
                </a:lnTo>
                <a:lnTo>
                  <a:pt x="751" y="842"/>
                </a:lnTo>
                <a:lnTo>
                  <a:pt x="753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6" y="846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9" y="851"/>
                </a:lnTo>
                <a:lnTo>
                  <a:pt x="759" y="852"/>
                </a:lnTo>
                <a:lnTo>
                  <a:pt x="760" y="852"/>
                </a:lnTo>
                <a:lnTo>
                  <a:pt x="760" y="851"/>
                </a:lnTo>
                <a:lnTo>
                  <a:pt x="762" y="851"/>
                </a:lnTo>
                <a:lnTo>
                  <a:pt x="763" y="851"/>
                </a:lnTo>
                <a:lnTo>
                  <a:pt x="765" y="851"/>
                </a:lnTo>
                <a:lnTo>
                  <a:pt x="767" y="851"/>
                </a:lnTo>
                <a:lnTo>
                  <a:pt x="768" y="850"/>
                </a:lnTo>
                <a:lnTo>
                  <a:pt x="769" y="850"/>
                </a:lnTo>
                <a:lnTo>
                  <a:pt x="770" y="850"/>
                </a:lnTo>
                <a:lnTo>
                  <a:pt x="771" y="849"/>
                </a:lnTo>
                <a:lnTo>
                  <a:pt x="772" y="849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3"/>
                </a:lnTo>
                <a:lnTo>
                  <a:pt x="779" y="853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5" y="851"/>
                </a:lnTo>
                <a:lnTo>
                  <a:pt x="787" y="851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10" y="857"/>
                </a:lnTo>
                <a:lnTo>
                  <a:pt x="816" y="855"/>
                </a:lnTo>
                <a:lnTo>
                  <a:pt x="819" y="852"/>
                </a:lnTo>
                <a:lnTo>
                  <a:pt x="820" y="840"/>
                </a:lnTo>
                <a:lnTo>
                  <a:pt x="817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90" y="812"/>
                </a:lnTo>
                <a:lnTo>
                  <a:pt x="792" y="810"/>
                </a:lnTo>
                <a:lnTo>
                  <a:pt x="792" y="808"/>
                </a:lnTo>
                <a:lnTo>
                  <a:pt x="792" y="804"/>
                </a:lnTo>
                <a:lnTo>
                  <a:pt x="792" y="802"/>
                </a:lnTo>
                <a:lnTo>
                  <a:pt x="792" y="801"/>
                </a:lnTo>
                <a:lnTo>
                  <a:pt x="795" y="798"/>
                </a:lnTo>
                <a:lnTo>
                  <a:pt x="796" y="797"/>
                </a:lnTo>
                <a:lnTo>
                  <a:pt x="797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7" y="788"/>
                </a:lnTo>
                <a:lnTo>
                  <a:pt x="797" y="787"/>
                </a:lnTo>
                <a:lnTo>
                  <a:pt x="796" y="786"/>
                </a:lnTo>
                <a:lnTo>
                  <a:pt x="796" y="785"/>
                </a:lnTo>
                <a:lnTo>
                  <a:pt x="797" y="784"/>
                </a:lnTo>
                <a:lnTo>
                  <a:pt x="797" y="783"/>
                </a:lnTo>
                <a:lnTo>
                  <a:pt x="797" y="780"/>
                </a:lnTo>
                <a:lnTo>
                  <a:pt x="797" y="779"/>
                </a:lnTo>
                <a:lnTo>
                  <a:pt x="800" y="777"/>
                </a:lnTo>
                <a:lnTo>
                  <a:pt x="802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3" y="757"/>
                </a:lnTo>
                <a:lnTo>
                  <a:pt x="821" y="743"/>
                </a:lnTo>
                <a:lnTo>
                  <a:pt x="832" y="723"/>
                </a:lnTo>
                <a:lnTo>
                  <a:pt x="836" y="712"/>
                </a:lnTo>
                <a:lnTo>
                  <a:pt x="837" y="704"/>
                </a:lnTo>
                <a:lnTo>
                  <a:pt x="841" y="694"/>
                </a:lnTo>
                <a:lnTo>
                  <a:pt x="845" y="692"/>
                </a:lnTo>
                <a:lnTo>
                  <a:pt x="845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1" y="670"/>
                </a:lnTo>
                <a:lnTo>
                  <a:pt x="851" y="669"/>
                </a:lnTo>
                <a:lnTo>
                  <a:pt x="853" y="668"/>
                </a:lnTo>
                <a:lnTo>
                  <a:pt x="854" y="666"/>
                </a:lnTo>
                <a:lnTo>
                  <a:pt x="855" y="664"/>
                </a:lnTo>
                <a:lnTo>
                  <a:pt x="856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6"/>
                </a:lnTo>
                <a:lnTo>
                  <a:pt x="858" y="655"/>
                </a:lnTo>
                <a:lnTo>
                  <a:pt x="859" y="654"/>
                </a:lnTo>
                <a:lnTo>
                  <a:pt x="859" y="653"/>
                </a:lnTo>
                <a:lnTo>
                  <a:pt x="859" y="652"/>
                </a:lnTo>
                <a:lnTo>
                  <a:pt x="859" y="650"/>
                </a:lnTo>
                <a:lnTo>
                  <a:pt x="858" y="649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7"/>
                </a:lnTo>
                <a:lnTo>
                  <a:pt x="865" y="648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69" y="646"/>
                </a:lnTo>
                <a:lnTo>
                  <a:pt x="870" y="646"/>
                </a:lnTo>
                <a:lnTo>
                  <a:pt x="870" y="647"/>
                </a:lnTo>
                <a:lnTo>
                  <a:pt x="871" y="648"/>
                </a:lnTo>
                <a:lnTo>
                  <a:pt x="873" y="648"/>
                </a:lnTo>
                <a:lnTo>
                  <a:pt x="874" y="649"/>
                </a:lnTo>
                <a:lnTo>
                  <a:pt x="875" y="649"/>
                </a:lnTo>
                <a:lnTo>
                  <a:pt x="875" y="650"/>
                </a:lnTo>
                <a:lnTo>
                  <a:pt x="876" y="651"/>
                </a:lnTo>
                <a:lnTo>
                  <a:pt x="877" y="651"/>
                </a:lnTo>
                <a:lnTo>
                  <a:pt x="877" y="652"/>
                </a:lnTo>
                <a:lnTo>
                  <a:pt x="878" y="652"/>
                </a:lnTo>
                <a:lnTo>
                  <a:pt x="878" y="653"/>
                </a:lnTo>
                <a:lnTo>
                  <a:pt x="880" y="653"/>
                </a:lnTo>
                <a:lnTo>
                  <a:pt x="882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4"/>
                </a:lnTo>
                <a:lnTo>
                  <a:pt x="891" y="655"/>
                </a:lnTo>
                <a:lnTo>
                  <a:pt x="892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8"/>
                </a:lnTo>
                <a:lnTo>
                  <a:pt x="894" y="659"/>
                </a:lnTo>
                <a:lnTo>
                  <a:pt x="895" y="658"/>
                </a:lnTo>
                <a:lnTo>
                  <a:pt x="896" y="658"/>
                </a:lnTo>
                <a:lnTo>
                  <a:pt x="897" y="657"/>
                </a:lnTo>
                <a:lnTo>
                  <a:pt x="898" y="657"/>
                </a:lnTo>
                <a:lnTo>
                  <a:pt x="898" y="658"/>
                </a:lnTo>
                <a:lnTo>
                  <a:pt x="899" y="658"/>
                </a:lnTo>
                <a:lnTo>
                  <a:pt x="900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3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8" y="667"/>
                </a:lnTo>
                <a:lnTo>
                  <a:pt x="919" y="667"/>
                </a:lnTo>
                <a:lnTo>
                  <a:pt x="919" y="668"/>
                </a:lnTo>
                <a:lnTo>
                  <a:pt x="919" y="669"/>
                </a:lnTo>
                <a:lnTo>
                  <a:pt x="920" y="669"/>
                </a:lnTo>
                <a:lnTo>
                  <a:pt x="921" y="669"/>
                </a:lnTo>
                <a:lnTo>
                  <a:pt x="921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9"/>
                </a:lnTo>
                <a:lnTo>
                  <a:pt x="928" y="669"/>
                </a:lnTo>
                <a:lnTo>
                  <a:pt x="929" y="670"/>
                </a:lnTo>
                <a:lnTo>
                  <a:pt x="931" y="670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2"/>
                </a:lnTo>
                <a:lnTo>
                  <a:pt x="937" y="673"/>
                </a:lnTo>
                <a:lnTo>
                  <a:pt x="938" y="672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4" y="673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2" y="674"/>
                </a:lnTo>
                <a:lnTo>
                  <a:pt x="955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4" y="670"/>
                </a:lnTo>
                <a:lnTo>
                  <a:pt x="965" y="670"/>
                </a:lnTo>
                <a:lnTo>
                  <a:pt x="966" y="671"/>
                </a:lnTo>
                <a:lnTo>
                  <a:pt x="968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0"/>
                </a:lnTo>
                <a:lnTo>
                  <a:pt x="977" y="670"/>
                </a:lnTo>
                <a:lnTo>
                  <a:pt x="978" y="671"/>
                </a:lnTo>
                <a:lnTo>
                  <a:pt x="980" y="671"/>
                </a:lnTo>
                <a:lnTo>
                  <a:pt x="982" y="671"/>
                </a:lnTo>
                <a:lnTo>
                  <a:pt x="984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2"/>
                </a:lnTo>
                <a:lnTo>
                  <a:pt x="992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4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8" y="673"/>
                </a:lnTo>
                <a:lnTo>
                  <a:pt x="1020" y="674"/>
                </a:lnTo>
                <a:lnTo>
                  <a:pt x="1022" y="675"/>
                </a:lnTo>
                <a:lnTo>
                  <a:pt x="1023" y="675"/>
                </a:lnTo>
                <a:lnTo>
                  <a:pt x="1023" y="676"/>
                </a:lnTo>
                <a:lnTo>
                  <a:pt x="1023" y="677"/>
                </a:lnTo>
                <a:lnTo>
                  <a:pt x="1024" y="678"/>
                </a:lnTo>
                <a:lnTo>
                  <a:pt x="1028" y="681"/>
                </a:lnTo>
                <a:lnTo>
                  <a:pt x="1029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5" y="679"/>
                </a:lnTo>
                <a:lnTo>
                  <a:pt x="1036" y="679"/>
                </a:lnTo>
                <a:lnTo>
                  <a:pt x="1037" y="678"/>
                </a:lnTo>
                <a:lnTo>
                  <a:pt x="1039" y="678"/>
                </a:lnTo>
                <a:lnTo>
                  <a:pt x="1041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4" y="677"/>
                </a:lnTo>
                <a:lnTo>
                  <a:pt x="1044" y="676"/>
                </a:lnTo>
                <a:lnTo>
                  <a:pt x="1045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49" y="672"/>
                </a:lnTo>
                <a:lnTo>
                  <a:pt x="1050" y="672"/>
                </a:lnTo>
                <a:lnTo>
                  <a:pt x="1052" y="671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6"/>
                </a:lnTo>
                <a:lnTo>
                  <a:pt x="1056" y="665"/>
                </a:lnTo>
                <a:lnTo>
                  <a:pt x="1058" y="665"/>
                </a:lnTo>
                <a:lnTo>
                  <a:pt x="1060" y="665"/>
                </a:lnTo>
                <a:lnTo>
                  <a:pt x="1061" y="665"/>
                </a:lnTo>
                <a:lnTo>
                  <a:pt x="1061" y="664"/>
                </a:lnTo>
                <a:lnTo>
                  <a:pt x="1062" y="664"/>
                </a:lnTo>
                <a:lnTo>
                  <a:pt x="1063" y="665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6"/>
                </a:lnTo>
                <a:lnTo>
                  <a:pt x="1072" y="665"/>
                </a:lnTo>
                <a:lnTo>
                  <a:pt x="1073" y="665"/>
                </a:lnTo>
                <a:lnTo>
                  <a:pt x="1075" y="665"/>
                </a:lnTo>
                <a:lnTo>
                  <a:pt x="1076" y="664"/>
                </a:lnTo>
                <a:lnTo>
                  <a:pt x="1078" y="664"/>
                </a:lnTo>
                <a:lnTo>
                  <a:pt x="1078" y="665"/>
                </a:lnTo>
                <a:lnTo>
                  <a:pt x="1080" y="665"/>
                </a:lnTo>
                <a:lnTo>
                  <a:pt x="1082" y="665"/>
                </a:lnTo>
                <a:lnTo>
                  <a:pt x="1083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8" y="657"/>
                </a:lnTo>
                <a:lnTo>
                  <a:pt x="1089" y="656"/>
                </a:lnTo>
                <a:lnTo>
                  <a:pt x="1092" y="653"/>
                </a:lnTo>
                <a:lnTo>
                  <a:pt x="1095" y="650"/>
                </a:lnTo>
                <a:lnTo>
                  <a:pt x="1096" y="649"/>
                </a:lnTo>
                <a:lnTo>
                  <a:pt x="1097" y="648"/>
                </a:lnTo>
                <a:lnTo>
                  <a:pt x="1098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9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100" y="632"/>
                </a:lnTo>
                <a:lnTo>
                  <a:pt x="1100" y="630"/>
                </a:lnTo>
                <a:lnTo>
                  <a:pt x="1099" y="630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6"/>
                </a:lnTo>
                <a:lnTo>
                  <a:pt x="1097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4" y="621"/>
                </a:lnTo>
                <a:lnTo>
                  <a:pt x="1094" y="620"/>
                </a:lnTo>
                <a:lnTo>
                  <a:pt x="1093" y="620"/>
                </a:lnTo>
                <a:lnTo>
                  <a:pt x="1092" y="620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2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1" y="606"/>
                </a:lnTo>
                <a:lnTo>
                  <a:pt x="1088" y="586"/>
                </a:lnTo>
                <a:lnTo>
                  <a:pt x="1087" y="574"/>
                </a:lnTo>
                <a:lnTo>
                  <a:pt x="1087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6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6" y="563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5"/>
                </a:lnTo>
                <a:lnTo>
                  <a:pt x="1088" y="555"/>
                </a:lnTo>
                <a:lnTo>
                  <a:pt x="1088" y="554"/>
                </a:lnTo>
                <a:lnTo>
                  <a:pt x="1087" y="554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0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5" y="544"/>
                </a:lnTo>
                <a:lnTo>
                  <a:pt x="1096" y="543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8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4" y="524"/>
                </a:lnTo>
                <a:lnTo>
                  <a:pt x="1115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32" y="523"/>
                </a:lnTo>
                <a:lnTo>
                  <a:pt x="1147" y="524"/>
                </a:lnTo>
                <a:lnTo>
                  <a:pt x="1148" y="524"/>
                </a:lnTo>
                <a:lnTo>
                  <a:pt x="1149" y="523"/>
                </a:lnTo>
                <a:lnTo>
                  <a:pt x="1150" y="522"/>
                </a:lnTo>
                <a:lnTo>
                  <a:pt x="1151" y="522"/>
                </a:lnTo>
                <a:lnTo>
                  <a:pt x="1152" y="521"/>
                </a:lnTo>
                <a:lnTo>
                  <a:pt x="1153" y="520"/>
                </a:lnTo>
                <a:lnTo>
                  <a:pt x="1154" y="519"/>
                </a:lnTo>
                <a:lnTo>
                  <a:pt x="1155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0" y="517"/>
                </a:lnTo>
                <a:lnTo>
                  <a:pt x="1161" y="517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4" y="506"/>
                </a:lnTo>
                <a:lnTo>
                  <a:pt x="1184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7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90" y="502"/>
                </a:lnTo>
                <a:lnTo>
                  <a:pt x="1190" y="500"/>
                </a:lnTo>
                <a:lnTo>
                  <a:pt x="1191" y="499"/>
                </a:lnTo>
                <a:lnTo>
                  <a:pt x="1193" y="499"/>
                </a:lnTo>
                <a:lnTo>
                  <a:pt x="1195" y="497"/>
                </a:lnTo>
                <a:lnTo>
                  <a:pt x="1196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7" y="491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1" y="483"/>
                </a:lnTo>
                <a:lnTo>
                  <a:pt x="1200" y="483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9" y="480"/>
                </a:lnTo>
                <a:lnTo>
                  <a:pt x="1199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9" y="452"/>
                </a:lnTo>
                <a:lnTo>
                  <a:pt x="1210" y="453"/>
                </a:lnTo>
                <a:lnTo>
                  <a:pt x="1211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20" y="452"/>
                </a:lnTo>
                <a:lnTo>
                  <a:pt x="1220" y="453"/>
                </a:lnTo>
                <a:lnTo>
                  <a:pt x="1221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4" y="452"/>
                </a:lnTo>
                <a:lnTo>
                  <a:pt x="1225" y="452"/>
                </a:lnTo>
                <a:lnTo>
                  <a:pt x="1226" y="451"/>
                </a:lnTo>
                <a:lnTo>
                  <a:pt x="1226" y="450"/>
                </a:lnTo>
                <a:lnTo>
                  <a:pt x="1227" y="450"/>
                </a:lnTo>
                <a:lnTo>
                  <a:pt x="1229" y="450"/>
                </a:lnTo>
                <a:lnTo>
                  <a:pt x="1231" y="451"/>
                </a:lnTo>
                <a:lnTo>
                  <a:pt x="1235" y="452"/>
                </a:lnTo>
                <a:lnTo>
                  <a:pt x="1238" y="455"/>
                </a:lnTo>
                <a:lnTo>
                  <a:pt x="1242" y="454"/>
                </a:lnTo>
                <a:lnTo>
                  <a:pt x="1243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6" y="458"/>
                </a:lnTo>
                <a:lnTo>
                  <a:pt x="1257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2" y="456"/>
                </a:lnTo>
                <a:lnTo>
                  <a:pt x="1263" y="456"/>
                </a:lnTo>
                <a:lnTo>
                  <a:pt x="1263" y="455"/>
                </a:lnTo>
                <a:lnTo>
                  <a:pt x="1262" y="454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3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3" y="452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4"/>
                </a:lnTo>
                <a:lnTo>
                  <a:pt x="1295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3" y="457"/>
                </a:lnTo>
                <a:lnTo>
                  <a:pt x="1293" y="458"/>
                </a:lnTo>
                <a:lnTo>
                  <a:pt x="1294" y="459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3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90" y="472"/>
                </a:lnTo>
                <a:lnTo>
                  <a:pt x="1289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4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79"/>
                </a:lnTo>
                <a:lnTo>
                  <a:pt x="1285" y="480"/>
                </a:lnTo>
                <a:lnTo>
                  <a:pt x="1287" y="480"/>
                </a:lnTo>
                <a:lnTo>
                  <a:pt x="1287" y="479"/>
                </a:lnTo>
                <a:lnTo>
                  <a:pt x="1288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90" y="482"/>
                </a:lnTo>
                <a:lnTo>
                  <a:pt x="1291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3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7" y="488"/>
                </a:lnTo>
                <a:lnTo>
                  <a:pt x="1299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7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6" y="496"/>
                </a:lnTo>
                <a:lnTo>
                  <a:pt x="1315" y="496"/>
                </a:lnTo>
                <a:lnTo>
                  <a:pt x="1315" y="497"/>
                </a:lnTo>
                <a:lnTo>
                  <a:pt x="1314" y="498"/>
                </a:lnTo>
                <a:lnTo>
                  <a:pt x="1313" y="499"/>
                </a:lnTo>
                <a:lnTo>
                  <a:pt x="1312" y="500"/>
                </a:lnTo>
                <a:lnTo>
                  <a:pt x="1310" y="501"/>
                </a:lnTo>
                <a:lnTo>
                  <a:pt x="1309" y="502"/>
                </a:lnTo>
                <a:lnTo>
                  <a:pt x="1309" y="503"/>
                </a:lnTo>
                <a:lnTo>
                  <a:pt x="1310" y="504"/>
                </a:lnTo>
                <a:lnTo>
                  <a:pt x="1309" y="504"/>
                </a:lnTo>
                <a:lnTo>
                  <a:pt x="1308" y="505"/>
                </a:lnTo>
                <a:lnTo>
                  <a:pt x="1307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4" y="507"/>
                </a:lnTo>
                <a:lnTo>
                  <a:pt x="1303" y="507"/>
                </a:lnTo>
                <a:lnTo>
                  <a:pt x="1303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9" y="511"/>
                </a:lnTo>
                <a:lnTo>
                  <a:pt x="1309" y="512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6" y="512"/>
                </a:lnTo>
                <a:lnTo>
                  <a:pt x="1316" y="513"/>
                </a:lnTo>
                <a:lnTo>
                  <a:pt x="1317" y="513"/>
                </a:lnTo>
                <a:lnTo>
                  <a:pt x="1317" y="514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20" y="514"/>
                </a:lnTo>
                <a:lnTo>
                  <a:pt x="1320" y="515"/>
                </a:lnTo>
                <a:lnTo>
                  <a:pt x="1323" y="517"/>
                </a:lnTo>
                <a:lnTo>
                  <a:pt x="1324" y="517"/>
                </a:lnTo>
                <a:lnTo>
                  <a:pt x="1325" y="518"/>
                </a:lnTo>
                <a:lnTo>
                  <a:pt x="1326" y="517"/>
                </a:lnTo>
                <a:lnTo>
                  <a:pt x="1327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1" y="518"/>
                </a:lnTo>
                <a:lnTo>
                  <a:pt x="1334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9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40" y="524"/>
                </a:lnTo>
                <a:lnTo>
                  <a:pt x="1341" y="525"/>
                </a:lnTo>
                <a:lnTo>
                  <a:pt x="1345" y="527"/>
                </a:lnTo>
                <a:lnTo>
                  <a:pt x="1346" y="527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8"/>
                </a:lnTo>
                <a:lnTo>
                  <a:pt x="1350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4" y="527"/>
                </a:lnTo>
                <a:lnTo>
                  <a:pt x="1354" y="528"/>
                </a:lnTo>
                <a:lnTo>
                  <a:pt x="1354" y="530"/>
                </a:lnTo>
                <a:lnTo>
                  <a:pt x="1355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9" y="533"/>
                </a:lnTo>
                <a:lnTo>
                  <a:pt x="1361" y="533"/>
                </a:lnTo>
                <a:lnTo>
                  <a:pt x="1361" y="534"/>
                </a:lnTo>
                <a:lnTo>
                  <a:pt x="1362" y="534"/>
                </a:lnTo>
                <a:lnTo>
                  <a:pt x="1361" y="536"/>
                </a:lnTo>
                <a:lnTo>
                  <a:pt x="1359" y="538"/>
                </a:lnTo>
                <a:lnTo>
                  <a:pt x="1359" y="539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8"/>
                </a:lnTo>
                <a:lnTo>
                  <a:pt x="1364" y="549"/>
                </a:lnTo>
                <a:lnTo>
                  <a:pt x="1365" y="550"/>
                </a:lnTo>
                <a:lnTo>
                  <a:pt x="1366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0" y="557"/>
                </a:lnTo>
                <a:lnTo>
                  <a:pt x="1381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6" y="557"/>
                </a:lnTo>
                <a:lnTo>
                  <a:pt x="1388" y="557"/>
                </a:lnTo>
                <a:lnTo>
                  <a:pt x="1389" y="557"/>
                </a:lnTo>
                <a:lnTo>
                  <a:pt x="1391" y="557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59"/>
                </a:lnTo>
                <a:lnTo>
                  <a:pt x="1396" y="561"/>
                </a:lnTo>
                <a:lnTo>
                  <a:pt x="1398" y="562"/>
                </a:lnTo>
                <a:lnTo>
                  <a:pt x="1400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1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4" y="570"/>
                </a:lnTo>
                <a:lnTo>
                  <a:pt x="1406" y="570"/>
                </a:lnTo>
                <a:lnTo>
                  <a:pt x="1408" y="570"/>
                </a:lnTo>
                <a:lnTo>
                  <a:pt x="1410" y="569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0"/>
                </a:lnTo>
                <a:lnTo>
                  <a:pt x="1420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3" y="568"/>
                </a:lnTo>
                <a:lnTo>
                  <a:pt x="1423" y="567"/>
                </a:lnTo>
                <a:lnTo>
                  <a:pt x="1424" y="567"/>
                </a:lnTo>
                <a:lnTo>
                  <a:pt x="1427" y="566"/>
                </a:lnTo>
                <a:lnTo>
                  <a:pt x="1428" y="566"/>
                </a:lnTo>
                <a:lnTo>
                  <a:pt x="1430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4"/>
                </a:lnTo>
                <a:lnTo>
                  <a:pt x="1433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8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1" y="567"/>
                </a:lnTo>
                <a:lnTo>
                  <a:pt x="1450" y="568"/>
                </a:lnTo>
                <a:lnTo>
                  <a:pt x="1450" y="570"/>
                </a:lnTo>
                <a:lnTo>
                  <a:pt x="1450" y="572"/>
                </a:lnTo>
                <a:lnTo>
                  <a:pt x="1451" y="572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5" y="576"/>
                </a:lnTo>
                <a:lnTo>
                  <a:pt x="1455" y="577"/>
                </a:lnTo>
                <a:lnTo>
                  <a:pt x="1456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6" y="586"/>
                </a:lnTo>
                <a:lnTo>
                  <a:pt x="1467" y="586"/>
                </a:lnTo>
                <a:lnTo>
                  <a:pt x="1469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4" y="580"/>
                </a:lnTo>
                <a:lnTo>
                  <a:pt x="1486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3" y="580"/>
                </a:lnTo>
                <a:lnTo>
                  <a:pt x="1493" y="581"/>
                </a:lnTo>
                <a:lnTo>
                  <a:pt x="1494" y="581"/>
                </a:lnTo>
                <a:lnTo>
                  <a:pt x="1495" y="582"/>
                </a:lnTo>
                <a:lnTo>
                  <a:pt x="1495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8"/>
                </a:lnTo>
                <a:lnTo>
                  <a:pt x="1494" y="590"/>
                </a:lnTo>
                <a:lnTo>
                  <a:pt x="1494" y="591"/>
                </a:lnTo>
                <a:lnTo>
                  <a:pt x="1495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9" y="596"/>
                </a:lnTo>
                <a:lnTo>
                  <a:pt x="1500" y="597"/>
                </a:lnTo>
                <a:lnTo>
                  <a:pt x="1503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0"/>
                </a:lnTo>
                <a:lnTo>
                  <a:pt x="1516" y="601"/>
                </a:lnTo>
                <a:lnTo>
                  <a:pt x="1519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0" y="605"/>
                </a:lnTo>
                <a:lnTo>
                  <a:pt x="1519" y="605"/>
                </a:lnTo>
                <a:lnTo>
                  <a:pt x="1518" y="606"/>
                </a:lnTo>
                <a:lnTo>
                  <a:pt x="1519" y="607"/>
                </a:lnTo>
                <a:lnTo>
                  <a:pt x="1521" y="609"/>
                </a:lnTo>
                <a:lnTo>
                  <a:pt x="1522" y="612"/>
                </a:lnTo>
                <a:lnTo>
                  <a:pt x="1523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4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30" y="623"/>
                </a:lnTo>
                <a:lnTo>
                  <a:pt x="1530" y="624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6"/>
                </a:lnTo>
                <a:lnTo>
                  <a:pt x="1528" y="627"/>
                </a:lnTo>
                <a:lnTo>
                  <a:pt x="1529" y="627"/>
                </a:lnTo>
                <a:lnTo>
                  <a:pt x="1529" y="629"/>
                </a:lnTo>
                <a:lnTo>
                  <a:pt x="1530" y="630"/>
                </a:lnTo>
                <a:lnTo>
                  <a:pt x="1532" y="630"/>
                </a:lnTo>
                <a:lnTo>
                  <a:pt x="1533" y="630"/>
                </a:lnTo>
                <a:lnTo>
                  <a:pt x="1534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5" y="643"/>
                </a:lnTo>
                <a:lnTo>
                  <a:pt x="1536" y="646"/>
                </a:lnTo>
                <a:lnTo>
                  <a:pt x="1537" y="647"/>
                </a:lnTo>
                <a:lnTo>
                  <a:pt x="1538" y="647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1"/>
                </a:lnTo>
                <a:lnTo>
                  <a:pt x="1540" y="652"/>
                </a:lnTo>
                <a:lnTo>
                  <a:pt x="1541" y="654"/>
                </a:lnTo>
                <a:lnTo>
                  <a:pt x="1542" y="654"/>
                </a:lnTo>
                <a:lnTo>
                  <a:pt x="1543" y="655"/>
                </a:lnTo>
                <a:lnTo>
                  <a:pt x="1544" y="657"/>
                </a:lnTo>
                <a:lnTo>
                  <a:pt x="1545" y="657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7" y="661"/>
                </a:lnTo>
                <a:lnTo>
                  <a:pt x="1549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5" y="669"/>
                </a:lnTo>
                <a:lnTo>
                  <a:pt x="1555" y="670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9" y="671"/>
                </a:lnTo>
                <a:lnTo>
                  <a:pt x="1560" y="671"/>
                </a:lnTo>
                <a:lnTo>
                  <a:pt x="1562" y="671"/>
                </a:lnTo>
                <a:lnTo>
                  <a:pt x="1563" y="672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5"/>
                </a:lnTo>
                <a:lnTo>
                  <a:pt x="1569" y="676"/>
                </a:lnTo>
                <a:lnTo>
                  <a:pt x="1570" y="677"/>
                </a:lnTo>
                <a:lnTo>
                  <a:pt x="1570" y="678"/>
                </a:lnTo>
                <a:lnTo>
                  <a:pt x="1570" y="679"/>
                </a:lnTo>
                <a:lnTo>
                  <a:pt x="1570" y="680"/>
                </a:lnTo>
                <a:lnTo>
                  <a:pt x="1570" y="681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3" y="683"/>
                </a:lnTo>
                <a:lnTo>
                  <a:pt x="1573" y="686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1"/>
                </a:lnTo>
                <a:lnTo>
                  <a:pt x="1576" y="692"/>
                </a:lnTo>
                <a:lnTo>
                  <a:pt x="1577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3"/>
                </a:lnTo>
                <a:lnTo>
                  <a:pt x="1579" y="714"/>
                </a:lnTo>
                <a:lnTo>
                  <a:pt x="1583" y="714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9" y="728"/>
                </a:lnTo>
                <a:lnTo>
                  <a:pt x="1577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1" y="739"/>
                </a:lnTo>
                <a:lnTo>
                  <a:pt x="1570" y="740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1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3" y="749"/>
                </a:lnTo>
                <a:lnTo>
                  <a:pt x="1572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8" y="766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9" y="780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6"/>
                </a:lnTo>
                <a:lnTo>
                  <a:pt x="1549" y="827"/>
                </a:lnTo>
                <a:lnTo>
                  <a:pt x="1550" y="828"/>
                </a:lnTo>
                <a:lnTo>
                  <a:pt x="1552" y="829"/>
                </a:lnTo>
                <a:lnTo>
                  <a:pt x="1554" y="830"/>
                </a:lnTo>
                <a:lnTo>
                  <a:pt x="1556" y="831"/>
                </a:lnTo>
                <a:lnTo>
                  <a:pt x="1556" y="832"/>
                </a:lnTo>
                <a:lnTo>
                  <a:pt x="1557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60" y="842"/>
                </a:lnTo>
                <a:lnTo>
                  <a:pt x="1560" y="844"/>
                </a:lnTo>
                <a:lnTo>
                  <a:pt x="1560" y="846"/>
                </a:lnTo>
                <a:lnTo>
                  <a:pt x="1562" y="845"/>
                </a:lnTo>
                <a:lnTo>
                  <a:pt x="1566" y="847"/>
                </a:lnTo>
                <a:lnTo>
                  <a:pt x="1568" y="850"/>
                </a:lnTo>
                <a:lnTo>
                  <a:pt x="1565" y="855"/>
                </a:lnTo>
                <a:lnTo>
                  <a:pt x="1567" y="855"/>
                </a:lnTo>
                <a:lnTo>
                  <a:pt x="1566" y="856"/>
                </a:lnTo>
                <a:lnTo>
                  <a:pt x="1574" y="855"/>
                </a:lnTo>
                <a:lnTo>
                  <a:pt x="1577" y="853"/>
                </a:lnTo>
                <a:lnTo>
                  <a:pt x="1579" y="853"/>
                </a:lnTo>
                <a:lnTo>
                  <a:pt x="1582" y="854"/>
                </a:lnTo>
                <a:lnTo>
                  <a:pt x="1584" y="853"/>
                </a:lnTo>
                <a:lnTo>
                  <a:pt x="1586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90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2"/>
                </a:lnTo>
                <a:lnTo>
                  <a:pt x="1604" y="862"/>
                </a:lnTo>
                <a:lnTo>
                  <a:pt x="1607" y="862"/>
                </a:lnTo>
                <a:lnTo>
                  <a:pt x="1609" y="863"/>
                </a:lnTo>
                <a:lnTo>
                  <a:pt x="1611" y="864"/>
                </a:lnTo>
                <a:lnTo>
                  <a:pt x="1612" y="864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20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5" y="866"/>
                </a:lnTo>
                <a:lnTo>
                  <a:pt x="1628" y="868"/>
                </a:lnTo>
                <a:lnTo>
                  <a:pt x="1629" y="867"/>
                </a:lnTo>
                <a:lnTo>
                  <a:pt x="1630" y="867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1" y="869"/>
                </a:lnTo>
                <a:lnTo>
                  <a:pt x="1641" y="868"/>
                </a:lnTo>
                <a:lnTo>
                  <a:pt x="1650" y="867"/>
                </a:lnTo>
                <a:lnTo>
                  <a:pt x="1657" y="867"/>
                </a:lnTo>
                <a:lnTo>
                  <a:pt x="1662" y="867"/>
                </a:lnTo>
                <a:lnTo>
                  <a:pt x="1664" y="867"/>
                </a:lnTo>
                <a:lnTo>
                  <a:pt x="1667" y="867"/>
                </a:lnTo>
                <a:lnTo>
                  <a:pt x="1672" y="867"/>
                </a:lnTo>
                <a:lnTo>
                  <a:pt x="1676" y="867"/>
                </a:lnTo>
                <a:lnTo>
                  <a:pt x="1680" y="870"/>
                </a:lnTo>
                <a:lnTo>
                  <a:pt x="1689" y="874"/>
                </a:lnTo>
                <a:lnTo>
                  <a:pt x="1690" y="873"/>
                </a:lnTo>
                <a:lnTo>
                  <a:pt x="1691" y="873"/>
                </a:lnTo>
                <a:lnTo>
                  <a:pt x="1696" y="873"/>
                </a:lnTo>
                <a:lnTo>
                  <a:pt x="1698" y="874"/>
                </a:lnTo>
                <a:lnTo>
                  <a:pt x="1705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5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3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3" y="874"/>
                </a:lnTo>
                <a:lnTo>
                  <a:pt x="1765" y="875"/>
                </a:lnTo>
                <a:lnTo>
                  <a:pt x="1766" y="875"/>
                </a:lnTo>
                <a:lnTo>
                  <a:pt x="1770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79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6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9"/>
                </a:lnTo>
                <a:lnTo>
                  <a:pt x="1796" y="880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1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1"/>
                </a:lnTo>
                <a:lnTo>
                  <a:pt x="1811" y="882"/>
                </a:lnTo>
                <a:lnTo>
                  <a:pt x="1813" y="883"/>
                </a:lnTo>
                <a:lnTo>
                  <a:pt x="1815" y="884"/>
                </a:lnTo>
                <a:lnTo>
                  <a:pt x="1816" y="884"/>
                </a:lnTo>
                <a:lnTo>
                  <a:pt x="1818" y="885"/>
                </a:lnTo>
                <a:lnTo>
                  <a:pt x="1819" y="886"/>
                </a:lnTo>
                <a:lnTo>
                  <a:pt x="1820" y="886"/>
                </a:lnTo>
                <a:lnTo>
                  <a:pt x="1822" y="886"/>
                </a:lnTo>
                <a:lnTo>
                  <a:pt x="1822" y="887"/>
                </a:lnTo>
                <a:lnTo>
                  <a:pt x="1822" y="889"/>
                </a:lnTo>
                <a:lnTo>
                  <a:pt x="1823" y="889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3"/>
                </a:lnTo>
                <a:lnTo>
                  <a:pt x="1839" y="896"/>
                </a:lnTo>
                <a:lnTo>
                  <a:pt x="1843" y="898"/>
                </a:lnTo>
                <a:lnTo>
                  <a:pt x="1846" y="899"/>
                </a:lnTo>
                <a:lnTo>
                  <a:pt x="1850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7" y="909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6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5"/>
                </a:lnTo>
                <a:lnTo>
                  <a:pt x="1882" y="924"/>
                </a:lnTo>
                <a:lnTo>
                  <a:pt x="1884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6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10" y="938"/>
                </a:lnTo>
                <a:lnTo>
                  <a:pt x="1912" y="942"/>
                </a:lnTo>
                <a:lnTo>
                  <a:pt x="1913" y="943"/>
                </a:lnTo>
                <a:lnTo>
                  <a:pt x="1917" y="943"/>
                </a:lnTo>
                <a:lnTo>
                  <a:pt x="1919" y="943"/>
                </a:lnTo>
                <a:lnTo>
                  <a:pt x="1920" y="944"/>
                </a:lnTo>
                <a:lnTo>
                  <a:pt x="1921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5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3" y="949"/>
                </a:lnTo>
                <a:lnTo>
                  <a:pt x="1934" y="949"/>
                </a:lnTo>
                <a:lnTo>
                  <a:pt x="1936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9" y="950"/>
                </a:lnTo>
                <a:lnTo>
                  <a:pt x="1955" y="950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5"/>
                </a:lnTo>
                <a:lnTo>
                  <a:pt x="1971" y="975"/>
                </a:lnTo>
                <a:lnTo>
                  <a:pt x="1976" y="977"/>
                </a:lnTo>
                <a:lnTo>
                  <a:pt x="1985" y="977"/>
                </a:lnTo>
                <a:lnTo>
                  <a:pt x="1985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2" y="989"/>
                </a:lnTo>
                <a:lnTo>
                  <a:pt x="1992" y="990"/>
                </a:lnTo>
                <a:lnTo>
                  <a:pt x="1994" y="993"/>
                </a:lnTo>
                <a:lnTo>
                  <a:pt x="1996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2" y="1013"/>
                </a:lnTo>
                <a:lnTo>
                  <a:pt x="2003" y="1017"/>
                </a:lnTo>
                <a:lnTo>
                  <a:pt x="2004" y="1019"/>
                </a:lnTo>
                <a:lnTo>
                  <a:pt x="2011" y="1031"/>
                </a:lnTo>
                <a:lnTo>
                  <a:pt x="2015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38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7" y="1108"/>
                </a:lnTo>
                <a:lnTo>
                  <a:pt x="2069" y="1108"/>
                </a:lnTo>
                <a:lnTo>
                  <a:pt x="2071" y="1107"/>
                </a:lnTo>
                <a:lnTo>
                  <a:pt x="2073" y="1107"/>
                </a:lnTo>
                <a:lnTo>
                  <a:pt x="2076" y="1107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6"/>
                </a:lnTo>
                <a:lnTo>
                  <a:pt x="2083" y="1106"/>
                </a:lnTo>
                <a:lnTo>
                  <a:pt x="2086" y="1106"/>
                </a:lnTo>
                <a:lnTo>
                  <a:pt x="2095" y="1105"/>
                </a:lnTo>
                <a:lnTo>
                  <a:pt x="2101" y="1105"/>
                </a:lnTo>
                <a:lnTo>
                  <a:pt x="2106" y="1105"/>
                </a:lnTo>
                <a:lnTo>
                  <a:pt x="2116" y="1105"/>
                </a:lnTo>
                <a:lnTo>
                  <a:pt x="2118" y="1105"/>
                </a:lnTo>
                <a:lnTo>
                  <a:pt x="2120" y="1104"/>
                </a:lnTo>
                <a:lnTo>
                  <a:pt x="2122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30" y="1102"/>
                </a:lnTo>
                <a:lnTo>
                  <a:pt x="2131" y="1102"/>
                </a:lnTo>
                <a:lnTo>
                  <a:pt x="2132" y="1101"/>
                </a:lnTo>
                <a:lnTo>
                  <a:pt x="2133" y="1101"/>
                </a:lnTo>
                <a:lnTo>
                  <a:pt x="2180" y="1108"/>
                </a:lnTo>
                <a:lnTo>
                  <a:pt x="2198" y="1111"/>
                </a:lnTo>
                <a:lnTo>
                  <a:pt x="2225" y="1116"/>
                </a:lnTo>
                <a:lnTo>
                  <a:pt x="2257" y="1117"/>
                </a:lnTo>
                <a:lnTo>
                  <a:pt x="2267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4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3"/>
                </a:lnTo>
                <a:lnTo>
                  <a:pt x="2517" y="1125"/>
                </a:lnTo>
                <a:lnTo>
                  <a:pt x="2529" y="1128"/>
                </a:lnTo>
                <a:lnTo>
                  <a:pt x="2551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9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2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6" y="1200"/>
                </a:lnTo>
                <a:lnTo>
                  <a:pt x="2736" y="1203"/>
                </a:lnTo>
                <a:lnTo>
                  <a:pt x="2755" y="1202"/>
                </a:lnTo>
                <a:lnTo>
                  <a:pt x="2776" y="1199"/>
                </a:lnTo>
                <a:lnTo>
                  <a:pt x="2796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9" y="1208"/>
                </a:lnTo>
                <a:lnTo>
                  <a:pt x="2864" y="1208"/>
                </a:lnTo>
                <a:lnTo>
                  <a:pt x="2871" y="1205"/>
                </a:lnTo>
                <a:lnTo>
                  <a:pt x="2873" y="1203"/>
                </a:lnTo>
                <a:lnTo>
                  <a:pt x="2882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6" y="1177"/>
                </a:lnTo>
                <a:lnTo>
                  <a:pt x="2962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5" y="1140"/>
                </a:lnTo>
                <a:lnTo>
                  <a:pt x="3060" y="1135"/>
                </a:lnTo>
                <a:lnTo>
                  <a:pt x="3064" y="1135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1" y="1138"/>
                </a:lnTo>
                <a:lnTo>
                  <a:pt x="3117" y="1138"/>
                </a:lnTo>
                <a:lnTo>
                  <a:pt x="3131" y="1135"/>
                </a:lnTo>
                <a:lnTo>
                  <a:pt x="3135" y="1137"/>
                </a:lnTo>
                <a:lnTo>
                  <a:pt x="3152" y="1137"/>
                </a:lnTo>
                <a:lnTo>
                  <a:pt x="3156" y="1137"/>
                </a:lnTo>
                <a:lnTo>
                  <a:pt x="3172" y="1140"/>
                </a:lnTo>
                <a:lnTo>
                  <a:pt x="3180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5" y="1137"/>
                </a:lnTo>
                <a:lnTo>
                  <a:pt x="3197" y="1136"/>
                </a:lnTo>
                <a:lnTo>
                  <a:pt x="3198" y="1136"/>
                </a:lnTo>
                <a:lnTo>
                  <a:pt x="3200" y="1137"/>
                </a:lnTo>
                <a:lnTo>
                  <a:pt x="3201" y="1135"/>
                </a:lnTo>
                <a:lnTo>
                  <a:pt x="3221" y="1137"/>
                </a:lnTo>
                <a:lnTo>
                  <a:pt x="3225" y="1138"/>
                </a:lnTo>
                <a:lnTo>
                  <a:pt x="3227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6"/>
                </a:lnTo>
                <a:lnTo>
                  <a:pt x="3236" y="1136"/>
                </a:lnTo>
                <a:lnTo>
                  <a:pt x="3239" y="1136"/>
                </a:lnTo>
                <a:lnTo>
                  <a:pt x="3242" y="1136"/>
                </a:lnTo>
                <a:lnTo>
                  <a:pt x="3244" y="1134"/>
                </a:lnTo>
                <a:lnTo>
                  <a:pt x="3246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4" y="1124"/>
                </a:lnTo>
                <a:lnTo>
                  <a:pt x="3280" y="1117"/>
                </a:lnTo>
                <a:lnTo>
                  <a:pt x="3287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05" y="1112"/>
                </a:lnTo>
                <a:lnTo>
                  <a:pt x="3314" y="1109"/>
                </a:lnTo>
                <a:lnTo>
                  <a:pt x="3317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1" y="1097"/>
                </a:lnTo>
                <a:lnTo>
                  <a:pt x="3342" y="1089"/>
                </a:lnTo>
                <a:lnTo>
                  <a:pt x="3345" y="1087"/>
                </a:lnTo>
                <a:lnTo>
                  <a:pt x="3351" y="1078"/>
                </a:lnTo>
                <a:lnTo>
                  <a:pt x="3351" y="1076"/>
                </a:lnTo>
                <a:lnTo>
                  <a:pt x="3355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5" y="1043"/>
                </a:lnTo>
                <a:lnTo>
                  <a:pt x="3387" y="1043"/>
                </a:lnTo>
                <a:lnTo>
                  <a:pt x="3392" y="1041"/>
                </a:lnTo>
                <a:lnTo>
                  <a:pt x="3395" y="1040"/>
                </a:lnTo>
                <a:lnTo>
                  <a:pt x="3403" y="1037"/>
                </a:lnTo>
                <a:lnTo>
                  <a:pt x="3407" y="1036"/>
                </a:lnTo>
                <a:lnTo>
                  <a:pt x="3410" y="1036"/>
                </a:lnTo>
                <a:lnTo>
                  <a:pt x="3411" y="1035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0"/>
                </a:lnTo>
                <a:lnTo>
                  <a:pt x="3430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6" y="1004"/>
                </a:lnTo>
                <a:lnTo>
                  <a:pt x="3466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50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4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1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2" y="928"/>
                </a:lnTo>
                <a:lnTo>
                  <a:pt x="3425" y="926"/>
                </a:lnTo>
                <a:lnTo>
                  <a:pt x="3427" y="921"/>
                </a:lnTo>
                <a:lnTo>
                  <a:pt x="3429" y="920"/>
                </a:lnTo>
                <a:lnTo>
                  <a:pt x="3430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5" y="898"/>
                </a:lnTo>
                <a:lnTo>
                  <a:pt x="3439" y="892"/>
                </a:lnTo>
                <a:lnTo>
                  <a:pt x="3442" y="889"/>
                </a:lnTo>
                <a:lnTo>
                  <a:pt x="3446" y="881"/>
                </a:lnTo>
                <a:lnTo>
                  <a:pt x="3448" y="878"/>
                </a:lnTo>
                <a:lnTo>
                  <a:pt x="3459" y="871"/>
                </a:lnTo>
                <a:lnTo>
                  <a:pt x="3465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5" y="869"/>
                </a:lnTo>
                <a:lnTo>
                  <a:pt x="3508" y="868"/>
                </a:lnTo>
                <a:lnTo>
                  <a:pt x="3518" y="875"/>
                </a:lnTo>
                <a:lnTo>
                  <a:pt x="3523" y="882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3"/>
                </a:lnTo>
                <a:lnTo>
                  <a:pt x="3561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8" y="900"/>
                </a:lnTo>
                <a:lnTo>
                  <a:pt x="3616" y="902"/>
                </a:lnTo>
                <a:lnTo>
                  <a:pt x="3623" y="897"/>
                </a:lnTo>
                <a:lnTo>
                  <a:pt x="3627" y="894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9" y="888"/>
                </a:lnTo>
                <a:lnTo>
                  <a:pt x="3639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1" y="884"/>
                </a:lnTo>
                <a:lnTo>
                  <a:pt x="3642" y="884"/>
                </a:lnTo>
                <a:lnTo>
                  <a:pt x="3643" y="884"/>
                </a:lnTo>
                <a:lnTo>
                  <a:pt x="3645" y="884"/>
                </a:lnTo>
                <a:lnTo>
                  <a:pt x="3646" y="884"/>
                </a:lnTo>
                <a:lnTo>
                  <a:pt x="3650" y="883"/>
                </a:lnTo>
                <a:lnTo>
                  <a:pt x="3655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4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8"/>
                </a:lnTo>
                <a:lnTo>
                  <a:pt x="3679" y="864"/>
                </a:lnTo>
                <a:lnTo>
                  <a:pt x="3680" y="863"/>
                </a:lnTo>
                <a:lnTo>
                  <a:pt x="3686" y="857"/>
                </a:lnTo>
                <a:lnTo>
                  <a:pt x="3691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8" y="842"/>
                </a:lnTo>
                <a:lnTo>
                  <a:pt x="3699" y="836"/>
                </a:lnTo>
                <a:lnTo>
                  <a:pt x="3716" y="831"/>
                </a:lnTo>
                <a:lnTo>
                  <a:pt x="3717" y="831"/>
                </a:lnTo>
                <a:lnTo>
                  <a:pt x="3733" y="836"/>
                </a:lnTo>
                <a:lnTo>
                  <a:pt x="3737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5" y="835"/>
                </a:lnTo>
                <a:lnTo>
                  <a:pt x="3772" y="835"/>
                </a:lnTo>
                <a:lnTo>
                  <a:pt x="3774" y="835"/>
                </a:lnTo>
                <a:lnTo>
                  <a:pt x="3789" y="831"/>
                </a:lnTo>
                <a:lnTo>
                  <a:pt x="3802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4" y="810"/>
                </a:lnTo>
                <a:lnTo>
                  <a:pt x="3830" y="809"/>
                </a:lnTo>
                <a:lnTo>
                  <a:pt x="3832" y="808"/>
                </a:lnTo>
                <a:lnTo>
                  <a:pt x="3832" y="806"/>
                </a:lnTo>
                <a:lnTo>
                  <a:pt x="3834" y="805"/>
                </a:lnTo>
                <a:lnTo>
                  <a:pt x="3838" y="805"/>
                </a:lnTo>
                <a:lnTo>
                  <a:pt x="3840" y="806"/>
                </a:lnTo>
                <a:lnTo>
                  <a:pt x="3842" y="805"/>
                </a:lnTo>
                <a:lnTo>
                  <a:pt x="3845" y="805"/>
                </a:lnTo>
                <a:lnTo>
                  <a:pt x="3848" y="803"/>
                </a:lnTo>
                <a:lnTo>
                  <a:pt x="3849" y="802"/>
                </a:lnTo>
                <a:lnTo>
                  <a:pt x="3849" y="799"/>
                </a:lnTo>
                <a:lnTo>
                  <a:pt x="3851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1" y="786"/>
                </a:lnTo>
                <a:lnTo>
                  <a:pt x="3854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9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4" y="742"/>
                </a:lnTo>
                <a:lnTo>
                  <a:pt x="3890" y="740"/>
                </a:lnTo>
                <a:lnTo>
                  <a:pt x="3897" y="740"/>
                </a:lnTo>
                <a:lnTo>
                  <a:pt x="3899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4"/>
                </a:lnTo>
                <a:lnTo>
                  <a:pt x="3905" y="734"/>
                </a:lnTo>
                <a:lnTo>
                  <a:pt x="3911" y="735"/>
                </a:lnTo>
                <a:lnTo>
                  <a:pt x="3920" y="736"/>
                </a:lnTo>
                <a:lnTo>
                  <a:pt x="3922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2" y="736"/>
                </a:lnTo>
                <a:lnTo>
                  <a:pt x="3954" y="733"/>
                </a:lnTo>
                <a:lnTo>
                  <a:pt x="3953" y="730"/>
                </a:lnTo>
                <a:lnTo>
                  <a:pt x="3955" y="725"/>
                </a:lnTo>
                <a:lnTo>
                  <a:pt x="3959" y="719"/>
                </a:lnTo>
                <a:lnTo>
                  <a:pt x="3957" y="714"/>
                </a:lnTo>
                <a:lnTo>
                  <a:pt x="3960" y="713"/>
                </a:lnTo>
                <a:lnTo>
                  <a:pt x="3964" y="712"/>
                </a:lnTo>
                <a:lnTo>
                  <a:pt x="3966" y="712"/>
                </a:lnTo>
                <a:lnTo>
                  <a:pt x="3969" y="712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8" y="717"/>
                </a:lnTo>
                <a:lnTo>
                  <a:pt x="3980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7" y="720"/>
                </a:lnTo>
                <a:lnTo>
                  <a:pt x="3988" y="719"/>
                </a:lnTo>
                <a:lnTo>
                  <a:pt x="3989" y="718"/>
                </a:lnTo>
                <a:lnTo>
                  <a:pt x="3992" y="719"/>
                </a:lnTo>
                <a:lnTo>
                  <a:pt x="3994" y="719"/>
                </a:lnTo>
                <a:lnTo>
                  <a:pt x="3996" y="718"/>
                </a:lnTo>
                <a:lnTo>
                  <a:pt x="3997" y="718"/>
                </a:lnTo>
                <a:lnTo>
                  <a:pt x="3998" y="717"/>
                </a:lnTo>
                <a:lnTo>
                  <a:pt x="3997" y="715"/>
                </a:lnTo>
                <a:lnTo>
                  <a:pt x="3998" y="714"/>
                </a:lnTo>
                <a:lnTo>
                  <a:pt x="3999" y="714"/>
                </a:lnTo>
                <a:lnTo>
                  <a:pt x="4000" y="714"/>
                </a:lnTo>
                <a:lnTo>
                  <a:pt x="4001" y="712"/>
                </a:lnTo>
                <a:lnTo>
                  <a:pt x="4002" y="711"/>
                </a:lnTo>
                <a:lnTo>
                  <a:pt x="4003" y="710"/>
                </a:lnTo>
                <a:lnTo>
                  <a:pt x="4005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09"/>
                </a:lnTo>
                <a:lnTo>
                  <a:pt x="4015" y="708"/>
                </a:lnTo>
                <a:lnTo>
                  <a:pt x="4021" y="704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8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3" y="702"/>
                </a:lnTo>
                <a:lnTo>
                  <a:pt x="4067" y="700"/>
                </a:lnTo>
                <a:lnTo>
                  <a:pt x="4068" y="699"/>
                </a:lnTo>
                <a:lnTo>
                  <a:pt x="4069" y="700"/>
                </a:lnTo>
                <a:lnTo>
                  <a:pt x="4070" y="702"/>
                </a:lnTo>
                <a:lnTo>
                  <a:pt x="4075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6" y="694"/>
                </a:lnTo>
                <a:lnTo>
                  <a:pt x="4088" y="695"/>
                </a:lnTo>
                <a:lnTo>
                  <a:pt x="4091" y="694"/>
                </a:lnTo>
                <a:lnTo>
                  <a:pt x="4092" y="694"/>
                </a:lnTo>
                <a:lnTo>
                  <a:pt x="4092" y="695"/>
                </a:lnTo>
                <a:lnTo>
                  <a:pt x="4093" y="697"/>
                </a:lnTo>
                <a:lnTo>
                  <a:pt x="4092" y="698"/>
                </a:lnTo>
                <a:lnTo>
                  <a:pt x="4093" y="699"/>
                </a:lnTo>
                <a:lnTo>
                  <a:pt x="4095" y="700"/>
                </a:lnTo>
                <a:lnTo>
                  <a:pt x="4097" y="698"/>
                </a:lnTo>
                <a:lnTo>
                  <a:pt x="4100" y="697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7"/>
                </a:lnTo>
                <a:lnTo>
                  <a:pt x="4110" y="708"/>
                </a:lnTo>
                <a:lnTo>
                  <a:pt x="4111" y="707"/>
                </a:lnTo>
                <a:lnTo>
                  <a:pt x="4113" y="706"/>
                </a:lnTo>
                <a:lnTo>
                  <a:pt x="4114" y="706"/>
                </a:lnTo>
                <a:lnTo>
                  <a:pt x="4118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8" y="711"/>
                </a:lnTo>
                <a:lnTo>
                  <a:pt x="4129" y="711"/>
                </a:lnTo>
                <a:lnTo>
                  <a:pt x="4131" y="710"/>
                </a:lnTo>
                <a:lnTo>
                  <a:pt x="4132" y="710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5" y="709"/>
                </a:lnTo>
                <a:lnTo>
                  <a:pt x="4146" y="708"/>
                </a:lnTo>
                <a:lnTo>
                  <a:pt x="4150" y="708"/>
                </a:lnTo>
                <a:lnTo>
                  <a:pt x="4152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09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7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2" y="705"/>
                </a:lnTo>
                <a:lnTo>
                  <a:pt x="4182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4" y="701"/>
                </a:lnTo>
                <a:lnTo>
                  <a:pt x="4183" y="698"/>
                </a:lnTo>
                <a:lnTo>
                  <a:pt x="4182" y="696"/>
                </a:lnTo>
                <a:lnTo>
                  <a:pt x="4181" y="695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89"/>
                </a:lnTo>
                <a:lnTo>
                  <a:pt x="4183" y="687"/>
                </a:lnTo>
                <a:lnTo>
                  <a:pt x="4184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7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7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1" y="666"/>
                </a:lnTo>
                <a:lnTo>
                  <a:pt x="4172" y="665"/>
                </a:lnTo>
                <a:lnTo>
                  <a:pt x="4169" y="658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1"/>
                </a:lnTo>
                <a:lnTo>
                  <a:pt x="4162" y="650"/>
                </a:lnTo>
                <a:lnTo>
                  <a:pt x="4160" y="649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50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7" y="638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1"/>
                </a:lnTo>
                <a:lnTo>
                  <a:pt x="4136" y="631"/>
                </a:lnTo>
                <a:lnTo>
                  <a:pt x="4135" y="630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3" y="628"/>
                </a:lnTo>
                <a:lnTo>
                  <a:pt x="4132" y="628"/>
                </a:lnTo>
                <a:lnTo>
                  <a:pt x="4132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30" y="621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3"/>
                </a:lnTo>
                <a:lnTo>
                  <a:pt x="4112" y="608"/>
                </a:lnTo>
                <a:lnTo>
                  <a:pt x="4112" y="607"/>
                </a:lnTo>
                <a:lnTo>
                  <a:pt x="4111" y="603"/>
                </a:lnTo>
                <a:lnTo>
                  <a:pt x="4106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7"/>
                </a:lnTo>
                <a:lnTo>
                  <a:pt x="4047" y="567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7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1" y="565"/>
                </a:lnTo>
                <a:lnTo>
                  <a:pt x="4031" y="564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9" y="566"/>
                </a:lnTo>
                <a:lnTo>
                  <a:pt x="4019" y="565"/>
                </a:lnTo>
                <a:lnTo>
                  <a:pt x="4018" y="565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6"/>
                </a:lnTo>
                <a:lnTo>
                  <a:pt x="4001" y="567"/>
                </a:lnTo>
                <a:lnTo>
                  <a:pt x="4001" y="566"/>
                </a:lnTo>
                <a:lnTo>
                  <a:pt x="4000" y="566"/>
                </a:lnTo>
                <a:lnTo>
                  <a:pt x="3993" y="567"/>
                </a:lnTo>
                <a:lnTo>
                  <a:pt x="3992" y="567"/>
                </a:lnTo>
                <a:lnTo>
                  <a:pt x="3991" y="568"/>
                </a:lnTo>
                <a:lnTo>
                  <a:pt x="3967" y="591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3"/>
                </a:lnTo>
                <a:lnTo>
                  <a:pt x="3964" y="593"/>
                </a:lnTo>
                <a:lnTo>
                  <a:pt x="3963" y="594"/>
                </a:lnTo>
                <a:lnTo>
                  <a:pt x="3954" y="605"/>
                </a:lnTo>
                <a:lnTo>
                  <a:pt x="3928" y="587"/>
                </a:lnTo>
                <a:lnTo>
                  <a:pt x="3920" y="584"/>
                </a:lnTo>
                <a:lnTo>
                  <a:pt x="3908" y="580"/>
                </a:lnTo>
                <a:lnTo>
                  <a:pt x="3901" y="579"/>
                </a:lnTo>
                <a:lnTo>
                  <a:pt x="3890" y="580"/>
                </a:lnTo>
                <a:lnTo>
                  <a:pt x="3870" y="585"/>
                </a:lnTo>
                <a:lnTo>
                  <a:pt x="3853" y="581"/>
                </a:lnTo>
                <a:lnTo>
                  <a:pt x="3840" y="587"/>
                </a:lnTo>
                <a:lnTo>
                  <a:pt x="3826" y="601"/>
                </a:lnTo>
                <a:lnTo>
                  <a:pt x="3824" y="601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7"/>
                </a:lnTo>
                <a:lnTo>
                  <a:pt x="3788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3"/>
                </a:lnTo>
                <a:lnTo>
                  <a:pt x="3813" y="542"/>
                </a:lnTo>
                <a:lnTo>
                  <a:pt x="3811" y="515"/>
                </a:lnTo>
                <a:lnTo>
                  <a:pt x="3836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9" y="387"/>
                </a:lnTo>
                <a:lnTo>
                  <a:pt x="3925" y="395"/>
                </a:lnTo>
                <a:lnTo>
                  <a:pt x="3931" y="397"/>
                </a:lnTo>
                <a:lnTo>
                  <a:pt x="3945" y="402"/>
                </a:lnTo>
                <a:lnTo>
                  <a:pt x="3963" y="402"/>
                </a:lnTo>
                <a:lnTo>
                  <a:pt x="3977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6" y="409"/>
                </a:lnTo>
                <a:lnTo>
                  <a:pt x="3996" y="408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5"/>
                </a:lnTo>
                <a:lnTo>
                  <a:pt x="3999" y="406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2" y="406"/>
                </a:lnTo>
                <a:lnTo>
                  <a:pt x="4002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09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5" y="403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7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7" y="397"/>
                </a:lnTo>
                <a:lnTo>
                  <a:pt x="4027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3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8" y="387"/>
                </a:lnTo>
                <a:lnTo>
                  <a:pt x="4037" y="387"/>
                </a:lnTo>
                <a:lnTo>
                  <a:pt x="4038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3" y="386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2"/>
                </a:lnTo>
                <a:lnTo>
                  <a:pt x="4045" y="383"/>
                </a:lnTo>
                <a:lnTo>
                  <a:pt x="4045" y="382"/>
                </a:lnTo>
                <a:lnTo>
                  <a:pt x="4044" y="382"/>
                </a:lnTo>
                <a:lnTo>
                  <a:pt x="4045" y="382"/>
                </a:lnTo>
                <a:lnTo>
                  <a:pt x="4045" y="381"/>
                </a:lnTo>
                <a:lnTo>
                  <a:pt x="4046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1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1"/>
                </a:lnTo>
                <a:lnTo>
                  <a:pt x="4062" y="371"/>
                </a:lnTo>
                <a:lnTo>
                  <a:pt x="4062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4" y="371"/>
                </a:lnTo>
                <a:lnTo>
                  <a:pt x="4064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6" y="369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8" y="368"/>
                </a:lnTo>
                <a:lnTo>
                  <a:pt x="4079" y="368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0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2" y="367"/>
                </a:lnTo>
                <a:lnTo>
                  <a:pt x="4083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89" y="366"/>
                </a:lnTo>
                <a:lnTo>
                  <a:pt x="4088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4" y="365"/>
                </a:lnTo>
                <a:lnTo>
                  <a:pt x="4094" y="366"/>
                </a:lnTo>
                <a:lnTo>
                  <a:pt x="4095" y="366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8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4" y="365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4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3" y="328"/>
                </a:lnTo>
                <a:lnTo>
                  <a:pt x="4132" y="328"/>
                </a:lnTo>
                <a:lnTo>
                  <a:pt x="4132" y="327"/>
                </a:lnTo>
                <a:lnTo>
                  <a:pt x="4131" y="327"/>
                </a:lnTo>
                <a:lnTo>
                  <a:pt x="4131" y="328"/>
                </a:lnTo>
                <a:lnTo>
                  <a:pt x="4130" y="328"/>
                </a:lnTo>
                <a:lnTo>
                  <a:pt x="4130" y="327"/>
                </a:lnTo>
                <a:lnTo>
                  <a:pt x="4129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19" y="320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3" y="313"/>
                </a:lnTo>
                <a:lnTo>
                  <a:pt x="4122" y="313"/>
                </a:lnTo>
                <a:lnTo>
                  <a:pt x="4121" y="313"/>
                </a:lnTo>
                <a:lnTo>
                  <a:pt x="4121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29" y="299"/>
                </a:lnTo>
                <a:lnTo>
                  <a:pt x="4130" y="299"/>
                </a:lnTo>
                <a:lnTo>
                  <a:pt x="4130" y="298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4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89"/>
                </a:lnTo>
                <a:lnTo>
                  <a:pt x="4144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5" y="285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7" y="283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5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1" y="258"/>
                </a:lnTo>
                <a:lnTo>
                  <a:pt x="4162" y="258"/>
                </a:lnTo>
                <a:lnTo>
                  <a:pt x="4163" y="258"/>
                </a:lnTo>
                <a:lnTo>
                  <a:pt x="4163" y="257"/>
                </a:lnTo>
                <a:lnTo>
                  <a:pt x="4164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7" y="253"/>
                </a:lnTo>
                <a:lnTo>
                  <a:pt x="4166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8" y="250"/>
                </a:lnTo>
                <a:lnTo>
                  <a:pt x="4167" y="250"/>
                </a:lnTo>
                <a:lnTo>
                  <a:pt x="4168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3" y="234"/>
                </a:lnTo>
                <a:lnTo>
                  <a:pt x="4173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4" y="225"/>
                </a:lnTo>
                <a:lnTo>
                  <a:pt x="4185" y="225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90" y="214"/>
                </a:lnTo>
                <a:lnTo>
                  <a:pt x="4189" y="214"/>
                </a:lnTo>
                <a:lnTo>
                  <a:pt x="4189" y="213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9" y="211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5"/>
                </a:lnTo>
                <a:lnTo>
                  <a:pt x="4199" y="194"/>
                </a:lnTo>
                <a:lnTo>
                  <a:pt x="4198" y="194"/>
                </a:lnTo>
                <a:lnTo>
                  <a:pt x="4198" y="193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3" y="179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2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40" y="171"/>
                </a:lnTo>
                <a:lnTo>
                  <a:pt x="4240" y="170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6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5"/>
                </a:lnTo>
                <a:lnTo>
                  <a:pt x="4253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7" y="151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7" y="149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9" y="146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1" y="129"/>
                </a:lnTo>
                <a:lnTo>
                  <a:pt x="4250" y="129"/>
                </a:lnTo>
                <a:lnTo>
                  <a:pt x="4249" y="129"/>
                </a:lnTo>
                <a:lnTo>
                  <a:pt x="4249" y="128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6" y="122"/>
                </a:lnTo>
                <a:lnTo>
                  <a:pt x="4248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6" y="105"/>
                </a:lnTo>
                <a:lnTo>
                  <a:pt x="4256" y="104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9" y="97"/>
                </a:lnTo>
                <a:lnTo>
                  <a:pt x="4238" y="97"/>
                </a:lnTo>
                <a:lnTo>
                  <a:pt x="4236" y="97"/>
                </a:lnTo>
                <a:lnTo>
                  <a:pt x="4236" y="96"/>
                </a:lnTo>
                <a:lnTo>
                  <a:pt x="4234" y="95"/>
                </a:lnTo>
                <a:lnTo>
                  <a:pt x="4233" y="95"/>
                </a:lnTo>
                <a:lnTo>
                  <a:pt x="4232" y="94"/>
                </a:lnTo>
                <a:lnTo>
                  <a:pt x="4231" y="93"/>
                </a:lnTo>
                <a:lnTo>
                  <a:pt x="4231" y="94"/>
                </a:lnTo>
                <a:lnTo>
                  <a:pt x="4230" y="94"/>
                </a:lnTo>
                <a:lnTo>
                  <a:pt x="4229" y="94"/>
                </a:lnTo>
                <a:lnTo>
                  <a:pt x="4228" y="95"/>
                </a:lnTo>
                <a:lnTo>
                  <a:pt x="4227" y="96"/>
                </a:lnTo>
                <a:lnTo>
                  <a:pt x="4226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4" y="97"/>
                </a:lnTo>
                <a:lnTo>
                  <a:pt x="4213" y="97"/>
                </a:lnTo>
                <a:lnTo>
                  <a:pt x="4212" y="97"/>
                </a:lnTo>
                <a:lnTo>
                  <a:pt x="4212" y="98"/>
                </a:lnTo>
                <a:lnTo>
                  <a:pt x="4211" y="98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4" y="90"/>
                </a:lnTo>
                <a:lnTo>
                  <a:pt x="4194" y="89"/>
                </a:lnTo>
                <a:lnTo>
                  <a:pt x="4195" y="89"/>
                </a:lnTo>
                <a:lnTo>
                  <a:pt x="4195" y="88"/>
                </a:lnTo>
                <a:lnTo>
                  <a:pt x="4196" y="88"/>
                </a:lnTo>
                <a:lnTo>
                  <a:pt x="4196" y="87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6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5" y="71"/>
                </a:lnTo>
                <a:lnTo>
                  <a:pt x="4216" y="71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2"/>
                </a:lnTo>
                <a:lnTo>
                  <a:pt x="4226" y="62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60"/>
                </a:lnTo>
                <a:lnTo>
                  <a:pt x="4228" y="59"/>
                </a:lnTo>
                <a:lnTo>
                  <a:pt x="4228" y="58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50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2" y="40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6"/>
                </a:lnTo>
                <a:lnTo>
                  <a:pt x="4257" y="36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4" y="30"/>
                </a:lnTo>
                <a:lnTo>
                  <a:pt x="4263" y="30"/>
                </a:lnTo>
                <a:lnTo>
                  <a:pt x="4264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2" y="27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8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3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68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4"/>
                </a:lnTo>
                <a:lnTo>
                  <a:pt x="4381" y="13"/>
                </a:lnTo>
                <a:lnTo>
                  <a:pt x="4382" y="13"/>
                </a:lnTo>
                <a:lnTo>
                  <a:pt x="4383" y="12"/>
                </a:lnTo>
                <a:lnTo>
                  <a:pt x="4383" y="11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0"/>
                </a:lnTo>
                <a:lnTo>
                  <a:pt x="4417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3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7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2" y="1"/>
                </a:lnTo>
                <a:lnTo>
                  <a:pt x="4494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5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2" y="5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704916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1"/>
                </a:lnTo>
                <a:lnTo>
                  <a:pt x="12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704016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702864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702144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701460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 flipV="1">
            <a:off x="7044840" y="198468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 flipV="1">
            <a:off x="7001640" y="209052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685872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6856920" y="2125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685872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>
            <a:off x="6859800" y="2126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 flipH="1" flipV="1">
            <a:off x="6858720" y="2126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685656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685980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685692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685656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>
            <a:off x="685800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694656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8"/>
                </a:lnTo>
                <a:lnTo>
                  <a:pt x="18" y="65"/>
                </a:lnTo>
                <a:lnTo>
                  <a:pt x="20" y="60"/>
                </a:lnTo>
                <a:lnTo>
                  <a:pt x="22" y="56"/>
                </a:lnTo>
                <a:lnTo>
                  <a:pt x="24" y="52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7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679320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6791040" y="2292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679320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679104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6788520" y="22928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6788520" y="22935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677988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3" y="1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678024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6775200" y="229716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677520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6797520" y="2296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679680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6770160" y="22996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677088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679608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679572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676728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6767640" y="230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676584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679464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676620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679356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679248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679212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676548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676584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679032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679068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6765120" y="231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676548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6787440" y="231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678780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676008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78168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78168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6759000" y="2313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6"/>
                </a:move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677736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677700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6761160" y="231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6760800" y="23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676404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676368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6774120" y="232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676800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677412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676800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688968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661644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6"/>
                </a:lnTo>
                <a:lnTo>
                  <a:pt x="33" y="50"/>
                </a:lnTo>
                <a:lnTo>
                  <a:pt x="34" y="54"/>
                </a:lnTo>
                <a:lnTo>
                  <a:pt x="36" y="57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689328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6892560" y="2332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688968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7"/>
                </a:lnTo>
                <a:lnTo>
                  <a:pt x="9" y="8"/>
                </a:lnTo>
                <a:lnTo>
                  <a:pt x="10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689148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688896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1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6932880" y="229932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8"/>
                </a:lnTo>
                <a:lnTo>
                  <a:pt x="2" y="72"/>
                </a:lnTo>
                <a:lnTo>
                  <a:pt x="0" y="66"/>
                </a:lnTo>
                <a:lnTo>
                  <a:pt x="0" y="59"/>
                </a:lnTo>
                <a:lnTo>
                  <a:pt x="2" y="53"/>
                </a:lnTo>
                <a:lnTo>
                  <a:pt x="2" y="49"/>
                </a:lnTo>
                <a:lnTo>
                  <a:pt x="0" y="44"/>
                </a:lnTo>
                <a:lnTo>
                  <a:pt x="0" y="37"/>
                </a:lnTo>
                <a:lnTo>
                  <a:pt x="0" y="31"/>
                </a:lnTo>
                <a:lnTo>
                  <a:pt x="0" y="26"/>
                </a:lnTo>
                <a:lnTo>
                  <a:pt x="2" y="16"/>
                </a:lnTo>
                <a:lnTo>
                  <a:pt x="2" y="1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678096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6780240" y="2467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6779880" y="246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677952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677952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6778080" y="2469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6641280" y="243864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6"/>
                </a:lnTo>
                <a:lnTo>
                  <a:pt x="13" y="78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6794280" y="247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6861960" y="2479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3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686160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680184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678060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6801840" y="248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6802560" y="248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 flipH="1">
            <a:off x="677628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 flipH="1">
            <a:off x="677592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 flipV="1">
            <a:off x="677628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 flipV="1">
            <a:off x="677592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677808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>
            <a:off x="677916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>
            <a:off x="677808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>
            <a:off x="677808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>
            <a:off x="677484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677268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691632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5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4" y="54"/>
                </a:lnTo>
                <a:lnTo>
                  <a:pt x="26" y="48"/>
                </a:lnTo>
                <a:lnTo>
                  <a:pt x="27" y="45"/>
                </a:lnTo>
                <a:lnTo>
                  <a:pt x="29" y="40"/>
                </a:lnTo>
                <a:lnTo>
                  <a:pt x="31" y="35"/>
                </a:lnTo>
                <a:lnTo>
                  <a:pt x="32" y="30"/>
                </a:lnTo>
                <a:lnTo>
                  <a:pt x="33" y="25"/>
                </a:lnTo>
                <a:lnTo>
                  <a:pt x="34" y="23"/>
                </a:lnTo>
                <a:lnTo>
                  <a:pt x="36" y="19"/>
                </a:lnTo>
                <a:lnTo>
                  <a:pt x="38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677268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 flipH="1">
            <a:off x="677232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677196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 flipV="1">
            <a:off x="677304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679896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677232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>
            <a:off x="6771240" y="24872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3"/>
                </a:moveTo>
                <a:lnTo>
                  <a:pt x="7" y="2"/>
                </a:ln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2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 flipV="1">
            <a:off x="679932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>
            <a:off x="6798600" y="248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679752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6797520" y="248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685908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>
            <a:off x="6828480" y="2489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682812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682776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685944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 flipV="1">
            <a:off x="6787440" y="2492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689184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6787440" y="2492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689112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 flipH="1">
            <a:off x="678708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>
            <a:off x="678708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67798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 flipH="1">
            <a:off x="678564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68274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>
            <a:off x="678024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678564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682704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>
            <a:off x="677916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678348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678348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678240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678240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687240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683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687096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684000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682668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682452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6824160" y="2502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682488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6825960" y="2503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6787440" y="250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 flipH="1">
            <a:off x="678204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678204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678420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678060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678420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>
            <a:off x="678024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6792120" y="250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679140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 flipV="1">
            <a:off x="679212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684864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6791760" y="250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679140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679140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>
            <a:off x="684900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9" y="3"/>
                </a:lnTo>
                <a:lnTo>
                  <a:pt x="9" y="4"/>
                </a:lnTo>
                <a:lnTo>
                  <a:pt x="7" y="7"/>
                </a:ln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675612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681336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 flipV="1">
            <a:off x="677628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677592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681084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 flipH="1">
            <a:off x="6780600" y="2514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67806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>
            <a:off x="68112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678024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681156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>
            <a:off x="681156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681120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677700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681084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683748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6877800" y="251568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687672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676980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676980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6763680" y="251748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1" y="12"/>
                </a:moveTo>
                <a:lnTo>
                  <a:pt x="1" y="10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678924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6788160" y="252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678852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678960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6787440" y="252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678672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678924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681768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681876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678528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681768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6818760" y="252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681948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678420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681732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678672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 flipV="1">
            <a:off x="681768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677952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678312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6787800" y="2525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678636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>
            <a:off x="677952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681948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678096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681984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681876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681804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678564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677880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 flipH="1" flipV="1">
            <a:off x="681768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681732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77808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81876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681768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>
            <a:off x="677736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6784560" y="2526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677700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678420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67834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68486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6847200" y="252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678132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6851160" y="2530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685080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6779880" y="2530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685188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677664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685332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682884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685296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682956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6777360" y="2531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6828840" y="2531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673704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673560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673632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673704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673416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673488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673416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 flipH="1">
            <a:off x="673416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683892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 flipH="1"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673272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>
            <a:off x="673236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673164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6863400" y="25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>
            <a:off x="681516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681480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3" y="6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683172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683172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 flipV="1">
            <a:off x="683100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 flipV="1">
            <a:off x="683136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683208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6831720" y="2546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683136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>
            <a:off x="684864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>
            <a:off x="6848280" y="255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685656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685620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675936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675720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4" y="5"/>
                </a:lnTo>
                <a:lnTo>
                  <a:pt x="4" y="6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671580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673128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684252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673200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684288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 flipV="1">
            <a:off x="684252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6711840" y="256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6730560" y="2560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684252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671220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>
            <a:off x="671184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678924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671004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6768360" y="2562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67658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672156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676764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6710400" y="2563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676800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6788520" y="2562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676836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672444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672228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672264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6721560" y="25632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6" y="6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676872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 flipV="1">
            <a:off x="676908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676908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677520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 flipH="1">
            <a:off x="670104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669240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>
            <a:off x="670140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670176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6701040" y="257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 flipH="1">
            <a:off x="680724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680796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80616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3" y="4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64344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>
            <a:off x="674856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664344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674820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679140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679104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4748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74712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6653880" y="258804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678744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678600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6788160" y="258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674640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674604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678492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6786000" y="2589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674496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9"/>
                </a:move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2"/>
                </a:lnTo>
                <a:lnTo>
                  <a:pt x="7" y="11"/>
                </a:lnTo>
                <a:lnTo>
                  <a:pt x="7" y="12"/>
                </a:lnTo>
                <a:lnTo>
                  <a:pt x="7" y="13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8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3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678492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674460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679428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674532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6772320" y="259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665352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5" y="0"/>
                </a:lnTo>
                <a:lnTo>
                  <a:pt x="15" y="1"/>
                </a:lnTo>
                <a:lnTo>
                  <a:pt x="14" y="2"/>
                </a:lnTo>
                <a:lnTo>
                  <a:pt x="13" y="4"/>
                </a:lnTo>
                <a:lnTo>
                  <a:pt x="12" y="5"/>
                </a:lnTo>
                <a:lnTo>
                  <a:pt x="10" y="6"/>
                </a:lnTo>
                <a:lnTo>
                  <a:pt x="7" y="8"/>
                </a:lnTo>
                <a:lnTo>
                  <a:pt x="3" y="8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674388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6743520" y="2590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1"/>
                </a:move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3" y="6"/>
                </a:lnTo>
                <a:lnTo>
                  <a:pt x="4" y="4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676548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6766560" y="2595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6658200" y="259272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6658920" y="259200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676548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663660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669240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6692400" y="259812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663696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5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6733440" y="259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6733080" y="259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665316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665352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6693840" y="26046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669384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676116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6761160" y="2607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676116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676080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676620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6627960" y="2610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3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663300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668880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6689520" y="26096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662904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663336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6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6625440" y="2612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6626160" y="2613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 flipV="1">
            <a:off x="6763680" y="261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6763320" y="261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676188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6761880" y="2617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681912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1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>
            <a:off x="675576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675540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6744600" y="2656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674388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658080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5" y="85"/>
                </a:lnTo>
                <a:lnTo>
                  <a:pt x="6" y="89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672048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672120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672012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672048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671868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671724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714720" y="2682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672156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6718680" y="2686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7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671868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8" y="4"/>
                </a:lnTo>
                <a:lnTo>
                  <a:pt x="7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672480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671292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671292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670536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669744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4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 txBox="1"/>
          <p:nvPr/>
        </p:nvSpPr>
        <p:spPr>
          <a:xfrm>
            <a:off x="319608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681480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6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61" y="37"/>
                </a:lnTo>
                <a:lnTo>
                  <a:pt x="163" y="38"/>
                </a:lnTo>
                <a:lnTo>
                  <a:pt x="164" y="40"/>
                </a:lnTo>
                <a:lnTo>
                  <a:pt x="165" y="40"/>
                </a:lnTo>
                <a:lnTo>
                  <a:pt x="165" y="41"/>
                </a:lnTo>
                <a:lnTo>
                  <a:pt x="167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0" y="42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4" y="42"/>
                </a:lnTo>
                <a:lnTo>
                  <a:pt x="174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40"/>
                </a:lnTo>
                <a:lnTo>
                  <a:pt x="180" y="38"/>
                </a:lnTo>
                <a:lnTo>
                  <a:pt x="181" y="38"/>
                </a:lnTo>
                <a:lnTo>
                  <a:pt x="182" y="40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9" y="45"/>
                </a:lnTo>
                <a:lnTo>
                  <a:pt x="188" y="45"/>
                </a:lnTo>
                <a:lnTo>
                  <a:pt x="187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4" y="46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2" y="46"/>
                </a:lnTo>
                <a:lnTo>
                  <a:pt x="182" y="47"/>
                </a:lnTo>
                <a:lnTo>
                  <a:pt x="181" y="47"/>
                </a:lnTo>
                <a:lnTo>
                  <a:pt x="181" y="48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2"/>
                </a:lnTo>
                <a:lnTo>
                  <a:pt x="178" y="52"/>
                </a:lnTo>
                <a:lnTo>
                  <a:pt x="177" y="52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1"/>
                </a:lnTo>
                <a:lnTo>
                  <a:pt x="172" y="51"/>
                </a:lnTo>
                <a:lnTo>
                  <a:pt x="171" y="51"/>
                </a:lnTo>
                <a:lnTo>
                  <a:pt x="171" y="52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6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9"/>
                </a:lnTo>
                <a:lnTo>
                  <a:pt x="163" y="59"/>
                </a:lnTo>
                <a:lnTo>
                  <a:pt x="164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3"/>
                </a:lnTo>
                <a:lnTo>
                  <a:pt x="167" y="65"/>
                </a:lnTo>
                <a:lnTo>
                  <a:pt x="166" y="66"/>
                </a:lnTo>
                <a:lnTo>
                  <a:pt x="165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9" y="79"/>
                </a:lnTo>
                <a:lnTo>
                  <a:pt x="170" y="79"/>
                </a:lnTo>
                <a:lnTo>
                  <a:pt x="170" y="80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6"/>
                </a:lnTo>
                <a:lnTo>
                  <a:pt x="179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6"/>
                </a:lnTo>
                <a:lnTo>
                  <a:pt x="173" y="96"/>
                </a:lnTo>
                <a:lnTo>
                  <a:pt x="173" y="95"/>
                </a:lnTo>
                <a:lnTo>
                  <a:pt x="171" y="95"/>
                </a:lnTo>
                <a:lnTo>
                  <a:pt x="171" y="96"/>
                </a:lnTo>
                <a:lnTo>
                  <a:pt x="171" y="97"/>
                </a:lnTo>
                <a:lnTo>
                  <a:pt x="170" y="97"/>
                </a:lnTo>
                <a:lnTo>
                  <a:pt x="170" y="98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6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1" y="96"/>
                </a:lnTo>
                <a:lnTo>
                  <a:pt x="22" y="96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0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685656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69" y="0"/>
                </a:ln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80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0" y="53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4" y="67"/>
                </a:lnTo>
                <a:lnTo>
                  <a:pt x="84" y="66"/>
                </a:lnTo>
                <a:lnTo>
                  <a:pt x="85" y="66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8"/>
                </a:lnTo>
                <a:lnTo>
                  <a:pt x="103" y="68"/>
                </a:lnTo>
                <a:lnTo>
                  <a:pt x="104" y="67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09" y="67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1"/>
                </a:lnTo>
                <a:lnTo>
                  <a:pt x="106" y="87"/>
                </a:lnTo>
                <a:lnTo>
                  <a:pt x="105" y="87"/>
                </a:lnTo>
                <a:lnTo>
                  <a:pt x="104" y="87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5" y="90"/>
                </a:lnTo>
                <a:lnTo>
                  <a:pt x="106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0"/>
                </a:lnTo>
                <a:lnTo>
                  <a:pt x="103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4" y="92"/>
                </a:lnTo>
                <a:lnTo>
                  <a:pt x="104" y="91"/>
                </a:lnTo>
                <a:lnTo>
                  <a:pt x="105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2" y="96"/>
                </a:lnTo>
                <a:lnTo>
                  <a:pt x="113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7" y="111"/>
                </a:lnTo>
                <a:lnTo>
                  <a:pt x="106" y="110"/>
                </a:lnTo>
                <a:lnTo>
                  <a:pt x="106" y="111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2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9" y="115"/>
                </a:lnTo>
                <a:lnTo>
                  <a:pt x="100" y="116"/>
                </a:lnTo>
                <a:lnTo>
                  <a:pt x="104" y="118"/>
                </a:lnTo>
                <a:lnTo>
                  <a:pt x="103" y="119"/>
                </a:lnTo>
                <a:lnTo>
                  <a:pt x="102" y="121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6" y="119"/>
                </a:lnTo>
                <a:lnTo>
                  <a:pt x="95" y="119"/>
                </a:lnTo>
                <a:lnTo>
                  <a:pt x="94" y="119"/>
                </a:lnTo>
                <a:lnTo>
                  <a:pt x="93" y="120"/>
                </a:lnTo>
                <a:lnTo>
                  <a:pt x="94" y="120"/>
                </a:lnTo>
                <a:lnTo>
                  <a:pt x="94" y="121"/>
                </a:lnTo>
                <a:lnTo>
                  <a:pt x="96" y="121"/>
                </a:lnTo>
                <a:lnTo>
                  <a:pt x="98" y="122"/>
                </a:lnTo>
                <a:lnTo>
                  <a:pt x="101" y="123"/>
                </a:lnTo>
                <a:lnTo>
                  <a:pt x="102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3" y="130"/>
                </a:lnTo>
                <a:lnTo>
                  <a:pt x="102" y="130"/>
                </a:lnTo>
                <a:lnTo>
                  <a:pt x="102" y="131"/>
                </a:lnTo>
                <a:lnTo>
                  <a:pt x="103" y="132"/>
                </a:lnTo>
                <a:lnTo>
                  <a:pt x="102" y="131"/>
                </a:lnTo>
                <a:lnTo>
                  <a:pt x="101" y="131"/>
                </a:lnTo>
                <a:lnTo>
                  <a:pt x="99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8" y="124"/>
                </a:lnTo>
                <a:lnTo>
                  <a:pt x="97" y="124"/>
                </a:lnTo>
                <a:lnTo>
                  <a:pt x="96" y="124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1"/>
                </a:lnTo>
                <a:lnTo>
                  <a:pt x="99" y="132"/>
                </a:lnTo>
                <a:lnTo>
                  <a:pt x="98" y="131"/>
                </a:lnTo>
                <a:lnTo>
                  <a:pt x="97" y="131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1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3" y="130"/>
                </a:lnTo>
                <a:lnTo>
                  <a:pt x="93" y="131"/>
                </a:lnTo>
                <a:lnTo>
                  <a:pt x="95" y="131"/>
                </a:lnTo>
                <a:lnTo>
                  <a:pt x="96" y="131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1" y="133"/>
                </a:lnTo>
                <a:lnTo>
                  <a:pt x="104" y="134"/>
                </a:lnTo>
                <a:lnTo>
                  <a:pt x="107" y="135"/>
                </a:lnTo>
                <a:lnTo>
                  <a:pt x="107" y="136"/>
                </a:lnTo>
                <a:lnTo>
                  <a:pt x="102" y="135"/>
                </a:lnTo>
                <a:lnTo>
                  <a:pt x="96" y="133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7" y="135"/>
                </a:lnTo>
                <a:lnTo>
                  <a:pt x="97" y="136"/>
                </a:lnTo>
                <a:lnTo>
                  <a:pt x="98" y="137"/>
                </a:lnTo>
                <a:lnTo>
                  <a:pt x="99" y="135"/>
                </a:lnTo>
                <a:lnTo>
                  <a:pt x="102" y="136"/>
                </a:lnTo>
                <a:lnTo>
                  <a:pt x="101" y="138"/>
                </a:lnTo>
                <a:lnTo>
                  <a:pt x="102" y="138"/>
                </a:lnTo>
                <a:lnTo>
                  <a:pt x="103" y="136"/>
                </a:lnTo>
                <a:lnTo>
                  <a:pt x="105" y="137"/>
                </a:lnTo>
                <a:lnTo>
                  <a:pt x="104" y="140"/>
                </a:lnTo>
                <a:lnTo>
                  <a:pt x="103" y="141"/>
                </a:lnTo>
                <a:lnTo>
                  <a:pt x="104" y="142"/>
                </a:lnTo>
                <a:lnTo>
                  <a:pt x="103" y="143"/>
                </a:lnTo>
                <a:lnTo>
                  <a:pt x="101" y="142"/>
                </a:lnTo>
                <a:lnTo>
                  <a:pt x="100" y="141"/>
                </a:lnTo>
                <a:lnTo>
                  <a:pt x="98" y="141"/>
                </a:lnTo>
                <a:lnTo>
                  <a:pt x="94" y="139"/>
                </a:lnTo>
                <a:lnTo>
                  <a:pt x="94" y="140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4" y="141"/>
                </a:lnTo>
                <a:lnTo>
                  <a:pt x="96" y="142"/>
                </a:lnTo>
                <a:lnTo>
                  <a:pt x="95" y="144"/>
                </a:lnTo>
                <a:lnTo>
                  <a:pt x="94" y="143"/>
                </a:lnTo>
                <a:lnTo>
                  <a:pt x="90" y="142"/>
                </a:lnTo>
                <a:lnTo>
                  <a:pt x="90" y="143"/>
                </a:lnTo>
                <a:lnTo>
                  <a:pt x="94" y="145"/>
                </a:lnTo>
                <a:lnTo>
                  <a:pt x="95" y="145"/>
                </a:lnTo>
                <a:lnTo>
                  <a:pt x="94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2" y="153"/>
                </a:lnTo>
                <a:lnTo>
                  <a:pt x="81" y="153"/>
                </a:lnTo>
                <a:lnTo>
                  <a:pt x="82" y="154"/>
                </a:lnTo>
                <a:lnTo>
                  <a:pt x="83" y="154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4"/>
                </a:lnTo>
                <a:lnTo>
                  <a:pt x="90" y="154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4" y="168"/>
                </a:lnTo>
                <a:lnTo>
                  <a:pt x="74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7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4" y="145"/>
                </a:lnTo>
                <a:lnTo>
                  <a:pt x="4" y="144"/>
                </a:lnTo>
                <a:lnTo>
                  <a:pt x="2" y="144"/>
                </a:lnTo>
                <a:lnTo>
                  <a:pt x="1" y="144"/>
                </a:lnTo>
                <a:lnTo>
                  <a:pt x="2" y="144"/>
                </a:lnTo>
                <a:lnTo>
                  <a:pt x="2" y="143"/>
                </a:lnTo>
                <a:lnTo>
                  <a:pt x="1" y="142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/>
          <p:nvPr/>
        </p:nvSpPr>
        <p:spPr>
          <a:xfrm>
            <a:off x="6751080" y="346320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0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4"/>
                </a:lnTo>
                <a:lnTo>
                  <a:pt x="413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0" y="41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3" y="44"/>
                </a:lnTo>
                <a:lnTo>
                  <a:pt x="415" y="44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4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2" y="57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9"/>
                </a:lnTo>
                <a:lnTo>
                  <a:pt x="420" y="59"/>
                </a:lnTo>
                <a:lnTo>
                  <a:pt x="420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5"/>
                </a:lnTo>
                <a:lnTo>
                  <a:pt x="434" y="56"/>
                </a:lnTo>
                <a:lnTo>
                  <a:pt x="435" y="57"/>
                </a:lnTo>
                <a:lnTo>
                  <a:pt x="436" y="57"/>
                </a:lnTo>
                <a:lnTo>
                  <a:pt x="436" y="58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4" y="83"/>
                </a:lnTo>
                <a:lnTo>
                  <a:pt x="423" y="84"/>
                </a:lnTo>
                <a:lnTo>
                  <a:pt x="423" y="85"/>
                </a:lnTo>
                <a:lnTo>
                  <a:pt x="423" y="86"/>
                </a:lnTo>
                <a:lnTo>
                  <a:pt x="422" y="86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3" y="92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7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8"/>
                </a:lnTo>
                <a:lnTo>
                  <a:pt x="437" y="109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1" y="123"/>
                </a:lnTo>
                <a:lnTo>
                  <a:pt x="442" y="123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6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3" y="131"/>
                </a:lnTo>
                <a:lnTo>
                  <a:pt x="456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59" y="130"/>
                </a:lnTo>
                <a:lnTo>
                  <a:pt x="460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8" y="132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29"/>
                </a:lnTo>
                <a:lnTo>
                  <a:pt x="482" y="129"/>
                </a:lnTo>
                <a:lnTo>
                  <a:pt x="483" y="129"/>
                </a:lnTo>
                <a:lnTo>
                  <a:pt x="483" y="128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7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5" y="134"/>
                </a:lnTo>
                <a:lnTo>
                  <a:pt x="496" y="134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10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499" y="165"/>
                </a:lnTo>
                <a:lnTo>
                  <a:pt x="500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79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1"/>
                </a:lnTo>
                <a:lnTo>
                  <a:pt x="492" y="191"/>
                </a:lnTo>
                <a:lnTo>
                  <a:pt x="492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8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4" y="202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6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8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7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4" y="220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8" y="265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7" y="287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7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3"/>
                </a:lnTo>
                <a:lnTo>
                  <a:pt x="533" y="295"/>
                </a:lnTo>
                <a:lnTo>
                  <a:pt x="532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3"/>
                </a:lnTo>
                <a:lnTo>
                  <a:pt x="525" y="314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3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9" y="352"/>
                </a:lnTo>
                <a:lnTo>
                  <a:pt x="498" y="353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8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1" y="356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2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0" y="355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5"/>
                </a:lnTo>
                <a:lnTo>
                  <a:pt x="458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0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6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4" y="376"/>
                </a:lnTo>
                <a:lnTo>
                  <a:pt x="452" y="374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49" y="368"/>
                </a:lnTo>
                <a:lnTo>
                  <a:pt x="450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3" y="365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5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19" y="350"/>
                </a:lnTo>
                <a:lnTo>
                  <a:pt x="417" y="349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7"/>
                </a:lnTo>
                <a:lnTo>
                  <a:pt x="415" y="347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1"/>
                </a:lnTo>
                <a:lnTo>
                  <a:pt x="411" y="342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5" y="338"/>
                </a:lnTo>
                <a:lnTo>
                  <a:pt x="404" y="338"/>
                </a:lnTo>
                <a:lnTo>
                  <a:pt x="402" y="338"/>
                </a:lnTo>
                <a:lnTo>
                  <a:pt x="401" y="338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6" y="337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5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5" y="335"/>
                </a:lnTo>
                <a:lnTo>
                  <a:pt x="394" y="335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3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3"/>
                </a:lnTo>
                <a:lnTo>
                  <a:pt x="397" y="332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4"/>
                </a:lnTo>
                <a:lnTo>
                  <a:pt x="399" y="323"/>
                </a:lnTo>
                <a:lnTo>
                  <a:pt x="400" y="323"/>
                </a:lnTo>
                <a:lnTo>
                  <a:pt x="400" y="322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6" y="310"/>
                </a:lnTo>
                <a:lnTo>
                  <a:pt x="396" y="311"/>
                </a:lnTo>
                <a:lnTo>
                  <a:pt x="396" y="310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6" y="309"/>
                </a:lnTo>
                <a:lnTo>
                  <a:pt x="376" y="310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8" y="267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5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2" y="252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6" y="245"/>
                </a:lnTo>
                <a:lnTo>
                  <a:pt x="355" y="245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1" y="225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3" y="211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7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6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199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9" y="196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8" y="197"/>
                </a:lnTo>
                <a:lnTo>
                  <a:pt x="317" y="196"/>
                </a:lnTo>
                <a:lnTo>
                  <a:pt x="316" y="196"/>
                </a:lnTo>
                <a:lnTo>
                  <a:pt x="316" y="195"/>
                </a:lnTo>
                <a:lnTo>
                  <a:pt x="315" y="194"/>
                </a:lnTo>
                <a:lnTo>
                  <a:pt x="314" y="194"/>
                </a:lnTo>
                <a:lnTo>
                  <a:pt x="314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9"/>
                </a:lnTo>
                <a:lnTo>
                  <a:pt x="298" y="178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9" y="255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7" y="273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0"/>
                </a:lnTo>
                <a:lnTo>
                  <a:pt x="183" y="289"/>
                </a:lnTo>
                <a:lnTo>
                  <a:pt x="182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9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2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3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0" y="323"/>
                </a:lnTo>
                <a:lnTo>
                  <a:pt x="301" y="324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8" y="347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5" y="366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9" y="397"/>
                </a:lnTo>
                <a:lnTo>
                  <a:pt x="300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7" y="399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3" y="402"/>
                </a:lnTo>
                <a:lnTo>
                  <a:pt x="324" y="402"/>
                </a:lnTo>
                <a:lnTo>
                  <a:pt x="324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3"/>
                </a:lnTo>
                <a:lnTo>
                  <a:pt x="356" y="412"/>
                </a:lnTo>
                <a:lnTo>
                  <a:pt x="357" y="413"/>
                </a:lnTo>
                <a:lnTo>
                  <a:pt x="357" y="412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6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3" y="432"/>
                </a:lnTo>
                <a:lnTo>
                  <a:pt x="383" y="433"/>
                </a:lnTo>
                <a:lnTo>
                  <a:pt x="384" y="435"/>
                </a:lnTo>
                <a:lnTo>
                  <a:pt x="385" y="435"/>
                </a:lnTo>
                <a:lnTo>
                  <a:pt x="385" y="436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6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8" y="456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4"/>
                </a:lnTo>
                <a:lnTo>
                  <a:pt x="383" y="465"/>
                </a:lnTo>
                <a:lnTo>
                  <a:pt x="383" y="466"/>
                </a:lnTo>
                <a:lnTo>
                  <a:pt x="382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3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0"/>
                </a:lnTo>
                <a:lnTo>
                  <a:pt x="36" y="389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8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6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1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6" y="214"/>
                </a:lnTo>
                <a:lnTo>
                  <a:pt x="76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7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5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1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79" y="71"/>
                </a:lnTo>
                <a:lnTo>
                  <a:pt x="80" y="71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1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5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7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3" y="74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9" y="104"/>
                </a:lnTo>
                <a:lnTo>
                  <a:pt x="128" y="104"/>
                </a:lnTo>
                <a:lnTo>
                  <a:pt x="129" y="104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299" y="65"/>
                </a:lnTo>
                <a:lnTo>
                  <a:pt x="300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6"/>
                </a:lnTo>
                <a:lnTo>
                  <a:pt x="311" y="34"/>
                </a:lnTo>
                <a:lnTo>
                  <a:pt x="311" y="32"/>
                </a:lnTo>
                <a:lnTo>
                  <a:pt x="310" y="31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6"/>
                </a:lnTo>
                <a:lnTo>
                  <a:pt x="335" y="16"/>
                </a:lnTo>
                <a:lnTo>
                  <a:pt x="338" y="15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1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2" y="1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685836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8" y="12"/>
                </a:lnTo>
                <a:lnTo>
                  <a:pt x="37" y="12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6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6" y="22"/>
                </a:lnTo>
                <a:lnTo>
                  <a:pt x="37" y="22"/>
                </a:lnTo>
                <a:lnTo>
                  <a:pt x="37" y="23"/>
                </a:lnTo>
                <a:lnTo>
                  <a:pt x="38" y="23"/>
                </a:lnTo>
                <a:lnTo>
                  <a:pt x="38" y="22"/>
                </a:lnTo>
                <a:lnTo>
                  <a:pt x="38" y="23"/>
                </a:lnTo>
                <a:lnTo>
                  <a:pt x="37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39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2" y="25"/>
                </a:lnTo>
                <a:lnTo>
                  <a:pt x="43" y="25"/>
                </a:lnTo>
                <a:lnTo>
                  <a:pt x="43" y="24"/>
                </a:lnTo>
                <a:lnTo>
                  <a:pt x="44" y="24"/>
                </a:lnTo>
                <a:lnTo>
                  <a:pt x="45" y="24"/>
                </a:lnTo>
                <a:lnTo>
                  <a:pt x="45" y="25"/>
                </a:lnTo>
                <a:lnTo>
                  <a:pt x="46" y="26"/>
                </a:lnTo>
                <a:lnTo>
                  <a:pt x="45" y="26"/>
                </a:lnTo>
                <a:lnTo>
                  <a:pt x="45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8" y="31"/>
                </a:lnTo>
                <a:lnTo>
                  <a:pt x="39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7" y="36"/>
                </a:lnTo>
                <a:lnTo>
                  <a:pt x="37" y="37"/>
                </a:lnTo>
                <a:lnTo>
                  <a:pt x="36" y="37"/>
                </a:lnTo>
                <a:lnTo>
                  <a:pt x="36" y="38"/>
                </a:lnTo>
                <a:lnTo>
                  <a:pt x="37" y="38"/>
                </a:lnTo>
                <a:lnTo>
                  <a:pt x="37" y="39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7" y="39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29" y="47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19" y="47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7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6" y="42"/>
                </a:lnTo>
                <a:lnTo>
                  <a:pt x="17" y="41"/>
                </a:lnTo>
                <a:lnTo>
                  <a:pt x="17" y="40"/>
                </a:lnTo>
                <a:lnTo>
                  <a:pt x="16" y="40"/>
                </a:lnTo>
                <a:lnTo>
                  <a:pt x="14" y="40"/>
                </a:lnTo>
                <a:lnTo>
                  <a:pt x="14" y="41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1" y="40"/>
                </a:lnTo>
                <a:lnTo>
                  <a:pt x="12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3" y="36"/>
                </a:lnTo>
                <a:lnTo>
                  <a:pt x="14" y="36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6" y="32"/>
                </a:lnTo>
                <a:lnTo>
                  <a:pt x="17" y="32"/>
                </a:lnTo>
                <a:lnTo>
                  <a:pt x="16" y="31"/>
                </a:lnTo>
                <a:lnTo>
                  <a:pt x="16" y="30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7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664668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4" y="3"/>
                </a:lnTo>
                <a:lnTo>
                  <a:pt x="354" y="4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9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8" y="175"/>
                </a:lnTo>
                <a:lnTo>
                  <a:pt x="327" y="176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10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8" y="376"/>
                </a:lnTo>
                <a:lnTo>
                  <a:pt x="319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3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3" y="408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7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4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4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2"/>
                </a:lnTo>
                <a:lnTo>
                  <a:pt x="310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3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7" y="552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0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3" y="566"/>
                </a:lnTo>
                <a:lnTo>
                  <a:pt x="193" y="565"/>
                </a:lnTo>
                <a:lnTo>
                  <a:pt x="191" y="565"/>
                </a:lnTo>
                <a:lnTo>
                  <a:pt x="190" y="566"/>
                </a:lnTo>
                <a:lnTo>
                  <a:pt x="189" y="565"/>
                </a:lnTo>
                <a:lnTo>
                  <a:pt x="187" y="565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9" y="562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7" y="560"/>
                </a:lnTo>
                <a:lnTo>
                  <a:pt x="166" y="560"/>
                </a:lnTo>
                <a:lnTo>
                  <a:pt x="165" y="559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5" y="579"/>
                </a:lnTo>
                <a:lnTo>
                  <a:pt x="154" y="579"/>
                </a:lnTo>
                <a:lnTo>
                  <a:pt x="154" y="580"/>
                </a:lnTo>
                <a:lnTo>
                  <a:pt x="153" y="580"/>
                </a:lnTo>
                <a:lnTo>
                  <a:pt x="152" y="581"/>
                </a:lnTo>
                <a:lnTo>
                  <a:pt x="152" y="580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9" y="580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5"/>
                </a:lnTo>
                <a:lnTo>
                  <a:pt x="143" y="586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6" y="589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4"/>
                </a:lnTo>
                <a:lnTo>
                  <a:pt x="131" y="595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7" y="597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7" y="605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1" y="606"/>
                </a:lnTo>
                <a:lnTo>
                  <a:pt x="109" y="606"/>
                </a:lnTo>
                <a:lnTo>
                  <a:pt x="108" y="606"/>
                </a:lnTo>
                <a:lnTo>
                  <a:pt x="108" y="607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7"/>
                </a:lnTo>
                <a:lnTo>
                  <a:pt x="99" y="607"/>
                </a:lnTo>
                <a:lnTo>
                  <a:pt x="97" y="608"/>
                </a:lnTo>
                <a:lnTo>
                  <a:pt x="97" y="609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7"/>
                </a:lnTo>
                <a:lnTo>
                  <a:pt x="93" y="608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1" y="614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5" y="615"/>
                </a:lnTo>
                <a:lnTo>
                  <a:pt x="74" y="615"/>
                </a:lnTo>
                <a:lnTo>
                  <a:pt x="73" y="615"/>
                </a:lnTo>
                <a:lnTo>
                  <a:pt x="73" y="616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70" y="618"/>
                </a:lnTo>
                <a:lnTo>
                  <a:pt x="69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7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3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1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3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20" y="411"/>
                </a:lnTo>
                <a:lnTo>
                  <a:pt x="19" y="411"/>
                </a:lnTo>
                <a:lnTo>
                  <a:pt x="19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8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3" y="223"/>
                </a:lnTo>
                <a:lnTo>
                  <a:pt x="63" y="222"/>
                </a:lnTo>
                <a:lnTo>
                  <a:pt x="61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9"/>
                </a:lnTo>
                <a:lnTo>
                  <a:pt x="63" y="208"/>
                </a:lnTo>
                <a:lnTo>
                  <a:pt x="64" y="208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8"/>
                </a:lnTo>
                <a:lnTo>
                  <a:pt x="71" y="187"/>
                </a:lnTo>
                <a:lnTo>
                  <a:pt x="71" y="186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7"/>
                </a:lnTo>
                <a:lnTo>
                  <a:pt x="78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50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6" y="145"/>
                </a:lnTo>
                <a:lnTo>
                  <a:pt x="87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2" y="142"/>
                </a:lnTo>
                <a:lnTo>
                  <a:pt x="81" y="142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1" y="136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30"/>
                </a:lnTo>
                <a:lnTo>
                  <a:pt x="104" y="129"/>
                </a:lnTo>
                <a:lnTo>
                  <a:pt x="105" y="129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8" y="127"/>
                </a:lnTo>
                <a:lnTo>
                  <a:pt x="109" y="127"/>
                </a:lnTo>
                <a:lnTo>
                  <a:pt x="109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9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2" y="117"/>
                </a:lnTo>
                <a:lnTo>
                  <a:pt x="112" y="115"/>
                </a:lnTo>
                <a:lnTo>
                  <a:pt x="111" y="115"/>
                </a:lnTo>
                <a:lnTo>
                  <a:pt x="110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3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7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7"/>
                </a:lnTo>
                <a:lnTo>
                  <a:pt x="154" y="117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2"/>
                </a:lnTo>
                <a:lnTo>
                  <a:pt x="157" y="99"/>
                </a:lnTo>
                <a:lnTo>
                  <a:pt x="157" y="98"/>
                </a:lnTo>
                <a:lnTo>
                  <a:pt x="159" y="96"/>
                </a:lnTo>
                <a:lnTo>
                  <a:pt x="160" y="95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5" y="87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80"/>
                </a:lnTo>
                <a:lnTo>
                  <a:pt x="170" y="79"/>
                </a:lnTo>
                <a:lnTo>
                  <a:pt x="171" y="79"/>
                </a:lnTo>
                <a:lnTo>
                  <a:pt x="171" y="78"/>
                </a:lnTo>
                <a:lnTo>
                  <a:pt x="171" y="77"/>
                </a:lnTo>
                <a:lnTo>
                  <a:pt x="172" y="77"/>
                </a:lnTo>
                <a:lnTo>
                  <a:pt x="172" y="76"/>
                </a:lnTo>
                <a:lnTo>
                  <a:pt x="172" y="75"/>
                </a:lnTo>
                <a:lnTo>
                  <a:pt x="173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8" y="67"/>
                </a:lnTo>
                <a:lnTo>
                  <a:pt x="178" y="66"/>
                </a:lnTo>
                <a:lnTo>
                  <a:pt x="179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1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2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0" y="56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3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3" y="34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622296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5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9" y="137"/>
                </a:lnTo>
                <a:lnTo>
                  <a:pt x="2299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5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6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8" y="203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1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6" y="218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8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2" y="254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4"/>
                </a:lnTo>
                <a:lnTo>
                  <a:pt x="2577" y="265"/>
                </a:lnTo>
                <a:lnTo>
                  <a:pt x="2578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3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7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4" y="320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8" y="324"/>
                </a:lnTo>
                <a:lnTo>
                  <a:pt x="2539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8" y="334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5" y="338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59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5"/>
                </a:lnTo>
                <a:lnTo>
                  <a:pt x="2510" y="426"/>
                </a:lnTo>
                <a:lnTo>
                  <a:pt x="2510" y="425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5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4" y="478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3" y="481"/>
                </a:lnTo>
                <a:lnTo>
                  <a:pt x="2473" y="482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6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6" y="503"/>
                </a:lnTo>
                <a:lnTo>
                  <a:pt x="2466" y="504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6" y="506"/>
                </a:lnTo>
                <a:lnTo>
                  <a:pt x="2466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8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9" y="518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8" y="538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8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8" y="506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40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2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6" y="502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1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7" y="517"/>
                </a:lnTo>
                <a:lnTo>
                  <a:pt x="2407" y="518"/>
                </a:lnTo>
                <a:lnTo>
                  <a:pt x="2406" y="518"/>
                </a:lnTo>
                <a:lnTo>
                  <a:pt x="2405" y="519"/>
                </a:lnTo>
                <a:lnTo>
                  <a:pt x="2404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9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6" y="548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7" y="551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8" y="564"/>
                </a:lnTo>
                <a:lnTo>
                  <a:pt x="2347" y="565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9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9" y="585"/>
                </a:lnTo>
                <a:lnTo>
                  <a:pt x="2308" y="585"/>
                </a:lnTo>
                <a:lnTo>
                  <a:pt x="2307" y="585"/>
                </a:lnTo>
                <a:lnTo>
                  <a:pt x="2307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9" y="596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2" y="639"/>
                </a:lnTo>
                <a:lnTo>
                  <a:pt x="2303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0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8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6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7" y="675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6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5" y="672"/>
                </a:lnTo>
                <a:lnTo>
                  <a:pt x="2344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7"/>
                </a:lnTo>
                <a:lnTo>
                  <a:pt x="2365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1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1" y="654"/>
                </a:lnTo>
                <a:lnTo>
                  <a:pt x="2372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5" y="654"/>
                </a:lnTo>
                <a:lnTo>
                  <a:pt x="2375" y="653"/>
                </a:lnTo>
                <a:lnTo>
                  <a:pt x="2376" y="653"/>
                </a:lnTo>
                <a:lnTo>
                  <a:pt x="2376" y="655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2" y="665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80" y="662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5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3" y="681"/>
                </a:lnTo>
                <a:lnTo>
                  <a:pt x="2380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7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1"/>
                </a:lnTo>
                <a:lnTo>
                  <a:pt x="2313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8" y="771"/>
                </a:lnTo>
                <a:lnTo>
                  <a:pt x="2307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2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7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1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1" y="760"/>
                </a:lnTo>
                <a:lnTo>
                  <a:pt x="2271" y="761"/>
                </a:lnTo>
                <a:lnTo>
                  <a:pt x="2270" y="761"/>
                </a:lnTo>
                <a:lnTo>
                  <a:pt x="2271" y="763"/>
                </a:lnTo>
                <a:lnTo>
                  <a:pt x="2271" y="765"/>
                </a:lnTo>
                <a:lnTo>
                  <a:pt x="2272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3"/>
                </a:lnTo>
                <a:lnTo>
                  <a:pt x="2236" y="753"/>
                </a:lnTo>
                <a:lnTo>
                  <a:pt x="2236" y="754"/>
                </a:lnTo>
                <a:lnTo>
                  <a:pt x="2235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0" y="752"/>
                </a:lnTo>
                <a:lnTo>
                  <a:pt x="2230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7" y="750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1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2" y="781"/>
                </a:lnTo>
                <a:lnTo>
                  <a:pt x="2234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6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1"/>
                </a:lnTo>
                <a:lnTo>
                  <a:pt x="2238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4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7"/>
                </a:lnTo>
                <a:lnTo>
                  <a:pt x="2236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8" y="802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2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8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5" y="866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6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8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9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3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5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3" y="930"/>
                </a:lnTo>
                <a:lnTo>
                  <a:pt x="2265" y="931"/>
                </a:lnTo>
                <a:lnTo>
                  <a:pt x="2267" y="932"/>
                </a:lnTo>
                <a:lnTo>
                  <a:pt x="2268" y="932"/>
                </a:lnTo>
                <a:lnTo>
                  <a:pt x="2272" y="932"/>
                </a:lnTo>
                <a:lnTo>
                  <a:pt x="2282" y="932"/>
                </a:lnTo>
                <a:lnTo>
                  <a:pt x="2282" y="931"/>
                </a:lnTo>
                <a:lnTo>
                  <a:pt x="2284" y="930"/>
                </a:lnTo>
                <a:lnTo>
                  <a:pt x="2287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6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3" y="941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6"/>
                </a:lnTo>
                <a:lnTo>
                  <a:pt x="2360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8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3" y="957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7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5" y="1050"/>
                </a:lnTo>
                <a:lnTo>
                  <a:pt x="2384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5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6" y="1056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4" y="1056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4" y="1072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3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2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2" y="1085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1" y="1075"/>
                </a:lnTo>
                <a:lnTo>
                  <a:pt x="2280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8" y="1082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3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2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6"/>
                </a:lnTo>
                <a:lnTo>
                  <a:pt x="2257" y="1086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7" y="1090"/>
                </a:lnTo>
                <a:lnTo>
                  <a:pt x="2256" y="1090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5" y="1087"/>
                </a:lnTo>
                <a:lnTo>
                  <a:pt x="2244" y="1087"/>
                </a:lnTo>
                <a:lnTo>
                  <a:pt x="2243" y="1086"/>
                </a:lnTo>
                <a:lnTo>
                  <a:pt x="2243" y="1087"/>
                </a:lnTo>
                <a:lnTo>
                  <a:pt x="2242" y="1087"/>
                </a:lnTo>
                <a:lnTo>
                  <a:pt x="2243" y="1087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1" y="1090"/>
                </a:lnTo>
                <a:lnTo>
                  <a:pt x="2231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5"/>
                </a:lnTo>
                <a:lnTo>
                  <a:pt x="2228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8" y="1096"/>
                </a:lnTo>
                <a:lnTo>
                  <a:pt x="2228" y="1097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19" y="1109"/>
                </a:lnTo>
                <a:lnTo>
                  <a:pt x="2220" y="1108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5" y="1110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4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4" y="1111"/>
                </a:lnTo>
                <a:lnTo>
                  <a:pt x="2185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89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8"/>
                </a:lnTo>
                <a:lnTo>
                  <a:pt x="2059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7" y="1155"/>
                </a:lnTo>
                <a:lnTo>
                  <a:pt x="2046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1999" y="1149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5"/>
                </a:lnTo>
                <a:lnTo>
                  <a:pt x="1994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1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7" y="1152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40"/>
                </a:lnTo>
                <a:lnTo>
                  <a:pt x="1779" y="1140"/>
                </a:lnTo>
                <a:lnTo>
                  <a:pt x="1779" y="1141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1"/>
                </a:lnTo>
                <a:lnTo>
                  <a:pt x="1769" y="1141"/>
                </a:lnTo>
                <a:lnTo>
                  <a:pt x="1769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1" y="1162"/>
                </a:lnTo>
                <a:lnTo>
                  <a:pt x="1740" y="1163"/>
                </a:lnTo>
                <a:lnTo>
                  <a:pt x="1740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6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3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5" y="1204"/>
                </a:lnTo>
                <a:lnTo>
                  <a:pt x="1625" y="1203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6" y="1201"/>
                </a:lnTo>
                <a:lnTo>
                  <a:pt x="1594" y="1201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7" y="1196"/>
                </a:lnTo>
                <a:lnTo>
                  <a:pt x="1597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600" y="1171"/>
                </a:lnTo>
                <a:lnTo>
                  <a:pt x="1600" y="1170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2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8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3" y="1148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2" y="1152"/>
                </a:lnTo>
                <a:lnTo>
                  <a:pt x="1561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8"/>
                </a:lnTo>
                <a:lnTo>
                  <a:pt x="1546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6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3"/>
                </a:lnTo>
                <a:lnTo>
                  <a:pt x="1536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0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2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5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2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4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09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1"/>
                </a:lnTo>
                <a:lnTo>
                  <a:pt x="1221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4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8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3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9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4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7" y="1458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2" y="1439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5" y="1438"/>
                </a:lnTo>
                <a:lnTo>
                  <a:pt x="825" y="1439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4"/>
                </a:lnTo>
                <a:lnTo>
                  <a:pt x="803" y="1465"/>
                </a:lnTo>
                <a:lnTo>
                  <a:pt x="804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90" y="1486"/>
                </a:lnTo>
                <a:lnTo>
                  <a:pt x="790" y="1487"/>
                </a:lnTo>
                <a:lnTo>
                  <a:pt x="787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9" y="1565"/>
                </a:lnTo>
                <a:lnTo>
                  <a:pt x="779" y="1566"/>
                </a:lnTo>
                <a:lnTo>
                  <a:pt x="781" y="1568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4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20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6" y="1454"/>
                </a:lnTo>
                <a:lnTo>
                  <a:pt x="508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7" y="1500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6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9" y="1481"/>
                </a:lnTo>
                <a:lnTo>
                  <a:pt x="367" y="1481"/>
                </a:lnTo>
                <a:lnTo>
                  <a:pt x="367" y="1479"/>
                </a:lnTo>
                <a:lnTo>
                  <a:pt x="366" y="1478"/>
                </a:lnTo>
                <a:lnTo>
                  <a:pt x="367" y="1478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5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6" y="1395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2" y="1347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40" y="1270"/>
                </a:lnTo>
                <a:lnTo>
                  <a:pt x="233" y="1270"/>
                </a:lnTo>
                <a:lnTo>
                  <a:pt x="226" y="1269"/>
                </a:lnTo>
                <a:lnTo>
                  <a:pt x="216" y="1278"/>
                </a:lnTo>
                <a:lnTo>
                  <a:pt x="210" y="1278"/>
                </a:lnTo>
                <a:lnTo>
                  <a:pt x="205" y="1278"/>
                </a:lnTo>
                <a:lnTo>
                  <a:pt x="198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1" y="1288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4" y="1295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8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2" y="1287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8"/>
                </a:lnTo>
                <a:lnTo>
                  <a:pt x="105" y="1277"/>
                </a:lnTo>
                <a:lnTo>
                  <a:pt x="105" y="1273"/>
                </a:lnTo>
                <a:lnTo>
                  <a:pt x="105" y="1272"/>
                </a:lnTo>
                <a:lnTo>
                  <a:pt x="105" y="1271"/>
                </a:lnTo>
                <a:lnTo>
                  <a:pt x="103" y="1270"/>
                </a:lnTo>
                <a:lnTo>
                  <a:pt x="102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3" y="1230"/>
                </a:lnTo>
                <a:lnTo>
                  <a:pt x="51" y="1228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1" y="1215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4" y="1210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3"/>
                </a:lnTo>
                <a:lnTo>
                  <a:pt x="53" y="1203"/>
                </a:lnTo>
                <a:lnTo>
                  <a:pt x="54" y="1201"/>
                </a:lnTo>
                <a:lnTo>
                  <a:pt x="55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1" y="1194"/>
                </a:lnTo>
                <a:lnTo>
                  <a:pt x="60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9" y="1152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4" y="1143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7" y="1129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5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80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4" y="1103"/>
                </a:lnTo>
                <a:lnTo>
                  <a:pt x="396" y="1106"/>
                </a:lnTo>
                <a:lnTo>
                  <a:pt x="418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4" y="1114"/>
                </a:lnTo>
                <a:lnTo>
                  <a:pt x="1065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1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9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0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1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6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3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4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8" y="686"/>
                </a:lnTo>
                <a:lnTo>
                  <a:pt x="2039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3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0" y="559"/>
                </a:lnTo>
                <a:lnTo>
                  <a:pt x="1707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7" y="374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80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6" y="187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2" y="13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700308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692604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7" y="37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3" y="52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4" y="57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8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4" y="122"/>
                </a:lnTo>
                <a:lnTo>
                  <a:pt x="575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1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4" y="135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6" y="188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9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1" y="223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6" y="278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4" y="280"/>
                </a:lnTo>
                <a:lnTo>
                  <a:pt x="603" y="280"/>
                </a:lnTo>
                <a:lnTo>
                  <a:pt x="603" y="281"/>
                </a:lnTo>
                <a:lnTo>
                  <a:pt x="604" y="282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5" y="286"/>
                </a:lnTo>
                <a:lnTo>
                  <a:pt x="594" y="286"/>
                </a:lnTo>
                <a:lnTo>
                  <a:pt x="595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5"/>
                </a:lnTo>
                <a:lnTo>
                  <a:pt x="555" y="306"/>
                </a:lnTo>
                <a:lnTo>
                  <a:pt x="555" y="307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1" y="335"/>
                </a:lnTo>
                <a:lnTo>
                  <a:pt x="511" y="336"/>
                </a:lnTo>
                <a:lnTo>
                  <a:pt x="510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8" y="346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5" y="351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5" y="370"/>
                </a:lnTo>
                <a:lnTo>
                  <a:pt x="485" y="371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8" y="374"/>
                </a:lnTo>
                <a:lnTo>
                  <a:pt x="447" y="374"/>
                </a:lnTo>
                <a:lnTo>
                  <a:pt x="445" y="375"/>
                </a:lnTo>
                <a:lnTo>
                  <a:pt x="442" y="375"/>
                </a:lnTo>
                <a:lnTo>
                  <a:pt x="441" y="375"/>
                </a:lnTo>
                <a:lnTo>
                  <a:pt x="437" y="376"/>
                </a:lnTo>
                <a:lnTo>
                  <a:pt x="436" y="374"/>
                </a:lnTo>
                <a:lnTo>
                  <a:pt x="435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2"/>
                </a:lnTo>
                <a:lnTo>
                  <a:pt x="433" y="372"/>
                </a:lnTo>
                <a:lnTo>
                  <a:pt x="432" y="371"/>
                </a:lnTo>
                <a:lnTo>
                  <a:pt x="433" y="373"/>
                </a:lnTo>
                <a:lnTo>
                  <a:pt x="433" y="374"/>
                </a:lnTo>
                <a:lnTo>
                  <a:pt x="431" y="374"/>
                </a:lnTo>
                <a:lnTo>
                  <a:pt x="431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1" y="377"/>
                </a:lnTo>
                <a:lnTo>
                  <a:pt x="431" y="378"/>
                </a:lnTo>
                <a:lnTo>
                  <a:pt x="430" y="378"/>
                </a:lnTo>
                <a:lnTo>
                  <a:pt x="430" y="379"/>
                </a:lnTo>
                <a:lnTo>
                  <a:pt x="429" y="379"/>
                </a:lnTo>
                <a:lnTo>
                  <a:pt x="428" y="380"/>
                </a:lnTo>
                <a:lnTo>
                  <a:pt x="427" y="380"/>
                </a:lnTo>
                <a:lnTo>
                  <a:pt x="427" y="379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1"/>
                </a:lnTo>
                <a:lnTo>
                  <a:pt x="424" y="381"/>
                </a:lnTo>
                <a:lnTo>
                  <a:pt x="424" y="380"/>
                </a:lnTo>
                <a:lnTo>
                  <a:pt x="424" y="379"/>
                </a:lnTo>
                <a:lnTo>
                  <a:pt x="423" y="379"/>
                </a:lnTo>
                <a:lnTo>
                  <a:pt x="423" y="378"/>
                </a:lnTo>
                <a:lnTo>
                  <a:pt x="422" y="378"/>
                </a:lnTo>
                <a:lnTo>
                  <a:pt x="421" y="379"/>
                </a:lnTo>
                <a:lnTo>
                  <a:pt x="421" y="380"/>
                </a:lnTo>
                <a:lnTo>
                  <a:pt x="419" y="380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2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2" y="383"/>
                </a:lnTo>
                <a:lnTo>
                  <a:pt x="411" y="383"/>
                </a:lnTo>
                <a:lnTo>
                  <a:pt x="411" y="384"/>
                </a:lnTo>
                <a:lnTo>
                  <a:pt x="410" y="384"/>
                </a:lnTo>
                <a:lnTo>
                  <a:pt x="410" y="385"/>
                </a:lnTo>
                <a:lnTo>
                  <a:pt x="409" y="384"/>
                </a:lnTo>
                <a:lnTo>
                  <a:pt x="409" y="383"/>
                </a:lnTo>
                <a:lnTo>
                  <a:pt x="410" y="382"/>
                </a:lnTo>
                <a:lnTo>
                  <a:pt x="411" y="382"/>
                </a:lnTo>
                <a:lnTo>
                  <a:pt x="412" y="382"/>
                </a:lnTo>
                <a:lnTo>
                  <a:pt x="412" y="381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0" y="379"/>
                </a:lnTo>
                <a:lnTo>
                  <a:pt x="411" y="379"/>
                </a:lnTo>
                <a:lnTo>
                  <a:pt x="411" y="378"/>
                </a:lnTo>
                <a:lnTo>
                  <a:pt x="411" y="377"/>
                </a:lnTo>
                <a:lnTo>
                  <a:pt x="411" y="378"/>
                </a:lnTo>
                <a:lnTo>
                  <a:pt x="410" y="379"/>
                </a:lnTo>
                <a:lnTo>
                  <a:pt x="409" y="379"/>
                </a:lnTo>
                <a:lnTo>
                  <a:pt x="410" y="380"/>
                </a:lnTo>
                <a:lnTo>
                  <a:pt x="410" y="381"/>
                </a:lnTo>
                <a:lnTo>
                  <a:pt x="409" y="382"/>
                </a:lnTo>
                <a:lnTo>
                  <a:pt x="408" y="382"/>
                </a:lnTo>
                <a:lnTo>
                  <a:pt x="407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0" y="379"/>
                </a:lnTo>
                <a:lnTo>
                  <a:pt x="400" y="378"/>
                </a:lnTo>
                <a:lnTo>
                  <a:pt x="399" y="378"/>
                </a:lnTo>
                <a:lnTo>
                  <a:pt x="399" y="379"/>
                </a:lnTo>
                <a:lnTo>
                  <a:pt x="401" y="381"/>
                </a:lnTo>
                <a:lnTo>
                  <a:pt x="399" y="382"/>
                </a:lnTo>
                <a:lnTo>
                  <a:pt x="399" y="383"/>
                </a:lnTo>
                <a:lnTo>
                  <a:pt x="398" y="383"/>
                </a:lnTo>
                <a:lnTo>
                  <a:pt x="397" y="382"/>
                </a:lnTo>
                <a:lnTo>
                  <a:pt x="396" y="382"/>
                </a:lnTo>
                <a:lnTo>
                  <a:pt x="396" y="383"/>
                </a:lnTo>
                <a:lnTo>
                  <a:pt x="397" y="383"/>
                </a:lnTo>
                <a:lnTo>
                  <a:pt x="398" y="383"/>
                </a:lnTo>
                <a:lnTo>
                  <a:pt x="399" y="385"/>
                </a:lnTo>
                <a:lnTo>
                  <a:pt x="399" y="386"/>
                </a:lnTo>
                <a:lnTo>
                  <a:pt x="398" y="386"/>
                </a:lnTo>
                <a:lnTo>
                  <a:pt x="399" y="387"/>
                </a:lnTo>
                <a:lnTo>
                  <a:pt x="400" y="387"/>
                </a:lnTo>
                <a:lnTo>
                  <a:pt x="400" y="388"/>
                </a:lnTo>
                <a:lnTo>
                  <a:pt x="399" y="388"/>
                </a:lnTo>
                <a:lnTo>
                  <a:pt x="398" y="387"/>
                </a:lnTo>
                <a:lnTo>
                  <a:pt x="397" y="388"/>
                </a:lnTo>
                <a:lnTo>
                  <a:pt x="396" y="388"/>
                </a:lnTo>
                <a:lnTo>
                  <a:pt x="395" y="387"/>
                </a:lnTo>
                <a:lnTo>
                  <a:pt x="394" y="387"/>
                </a:lnTo>
                <a:lnTo>
                  <a:pt x="393" y="388"/>
                </a:lnTo>
                <a:lnTo>
                  <a:pt x="393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1" y="390"/>
                </a:lnTo>
                <a:lnTo>
                  <a:pt x="390" y="390"/>
                </a:lnTo>
                <a:lnTo>
                  <a:pt x="389" y="390"/>
                </a:lnTo>
                <a:lnTo>
                  <a:pt x="389" y="391"/>
                </a:lnTo>
                <a:lnTo>
                  <a:pt x="388" y="391"/>
                </a:lnTo>
                <a:lnTo>
                  <a:pt x="387" y="392"/>
                </a:lnTo>
                <a:lnTo>
                  <a:pt x="387" y="393"/>
                </a:lnTo>
                <a:lnTo>
                  <a:pt x="386" y="393"/>
                </a:lnTo>
                <a:lnTo>
                  <a:pt x="385" y="392"/>
                </a:lnTo>
                <a:lnTo>
                  <a:pt x="386" y="391"/>
                </a:lnTo>
                <a:lnTo>
                  <a:pt x="385" y="391"/>
                </a:lnTo>
                <a:lnTo>
                  <a:pt x="384" y="390"/>
                </a:lnTo>
                <a:lnTo>
                  <a:pt x="383" y="389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5" y="391"/>
                </a:lnTo>
                <a:lnTo>
                  <a:pt x="375" y="390"/>
                </a:lnTo>
                <a:lnTo>
                  <a:pt x="375" y="389"/>
                </a:lnTo>
                <a:lnTo>
                  <a:pt x="375" y="390"/>
                </a:lnTo>
                <a:lnTo>
                  <a:pt x="374" y="391"/>
                </a:lnTo>
                <a:lnTo>
                  <a:pt x="373" y="391"/>
                </a:lnTo>
                <a:lnTo>
                  <a:pt x="372" y="391"/>
                </a:lnTo>
                <a:lnTo>
                  <a:pt x="373" y="392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4"/>
                </a:lnTo>
                <a:lnTo>
                  <a:pt x="371" y="395"/>
                </a:lnTo>
                <a:lnTo>
                  <a:pt x="371" y="397"/>
                </a:lnTo>
                <a:lnTo>
                  <a:pt x="369" y="397"/>
                </a:lnTo>
                <a:lnTo>
                  <a:pt x="369" y="396"/>
                </a:lnTo>
                <a:lnTo>
                  <a:pt x="366" y="397"/>
                </a:lnTo>
                <a:lnTo>
                  <a:pt x="365" y="396"/>
                </a:lnTo>
                <a:lnTo>
                  <a:pt x="363" y="397"/>
                </a:lnTo>
                <a:lnTo>
                  <a:pt x="362" y="397"/>
                </a:lnTo>
                <a:lnTo>
                  <a:pt x="360" y="397"/>
                </a:lnTo>
                <a:lnTo>
                  <a:pt x="360" y="398"/>
                </a:lnTo>
                <a:lnTo>
                  <a:pt x="359" y="398"/>
                </a:lnTo>
                <a:lnTo>
                  <a:pt x="360" y="400"/>
                </a:lnTo>
                <a:lnTo>
                  <a:pt x="358" y="401"/>
                </a:lnTo>
                <a:lnTo>
                  <a:pt x="357" y="399"/>
                </a:lnTo>
                <a:lnTo>
                  <a:pt x="356" y="399"/>
                </a:lnTo>
                <a:lnTo>
                  <a:pt x="356" y="400"/>
                </a:lnTo>
                <a:lnTo>
                  <a:pt x="355" y="400"/>
                </a:lnTo>
                <a:lnTo>
                  <a:pt x="357" y="401"/>
                </a:lnTo>
                <a:lnTo>
                  <a:pt x="349" y="404"/>
                </a:lnTo>
                <a:lnTo>
                  <a:pt x="348" y="403"/>
                </a:lnTo>
                <a:lnTo>
                  <a:pt x="346" y="404"/>
                </a:lnTo>
                <a:lnTo>
                  <a:pt x="346" y="405"/>
                </a:lnTo>
                <a:lnTo>
                  <a:pt x="346" y="406"/>
                </a:lnTo>
                <a:lnTo>
                  <a:pt x="345" y="406"/>
                </a:lnTo>
                <a:lnTo>
                  <a:pt x="344" y="405"/>
                </a:lnTo>
                <a:lnTo>
                  <a:pt x="345" y="405"/>
                </a:lnTo>
                <a:lnTo>
                  <a:pt x="344" y="405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3" y="405"/>
                </a:lnTo>
                <a:lnTo>
                  <a:pt x="342" y="406"/>
                </a:lnTo>
                <a:lnTo>
                  <a:pt x="342" y="407"/>
                </a:lnTo>
                <a:lnTo>
                  <a:pt x="342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0" y="410"/>
                </a:lnTo>
                <a:lnTo>
                  <a:pt x="340" y="409"/>
                </a:lnTo>
                <a:lnTo>
                  <a:pt x="339" y="409"/>
                </a:lnTo>
                <a:lnTo>
                  <a:pt x="339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7" y="410"/>
                </a:lnTo>
                <a:lnTo>
                  <a:pt x="336" y="409"/>
                </a:lnTo>
                <a:lnTo>
                  <a:pt x="335" y="409"/>
                </a:lnTo>
                <a:lnTo>
                  <a:pt x="335" y="410"/>
                </a:lnTo>
                <a:lnTo>
                  <a:pt x="336" y="410"/>
                </a:lnTo>
                <a:lnTo>
                  <a:pt x="335" y="412"/>
                </a:lnTo>
                <a:lnTo>
                  <a:pt x="335" y="413"/>
                </a:lnTo>
                <a:lnTo>
                  <a:pt x="336" y="414"/>
                </a:lnTo>
                <a:lnTo>
                  <a:pt x="336" y="415"/>
                </a:lnTo>
                <a:lnTo>
                  <a:pt x="335" y="415"/>
                </a:lnTo>
                <a:lnTo>
                  <a:pt x="334" y="414"/>
                </a:lnTo>
                <a:lnTo>
                  <a:pt x="332" y="416"/>
                </a:lnTo>
                <a:lnTo>
                  <a:pt x="331" y="416"/>
                </a:lnTo>
                <a:lnTo>
                  <a:pt x="330" y="416"/>
                </a:lnTo>
                <a:lnTo>
                  <a:pt x="330" y="417"/>
                </a:lnTo>
                <a:lnTo>
                  <a:pt x="330" y="416"/>
                </a:lnTo>
                <a:lnTo>
                  <a:pt x="329" y="416"/>
                </a:lnTo>
                <a:lnTo>
                  <a:pt x="330" y="417"/>
                </a:lnTo>
                <a:lnTo>
                  <a:pt x="329" y="418"/>
                </a:lnTo>
                <a:lnTo>
                  <a:pt x="328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6"/>
                </a:lnTo>
                <a:lnTo>
                  <a:pt x="308" y="427"/>
                </a:lnTo>
                <a:lnTo>
                  <a:pt x="308" y="428"/>
                </a:lnTo>
                <a:lnTo>
                  <a:pt x="307" y="429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5" y="437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5" y="444"/>
                </a:lnTo>
                <a:lnTo>
                  <a:pt x="295" y="445"/>
                </a:lnTo>
                <a:lnTo>
                  <a:pt x="294" y="445"/>
                </a:lnTo>
                <a:lnTo>
                  <a:pt x="293" y="445"/>
                </a:lnTo>
                <a:lnTo>
                  <a:pt x="293" y="446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90" y="448"/>
                </a:lnTo>
                <a:lnTo>
                  <a:pt x="290" y="447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90" y="452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1" y="458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2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5" y="478"/>
                </a:lnTo>
                <a:lnTo>
                  <a:pt x="204" y="478"/>
                </a:lnTo>
                <a:lnTo>
                  <a:pt x="205" y="478"/>
                </a:lnTo>
                <a:lnTo>
                  <a:pt x="205" y="476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8" y="440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1" y="436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5" y="430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5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70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9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8" y="426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9"/>
                </a:lnTo>
                <a:lnTo>
                  <a:pt x="240" y="429"/>
                </a:lnTo>
                <a:lnTo>
                  <a:pt x="240" y="430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7" y="419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6" y="417"/>
                </a:lnTo>
                <a:lnTo>
                  <a:pt x="235" y="417"/>
                </a:lnTo>
                <a:lnTo>
                  <a:pt x="236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20" y="413"/>
                </a:lnTo>
                <a:lnTo>
                  <a:pt x="219" y="412"/>
                </a:lnTo>
                <a:lnTo>
                  <a:pt x="220" y="411"/>
                </a:lnTo>
                <a:lnTo>
                  <a:pt x="221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6" y="407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8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4" y="407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31" y="407"/>
                </a:lnTo>
                <a:lnTo>
                  <a:pt x="230" y="407"/>
                </a:lnTo>
                <a:lnTo>
                  <a:pt x="230" y="406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4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8"/>
                </a:lnTo>
                <a:lnTo>
                  <a:pt x="221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3" y="396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9" y="381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2"/>
                </a:lnTo>
                <a:lnTo>
                  <a:pt x="243" y="371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60" y="365"/>
                </a:lnTo>
                <a:lnTo>
                  <a:pt x="261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1"/>
                </a:lnTo>
                <a:lnTo>
                  <a:pt x="268" y="360"/>
                </a:lnTo>
                <a:lnTo>
                  <a:pt x="268" y="359"/>
                </a:lnTo>
                <a:lnTo>
                  <a:pt x="269" y="359"/>
                </a:lnTo>
                <a:lnTo>
                  <a:pt x="270" y="359"/>
                </a:lnTo>
                <a:lnTo>
                  <a:pt x="268" y="358"/>
                </a:lnTo>
                <a:lnTo>
                  <a:pt x="269" y="358"/>
                </a:lnTo>
                <a:lnTo>
                  <a:pt x="268" y="357"/>
                </a:lnTo>
                <a:lnTo>
                  <a:pt x="269" y="356"/>
                </a:lnTo>
                <a:lnTo>
                  <a:pt x="268" y="356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4" y="357"/>
                </a:lnTo>
                <a:lnTo>
                  <a:pt x="265" y="357"/>
                </a:lnTo>
                <a:lnTo>
                  <a:pt x="266" y="357"/>
                </a:lnTo>
                <a:lnTo>
                  <a:pt x="267" y="355"/>
                </a:lnTo>
                <a:lnTo>
                  <a:pt x="268" y="355"/>
                </a:lnTo>
                <a:lnTo>
                  <a:pt x="269" y="354"/>
                </a:lnTo>
                <a:lnTo>
                  <a:pt x="269" y="353"/>
                </a:lnTo>
                <a:lnTo>
                  <a:pt x="270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6" y="350"/>
                </a:lnTo>
                <a:lnTo>
                  <a:pt x="276" y="351"/>
                </a:lnTo>
                <a:lnTo>
                  <a:pt x="277" y="350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1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3" y="326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8" y="309"/>
                </a:lnTo>
                <a:lnTo>
                  <a:pt x="309" y="308"/>
                </a:lnTo>
                <a:lnTo>
                  <a:pt x="310" y="308"/>
                </a:lnTo>
                <a:lnTo>
                  <a:pt x="310" y="307"/>
                </a:lnTo>
                <a:lnTo>
                  <a:pt x="309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3" y="300"/>
                </a:lnTo>
                <a:lnTo>
                  <a:pt x="303" y="299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8"/>
                </a:lnTo>
                <a:lnTo>
                  <a:pt x="289" y="287"/>
                </a:lnTo>
                <a:lnTo>
                  <a:pt x="290" y="287"/>
                </a:lnTo>
                <a:lnTo>
                  <a:pt x="291" y="286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79"/>
                </a:lnTo>
                <a:lnTo>
                  <a:pt x="282" y="278"/>
                </a:lnTo>
                <a:lnTo>
                  <a:pt x="281" y="277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1" y="269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70" y="258"/>
                </a:lnTo>
                <a:lnTo>
                  <a:pt x="270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7"/>
                </a:lnTo>
                <a:lnTo>
                  <a:pt x="268" y="257"/>
                </a:lnTo>
                <a:lnTo>
                  <a:pt x="268" y="258"/>
                </a:lnTo>
                <a:lnTo>
                  <a:pt x="267" y="258"/>
                </a:lnTo>
                <a:lnTo>
                  <a:pt x="267" y="259"/>
                </a:lnTo>
                <a:lnTo>
                  <a:pt x="267" y="260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5" y="272"/>
                </a:lnTo>
                <a:lnTo>
                  <a:pt x="253" y="272"/>
                </a:lnTo>
                <a:lnTo>
                  <a:pt x="253" y="271"/>
                </a:lnTo>
                <a:lnTo>
                  <a:pt x="252" y="270"/>
                </a:lnTo>
                <a:lnTo>
                  <a:pt x="253" y="270"/>
                </a:lnTo>
                <a:lnTo>
                  <a:pt x="252" y="269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47" y="270"/>
                </a:lnTo>
                <a:lnTo>
                  <a:pt x="246" y="271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5" y="269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20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8"/>
                </a:lnTo>
                <a:lnTo>
                  <a:pt x="215" y="269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2" y="278"/>
                </a:lnTo>
                <a:lnTo>
                  <a:pt x="192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70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9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60" y="308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59" y="309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7" y="314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6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7" y="320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1" y="328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7" y="334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2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2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7" y="350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1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7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1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1" y="353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8" y="336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7"/>
                </a:lnTo>
                <a:lnTo>
                  <a:pt x="71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4" y="307"/>
                </a:lnTo>
                <a:lnTo>
                  <a:pt x="64" y="306"/>
                </a:lnTo>
                <a:lnTo>
                  <a:pt x="65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9" y="252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6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6" y="239"/>
                </a:lnTo>
                <a:lnTo>
                  <a:pt x="27" y="239"/>
                </a:lnTo>
                <a:lnTo>
                  <a:pt x="28" y="238"/>
                </a:lnTo>
                <a:lnTo>
                  <a:pt x="30" y="235"/>
                </a:lnTo>
                <a:lnTo>
                  <a:pt x="31" y="235"/>
                </a:lnTo>
                <a:lnTo>
                  <a:pt x="32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3" y="230"/>
                </a:lnTo>
                <a:lnTo>
                  <a:pt x="33" y="228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4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4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5"/>
                </a:lnTo>
                <a:lnTo>
                  <a:pt x="41" y="184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8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6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2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3" y="130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1" y="142"/>
                </a:lnTo>
                <a:lnTo>
                  <a:pt x="93" y="145"/>
                </a:lnTo>
                <a:lnTo>
                  <a:pt x="94" y="146"/>
                </a:lnTo>
                <a:lnTo>
                  <a:pt x="93" y="147"/>
                </a:lnTo>
                <a:lnTo>
                  <a:pt x="94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7" y="178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1"/>
                </a:lnTo>
                <a:lnTo>
                  <a:pt x="115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9" y="164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1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2"/>
                </a:lnTo>
                <a:lnTo>
                  <a:pt x="168" y="131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8" y="128"/>
                </a:lnTo>
                <a:lnTo>
                  <a:pt x="178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9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5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7" y="121"/>
                </a:lnTo>
                <a:lnTo>
                  <a:pt x="207" y="122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1" y="104"/>
                </a:lnTo>
                <a:lnTo>
                  <a:pt x="232" y="103"/>
                </a:lnTo>
                <a:lnTo>
                  <a:pt x="231" y="103"/>
                </a:lnTo>
                <a:lnTo>
                  <a:pt x="232" y="103"/>
                </a:lnTo>
                <a:lnTo>
                  <a:pt x="233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2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7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8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2"/>
                </a:lnTo>
                <a:lnTo>
                  <a:pt x="275" y="91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9"/>
                </a:lnTo>
                <a:lnTo>
                  <a:pt x="291" y="79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8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6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6" y="66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1" y="73"/>
                </a:lnTo>
                <a:lnTo>
                  <a:pt x="352" y="74"/>
                </a:lnTo>
                <a:lnTo>
                  <a:pt x="353" y="74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59" y="79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78"/>
                </a:lnTo>
                <a:lnTo>
                  <a:pt x="362" y="78"/>
                </a:lnTo>
                <a:lnTo>
                  <a:pt x="362" y="77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4" y="74"/>
                </a:lnTo>
                <a:lnTo>
                  <a:pt x="364" y="73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8" y="73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2"/>
                </a:lnTo>
                <a:lnTo>
                  <a:pt x="382" y="71"/>
                </a:lnTo>
                <a:lnTo>
                  <a:pt x="383" y="71"/>
                </a:lnTo>
                <a:lnTo>
                  <a:pt x="384" y="71"/>
                </a:lnTo>
                <a:lnTo>
                  <a:pt x="384" y="70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8" y="69"/>
                </a:lnTo>
                <a:lnTo>
                  <a:pt x="389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1" y="65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0" y="62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49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8" y="46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2" y="36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4" y="22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8" y="21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7" y="17"/>
                </a:lnTo>
                <a:lnTo>
                  <a:pt x="437" y="16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9"/>
                </a:lnTo>
                <a:lnTo>
                  <a:pt x="438" y="9"/>
                </a:lnTo>
                <a:lnTo>
                  <a:pt x="438" y="7"/>
                </a:lnTo>
                <a:lnTo>
                  <a:pt x="439" y="7"/>
                </a:lnTo>
                <a:lnTo>
                  <a:pt x="440" y="6"/>
                </a:lnTo>
                <a:lnTo>
                  <a:pt x="441" y="5"/>
                </a:lnTo>
                <a:lnTo>
                  <a:pt x="441" y="4"/>
                </a:lnTo>
                <a:lnTo>
                  <a:pt x="442" y="3"/>
                </a:lnTo>
                <a:lnTo>
                  <a:pt x="442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7121160" y="354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730620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730404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7295760" y="345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729576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729648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701676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7" y="56"/>
                </a:lnTo>
                <a:lnTo>
                  <a:pt x="218" y="56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2" y="91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4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7" y="132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0"/>
                </a:lnTo>
                <a:lnTo>
                  <a:pt x="538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3" y="205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199"/>
                </a:lnTo>
                <a:lnTo>
                  <a:pt x="580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2" y="255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7" y="238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4"/>
                </a:lnTo>
                <a:lnTo>
                  <a:pt x="768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2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2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4" y="319"/>
                </a:lnTo>
                <a:lnTo>
                  <a:pt x="863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2"/>
                </a:lnTo>
                <a:lnTo>
                  <a:pt x="855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1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2" y="360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8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7" y="354"/>
                </a:lnTo>
                <a:lnTo>
                  <a:pt x="738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1" y="383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2" y="385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8" y="396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4" y="395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5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59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1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60" y="437"/>
                </a:lnTo>
                <a:lnTo>
                  <a:pt x="659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8" y="438"/>
                </a:lnTo>
                <a:lnTo>
                  <a:pt x="628" y="439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7" y="440"/>
                </a:lnTo>
                <a:lnTo>
                  <a:pt x="578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2"/>
                </a:lnTo>
                <a:lnTo>
                  <a:pt x="586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5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6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3" y="464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1" y="466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6" y="469"/>
                </a:lnTo>
                <a:lnTo>
                  <a:pt x="465" y="469"/>
                </a:lnTo>
                <a:lnTo>
                  <a:pt x="465" y="470"/>
                </a:lnTo>
                <a:lnTo>
                  <a:pt x="466" y="470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5" y="481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89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5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7" y="486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6" y="478"/>
                </a:lnTo>
                <a:lnTo>
                  <a:pt x="346" y="477"/>
                </a:lnTo>
                <a:lnTo>
                  <a:pt x="345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0"/>
                </a:lnTo>
                <a:lnTo>
                  <a:pt x="331" y="448"/>
                </a:lnTo>
                <a:lnTo>
                  <a:pt x="332" y="448"/>
                </a:lnTo>
                <a:lnTo>
                  <a:pt x="333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5" y="446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7" y="427"/>
                </a:lnTo>
                <a:lnTo>
                  <a:pt x="347" y="426"/>
                </a:lnTo>
                <a:lnTo>
                  <a:pt x="347" y="425"/>
                </a:lnTo>
                <a:lnTo>
                  <a:pt x="346" y="425"/>
                </a:lnTo>
                <a:lnTo>
                  <a:pt x="345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6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2" y="423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09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1" y="386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9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4" y="359"/>
                </a:lnTo>
                <a:lnTo>
                  <a:pt x="293" y="359"/>
                </a:lnTo>
                <a:lnTo>
                  <a:pt x="292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2" y="345"/>
                </a:lnTo>
                <a:lnTo>
                  <a:pt x="291" y="344"/>
                </a:lnTo>
                <a:lnTo>
                  <a:pt x="291" y="343"/>
                </a:lnTo>
                <a:lnTo>
                  <a:pt x="292" y="343"/>
                </a:lnTo>
                <a:lnTo>
                  <a:pt x="292" y="341"/>
                </a:lnTo>
                <a:lnTo>
                  <a:pt x="291" y="340"/>
                </a:lnTo>
                <a:lnTo>
                  <a:pt x="292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1" y="337"/>
                </a:lnTo>
                <a:lnTo>
                  <a:pt x="290" y="337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1" y="334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4" y="330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4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6"/>
                </a:lnTo>
                <a:lnTo>
                  <a:pt x="290" y="326"/>
                </a:lnTo>
                <a:lnTo>
                  <a:pt x="290" y="325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5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6" y="332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8" y="345"/>
                </a:lnTo>
                <a:lnTo>
                  <a:pt x="267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1" y="350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2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6" y="288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8" y="295"/>
                </a:lnTo>
                <a:lnTo>
                  <a:pt x="187" y="295"/>
                </a:lnTo>
                <a:lnTo>
                  <a:pt x="187" y="297"/>
                </a:lnTo>
                <a:lnTo>
                  <a:pt x="186" y="297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5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0"/>
                </a:lnTo>
                <a:lnTo>
                  <a:pt x="158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1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7" y="262"/>
                </a:lnTo>
                <a:lnTo>
                  <a:pt x="166" y="262"/>
                </a:lnTo>
                <a:lnTo>
                  <a:pt x="167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3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2" y="216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5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9" y="200"/>
                </a:lnTo>
                <a:lnTo>
                  <a:pt x="97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9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6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8" y="91"/>
                </a:lnTo>
                <a:lnTo>
                  <a:pt x="48" y="90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5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1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59" y="49"/>
                </a:lnTo>
                <a:lnTo>
                  <a:pt x="59" y="48"/>
                </a:lnTo>
                <a:lnTo>
                  <a:pt x="61" y="48"/>
                </a:lnTo>
                <a:lnTo>
                  <a:pt x="61" y="47"/>
                </a:lnTo>
                <a:lnTo>
                  <a:pt x="62" y="46"/>
                </a:lnTo>
                <a:lnTo>
                  <a:pt x="62" y="45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5" y="39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49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6" y="54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1"/>
                </a:lnTo>
                <a:lnTo>
                  <a:pt x="99" y="61"/>
                </a:lnTo>
                <a:lnTo>
                  <a:pt x="99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1" y="51"/>
                </a:lnTo>
                <a:lnTo>
                  <a:pt x="102" y="51"/>
                </a:lnTo>
                <a:lnTo>
                  <a:pt x="101" y="50"/>
                </a:lnTo>
                <a:lnTo>
                  <a:pt x="100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1" y="46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8" y="41"/>
                </a:lnTo>
                <a:lnTo>
                  <a:pt x="106" y="41"/>
                </a:lnTo>
                <a:lnTo>
                  <a:pt x="106" y="40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700200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10"/>
                </a:lnTo>
                <a:lnTo>
                  <a:pt x="246" y="11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1" y="19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3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3"/>
                </a:lnTo>
                <a:lnTo>
                  <a:pt x="281" y="24"/>
                </a:lnTo>
                <a:lnTo>
                  <a:pt x="282" y="24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10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2" y="46"/>
                </a:lnTo>
                <a:lnTo>
                  <a:pt x="383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2"/>
                </a:lnTo>
                <a:lnTo>
                  <a:pt x="431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9" y="103"/>
                </a:lnTo>
                <a:lnTo>
                  <a:pt x="450" y="104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2" y="113"/>
                </a:lnTo>
                <a:lnTo>
                  <a:pt x="453" y="112"/>
                </a:lnTo>
                <a:lnTo>
                  <a:pt x="454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7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3" y="129"/>
                </a:lnTo>
                <a:lnTo>
                  <a:pt x="465" y="129"/>
                </a:lnTo>
                <a:lnTo>
                  <a:pt x="466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2" y="132"/>
                </a:lnTo>
                <a:lnTo>
                  <a:pt x="471" y="132"/>
                </a:lnTo>
                <a:lnTo>
                  <a:pt x="471" y="131"/>
                </a:lnTo>
                <a:lnTo>
                  <a:pt x="470" y="131"/>
                </a:lnTo>
                <a:lnTo>
                  <a:pt x="470" y="132"/>
                </a:lnTo>
                <a:lnTo>
                  <a:pt x="469" y="132"/>
                </a:lnTo>
                <a:lnTo>
                  <a:pt x="468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4"/>
                </a:lnTo>
                <a:lnTo>
                  <a:pt x="485" y="176"/>
                </a:lnTo>
                <a:lnTo>
                  <a:pt x="485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9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199"/>
                </a:lnTo>
                <a:lnTo>
                  <a:pt x="494" y="201"/>
                </a:lnTo>
                <a:lnTo>
                  <a:pt x="494" y="202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0" y="227"/>
                </a:lnTo>
                <a:lnTo>
                  <a:pt x="509" y="227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11" y="237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4" y="229"/>
                </a:lnTo>
                <a:lnTo>
                  <a:pt x="516" y="229"/>
                </a:lnTo>
                <a:lnTo>
                  <a:pt x="518" y="229"/>
                </a:lnTo>
                <a:lnTo>
                  <a:pt x="519" y="228"/>
                </a:lnTo>
                <a:lnTo>
                  <a:pt x="521" y="228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6"/>
                </a:lnTo>
                <a:lnTo>
                  <a:pt x="517" y="237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2"/>
                </a:lnTo>
                <a:lnTo>
                  <a:pt x="515" y="243"/>
                </a:lnTo>
                <a:lnTo>
                  <a:pt x="515" y="244"/>
                </a:lnTo>
                <a:lnTo>
                  <a:pt x="516" y="246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2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19" y="257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2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6"/>
                </a:lnTo>
                <a:lnTo>
                  <a:pt x="550" y="297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3"/>
                </a:lnTo>
                <a:lnTo>
                  <a:pt x="557" y="305"/>
                </a:lnTo>
                <a:lnTo>
                  <a:pt x="557" y="307"/>
                </a:lnTo>
                <a:lnTo>
                  <a:pt x="557" y="308"/>
                </a:lnTo>
                <a:lnTo>
                  <a:pt x="556" y="309"/>
                </a:lnTo>
                <a:lnTo>
                  <a:pt x="556" y="310"/>
                </a:lnTo>
                <a:lnTo>
                  <a:pt x="555" y="311"/>
                </a:lnTo>
                <a:lnTo>
                  <a:pt x="553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2" y="315"/>
                </a:lnTo>
                <a:lnTo>
                  <a:pt x="551" y="316"/>
                </a:lnTo>
                <a:lnTo>
                  <a:pt x="550" y="317"/>
                </a:lnTo>
                <a:lnTo>
                  <a:pt x="550" y="318"/>
                </a:lnTo>
                <a:lnTo>
                  <a:pt x="550" y="319"/>
                </a:lnTo>
                <a:lnTo>
                  <a:pt x="551" y="319"/>
                </a:lnTo>
                <a:lnTo>
                  <a:pt x="552" y="320"/>
                </a:lnTo>
                <a:lnTo>
                  <a:pt x="553" y="320"/>
                </a:lnTo>
                <a:lnTo>
                  <a:pt x="555" y="320"/>
                </a:lnTo>
                <a:lnTo>
                  <a:pt x="556" y="321"/>
                </a:lnTo>
                <a:lnTo>
                  <a:pt x="557" y="321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6" y="326"/>
                </a:lnTo>
                <a:lnTo>
                  <a:pt x="555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4" y="332"/>
                </a:lnTo>
                <a:lnTo>
                  <a:pt x="554" y="333"/>
                </a:lnTo>
                <a:lnTo>
                  <a:pt x="555" y="333"/>
                </a:lnTo>
                <a:lnTo>
                  <a:pt x="555" y="334"/>
                </a:lnTo>
                <a:lnTo>
                  <a:pt x="556" y="335"/>
                </a:lnTo>
                <a:lnTo>
                  <a:pt x="558" y="336"/>
                </a:lnTo>
                <a:lnTo>
                  <a:pt x="559" y="337"/>
                </a:lnTo>
                <a:lnTo>
                  <a:pt x="560" y="337"/>
                </a:lnTo>
                <a:lnTo>
                  <a:pt x="562" y="337"/>
                </a:lnTo>
                <a:lnTo>
                  <a:pt x="563" y="338"/>
                </a:lnTo>
                <a:lnTo>
                  <a:pt x="564" y="338"/>
                </a:lnTo>
                <a:lnTo>
                  <a:pt x="565" y="338"/>
                </a:lnTo>
                <a:lnTo>
                  <a:pt x="566" y="339"/>
                </a:lnTo>
                <a:lnTo>
                  <a:pt x="567" y="339"/>
                </a:lnTo>
                <a:lnTo>
                  <a:pt x="568" y="339"/>
                </a:lnTo>
                <a:lnTo>
                  <a:pt x="569" y="340"/>
                </a:lnTo>
                <a:lnTo>
                  <a:pt x="571" y="340"/>
                </a:lnTo>
                <a:lnTo>
                  <a:pt x="573" y="340"/>
                </a:lnTo>
                <a:lnTo>
                  <a:pt x="574" y="341"/>
                </a:lnTo>
                <a:lnTo>
                  <a:pt x="576" y="341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4"/>
                </a:lnTo>
                <a:lnTo>
                  <a:pt x="578" y="347"/>
                </a:lnTo>
                <a:lnTo>
                  <a:pt x="578" y="348"/>
                </a:lnTo>
                <a:lnTo>
                  <a:pt x="578" y="349"/>
                </a:lnTo>
                <a:lnTo>
                  <a:pt x="577" y="350"/>
                </a:lnTo>
                <a:lnTo>
                  <a:pt x="576" y="352"/>
                </a:lnTo>
                <a:lnTo>
                  <a:pt x="575" y="353"/>
                </a:lnTo>
                <a:lnTo>
                  <a:pt x="573" y="355"/>
                </a:lnTo>
                <a:lnTo>
                  <a:pt x="572" y="356"/>
                </a:lnTo>
                <a:lnTo>
                  <a:pt x="570" y="357"/>
                </a:lnTo>
                <a:lnTo>
                  <a:pt x="570" y="359"/>
                </a:lnTo>
                <a:lnTo>
                  <a:pt x="569" y="360"/>
                </a:lnTo>
                <a:lnTo>
                  <a:pt x="569" y="362"/>
                </a:lnTo>
                <a:lnTo>
                  <a:pt x="568" y="362"/>
                </a:lnTo>
                <a:lnTo>
                  <a:pt x="568" y="364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70"/>
                </a:lnTo>
                <a:lnTo>
                  <a:pt x="572" y="371"/>
                </a:lnTo>
                <a:lnTo>
                  <a:pt x="572" y="372"/>
                </a:lnTo>
                <a:lnTo>
                  <a:pt x="573" y="373"/>
                </a:lnTo>
                <a:lnTo>
                  <a:pt x="573" y="375"/>
                </a:lnTo>
                <a:lnTo>
                  <a:pt x="572" y="376"/>
                </a:lnTo>
                <a:lnTo>
                  <a:pt x="571" y="381"/>
                </a:lnTo>
                <a:lnTo>
                  <a:pt x="571" y="382"/>
                </a:lnTo>
                <a:lnTo>
                  <a:pt x="571" y="383"/>
                </a:lnTo>
                <a:lnTo>
                  <a:pt x="572" y="384"/>
                </a:lnTo>
                <a:lnTo>
                  <a:pt x="573" y="386"/>
                </a:lnTo>
                <a:lnTo>
                  <a:pt x="574" y="387"/>
                </a:lnTo>
                <a:lnTo>
                  <a:pt x="575" y="387"/>
                </a:lnTo>
                <a:lnTo>
                  <a:pt x="576" y="388"/>
                </a:lnTo>
                <a:lnTo>
                  <a:pt x="578" y="388"/>
                </a:lnTo>
                <a:lnTo>
                  <a:pt x="580" y="388"/>
                </a:lnTo>
                <a:lnTo>
                  <a:pt x="582" y="388"/>
                </a:lnTo>
                <a:lnTo>
                  <a:pt x="582" y="389"/>
                </a:lnTo>
                <a:lnTo>
                  <a:pt x="583" y="389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4"/>
                </a:lnTo>
                <a:lnTo>
                  <a:pt x="585" y="396"/>
                </a:lnTo>
                <a:lnTo>
                  <a:pt x="585" y="397"/>
                </a:lnTo>
                <a:lnTo>
                  <a:pt x="585" y="398"/>
                </a:lnTo>
                <a:lnTo>
                  <a:pt x="586" y="399"/>
                </a:lnTo>
                <a:lnTo>
                  <a:pt x="588" y="401"/>
                </a:lnTo>
                <a:lnTo>
                  <a:pt x="589" y="402"/>
                </a:lnTo>
                <a:lnTo>
                  <a:pt x="591" y="402"/>
                </a:lnTo>
                <a:lnTo>
                  <a:pt x="593" y="403"/>
                </a:lnTo>
                <a:lnTo>
                  <a:pt x="593" y="404"/>
                </a:lnTo>
                <a:lnTo>
                  <a:pt x="594" y="404"/>
                </a:lnTo>
                <a:lnTo>
                  <a:pt x="596" y="407"/>
                </a:lnTo>
                <a:lnTo>
                  <a:pt x="597" y="408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2" y="408"/>
                </a:lnTo>
                <a:lnTo>
                  <a:pt x="602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1" y="407"/>
                </a:lnTo>
                <a:lnTo>
                  <a:pt x="612" y="408"/>
                </a:lnTo>
                <a:lnTo>
                  <a:pt x="613" y="408"/>
                </a:lnTo>
                <a:lnTo>
                  <a:pt x="614" y="409"/>
                </a:lnTo>
                <a:lnTo>
                  <a:pt x="615" y="409"/>
                </a:lnTo>
                <a:lnTo>
                  <a:pt x="616" y="410"/>
                </a:lnTo>
                <a:lnTo>
                  <a:pt x="617" y="410"/>
                </a:lnTo>
                <a:lnTo>
                  <a:pt x="618" y="411"/>
                </a:lnTo>
                <a:lnTo>
                  <a:pt x="620" y="411"/>
                </a:lnTo>
                <a:lnTo>
                  <a:pt x="622" y="412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7" y="412"/>
                </a:lnTo>
                <a:lnTo>
                  <a:pt x="629" y="413"/>
                </a:lnTo>
                <a:lnTo>
                  <a:pt x="631" y="413"/>
                </a:lnTo>
                <a:lnTo>
                  <a:pt x="632" y="413"/>
                </a:lnTo>
                <a:lnTo>
                  <a:pt x="633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1"/>
                </a:lnTo>
                <a:lnTo>
                  <a:pt x="642" y="412"/>
                </a:lnTo>
                <a:lnTo>
                  <a:pt x="643" y="413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6" y="411"/>
                </a:lnTo>
                <a:lnTo>
                  <a:pt x="647" y="411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8"/>
                </a:lnTo>
                <a:lnTo>
                  <a:pt x="650" y="408"/>
                </a:lnTo>
                <a:lnTo>
                  <a:pt x="652" y="408"/>
                </a:lnTo>
                <a:lnTo>
                  <a:pt x="654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7"/>
                </a:lnTo>
                <a:lnTo>
                  <a:pt x="661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6" y="407"/>
                </a:lnTo>
                <a:lnTo>
                  <a:pt x="668" y="407"/>
                </a:lnTo>
                <a:lnTo>
                  <a:pt x="669" y="408"/>
                </a:lnTo>
                <a:lnTo>
                  <a:pt x="670" y="408"/>
                </a:lnTo>
                <a:lnTo>
                  <a:pt x="672" y="409"/>
                </a:lnTo>
                <a:lnTo>
                  <a:pt x="674" y="410"/>
                </a:lnTo>
                <a:lnTo>
                  <a:pt x="676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7"/>
                </a:lnTo>
                <a:lnTo>
                  <a:pt x="682" y="407"/>
                </a:lnTo>
                <a:lnTo>
                  <a:pt x="683" y="408"/>
                </a:lnTo>
                <a:lnTo>
                  <a:pt x="685" y="408"/>
                </a:lnTo>
                <a:lnTo>
                  <a:pt x="686" y="409"/>
                </a:lnTo>
                <a:lnTo>
                  <a:pt x="687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2" y="415"/>
                </a:lnTo>
                <a:lnTo>
                  <a:pt x="682" y="416"/>
                </a:lnTo>
                <a:lnTo>
                  <a:pt x="681" y="417"/>
                </a:lnTo>
                <a:lnTo>
                  <a:pt x="681" y="418"/>
                </a:lnTo>
                <a:lnTo>
                  <a:pt x="681" y="419"/>
                </a:lnTo>
                <a:lnTo>
                  <a:pt x="682" y="419"/>
                </a:lnTo>
                <a:lnTo>
                  <a:pt x="683" y="420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90" y="418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9"/>
                </a:lnTo>
                <a:lnTo>
                  <a:pt x="697" y="420"/>
                </a:lnTo>
                <a:lnTo>
                  <a:pt x="698" y="421"/>
                </a:lnTo>
                <a:lnTo>
                  <a:pt x="699" y="421"/>
                </a:lnTo>
                <a:lnTo>
                  <a:pt x="701" y="421"/>
                </a:lnTo>
                <a:lnTo>
                  <a:pt x="704" y="421"/>
                </a:lnTo>
                <a:lnTo>
                  <a:pt x="705" y="422"/>
                </a:lnTo>
                <a:lnTo>
                  <a:pt x="706" y="423"/>
                </a:lnTo>
                <a:lnTo>
                  <a:pt x="707" y="424"/>
                </a:lnTo>
                <a:lnTo>
                  <a:pt x="707" y="426"/>
                </a:lnTo>
                <a:lnTo>
                  <a:pt x="708" y="428"/>
                </a:lnTo>
                <a:lnTo>
                  <a:pt x="708" y="429"/>
                </a:lnTo>
                <a:lnTo>
                  <a:pt x="709" y="429"/>
                </a:lnTo>
                <a:lnTo>
                  <a:pt x="709" y="430"/>
                </a:lnTo>
                <a:lnTo>
                  <a:pt x="710" y="431"/>
                </a:lnTo>
                <a:lnTo>
                  <a:pt x="711" y="431"/>
                </a:lnTo>
                <a:lnTo>
                  <a:pt x="712" y="432"/>
                </a:lnTo>
                <a:lnTo>
                  <a:pt x="713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0"/>
                </a:lnTo>
                <a:lnTo>
                  <a:pt x="719" y="429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4" y="427"/>
                </a:lnTo>
                <a:lnTo>
                  <a:pt x="726" y="428"/>
                </a:lnTo>
                <a:lnTo>
                  <a:pt x="728" y="428"/>
                </a:lnTo>
                <a:lnTo>
                  <a:pt x="729" y="429"/>
                </a:lnTo>
                <a:lnTo>
                  <a:pt x="730" y="429"/>
                </a:lnTo>
                <a:lnTo>
                  <a:pt x="730" y="430"/>
                </a:lnTo>
                <a:lnTo>
                  <a:pt x="731" y="431"/>
                </a:lnTo>
                <a:lnTo>
                  <a:pt x="732" y="431"/>
                </a:lnTo>
                <a:lnTo>
                  <a:pt x="732" y="432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7" y="431"/>
                </a:lnTo>
                <a:lnTo>
                  <a:pt x="738" y="431"/>
                </a:lnTo>
                <a:lnTo>
                  <a:pt x="738" y="430"/>
                </a:lnTo>
                <a:lnTo>
                  <a:pt x="738" y="429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4"/>
                </a:lnTo>
                <a:lnTo>
                  <a:pt x="746" y="424"/>
                </a:lnTo>
                <a:lnTo>
                  <a:pt x="747" y="424"/>
                </a:lnTo>
                <a:lnTo>
                  <a:pt x="749" y="424"/>
                </a:lnTo>
                <a:lnTo>
                  <a:pt x="750" y="425"/>
                </a:lnTo>
                <a:lnTo>
                  <a:pt x="752" y="426"/>
                </a:lnTo>
                <a:lnTo>
                  <a:pt x="752" y="427"/>
                </a:lnTo>
                <a:lnTo>
                  <a:pt x="753" y="428"/>
                </a:lnTo>
                <a:lnTo>
                  <a:pt x="753" y="429"/>
                </a:lnTo>
                <a:lnTo>
                  <a:pt x="753" y="431"/>
                </a:lnTo>
                <a:lnTo>
                  <a:pt x="753" y="433"/>
                </a:lnTo>
                <a:lnTo>
                  <a:pt x="753" y="435"/>
                </a:lnTo>
                <a:lnTo>
                  <a:pt x="753" y="436"/>
                </a:lnTo>
                <a:lnTo>
                  <a:pt x="754" y="436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5" y="439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2" y="439"/>
                </a:lnTo>
                <a:lnTo>
                  <a:pt x="762" y="438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7" y="438"/>
                </a:lnTo>
                <a:lnTo>
                  <a:pt x="768" y="438"/>
                </a:lnTo>
                <a:lnTo>
                  <a:pt x="769" y="438"/>
                </a:lnTo>
                <a:lnTo>
                  <a:pt x="769" y="439"/>
                </a:lnTo>
                <a:lnTo>
                  <a:pt x="770" y="440"/>
                </a:lnTo>
                <a:lnTo>
                  <a:pt x="771" y="441"/>
                </a:lnTo>
                <a:lnTo>
                  <a:pt x="771" y="442"/>
                </a:lnTo>
                <a:lnTo>
                  <a:pt x="772" y="442"/>
                </a:lnTo>
                <a:lnTo>
                  <a:pt x="772" y="444"/>
                </a:lnTo>
                <a:lnTo>
                  <a:pt x="771" y="445"/>
                </a:lnTo>
                <a:lnTo>
                  <a:pt x="772" y="447"/>
                </a:lnTo>
                <a:lnTo>
                  <a:pt x="772" y="448"/>
                </a:lnTo>
                <a:lnTo>
                  <a:pt x="774" y="450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1" y="451"/>
                </a:lnTo>
                <a:lnTo>
                  <a:pt x="781" y="453"/>
                </a:lnTo>
                <a:lnTo>
                  <a:pt x="780" y="454"/>
                </a:lnTo>
                <a:lnTo>
                  <a:pt x="780" y="455"/>
                </a:lnTo>
                <a:lnTo>
                  <a:pt x="780" y="456"/>
                </a:lnTo>
                <a:lnTo>
                  <a:pt x="781" y="457"/>
                </a:lnTo>
                <a:lnTo>
                  <a:pt x="782" y="457"/>
                </a:lnTo>
                <a:lnTo>
                  <a:pt x="783" y="457"/>
                </a:lnTo>
                <a:lnTo>
                  <a:pt x="785" y="457"/>
                </a:lnTo>
                <a:lnTo>
                  <a:pt x="786" y="458"/>
                </a:lnTo>
                <a:lnTo>
                  <a:pt x="787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0"/>
                </a:lnTo>
                <a:lnTo>
                  <a:pt x="787" y="461"/>
                </a:lnTo>
                <a:lnTo>
                  <a:pt x="786" y="462"/>
                </a:lnTo>
                <a:lnTo>
                  <a:pt x="786" y="463"/>
                </a:lnTo>
                <a:lnTo>
                  <a:pt x="786" y="464"/>
                </a:lnTo>
                <a:lnTo>
                  <a:pt x="788" y="465"/>
                </a:lnTo>
                <a:lnTo>
                  <a:pt x="790" y="465"/>
                </a:lnTo>
                <a:lnTo>
                  <a:pt x="791" y="465"/>
                </a:lnTo>
                <a:lnTo>
                  <a:pt x="792" y="465"/>
                </a:lnTo>
                <a:lnTo>
                  <a:pt x="794" y="466"/>
                </a:lnTo>
                <a:lnTo>
                  <a:pt x="795" y="466"/>
                </a:lnTo>
                <a:lnTo>
                  <a:pt x="795" y="467"/>
                </a:lnTo>
                <a:lnTo>
                  <a:pt x="796" y="467"/>
                </a:lnTo>
                <a:lnTo>
                  <a:pt x="797" y="468"/>
                </a:lnTo>
                <a:lnTo>
                  <a:pt x="797" y="469"/>
                </a:lnTo>
                <a:lnTo>
                  <a:pt x="798" y="469"/>
                </a:lnTo>
                <a:lnTo>
                  <a:pt x="798" y="470"/>
                </a:lnTo>
                <a:lnTo>
                  <a:pt x="799" y="471"/>
                </a:lnTo>
                <a:lnTo>
                  <a:pt x="800" y="471"/>
                </a:lnTo>
                <a:lnTo>
                  <a:pt x="800" y="472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3" y="473"/>
                </a:lnTo>
                <a:lnTo>
                  <a:pt x="804" y="473"/>
                </a:lnTo>
                <a:lnTo>
                  <a:pt x="805" y="474"/>
                </a:lnTo>
                <a:lnTo>
                  <a:pt x="806" y="474"/>
                </a:lnTo>
                <a:lnTo>
                  <a:pt x="807" y="475"/>
                </a:lnTo>
                <a:lnTo>
                  <a:pt x="808" y="475"/>
                </a:lnTo>
                <a:lnTo>
                  <a:pt x="808" y="476"/>
                </a:lnTo>
                <a:lnTo>
                  <a:pt x="810" y="477"/>
                </a:lnTo>
                <a:lnTo>
                  <a:pt x="811" y="478"/>
                </a:lnTo>
                <a:lnTo>
                  <a:pt x="812" y="478"/>
                </a:lnTo>
                <a:lnTo>
                  <a:pt x="813" y="479"/>
                </a:lnTo>
                <a:lnTo>
                  <a:pt x="814" y="481"/>
                </a:lnTo>
                <a:lnTo>
                  <a:pt x="815" y="482"/>
                </a:lnTo>
                <a:lnTo>
                  <a:pt x="816" y="482"/>
                </a:lnTo>
                <a:lnTo>
                  <a:pt x="818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1" y="481"/>
                </a:lnTo>
                <a:lnTo>
                  <a:pt x="823" y="481"/>
                </a:lnTo>
                <a:lnTo>
                  <a:pt x="825" y="480"/>
                </a:lnTo>
                <a:lnTo>
                  <a:pt x="829" y="479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9"/>
                </a:lnTo>
                <a:lnTo>
                  <a:pt x="837" y="480"/>
                </a:lnTo>
                <a:lnTo>
                  <a:pt x="838" y="480"/>
                </a:lnTo>
                <a:lnTo>
                  <a:pt x="838" y="481"/>
                </a:lnTo>
                <a:lnTo>
                  <a:pt x="838" y="482"/>
                </a:lnTo>
                <a:lnTo>
                  <a:pt x="839" y="482"/>
                </a:lnTo>
                <a:lnTo>
                  <a:pt x="839" y="483"/>
                </a:lnTo>
                <a:lnTo>
                  <a:pt x="840" y="483"/>
                </a:lnTo>
                <a:lnTo>
                  <a:pt x="841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3"/>
                </a:lnTo>
                <a:lnTo>
                  <a:pt x="845" y="482"/>
                </a:lnTo>
                <a:lnTo>
                  <a:pt x="846" y="482"/>
                </a:lnTo>
                <a:lnTo>
                  <a:pt x="847" y="481"/>
                </a:lnTo>
                <a:lnTo>
                  <a:pt x="848" y="481"/>
                </a:lnTo>
                <a:lnTo>
                  <a:pt x="849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4" y="480"/>
                </a:lnTo>
                <a:lnTo>
                  <a:pt x="855" y="480"/>
                </a:lnTo>
                <a:lnTo>
                  <a:pt x="855" y="481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3"/>
                </a:lnTo>
                <a:lnTo>
                  <a:pt x="848" y="494"/>
                </a:lnTo>
                <a:lnTo>
                  <a:pt x="847" y="495"/>
                </a:lnTo>
                <a:lnTo>
                  <a:pt x="847" y="496"/>
                </a:lnTo>
                <a:lnTo>
                  <a:pt x="846" y="497"/>
                </a:lnTo>
                <a:lnTo>
                  <a:pt x="846" y="498"/>
                </a:lnTo>
                <a:lnTo>
                  <a:pt x="846" y="499"/>
                </a:lnTo>
                <a:lnTo>
                  <a:pt x="845" y="500"/>
                </a:lnTo>
                <a:lnTo>
                  <a:pt x="845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5"/>
                </a:lnTo>
                <a:lnTo>
                  <a:pt x="842" y="506"/>
                </a:lnTo>
                <a:lnTo>
                  <a:pt x="841" y="506"/>
                </a:lnTo>
                <a:lnTo>
                  <a:pt x="841" y="507"/>
                </a:lnTo>
                <a:lnTo>
                  <a:pt x="842" y="507"/>
                </a:lnTo>
                <a:lnTo>
                  <a:pt x="842" y="508"/>
                </a:lnTo>
                <a:lnTo>
                  <a:pt x="842" y="509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10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4"/>
                </a:lnTo>
                <a:lnTo>
                  <a:pt x="849" y="518"/>
                </a:lnTo>
                <a:lnTo>
                  <a:pt x="850" y="519"/>
                </a:lnTo>
                <a:lnTo>
                  <a:pt x="850" y="520"/>
                </a:lnTo>
                <a:lnTo>
                  <a:pt x="851" y="520"/>
                </a:lnTo>
                <a:lnTo>
                  <a:pt x="851" y="521"/>
                </a:lnTo>
                <a:lnTo>
                  <a:pt x="852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0" y="518"/>
                </a:lnTo>
                <a:lnTo>
                  <a:pt x="861" y="518"/>
                </a:lnTo>
                <a:lnTo>
                  <a:pt x="862" y="519"/>
                </a:lnTo>
                <a:lnTo>
                  <a:pt x="863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0" y="525"/>
                </a:lnTo>
                <a:lnTo>
                  <a:pt x="860" y="526"/>
                </a:lnTo>
                <a:lnTo>
                  <a:pt x="860" y="527"/>
                </a:lnTo>
                <a:lnTo>
                  <a:pt x="861" y="527"/>
                </a:lnTo>
                <a:lnTo>
                  <a:pt x="861" y="528"/>
                </a:lnTo>
                <a:lnTo>
                  <a:pt x="862" y="529"/>
                </a:lnTo>
                <a:lnTo>
                  <a:pt x="862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3" y="534"/>
                </a:lnTo>
                <a:lnTo>
                  <a:pt x="864" y="534"/>
                </a:lnTo>
                <a:lnTo>
                  <a:pt x="864" y="535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8" y="536"/>
                </a:lnTo>
                <a:lnTo>
                  <a:pt x="868" y="538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4"/>
                </a:lnTo>
                <a:lnTo>
                  <a:pt x="865" y="544"/>
                </a:lnTo>
                <a:lnTo>
                  <a:pt x="864" y="544"/>
                </a:lnTo>
                <a:lnTo>
                  <a:pt x="864" y="545"/>
                </a:lnTo>
                <a:lnTo>
                  <a:pt x="863" y="545"/>
                </a:lnTo>
                <a:lnTo>
                  <a:pt x="863" y="546"/>
                </a:lnTo>
                <a:lnTo>
                  <a:pt x="863" y="547"/>
                </a:lnTo>
                <a:lnTo>
                  <a:pt x="862" y="547"/>
                </a:lnTo>
                <a:lnTo>
                  <a:pt x="862" y="548"/>
                </a:lnTo>
                <a:lnTo>
                  <a:pt x="862" y="549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4" y="559"/>
                </a:lnTo>
                <a:lnTo>
                  <a:pt x="853" y="559"/>
                </a:lnTo>
                <a:lnTo>
                  <a:pt x="853" y="560"/>
                </a:lnTo>
                <a:lnTo>
                  <a:pt x="853" y="561"/>
                </a:lnTo>
                <a:lnTo>
                  <a:pt x="854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5" y="565"/>
                </a:lnTo>
                <a:lnTo>
                  <a:pt x="856" y="565"/>
                </a:lnTo>
                <a:lnTo>
                  <a:pt x="856" y="566"/>
                </a:lnTo>
                <a:lnTo>
                  <a:pt x="857" y="566"/>
                </a:lnTo>
                <a:lnTo>
                  <a:pt x="858" y="566"/>
                </a:lnTo>
                <a:lnTo>
                  <a:pt x="858" y="567"/>
                </a:lnTo>
                <a:lnTo>
                  <a:pt x="859" y="567"/>
                </a:lnTo>
                <a:lnTo>
                  <a:pt x="860" y="567"/>
                </a:lnTo>
                <a:lnTo>
                  <a:pt x="860" y="568"/>
                </a:lnTo>
                <a:lnTo>
                  <a:pt x="860" y="569"/>
                </a:lnTo>
                <a:lnTo>
                  <a:pt x="861" y="569"/>
                </a:lnTo>
                <a:lnTo>
                  <a:pt x="862" y="570"/>
                </a:lnTo>
                <a:lnTo>
                  <a:pt x="863" y="571"/>
                </a:lnTo>
                <a:lnTo>
                  <a:pt x="866" y="573"/>
                </a:lnTo>
                <a:lnTo>
                  <a:pt x="869" y="575"/>
                </a:lnTo>
                <a:lnTo>
                  <a:pt x="871" y="576"/>
                </a:lnTo>
                <a:lnTo>
                  <a:pt x="872" y="577"/>
                </a:lnTo>
                <a:lnTo>
                  <a:pt x="873" y="578"/>
                </a:lnTo>
                <a:lnTo>
                  <a:pt x="873" y="579"/>
                </a:lnTo>
                <a:lnTo>
                  <a:pt x="874" y="579"/>
                </a:lnTo>
                <a:lnTo>
                  <a:pt x="875" y="581"/>
                </a:lnTo>
                <a:lnTo>
                  <a:pt x="876" y="581"/>
                </a:lnTo>
                <a:lnTo>
                  <a:pt x="877" y="583"/>
                </a:lnTo>
                <a:lnTo>
                  <a:pt x="878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0"/>
                </a:lnTo>
                <a:lnTo>
                  <a:pt x="880" y="592"/>
                </a:lnTo>
                <a:lnTo>
                  <a:pt x="880" y="593"/>
                </a:lnTo>
                <a:lnTo>
                  <a:pt x="880" y="596"/>
                </a:lnTo>
                <a:lnTo>
                  <a:pt x="880" y="597"/>
                </a:lnTo>
                <a:lnTo>
                  <a:pt x="881" y="598"/>
                </a:lnTo>
                <a:lnTo>
                  <a:pt x="881" y="599"/>
                </a:lnTo>
                <a:lnTo>
                  <a:pt x="881" y="600"/>
                </a:lnTo>
                <a:lnTo>
                  <a:pt x="882" y="600"/>
                </a:lnTo>
                <a:lnTo>
                  <a:pt x="882" y="601"/>
                </a:lnTo>
                <a:lnTo>
                  <a:pt x="883" y="601"/>
                </a:lnTo>
                <a:lnTo>
                  <a:pt x="885" y="602"/>
                </a:lnTo>
                <a:lnTo>
                  <a:pt x="886" y="602"/>
                </a:lnTo>
                <a:lnTo>
                  <a:pt x="888" y="602"/>
                </a:lnTo>
                <a:lnTo>
                  <a:pt x="889" y="602"/>
                </a:lnTo>
                <a:lnTo>
                  <a:pt x="892" y="603"/>
                </a:lnTo>
                <a:lnTo>
                  <a:pt x="893" y="602"/>
                </a:lnTo>
                <a:lnTo>
                  <a:pt x="895" y="602"/>
                </a:lnTo>
                <a:lnTo>
                  <a:pt x="900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7" y="598"/>
                </a:lnTo>
                <a:lnTo>
                  <a:pt x="908" y="597"/>
                </a:lnTo>
                <a:lnTo>
                  <a:pt x="909" y="597"/>
                </a:lnTo>
                <a:lnTo>
                  <a:pt x="910" y="597"/>
                </a:lnTo>
                <a:lnTo>
                  <a:pt x="911" y="598"/>
                </a:lnTo>
                <a:lnTo>
                  <a:pt x="912" y="598"/>
                </a:lnTo>
                <a:lnTo>
                  <a:pt x="914" y="598"/>
                </a:lnTo>
                <a:lnTo>
                  <a:pt x="915" y="598"/>
                </a:lnTo>
                <a:lnTo>
                  <a:pt x="917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7"/>
                </a:lnTo>
                <a:lnTo>
                  <a:pt x="921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6"/>
                </a:lnTo>
                <a:lnTo>
                  <a:pt x="926" y="597"/>
                </a:lnTo>
                <a:lnTo>
                  <a:pt x="927" y="597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8"/>
                </a:lnTo>
                <a:lnTo>
                  <a:pt x="934" y="598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4" y="603"/>
                </a:lnTo>
                <a:lnTo>
                  <a:pt x="935" y="603"/>
                </a:lnTo>
                <a:lnTo>
                  <a:pt x="935" y="604"/>
                </a:lnTo>
                <a:lnTo>
                  <a:pt x="937" y="605"/>
                </a:lnTo>
                <a:lnTo>
                  <a:pt x="938" y="605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4" y="602"/>
                </a:lnTo>
                <a:lnTo>
                  <a:pt x="945" y="601"/>
                </a:lnTo>
                <a:lnTo>
                  <a:pt x="946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1"/>
                </a:lnTo>
                <a:lnTo>
                  <a:pt x="951" y="601"/>
                </a:lnTo>
                <a:lnTo>
                  <a:pt x="953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3"/>
                </a:lnTo>
                <a:lnTo>
                  <a:pt x="965" y="603"/>
                </a:lnTo>
                <a:lnTo>
                  <a:pt x="966" y="603"/>
                </a:lnTo>
                <a:lnTo>
                  <a:pt x="966" y="604"/>
                </a:lnTo>
                <a:lnTo>
                  <a:pt x="967" y="604"/>
                </a:lnTo>
                <a:lnTo>
                  <a:pt x="969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3" y="603"/>
                </a:lnTo>
                <a:lnTo>
                  <a:pt x="973" y="602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9" y="601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0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5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7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8"/>
                </a:lnTo>
                <a:lnTo>
                  <a:pt x="1015" y="598"/>
                </a:lnTo>
                <a:lnTo>
                  <a:pt x="1017" y="599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600"/>
                </a:lnTo>
                <a:lnTo>
                  <a:pt x="1023" y="600"/>
                </a:lnTo>
                <a:lnTo>
                  <a:pt x="1023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8" y="595"/>
                </a:lnTo>
                <a:lnTo>
                  <a:pt x="1028" y="594"/>
                </a:lnTo>
                <a:lnTo>
                  <a:pt x="1027" y="594"/>
                </a:lnTo>
                <a:lnTo>
                  <a:pt x="1027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5" y="580"/>
                </a:lnTo>
                <a:lnTo>
                  <a:pt x="1035" y="579"/>
                </a:lnTo>
                <a:lnTo>
                  <a:pt x="1034" y="579"/>
                </a:lnTo>
                <a:lnTo>
                  <a:pt x="1034" y="578"/>
                </a:lnTo>
                <a:lnTo>
                  <a:pt x="1033" y="578"/>
                </a:lnTo>
                <a:lnTo>
                  <a:pt x="1033" y="577"/>
                </a:lnTo>
                <a:lnTo>
                  <a:pt x="1033" y="576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0" y="575"/>
                </a:lnTo>
                <a:lnTo>
                  <a:pt x="1041" y="576"/>
                </a:lnTo>
                <a:lnTo>
                  <a:pt x="1042" y="576"/>
                </a:lnTo>
                <a:lnTo>
                  <a:pt x="1042" y="577"/>
                </a:lnTo>
                <a:lnTo>
                  <a:pt x="1043" y="577"/>
                </a:lnTo>
                <a:lnTo>
                  <a:pt x="1044" y="578"/>
                </a:lnTo>
                <a:lnTo>
                  <a:pt x="1047" y="578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2" y="571"/>
                </a:lnTo>
                <a:lnTo>
                  <a:pt x="1053" y="570"/>
                </a:lnTo>
                <a:lnTo>
                  <a:pt x="1057" y="569"/>
                </a:lnTo>
                <a:lnTo>
                  <a:pt x="1058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6" y="566"/>
                </a:lnTo>
                <a:lnTo>
                  <a:pt x="1067" y="563"/>
                </a:lnTo>
                <a:lnTo>
                  <a:pt x="1067" y="562"/>
                </a:lnTo>
                <a:lnTo>
                  <a:pt x="1067" y="561"/>
                </a:lnTo>
                <a:lnTo>
                  <a:pt x="1068" y="560"/>
                </a:lnTo>
                <a:lnTo>
                  <a:pt x="1068" y="559"/>
                </a:lnTo>
                <a:lnTo>
                  <a:pt x="1069" y="559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2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8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8" y="559"/>
                </a:lnTo>
                <a:lnTo>
                  <a:pt x="1089" y="559"/>
                </a:lnTo>
                <a:lnTo>
                  <a:pt x="1091" y="560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3" y="559"/>
                </a:lnTo>
                <a:lnTo>
                  <a:pt x="1104" y="559"/>
                </a:lnTo>
                <a:lnTo>
                  <a:pt x="1105" y="559"/>
                </a:lnTo>
                <a:lnTo>
                  <a:pt x="1108" y="559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1" y="559"/>
                </a:lnTo>
                <a:lnTo>
                  <a:pt x="1112" y="559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4"/>
                </a:lnTo>
                <a:lnTo>
                  <a:pt x="1116" y="552"/>
                </a:lnTo>
                <a:lnTo>
                  <a:pt x="1117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1" y="551"/>
                </a:lnTo>
                <a:lnTo>
                  <a:pt x="1124" y="552"/>
                </a:lnTo>
                <a:lnTo>
                  <a:pt x="1125" y="552"/>
                </a:lnTo>
                <a:lnTo>
                  <a:pt x="1127" y="552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29" y="549"/>
                </a:lnTo>
                <a:lnTo>
                  <a:pt x="1129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6" y="544"/>
                </a:lnTo>
                <a:lnTo>
                  <a:pt x="1137" y="544"/>
                </a:lnTo>
                <a:lnTo>
                  <a:pt x="1137" y="543"/>
                </a:lnTo>
                <a:lnTo>
                  <a:pt x="1138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2" y="542"/>
                </a:lnTo>
                <a:lnTo>
                  <a:pt x="1143" y="542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0"/>
                </a:lnTo>
                <a:lnTo>
                  <a:pt x="1148" y="540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2" y="540"/>
                </a:lnTo>
                <a:lnTo>
                  <a:pt x="1153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6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6"/>
                </a:lnTo>
                <a:lnTo>
                  <a:pt x="1160" y="535"/>
                </a:lnTo>
                <a:lnTo>
                  <a:pt x="1161" y="536"/>
                </a:lnTo>
                <a:lnTo>
                  <a:pt x="1162" y="536"/>
                </a:lnTo>
                <a:lnTo>
                  <a:pt x="1163" y="536"/>
                </a:lnTo>
                <a:lnTo>
                  <a:pt x="1164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7" y="535"/>
                </a:lnTo>
                <a:lnTo>
                  <a:pt x="1168" y="535"/>
                </a:lnTo>
                <a:lnTo>
                  <a:pt x="1168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2" y="532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7" y="531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9"/>
                </a:lnTo>
                <a:lnTo>
                  <a:pt x="1195" y="529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4" y="528"/>
                </a:lnTo>
                <a:lnTo>
                  <a:pt x="1205" y="529"/>
                </a:lnTo>
                <a:lnTo>
                  <a:pt x="1206" y="529"/>
                </a:lnTo>
                <a:lnTo>
                  <a:pt x="1207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2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4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4" y="573"/>
                </a:lnTo>
                <a:lnTo>
                  <a:pt x="1205" y="573"/>
                </a:lnTo>
                <a:lnTo>
                  <a:pt x="1206" y="573"/>
                </a:lnTo>
                <a:lnTo>
                  <a:pt x="1206" y="574"/>
                </a:lnTo>
                <a:lnTo>
                  <a:pt x="1207" y="574"/>
                </a:lnTo>
                <a:lnTo>
                  <a:pt x="1207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7" y="619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79" y="631"/>
                </a:lnTo>
                <a:lnTo>
                  <a:pt x="1179" y="632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6" y="637"/>
                </a:lnTo>
                <a:lnTo>
                  <a:pt x="1175" y="637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9" y="646"/>
                </a:lnTo>
                <a:lnTo>
                  <a:pt x="1168" y="646"/>
                </a:lnTo>
                <a:lnTo>
                  <a:pt x="1168" y="647"/>
                </a:lnTo>
                <a:lnTo>
                  <a:pt x="1169" y="647"/>
                </a:lnTo>
                <a:lnTo>
                  <a:pt x="1169" y="648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51"/>
                </a:lnTo>
                <a:lnTo>
                  <a:pt x="1173" y="651"/>
                </a:lnTo>
                <a:lnTo>
                  <a:pt x="1174" y="652"/>
                </a:lnTo>
                <a:lnTo>
                  <a:pt x="1174" y="653"/>
                </a:lnTo>
                <a:lnTo>
                  <a:pt x="1175" y="654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3"/>
                </a:lnTo>
                <a:lnTo>
                  <a:pt x="1172" y="663"/>
                </a:lnTo>
                <a:lnTo>
                  <a:pt x="1168" y="663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4"/>
                </a:lnTo>
                <a:lnTo>
                  <a:pt x="1166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2"/>
                </a:lnTo>
                <a:lnTo>
                  <a:pt x="1161" y="674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0"/>
                </a:lnTo>
                <a:lnTo>
                  <a:pt x="1160" y="681"/>
                </a:lnTo>
                <a:lnTo>
                  <a:pt x="1159" y="682"/>
                </a:lnTo>
                <a:lnTo>
                  <a:pt x="1159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6" y="692"/>
                </a:lnTo>
                <a:lnTo>
                  <a:pt x="1157" y="692"/>
                </a:lnTo>
                <a:lnTo>
                  <a:pt x="1157" y="693"/>
                </a:lnTo>
                <a:lnTo>
                  <a:pt x="1158" y="693"/>
                </a:lnTo>
                <a:lnTo>
                  <a:pt x="1158" y="694"/>
                </a:lnTo>
                <a:lnTo>
                  <a:pt x="1158" y="695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7"/>
                </a:lnTo>
                <a:lnTo>
                  <a:pt x="1157" y="697"/>
                </a:lnTo>
                <a:lnTo>
                  <a:pt x="1157" y="698"/>
                </a:lnTo>
                <a:lnTo>
                  <a:pt x="1157" y="699"/>
                </a:lnTo>
                <a:lnTo>
                  <a:pt x="1156" y="699"/>
                </a:lnTo>
                <a:lnTo>
                  <a:pt x="1156" y="702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7" y="705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9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1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6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5" y="720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3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30"/>
                </a:lnTo>
                <a:lnTo>
                  <a:pt x="1147" y="730"/>
                </a:lnTo>
                <a:lnTo>
                  <a:pt x="1147" y="731"/>
                </a:lnTo>
                <a:lnTo>
                  <a:pt x="1148" y="731"/>
                </a:lnTo>
                <a:lnTo>
                  <a:pt x="1148" y="732"/>
                </a:lnTo>
                <a:lnTo>
                  <a:pt x="1148" y="733"/>
                </a:lnTo>
                <a:lnTo>
                  <a:pt x="1149" y="733"/>
                </a:lnTo>
                <a:lnTo>
                  <a:pt x="1149" y="734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6" y="738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5" y="750"/>
                </a:lnTo>
                <a:lnTo>
                  <a:pt x="1144" y="750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3" y="751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5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6" y="752"/>
                </a:lnTo>
                <a:lnTo>
                  <a:pt x="1136" y="754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7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6" y="759"/>
                </a:lnTo>
                <a:lnTo>
                  <a:pt x="1126" y="760"/>
                </a:lnTo>
                <a:lnTo>
                  <a:pt x="1126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7" y="764"/>
                </a:lnTo>
                <a:lnTo>
                  <a:pt x="1128" y="764"/>
                </a:lnTo>
                <a:lnTo>
                  <a:pt x="1128" y="765"/>
                </a:lnTo>
                <a:lnTo>
                  <a:pt x="1129" y="765"/>
                </a:lnTo>
                <a:lnTo>
                  <a:pt x="1130" y="766"/>
                </a:lnTo>
                <a:lnTo>
                  <a:pt x="1130" y="767"/>
                </a:lnTo>
                <a:lnTo>
                  <a:pt x="1131" y="767"/>
                </a:lnTo>
                <a:lnTo>
                  <a:pt x="1131" y="768"/>
                </a:lnTo>
                <a:lnTo>
                  <a:pt x="1131" y="769"/>
                </a:lnTo>
                <a:lnTo>
                  <a:pt x="1130" y="770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3"/>
                </a:lnTo>
                <a:lnTo>
                  <a:pt x="1126" y="775"/>
                </a:lnTo>
                <a:lnTo>
                  <a:pt x="1126" y="776"/>
                </a:lnTo>
                <a:lnTo>
                  <a:pt x="1125" y="776"/>
                </a:lnTo>
                <a:lnTo>
                  <a:pt x="1125" y="777"/>
                </a:lnTo>
                <a:lnTo>
                  <a:pt x="1125" y="778"/>
                </a:lnTo>
                <a:lnTo>
                  <a:pt x="1126" y="778"/>
                </a:lnTo>
                <a:lnTo>
                  <a:pt x="1125" y="779"/>
                </a:lnTo>
                <a:lnTo>
                  <a:pt x="1126" y="779"/>
                </a:lnTo>
                <a:lnTo>
                  <a:pt x="1125" y="780"/>
                </a:lnTo>
                <a:lnTo>
                  <a:pt x="1125" y="781"/>
                </a:lnTo>
                <a:lnTo>
                  <a:pt x="1124" y="781"/>
                </a:lnTo>
                <a:lnTo>
                  <a:pt x="1123" y="781"/>
                </a:lnTo>
                <a:lnTo>
                  <a:pt x="1123" y="780"/>
                </a:lnTo>
                <a:lnTo>
                  <a:pt x="1121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9"/>
                </a:lnTo>
                <a:lnTo>
                  <a:pt x="1116" y="789"/>
                </a:lnTo>
                <a:lnTo>
                  <a:pt x="1116" y="788"/>
                </a:lnTo>
                <a:lnTo>
                  <a:pt x="1115" y="788"/>
                </a:lnTo>
                <a:lnTo>
                  <a:pt x="1115" y="787"/>
                </a:lnTo>
                <a:lnTo>
                  <a:pt x="1114" y="786"/>
                </a:lnTo>
                <a:lnTo>
                  <a:pt x="1113" y="786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89"/>
                </a:lnTo>
                <a:lnTo>
                  <a:pt x="1109" y="788"/>
                </a:lnTo>
                <a:lnTo>
                  <a:pt x="1109" y="789"/>
                </a:lnTo>
                <a:lnTo>
                  <a:pt x="1108" y="789"/>
                </a:lnTo>
                <a:lnTo>
                  <a:pt x="1108" y="790"/>
                </a:lnTo>
                <a:lnTo>
                  <a:pt x="1108" y="791"/>
                </a:lnTo>
                <a:lnTo>
                  <a:pt x="1109" y="791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6" y="792"/>
                </a:lnTo>
                <a:lnTo>
                  <a:pt x="1106" y="793"/>
                </a:lnTo>
                <a:lnTo>
                  <a:pt x="1107" y="793"/>
                </a:lnTo>
                <a:lnTo>
                  <a:pt x="1107" y="794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7" y="801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6"/>
                </a:lnTo>
                <a:lnTo>
                  <a:pt x="1103" y="807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6" y="807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1"/>
                </a:lnTo>
                <a:lnTo>
                  <a:pt x="1104" y="812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4"/>
                </a:lnTo>
                <a:lnTo>
                  <a:pt x="1101" y="814"/>
                </a:lnTo>
                <a:lnTo>
                  <a:pt x="1101" y="815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3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4" y="846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6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9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6"/>
                </a:lnTo>
                <a:lnTo>
                  <a:pt x="967" y="844"/>
                </a:lnTo>
                <a:lnTo>
                  <a:pt x="967" y="843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5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1"/>
                </a:lnTo>
                <a:lnTo>
                  <a:pt x="943" y="862"/>
                </a:lnTo>
                <a:lnTo>
                  <a:pt x="944" y="862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7"/>
                </a:lnTo>
                <a:lnTo>
                  <a:pt x="941" y="868"/>
                </a:lnTo>
                <a:lnTo>
                  <a:pt x="940" y="870"/>
                </a:lnTo>
                <a:lnTo>
                  <a:pt x="939" y="871"/>
                </a:lnTo>
                <a:lnTo>
                  <a:pt x="938" y="871"/>
                </a:lnTo>
                <a:lnTo>
                  <a:pt x="936" y="872"/>
                </a:lnTo>
                <a:lnTo>
                  <a:pt x="935" y="873"/>
                </a:lnTo>
                <a:lnTo>
                  <a:pt x="934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7" y="879"/>
                </a:lnTo>
                <a:lnTo>
                  <a:pt x="928" y="879"/>
                </a:lnTo>
                <a:lnTo>
                  <a:pt x="929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3" y="881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9"/>
                </a:lnTo>
                <a:lnTo>
                  <a:pt x="916" y="878"/>
                </a:lnTo>
                <a:lnTo>
                  <a:pt x="916" y="879"/>
                </a:lnTo>
                <a:lnTo>
                  <a:pt x="915" y="879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5"/>
                </a:lnTo>
                <a:lnTo>
                  <a:pt x="907" y="885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3" y="886"/>
                </a:lnTo>
                <a:lnTo>
                  <a:pt x="902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9"/>
                </a:lnTo>
                <a:lnTo>
                  <a:pt x="891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6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900"/>
                </a:lnTo>
                <a:lnTo>
                  <a:pt x="890" y="901"/>
                </a:lnTo>
                <a:lnTo>
                  <a:pt x="890" y="903"/>
                </a:lnTo>
                <a:lnTo>
                  <a:pt x="892" y="904"/>
                </a:lnTo>
                <a:lnTo>
                  <a:pt x="892" y="906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5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7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6" y="985"/>
                </a:lnTo>
                <a:lnTo>
                  <a:pt x="907" y="985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90"/>
                </a:lnTo>
                <a:lnTo>
                  <a:pt x="907" y="991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7"/>
                </a:lnTo>
                <a:lnTo>
                  <a:pt x="903" y="998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3" y="1001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4" y="1006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2"/>
                </a:lnTo>
                <a:lnTo>
                  <a:pt x="904" y="1012"/>
                </a:lnTo>
                <a:lnTo>
                  <a:pt x="904" y="1013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5"/>
                </a:lnTo>
                <a:lnTo>
                  <a:pt x="902" y="1025"/>
                </a:lnTo>
                <a:lnTo>
                  <a:pt x="902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2" y="1028"/>
                </a:lnTo>
                <a:lnTo>
                  <a:pt x="903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7" y="1031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0" y="1037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5"/>
                </a:lnTo>
                <a:lnTo>
                  <a:pt x="891" y="1034"/>
                </a:lnTo>
                <a:lnTo>
                  <a:pt x="890" y="1034"/>
                </a:lnTo>
                <a:lnTo>
                  <a:pt x="890" y="1033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6" y="1030"/>
                </a:lnTo>
                <a:lnTo>
                  <a:pt x="884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3"/>
                </a:lnTo>
                <a:lnTo>
                  <a:pt x="878" y="1035"/>
                </a:lnTo>
                <a:lnTo>
                  <a:pt x="877" y="1036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8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7" y="1025"/>
                </a:lnTo>
                <a:lnTo>
                  <a:pt x="857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3" y="1023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9" y="1016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1" y="1005"/>
                </a:lnTo>
                <a:lnTo>
                  <a:pt x="830" y="1004"/>
                </a:lnTo>
                <a:lnTo>
                  <a:pt x="829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7" y="995"/>
                </a:lnTo>
                <a:lnTo>
                  <a:pt x="828" y="995"/>
                </a:lnTo>
                <a:lnTo>
                  <a:pt x="828" y="994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7" y="989"/>
                </a:lnTo>
                <a:lnTo>
                  <a:pt x="827" y="988"/>
                </a:lnTo>
                <a:lnTo>
                  <a:pt x="826" y="987"/>
                </a:lnTo>
                <a:lnTo>
                  <a:pt x="826" y="986"/>
                </a:lnTo>
                <a:lnTo>
                  <a:pt x="825" y="986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1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3" y="976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7" y="984"/>
                </a:lnTo>
                <a:lnTo>
                  <a:pt x="817" y="985"/>
                </a:lnTo>
                <a:lnTo>
                  <a:pt x="816" y="986"/>
                </a:lnTo>
                <a:lnTo>
                  <a:pt x="815" y="986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7"/>
                </a:lnTo>
                <a:lnTo>
                  <a:pt x="799" y="996"/>
                </a:lnTo>
                <a:lnTo>
                  <a:pt x="798" y="996"/>
                </a:lnTo>
                <a:lnTo>
                  <a:pt x="798" y="995"/>
                </a:lnTo>
                <a:lnTo>
                  <a:pt x="797" y="995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5" y="987"/>
                </a:lnTo>
                <a:lnTo>
                  <a:pt x="795" y="986"/>
                </a:lnTo>
                <a:lnTo>
                  <a:pt x="796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8"/>
                </a:lnTo>
                <a:lnTo>
                  <a:pt x="790" y="978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8"/>
                </a:lnTo>
                <a:lnTo>
                  <a:pt x="786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5" y="979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80"/>
                </a:lnTo>
                <a:lnTo>
                  <a:pt x="782" y="980"/>
                </a:lnTo>
                <a:lnTo>
                  <a:pt x="782" y="979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90"/>
                </a:lnTo>
                <a:lnTo>
                  <a:pt x="774" y="991"/>
                </a:lnTo>
                <a:lnTo>
                  <a:pt x="773" y="991"/>
                </a:lnTo>
                <a:lnTo>
                  <a:pt x="772" y="991"/>
                </a:lnTo>
                <a:lnTo>
                  <a:pt x="772" y="990"/>
                </a:lnTo>
                <a:lnTo>
                  <a:pt x="771" y="990"/>
                </a:lnTo>
                <a:lnTo>
                  <a:pt x="770" y="990"/>
                </a:lnTo>
                <a:lnTo>
                  <a:pt x="770" y="991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3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7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3"/>
                </a:lnTo>
                <a:lnTo>
                  <a:pt x="749" y="992"/>
                </a:lnTo>
                <a:lnTo>
                  <a:pt x="748" y="992"/>
                </a:lnTo>
                <a:lnTo>
                  <a:pt x="748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6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1" y="1001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8" y="999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9" y="1025"/>
                </a:lnTo>
                <a:lnTo>
                  <a:pt x="719" y="1024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9"/>
                </a:lnTo>
                <a:lnTo>
                  <a:pt x="704" y="1028"/>
                </a:lnTo>
                <a:lnTo>
                  <a:pt x="703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7"/>
                </a:lnTo>
                <a:lnTo>
                  <a:pt x="693" y="1027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89" y="1023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4" y="1010"/>
                </a:lnTo>
                <a:lnTo>
                  <a:pt x="684" y="1009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7"/>
                </a:lnTo>
                <a:lnTo>
                  <a:pt x="679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79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6" y="991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1"/>
                </a:lnTo>
                <a:lnTo>
                  <a:pt x="672" y="991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0" y="988"/>
                </a:lnTo>
                <a:lnTo>
                  <a:pt x="670" y="987"/>
                </a:lnTo>
                <a:lnTo>
                  <a:pt x="671" y="987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2"/>
                </a:lnTo>
                <a:lnTo>
                  <a:pt x="663" y="971"/>
                </a:lnTo>
                <a:lnTo>
                  <a:pt x="662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4" y="958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5" y="954"/>
                </a:lnTo>
                <a:lnTo>
                  <a:pt x="654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5" y="944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1" y="943"/>
                </a:lnTo>
                <a:lnTo>
                  <a:pt x="630" y="943"/>
                </a:lnTo>
                <a:lnTo>
                  <a:pt x="629" y="944"/>
                </a:lnTo>
                <a:lnTo>
                  <a:pt x="628" y="945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4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1" y="950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2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0" y="955"/>
                </a:lnTo>
                <a:lnTo>
                  <a:pt x="621" y="955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19" y="962"/>
                </a:lnTo>
                <a:lnTo>
                  <a:pt x="619" y="963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2" y="966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5" y="969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2" y="971"/>
                </a:lnTo>
                <a:lnTo>
                  <a:pt x="611" y="970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0" y="971"/>
                </a:lnTo>
                <a:lnTo>
                  <a:pt x="590" y="970"/>
                </a:lnTo>
                <a:lnTo>
                  <a:pt x="589" y="970"/>
                </a:lnTo>
                <a:lnTo>
                  <a:pt x="589" y="969"/>
                </a:lnTo>
                <a:lnTo>
                  <a:pt x="590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3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1"/>
                </a:lnTo>
                <a:lnTo>
                  <a:pt x="581" y="960"/>
                </a:lnTo>
                <a:lnTo>
                  <a:pt x="581" y="961"/>
                </a:lnTo>
                <a:lnTo>
                  <a:pt x="580" y="960"/>
                </a:lnTo>
                <a:lnTo>
                  <a:pt x="579" y="960"/>
                </a:lnTo>
                <a:lnTo>
                  <a:pt x="579" y="959"/>
                </a:lnTo>
                <a:lnTo>
                  <a:pt x="578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7"/>
                </a:lnTo>
                <a:lnTo>
                  <a:pt x="577" y="956"/>
                </a:lnTo>
                <a:lnTo>
                  <a:pt x="578" y="955"/>
                </a:lnTo>
                <a:lnTo>
                  <a:pt x="578" y="954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80" y="951"/>
                </a:lnTo>
                <a:lnTo>
                  <a:pt x="579" y="950"/>
                </a:lnTo>
                <a:lnTo>
                  <a:pt x="578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3"/>
                </a:lnTo>
                <a:lnTo>
                  <a:pt x="570" y="943"/>
                </a:lnTo>
                <a:lnTo>
                  <a:pt x="570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8" y="934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1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8" y="918"/>
                </a:lnTo>
                <a:lnTo>
                  <a:pt x="567" y="918"/>
                </a:lnTo>
                <a:lnTo>
                  <a:pt x="566" y="918"/>
                </a:lnTo>
                <a:lnTo>
                  <a:pt x="566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2" y="915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7"/>
                </a:lnTo>
                <a:lnTo>
                  <a:pt x="546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2" y="914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2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31" y="920"/>
                </a:lnTo>
                <a:lnTo>
                  <a:pt x="529" y="921"/>
                </a:lnTo>
                <a:lnTo>
                  <a:pt x="528" y="922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3" y="894"/>
                </a:lnTo>
                <a:lnTo>
                  <a:pt x="523" y="893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0" y="881"/>
                </a:lnTo>
                <a:lnTo>
                  <a:pt x="530" y="880"/>
                </a:lnTo>
                <a:lnTo>
                  <a:pt x="529" y="879"/>
                </a:lnTo>
                <a:lnTo>
                  <a:pt x="529" y="878"/>
                </a:lnTo>
                <a:lnTo>
                  <a:pt x="528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7" y="877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6" y="875"/>
                </a:lnTo>
                <a:lnTo>
                  <a:pt x="525" y="875"/>
                </a:lnTo>
                <a:lnTo>
                  <a:pt x="525" y="874"/>
                </a:lnTo>
                <a:lnTo>
                  <a:pt x="524" y="873"/>
                </a:lnTo>
                <a:lnTo>
                  <a:pt x="523" y="873"/>
                </a:lnTo>
                <a:lnTo>
                  <a:pt x="523" y="872"/>
                </a:lnTo>
                <a:lnTo>
                  <a:pt x="522" y="870"/>
                </a:lnTo>
                <a:lnTo>
                  <a:pt x="521" y="870"/>
                </a:lnTo>
                <a:lnTo>
                  <a:pt x="520" y="869"/>
                </a:lnTo>
                <a:lnTo>
                  <a:pt x="521" y="869"/>
                </a:lnTo>
                <a:lnTo>
                  <a:pt x="521" y="868"/>
                </a:lnTo>
                <a:lnTo>
                  <a:pt x="521" y="867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4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6"/>
                </a:lnTo>
                <a:lnTo>
                  <a:pt x="491" y="856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7" y="854"/>
                </a:lnTo>
                <a:lnTo>
                  <a:pt x="487" y="853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1" y="853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5"/>
                </a:lnTo>
                <a:lnTo>
                  <a:pt x="472" y="854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59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60" y="861"/>
                </a:lnTo>
                <a:lnTo>
                  <a:pt x="459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3" y="863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2"/>
                </a:lnTo>
                <a:lnTo>
                  <a:pt x="441" y="861"/>
                </a:lnTo>
                <a:lnTo>
                  <a:pt x="440" y="861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2"/>
                </a:lnTo>
                <a:lnTo>
                  <a:pt x="381" y="833"/>
                </a:lnTo>
                <a:lnTo>
                  <a:pt x="380" y="834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4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2" y="832"/>
                </a:lnTo>
                <a:lnTo>
                  <a:pt x="331" y="832"/>
                </a:lnTo>
                <a:lnTo>
                  <a:pt x="330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30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7" y="801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7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60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7" y="771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3" y="764"/>
                </a:lnTo>
                <a:lnTo>
                  <a:pt x="254" y="764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6" y="747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7" y="750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5" y="705"/>
                </a:lnTo>
                <a:lnTo>
                  <a:pt x="218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20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5" y="690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89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4"/>
                </a:lnTo>
                <a:lnTo>
                  <a:pt x="209" y="683"/>
                </a:lnTo>
                <a:lnTo>
                  <a:pt x="209" y="682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1" y="679"/>
                </a:lnTo>
                <a:lnTo>
                  <a:pt x="211" y="677"/>
                </a:lnTo>
                <a:lnTo>
                  <a:pt x="210" y="677"/>
                </a:lnTo>
                <a:lnTo>
                  <a:pt x="210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6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200" y="679"/>
                </a:lnTo>
                <a:lnTo>
                  <a:pt x="199" y="681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6"/>
                </a:lnTo>
                <a:lnTo>
                  <a:pt x="180" y="696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7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4"/>
                </a:lnTo>
                <a:lnTo>
                  <a:pt x="153" y="684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3" y="678"/>
                </a:lnTo>
                <a:lnTo>
                  <a:pt x="152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8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7"/>
                </a:lnTo>
                <a:lnTo>
                  <a:pt x="119" y="647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2" y="589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4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9" y="544"/>
                </a:lnTo>
                <a:lnTo>
                  <a:pt x="240" y="543"/>
                </a:lnTo>
                <a:lnTo>
                  <a:pt x="241" y="542"/>
                </a:lnTo>
                <a:lnTo>
                  <a:pt x="242" y="542"/>
                </a:lnTo>
                <a:lnTo>
                  <a:pt x="242" y="541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9" y="535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7" y="522"/>
                </a:lnTo>
                <a:lnTo>
                  <a:pt x="273" y="518"/>
                </a:lnTo>
                <a:lnTo>
                  <a:pt x="274" y="518"/>
                </a:lnTo>
                <a:lnTo>
                  <a:pt x="275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3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6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3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3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1" y="556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4" y="542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300" y="531"/>
                </a:lnTo>
                <a:lnTo>
                  <a:pt x="301" y="531"/>
                </a:lnTo>
                <a:lnTo>
                  <a:pt x="301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1" y="528"/>
                </a:lnTo>
                <a:lnTo>
                  <a:pt x="301" y="527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1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4"/>
                </a:lnTo>
                <a:lnTo>
                  <a:pt x="309" y="493"/>
                </a:lnTo>
                <a:lnTo>
                  <a:pt x="310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7" y="456"/>
                </a:lnTo>
                <a:lnTo>
                  <a:pt x="328" y="456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5" y="451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5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3" y="442"/>
                </a:lnTo>
                <a:lnTo>
                  <a:pt x="364" y="442"/>
                </a:lnTo>
                <a:lnTo>
                  <a:pt x="365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7" y="427"/>
                </a:lnTo>
                <a:lnTo>
                  <a:pt x="367" y="426"/>
                </a:lnTo>
                <a:lnTo>
                  <a:pt x="367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8" y="422"/>
                </a:lnTo>
                <a:lnTo>
                  <a:pt x="367" y="422"/>
                </a:lnTo>
                <a:lnTo>
                  <a:pt x="367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1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7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3"/>
                </a:lnTo>
                <a:lnTo>
                  <a:pt x="362" y="392"/>
                </a:lnTo>
                <a:lnTo>
                  <a:pt x="363" y="392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3" y="375"/>
                </a:lnTo>
                <a:lnTo>
                  <a:pt x="363" y="374"/>
                </a:lnTo>
                <a:lnTo>
                  <a:pt x="364" y="374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4" y="349"/>
                </a:lnTo>
                <a:lnTo>
                  <a:pt x="373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1" y="328"/>
                </a:lnTo>
                <a:lnTo>
                  <a:pt x="390" y="328"/>
                </a:lnTo>
                <a:lnTo>
                  <a:pt x="391" y="328"/>
                </a:lnTo>
                <a:lnTo>
                  <a:pt x="391" y="327"/>
                </a:lnTo>
                <a:lnTo>
                  <a:pt x="392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6" y="324"/>
                </a:lnTo>
                <a:lnTo>
                  <a:pt x="395" y="324"/>
                </a:lnTo>
                <a:lnTo>
                  <a:pt x="395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7" y="309"/>
                </a:lnTo>
                <a:lnTo>
                  <a:pt x="418" y="309"/>
                </a:lnTo>
                <a:lnTo>
                  <a:pt x="418" y="308"/>
                </a:lnTo>
                <a:lnTo>
                  <a:pt x="418" y="307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3" y="289"/>
                </a:lnTo>
                <a:lnTo>
                  <a:pt x="412" y="289"/>
                </a:lnTo>
                <a:lnTo>
                  <a:pt x="412" y="288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2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1" y="242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5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49" y="199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7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0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1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9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9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699120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3"/>
                </a:lnTo>
                <a:lnTo>
                  <a:pt x="61" y="13"/>
                </a:lnTo>
                <a:lnTo>
                  <a:pt x="62" y="14"/>
                </a:lnTo>
                <a:lnTo>
                  <a:pt x="63" y="15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4" y="16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2"/>
                </a:lnTo>
                <a:lnTo>
                  <a:pt x="81" y="22"/>
                </a:lnTo>
                <a:lnTo>
                  <a:pt x="82" y="22"/>
                </a:lnTo>
                <a:lnTo>
                  <a:pt x="85" y="23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91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1" y="65"/>
                </a:lnTo>
                <a:lnTo>
                  <a:pt x="90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0" y="88"/>
                </a:lnTo>
                <a:lnTo>
                  <a:pt x="9" y="88"/>
                </a:lnTo>
                <a:lnTo>
                  <a:pt x="9" y="87"/>
                </a:lnTo>
                <a:lnTo>
                  <a:pt x="8" y="87"/>
                </a:lnTo>
                <a:lnTo>
                  <a:pt x="9" y="88"/>
                </a:lnTo>
                <a:lnTo>
                  <a:pt x="8" y="88"/>
                </a:lnTo>
                <a:lnTo>
                  <a:pt x="7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4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6"/>
                </a:lnTo>
                <a:lnTo>
                  <a:pt x="16" y="75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7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19" y="73"/>
                </a:lnTo>
                <a:lnTo>
                  <a:pt x="19" y="72"/>
                </a:lnTo>
                <a:lnTo>
                  <a:pt x="20" y="72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3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1" y="61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4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3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2"/>
                </a:lnTo>
                <a:lnTo>
                  <a:pt x="23" y="52"/>
                </a:lnTo>
                <a:lnTo>
                  <a:pt x="24" y="51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6" y="50"/>
                </a:lnTo>
                <a:lnTo>
                  <a:pt x="26" y="49"/>
                </a:lnTo>
                <a:lnTo>
                  <a:pt x="27" y="49"/>
                </a:lnTo>
                <a:lnTo>
                  <a:pt x="27" y="48"/>
                </a:lnTo>
                <a:lnTo>
                  <a:pt x="26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6" y="45"/>
                </a:lnTo>
                <a:lnTo>
                  <a:pt x="27" y="44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7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0" y="39"/>
                </a:lnTo>
                <a:lnTo>
                  <a:pt x="41" y="38"/>
                </a:lnTo>
                <a:lnTo>
                  <a:pt x="41" y="39"/>
                </a:lnTo>
                <a:lnTo>
                  <a:pt x="42" y="39"/>
                </a:lnTo>
                <a:lnTo>
                  <a:pt x="43" y="38"/>
                </a:lnTo>
                <a:lnTo>
                  <a:pt x="44" y="37"/>
                </a:lnTo>
                <a:lnTo>
                  <a:pt x="45" y="37"/>
                </a:lnTo>
                <a:lnTo>
                  <a:pt x="46" y="36"/>
                </a:lnTo>
                <a:lnTo>
                  <a:pt x="47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4" y="32"/>
                </a:lnTo>
                <a:lnTo>
                  <a:pt x="44" y="31"/>
                </a:lnTo>
                <a:lnTo>
                  <a:pt x="43" y="31"/>
                </a:lnTo>
                <a:lnTo>
                  <a:pt x="42" y="31"/>
                </a:lnTo>
                <a:lnTo>
                  <a:pt x="42" y="30"/>
                </a:lnTo>
                <a:lnTo>
                  <a:pt x="41" y="29"/>
                </a:lnTo>
                <a:lnTo>
                  <a:pt x="40" y="28"/>
                </a:lnTo>
                <a:lnTo>
                  <a:pt x="40" y="27"/>
                </a:lnTo>
                <a:lnTo>
                  <a:pt x="39" y="27"/>
                </a:lnTo>
                <a:lnTo>
                  <a:pt x="39" y="26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2"/>
                </a:lnTo>
                <a:lnTo>
                  <a:pt x="34" y="20"/>
                </a:lnTo>
                <a:lnTo>
                  <a:pt x="33" y="20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8" y="6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3" y="3"/>
                </a:lnTo>
                <a:lnTo>
                  <a:pt x="33" y="2"/>
                </a:lnTo>
                <a:lnTo>
                  <a:pt x="35" y="2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684540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9" y="40"/>
                </a:lnTo>
                <a:lnTo>
                  <a:pt x="280" y="41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5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1" y="67"/>
                </a:lnTo>
                <a:lnTo>
                  <a:pt x="313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9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2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9" y="349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9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2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1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6"/>
                </a:lnTo>
                <a:lnTo>
                  <a:pt x="305" y="405"/>
                </a:lnTo>
                <a:lnTo>
                  <a:pt x="304" y="405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09"/>
                </a:lnTo>
                <a:lnTo>
                  <a:pt x="297" y="410"/>
                </a:lnTo>
                <a:lnTo>
                  <a:pt x="296" y="410"/>
                </a:lnTo>
                <a:lnTo>
                  <a:pt x="296" y="409"/>
                </a:lnTo>
                <a:lnTo>
                  <a:pt x="295" y="409"/>
                </a:lnTo>
                <a:lnTo>
                  <a:pt x="294" y="410"/>
                </a:lnTo>
                <a:lnTo>
                  <a:pt x="294" y="409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2" y="412"/>
                </a:lnTo>
                <a:lnTo>
                  <a:pt x="292" y="411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10"/>
                </a:lnTo>
                <a:lnTo>
                  <a:pt x="289" y="409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9" y="396"/>
                </a:lnTo>
                <a:lnTo>
                  <a:pt x="268" y="396"/>
                </a:lnTo>
                <a:lnTo>
                  <a:pt x="266" y="396"/>
                </a:lnTo>
                <a:lnTo>
                  <a:pt x="265" y="395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9" y="299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50"/>
                </a:lnTo>
                <a:lnTo>
                  <a:pt x="257" y="248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5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6" y="246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10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2" y="204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50" y="202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6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6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7"/>
                </a:lnTo>
                <a:lnTo>
                  <a:pt x="157" y="166"/>
                </a:lnTo>
                <a:lnTo>
                  <a:pt x="157" y="164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48"/>
                </a:lnTo>
                <a:lnTo>
                  <a:pt x="162" y="147"/>
                </a:lnTo>
                <a:lnTo>
                  <a:pt x="163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3" y="143"/>
                </a:lnTo>
                <a:lnTo>
                  <a:pt x="144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5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3" y="100"/>
                </a:lnTo>
                <a:lnTo>
                  <a:pt x="61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6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699984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699876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700272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1" y="3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6" y="1"/>
                </a:move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1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689940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3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8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80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2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4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2" y="52"/>
                </a:lnTo>
                <a:lnTo>
                  <a:pt x="291" y="69"/>
                </a:lnTo>
                <a:lnTo>
                  <a:pt x="291" y="70"/>
                </a:lnTo>
                <a:lnTo>
                  <a:pt x="291" y="74"/>
                </a:lnTo>
                <a:lnTo>
                  <a:pt x="290" y="77"/>
                </a:lnTo>
                <a:lnTo>
                  <a:pt x="290" y="84"/>
                </a:lnTo>
                <a:lnTo>
                  <a:pt x="293" y="84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7" y="90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2" y="133"/>
                </a:lnTo>
                <a:lnTo>
                  <a:pt x="362" y="132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5" y="154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3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9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0"/>
                </a:lnTo>
                <a:lnTo>
                  <a:pt x="349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9" y="168"/>
                </a:lnTo>
                <a:lnTo>
                  <a:pt x="358" y="168"/>
                </a:lnTo>
                <a:lnTo>
                  <a:pt x="356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5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7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6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7" y="207"/>
                </a:lnTo>
                <a:lnTo>
                  <a:pt x="346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40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0"/>
                </a:lnTo>
                <a:lnTo>
                  <a:pt x="319" y="201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8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19" y="209"/>
                </a:lnTo>
                <a:lnTo>
                  <a:pt x="318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7"/>
                </a:lnTo>
                <a:lnTo>
                  <a:pt x="310" y="207"/>
                </a:lnTo>
                <a:lnTo>
                  <a:pt x="309" y="207"/>
                </a:lnTo>
                <a:lnTo>
                  <a:pt x="309" y="208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9"/>
                </a:lnTo>
                <a:lnTo>
                  <a:pt x="312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1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0"/>
                </a:lnTo>
                <a:lnTo>
                  <a:pt x="331" y="221"/>
                </a:lnTo>
                <a:lnTo>
                  <a:pt x="331" y="222"/>
                </a:lnTo>
                <a:lnTo>
                  <a:pt x="332" y="222"/>
                </a:lnTo>
                <a:lnTo>
                  <a:pt x="333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4" y="255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4" y="255"/>
                </a:lnTo>
                <a:lnTo>
                  <a:pt x="313" y="256"/>
                </a:lnTo>
                <a:lnTo>
                  <a:pt x="313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8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0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2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8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10"/>
                </a:lnTo>
                <a:lnTo>
                  <a:pt x="303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10"/>
                </a:lnTo>
                <a:lnTo>
                  <a:pt x="297" y="309"/>
                </a:lnTo>
                <a:lnTo>
                  <a:pt x="296" y="309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4" y="314"/>
                </a:lnTo>
                <a:lnTo>
                  <a:pt x="294" y="315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1" y="319"/>
                </a:lnTo>
                <a:lnTo>
                  <a:pt x="292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1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8"/>
                </a:lnTo>
                <a:lnTo>
                  <a:pt x="287" y="287"/>
                </a:lnTo>
                <a:lnTo>
                  <a:pt x="288" y="287"/>
                </a:lnTo>
                <a:lnTo>
                  <a:pt x="288" y="286"/>
                </a:lnTo>
                <a:lnTo>
                  <a:pt x="287" y="286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4"/>
                </a:lnTo>
                <a:lnTo>
                  <a:pt x="271" y="315"/>
                </a:lnTo>
                <a:lnTo>
                  <a:pt x="270" y="317"/>
                </a:lnTo>
                <a:lnTo>
                  <a:pt x="271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70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10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4" y="367"/>
                </a:lnTo>
                <a:lnTo>
                  <a:pt x="145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80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8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4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7" y="297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4"/>
                </a:lnTo>
                <a:lnTo>
                  <a:pt x="36" y="275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6" y="265"/>
                </a:lnTo>
                <a:lnTo>
                  <a:pt x="35" y="265"/>
                </a:lnTo>
                <a:lnTo>
                  <a:pt x="35" y="263"/>
                </a:lnTo>
                <a:lnTo>
                  <a:pt x="36" y="263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60"/>
                </a:lnTo>
                <a:lnTo>
                  <a:pt x="36" y="259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6" y="258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7" y="257"/>
                </a:lnTo>
                <a:lnTo>
                  <a:pt x="37" y="256"/>
                </a:lnTo>
                <a:lnTo>
                  <a:pt x="36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2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3"/>
                </a:lnTo>
                <a:lnTo>
                  <a:pt x="28" y="242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7" y="228"/>
                </a:lnTo>
                <a:lnTo>
                  <a:pt x="16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5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6"/>
                </a:lnTo>
                <a:lnTo>
                  <a:pt x="1" y="205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9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6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8" y="106"/>
                </a:lnTo>
                <a:lnTo>
                  <a:pt x="78" y="107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5" y="92"/>
                </a:lnTo>
                <a:lnTo>
                  <a:pt x="106" y="92"/>
                </a:lnTo>
                <a:lnTo>
                  <a:pt x="107" y="91"/>
                </a:lnTo>
                <a:lnTo>
                  <a:pt x="106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20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5" y="10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0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700848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701928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01496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701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7017480" y="394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701568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702000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701604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6"/>
                </a:move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702792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703548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5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703260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3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679752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1" y="210"/>
                </a:lnTo>
                <a:lnTo>
                  <a:pt x="340" y="211"/>
                </a:lnTo>
                <a:lnTo>
                  <a:pt x="339" y="212"/>
                </a:lnTo>
                <a:lnTo>
                  <a:pt x="338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6" y="218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0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1"/>
                </a:lnTo>
                <a:lnTo>
                  <a:pt x="333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6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6" y="259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6" y="266"/>
                </a:lnTo>
                <a:lnTo>
                  <a:pt x="317" y="266"/>
                </a:lnTo>
                <a:lnTo>
                  <a:pt x="317" y="267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4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8" y="282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1"/>
                </a:lnTo>
                <a:lnTo>
                  <a:pt x="325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8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6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6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4" y="433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5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3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2" y="509"/>
                </a:lnTo>
                <a:lnTo>
                  <a:pt x="342" y="510"/>
                </a:lnTo>
                <a:lnTo>
                  <a:pt x="341" y="511"/>
                </a:lnTo>
                <a:lnTo>
                  <a:pt x="341" y="512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6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6"/>
                </a:lnTo>
                <a:lnTo>
                  <a:pt x="316" y="527"/>
                </a:lnTo>
                <a:lnTo>
                  <a:pt x="315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1" y="536"/>
                </a:lnTo>
                <a:lnTo>
                  <a:pt x="300" y="537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3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9" y="523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5" y="521"/>
                </a:lnTo>
                <a:lnTo>
                  <a:pt x="285" y="520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79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6" y="521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4" y="508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2" y="504"/>
                </a:lnTo>
                <a:lnTo>
                  <a:pt x="233" y="504"/>
                </a:lnTo>
                <a:lnTo>
                  <a:pt x="232" y="503"/>
                </a:lnTo>
                <a:lnTo>
                  <a:pt x="232" y="502"/>
                </a:lnTo>
                <a:lnTo>
                  <a:pt x="231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7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6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4"/>
                </a:lnTo>
                <a:lnTo>
                  <a:pt x="223" y="493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8" y="494"/>
                </a:lnTo>
                <a:lnTo>
                  <a:pt x="217" y="494"/>
                </a:lnTo>
                <a:lnTo>
                  <a:pt x="216" y="494"/>
                </a:lnTo>
                <a:lnTo>
                  <a:pt x="216" y="493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5" y="485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3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39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8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3"/>
                </a:lnTo>
                <a:lnTo>
                  <a:pt x="80" y="294"/>
                </a:lnTo>
                <a:lnTo>
                  <a:pt x="81" y="294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3" y="241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7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4"/>
                </a:lnTo>
                <a:lnTo>
                  <a:pt x="91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99" y="77"/>
                </a:lnTo>
                <a:lnTo>
                  <a:pt x="100" y="78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4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9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8"/>
                </a:lnTo>
                <a:lnTo>
                  <a:pt x="134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0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4" y="51"/>
                </a:lnTo>
                <a:lnTo>
                  <a:pt x="196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4" y="60"/>
                </a:lnTo>
                <a:lnTo>
                  <a:pt x="215" y="60"/>
                </a:lnTo>
                <a:lnTo>
                  <a:pt x="216" y="59"/>
                </a:lnTo>
                <a:lnTo>
                  <a:pt x="218" y="59"/>
                </a:lnTo>
                <a:lnTo>
                  <a:pt x="218" y="60"/>
                </a:lnTo>
                <a:lnTo>
                  <a:pt x="219" y="61"/>
                </a:lnTo>
                <a:lnTo>
                  <a:pt x="220" y="61"/>
                </a:lnTo>
                <a:lnTo>
                  <a:pt x="220" y="60"/>
                </a:lnTo>
                <a:lnTo>
                  <a:pt x="220" y="59"/>
                </a:lnTo>
                <a:lnTo>
                  <a:pt x="221" y="58"/>
                </a:lnTo>
                <a:lnTo>
                  <a:pt x="224" y="58"/>
                </a:lnTo>
                <a:lnTo>
                  <a:pt x="224" y="59"/>
                </a:lnTo>
                <a:lnTo>
                  <a:pt x="225" y="59"/>
                </a:lnTo>
                <a:lnTo>
                  <a:pt x="226" y="60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7" y="61"/>
                </a:lnTo>
                <a:lnTo>
                  <a:pt x="227" y="62"/>
                </a:lnTo>
                <a:lnTo>
                  <a:pt x="227" y="63"/>
                </a:lnTo>
                <a:lnTo>
                  <a:pt x="228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5"/>
                </a:lnTo>
                <a:lnTo>
                  <a:pt x="230" y="65"/>
                </a:lnTo>
                <a:lnTo>
                  <a:pt x="231" y="65"/>
                </a:lnTo>
                <a:lnTo>
                  <a:pt x="231" y="64"/>
                </a:lnTo>
                <a:lnTo>
                  <a:pt x="232" y="64"/>
                </a:lnTo>
                <a:lnTo>
                  <a:pt x="233" y="65"/>
                </a:lnTo>
                <a:lnTo>
                  <a:pt x="233" y="64"/>
                </a:lnTo>
                <a:lnTo>
                  <a:pt x="232" y="64"/>
                </a:lnTo>
                <a:lnTo>
                  <a:pt x="234" y="63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1"/>
                </a:lnTo>
                <a:lnTo>
                  <a:pt x="239" y="62"/>
                </a:lnTo>
                <a:lnTo>
                  <a:pt x="240" y="62"/>
                </a:lnTo>
                <a:lnTo>
                  <a:pt x="241" y="63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2" y="67"/>
                </a:lnTo>
                <a:lnTo>
                  <a:pt x="243" y="68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5" y="69"/>
                </a:lnTo>
                <a:lnTo>
                  <a:pt x="245" y="68"/>
                </a:lnTo>
                <a:lnTo>
                  <a:pt x="246" y="68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8" y="64"/>
                </a:lnTo>
                <a:lnTo>
                  <a:pt x="248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7"/>
                </a:lnTo>
                <a:lnTo>
                  <a:pt x="252" y="68"/>
                </a:lnTo>
                <a:lnTo>
                  <a:pt x="252" y="69"/>
                </a:lnTo>
                <a:lnTo>
                  <a:pt x="251" y="69"/>
                </a:lnTo>
                <a:lnTo>
                  <a:pt x="251" y="70"/>
                </a:lnTo>
                <a:lnTo>
                  <a:pt x="251" y="72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5"/>
                </a:lnTo>
                <a:lnTo>
                  <a:pt x="254" y="76"/>
                </a:lnTo>
                <a:lnTo>
                  <a:pt x="255" y="77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80"/>
                </a:lnTo>
                <a:lnTo>
                  <a:pt x="257" y="79"/>
                </a:lnTo>
                <a:lnTo>
                  <a:pt x="257" y="78"/>
                </a:lnTo>
                <a:lnTo>
                  <a:pt x="258" y="78"/>
                </a:lnTo>
                <a:lnTo>
                  <a:pt x="259" y="79"/>
                </a:lnTo>
                <a:lnTo>
                  <a:pt x="260" y="79"/>
                </a:lnTo>
                <a:lnTo>
                  <a:pt x="260" y="80"/>
                </a:lnTo>
                <a:lnTo>
                  <a:pt x="260" y="81"/>
                </a:lnTo>
                <a:lnTo>
                  <a:pt x="259" y="82"/>
                </a:lnTo>
                <a:lnTo>
                  <a:pt x="260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69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5" y="95"/>
                </a:lnTo>
                <a:lnTo>
                  <a:pt x="277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5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0" y="137"/>
                </a:lnTo>
                <a:lnTo>
                  <a:pt x="280" y="139"/>
                </a:lnTo>
                <a:lnTo>
                  <a:pt x="279" y="140"/>
                </a:lnTo>
                <a:lnTo>
                  <a:pt x="279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5" y="155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9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0"/>
                </a:lnTo>
                <a:lnTo>
                  <a:pt x="300" y="160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09" y="173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5"/>
                </a:lnTo>
                <a:lnTo>
                  <a:pt x="340" y="196"/>
                </a:lnTo>
                <a:lnTo>
                  <a:pt x="341" y="196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689076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6895800" y="4133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682884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5" y="60"/>
                </a:lnTo>
                <a:lnTo>
                  <a:pt x="276" y="60"/>
                </a:lnTo>
                <a:lnTo>
                  <a:pt x="276" y="61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2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2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8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7" y="138"/>
                </a:lnTo>
                <a:lnTo>
                  <a:pt x="396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8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5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0" y="158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4"/>
                </a:lnTo>
                <a:lnTo>
                  <a:pt x="341" y="164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8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4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6" y="279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3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29" y="300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2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9" y="325"/>
                </a:lnTo>
                <a:lnTo>
                  <a:pt x="298" y="325"/>
                </a:lnTo>
                <a:lnTo>
                  <a:pt x="299" y="324"/>
                </a:lnTo>
                <a:lnTo>
                  <a:pt x="300" y="325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9" y="317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4" y="320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3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5" y="363"/>
                </a:lnTo>
                <a:lnTo>
                  <a:pt x="264" y="363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60" y="373"/>
                </a:lnTo>
                <a:lnTo>
                  <a:pt x="258" y="374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7" y="378"/>
                </a:lnTo>
                <a:lnTo>
                  <a:pt x="256" y="378"/>
                </a:lnTo>
                <a:lnTo>
                  <a:pt x="256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3"/>
                </a:lnTo>
                <a:lnTo>
                  <a:pt x="235" y="373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4" y="371"/>
                </a:lnTo>
                <a:lnTo>
                  <a:pt x="233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2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2" y="380"/>
                </a:lnTo>
                <a:lnTo>
                  <a:pt x="231" y="380"/>
                </a:lnTo>
                <a:lnTo>
                  <a:pt x="230" y="381"/>
                </a:lnTo>
                <a:lnTo>
                  <a:pt x="229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20" y="384"/>
                </a:lnTo>
                <a:lnTo>
                  <a:pt x="218" y="385"/>
                </a:lnTo>
                <a:lnTo>
                  <a:pt x="217" y="386"/>
                </a:lnTo>
                <a:lnTo>
                  <a:pt x="217" y="387"/>
                </a:lnTo>
                <a:lnTo>
                  <a:pt x="216" y="387"/>
                </a:lnTo>
                <a:lnTo>
                  <a:pt x="215" y="387"/>
                </a:lnTo>
                <a:lnTo>
                  <a:pt x="214" y="386"/>
                </a:lnTo>
                <a:lnTo>
                  <a:pt x="213" y="386"/>
                </a:lnTo>
                <a:lnTo>
                  <a:pt x="212" y="385"/>
                </a:lnTo>
                <a:lnTo>
                  <a:pt x="211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1" y="377"/>
                </a:lnTo>
                <a:lnTo>
                  <a:pt x="212" y="377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8" y="376"/>
                </a:lnTo>
                <a:lnTo>
                  <a:pt x="208" y="377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80"/>
                </a:lnTo>
                <a:lnTo>
                  <a:pt x="205" y="381"/>
                </a:lnTo>
                <a:lnTo>
                  <a:pt x="204" y="382"/>
                </a:lnTo>
                <a:lnTo>
                  <a:pt x="204" y="383"/>
                </a:lnTo>
                <a:lnTo>
                  <a:pt x="203" y="384"/>
                </a:lnTo>
                <a:lnTo>
                  <a:pt x="202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7"/>
                </a:lnTo>
                <a:lnTo>
                  <a:pt x="198" y="388"/>
                </a:lnTo>
                <a:lnTo>
                  <a:pt x="200" y="390"/>
                </a:lnTo>
                <a:lnTo>
                  <a:pt x="200" y="391"/>
                </a:lnTo>
                <a:lnTo>
                  <a:pt x="199" y="391"/>
                </a:lnTo>
                <a:lnTo>
                  <a:pt x="198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5"/>
                </a:lnTo>
                <a:lnTo>
                  <a:pt x="198" y="396"/>
                </a:lnTo>
                <a:lnTo>
                  <a:pt x="198" y="397"/>
                </a:lnTo>
                <a:lnTo>
                  <a:pt x="196" y="397"/>
                </a:lnTo>
                <a:lnTo>
                  <a:pt x="192" y="396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4"/>
                </a:lnTo>
                <a:lnTo>
                  <a:pt x="186" y="393"/>
                </a:lnTo>
                <a:lnTo>
                  <a:pt x="185" y="394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8"/>
                </a:lnTo>
                <a:lnTo>
                  <a:pt x="183" y="398"/>
                </a:lnTo>
                <a:lnTo>
                  <a:pt x="184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4" y="400"/>
                </a:lnTo>
                <a:lnTo>
                  <a:pt x="185" y="401"/>
                </a:lnTo>
                <a:lnTo>
                  <a:pt x="186" y="402"/>
                </a:lnTo>
                <a:lnTo>
                  <a:pt x="187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0" y="401"/>
                </a:lnTo>
                <a:lnTo>
                  <a:pt x="192" y="401"/>
                </a:lnTo>
                <a:lnTo>
                  <a:pt x="193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200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7"/>
                </a:lnTo>
                <a:lnTo>
                  <a:pt x="198" y="406"/>
                </a:lnTo>
                <a:lnTo>
                  <a:pt x="199" y="406"/>
                </a:lnTo>
                <a:lnTo>
                  <a:pt x="201" y="406"/>
                </a:lnTo>
                <a:lnTo>
                  <a:pt x="202" y="405"/>
                </a:lnTo>
                <a:lnTo>
                  <a:pt x="203" y="405"/>
                </a:lnTo>
                <a:lnTo>
                  <a:pt x="203" y="406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5" y="410"/>
                </a:lnTo>
                <a:lnTo>
                  <a:pt x="206" y="411"/>
                </a:lnTo>
                <a:lnTo>
                  <a:pt x="205" y="412"/>
                </a:lnTo>
                <a:lnTo>
                  <a:pt x="205" y="413"/>
                </a:lnTo>
                <a:lnTo>
                  <a:pt x="206" y="413"/>
                </a:lnTo>
                <a:lnTo>
                  <a:pt x="206" y="414"/>
                </a:lnTo>
                <a:lnTo>
                  <a:pt x="207" y="414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3" y="415"/>
                </a:lnTo>
                <a:lnTo>
                  <a:pt x="203" y="416"/>
                </a:lnTo>
                <a:lnTo>
                  <a:pt x="203" y="417"/>
                </a:lnTo>
                <a:lnTo>
                  <a:pt x="202" y="416"/>
                </a:lnTo>
                <a:lnTo>
                  <a:pt x="201" y="416"/>
                </a:lnTo>
                <a:lnTo>
                  <a:pt x="200" y="417"/>
                </a:lnTo>
                <a:lnTo>
                  <a:pt x="199" y="418"/>
                </a:lnTo>
                <a:lnTo>
                  <a:pt x="198" y="418"/>
                </a:lnTo>
                <a:lnTo>
                  <a:pt x="198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2" y="425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4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1"/>
                </a:lnTo>
                <a:lnTo>
                  <a:pt x="189" y="421"/>
                </a:lnTo>
                <a:lnTo>
                  <a:pt x="189" y="422"/>
                </a:lnTo>
                <a:lnTo>
                  <a:pt x="190" y="423"/>
                </a:lnTo>
                <a:lnTo>
                  <a:pt x="191" y="424"/>
                </a:lnTo>
                <a:lnTo>
                  <a:pt x="190" y="425"/>
                </a:lnTo>
                <a:lnTo>
                  <a:pt x="190" y="424"/>
                </a:lnTo>
                <a:lnTo>
                  <a:pt x="189" y="424"/>
                </a:lnTo>
                <a:lnTo>
                  <a:pt x="189" y="423"/>
                </a:lnTo>
                <a:lnTo>
                  <a:pt x="189" y="424"/>
                </a:lnTo>
                <a:lnTo>
                  <a:pt x="188" y="424"/>
                </a:lnTo>
                <a:lnTo>
                  <a:pt x="189" y="425"/>
                </a:lnTo>
                <a:lnTo>
                  <a:pt x="190" y="425"/>
                </a:lnTo>
                <a:lnTo>
                  <a:pt x="189" y="426"/>
                </a:lnTo>
                <a:lnTo>
                  <a:pt x="189" y="427"/>
                </a:lnTo>
                <a:lnTo>
                  <a:pt x="188" y="428"/>
                </a:lnTo>
                <a:lnTo>
                  <a:pt x="188" y="429"/>
                </a:lnTo>
                <a:lnTo>
                  <a:pt x="187" y="430"/>
                </a:lnTo>
                <a:lnTo>
                  <a:pt x="186" y="430"/>
                </a:lnTo>
                <a:lnTo>
                  <a:pt x="186" y="431"/>
                </a:lnTo>
                <a:lnTo>
                  <a:pt x="185" y="432"/>
                </a:lnTo>
                <a:lnTo>
                  <a:pt x="185" y="433"/>
                </a:lnTo>
                <a:lnTo>
                  <a:pt x="185" y="435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39"/>
                </a:lnTo>
                <a:lnTo>
                  <a:pt x="179" y="440"/>
                </a:lnTo>
                <a:lnTo>
                  <a:pt x="179" y="441"/>
                </a:lnTo>
                <a:lnTo>
                  <a:pt x="178" y="442"/>
                </a:lnTo>
                <a:lnTo>
                  <a:pt x="178" y="443"/>
                </a:lnTo>
                <a:lnTo>
                  <a:pt x="178" y="442"/>
                </a:lnTo>
                <a:lnTo>
                  <a:pt x="177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6"/>
                </a:lnTo>
                <a:lnTo>
                  <a:pt x="174" y="446"/>
                </a:lnTo>
                <a:lnTo>
                  <a:pt x="174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0" y="448"/>
                </a:lnTo>
                <a:lnTo>
                  <a:pt x="172" y="447"/>
                </a:lnTo>
                <a:lnTo>
                  <a:pt x="172" y="446"/>
                </a:lnTo>
                <a:lnTo>
                  <a:pt x="173" y="446"/>
                </a:lnTo>
                <a:lnTo>
                  <a:pt x="173" y="445"/>
                </a:lnTo>
                <a:lnTo>
                  <a:pt x="173" y="444"/>
                </a:lnTo>
                <a:lnTo>
                  <a:pt x="174" y="443"/>
                </a:lnTo>
                <a:lnTo>
                  <a:pt x="175" y="443"/>
                </a:lnTo>
                <a:lnTo>
                  <a:pt x="175" y="442"/>
                </a:lnTo>
                <a:lnTo>
                  <a:pt x="174" y="443"/>
                </a:lnTo>
                <a:lnTo>
                  <a:pt x="174" y="442"/>
                </a:lnTo>
                <a:lnTo>
                  <a:pt x="173" y="443"/>
                </a:lnTo>
                <a:lnTo>
                  <a:pt x="173" y="442"/>
                </a:lnTo>
                <a:lnTo>
                  <a:pt x="174" y="442"/>
                </a:lnTo>
                <a:lnTo>
                  <a:pt x="173" y="441"/>
                </a:lnTo>
                <a:lnTo>
                  <a:pt x="172" y="440"/>
                </a:lnTo>
                <a:lnTo>
                  <a:pt x="173" y="439"/>
                </a:lnTo>
                <a:lnTo>
                  <a:pt x="173" y="438"/>
                </a:lnTo>
                <a:lnTo>
                  <a:pt x="173" y="439"/>
                </a:lnTo>
                <a:lnTo>
                  <a:pt x="172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69" y="439"/>
                </a:lnTo>
                <a:lnTo>
                  <a:pt x="168" y="439"/>
                </a:lnTo>
                <a:lnTo>
                  <a:pt x="168" y="438"/>
                </a:lnTo>
                <a:lnTo>
                  <a:pt x="167" y="438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2"/>
                </a:lnTo>
                <a:lnTo>
                  <a:pt x="167" y="443"/>
                </a:lnTo>
                <a:lnTo>
                  <a:pt x="166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8"/>
                </a:lnTo>
                <a:lnTo>
                  <a:pt x="165" y="448"/>
                </a:lnTo>
                <a:lnTo>
                  <a:pt x="165" y="449"/>
                </a:lnTo>
                <a:lnTo>
                  <a:pt x="164" y="449"/>
                </a:lnTo>
                <a:lnTo>
                  <a:pt x="163" y="450"/>
                </a:lnTo>
                <a:lnTo>
                  <a:pt x="162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8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5" y="454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8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6" y="460"/>
                </a:lnTo>
                <a:lnTo>
                  <a:pt x="146" y="461"/>
                </a:lnTo>
                <a:lnTo>
                  <a:pt x="146" y="462"/>
                </a:lnTo>
                <a:lnTo>
                  <a:pt x="147" y="462"/>
                </a:lnTo>
                <a:lnTo>
                  <a:pt x="147" y="463"/>
                </a:lnTo>
                <a:lnTo>
                  <a:pt x="146" y="463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1" y="469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49" y="470"/>
                </a:lnTo>
                <a:lnTo>
                  <a:pt x="148" y="471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2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2" y="485"/>
                </a:lnTo>
                <a:lnTo>
                  <a:pt x="133" y="485"/>
                </a:lnTo>
                <a:lnTo>
                  <a:pt x="134" y="484"/>
                </a:lnTo>
                <a:lnTo>
                  <a:pt x="135" y="483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0"/>
                </a:lnTo>
                <a:lnTo>
                  <a:pt x="127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5" y="477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4" y="475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7" y="477"/>
                </a:lnTo>
                <a:lnTo>
                  <a:pt x="116" y="477"/>
                </a:lnTo>
                <a:lnTo>
                  <a:pt x="115" y="478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4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8"/>
                </a:lnTo>
                <a:lnTo>
                  <a:pt x="102" y="446"/>
                </a:lnTo>
                <a:lnTo>
                  <a:pt x="101" y="445"/>
                </a:lnTo>
                <a:lnTo>
                  <a:pt x="101" y="443"/>
                </a:lnTo>
                <a:lnTo>
                  <a:pt x="102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99" y="441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98" y="439"/>
                </a:lnTo>
                <a:lnTo>
                  <a:pt x="98" y="438"/>
                </a:lnTo>
                <a:lnTo>
                  <a:pt x="99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7"/>
                </a:lnTo>
                <a:lnTo>
                  <a:pt x="98" y="436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8"/>
                </a:lnTo>
                <a:lnTo>
                  <a:pt x="95" y="407"/>
                </a:lnTo>
                <a:lnTo>
                  <a:pt x="95" y="406"/>
                </a:lnTo>
                <a:lnTo>
                  <a:pt x="94" y="406"/>
                </a:lnTo>
                <a:lnTo>
                  <a:pt x="95" y="406"/>
                </a:lnTo>
                <a:lnTo>
                  <a:pt x="94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1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4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4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6" y="377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80"/>
                </a:lnTo>
                <a:lnTo>
                  <a:pt x="63" y="379"/>
                </a:lnTo>
                <a:lnTo>
                  <a:pt x="62" y="379"/>
                </a:lnTo>
                <a:lnTo>
                  <a:pt x="61" y="380"/>
                </a:lnTo>
                <a:lnTo>
                  <a:pt x="60" y="379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5" y="369"/>
                </a:lnTo>
                <a:lnTo>
                  <a:pt x="54" y="369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8"/>
                </a:lnTo>
                <a:lnTo>
                  <a:pt x="41" y="359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1"/>
                </a:lnTo>
                <a:lnTo>
                  <a:pt x="35" y="360"/>
                </a:lnTo>
                <a:lnTo>
                  <a:pt x="34" y="360"/>
                </a:lnTo>
                <a:lnTo>
                  <a:pt x="35" y="359"/>
                </a:lnTo>
                <a:lnTo>
                  <a:pt x="35" y="358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7" y="355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5"/>
                </a:lnTo>
                <a:lnTo>
                  <a:pt x="15" y="295"/>
                </a:lnTo>
                <a:lnTo>
                  <a:pt x="16" y="294"/>
                </a:lnTo>
                <a:lnTo>
                  <a:pt x="15" y="294"/>
                </a:lnTo>
                <a:lnTo>
                  <a:pt x="15" y="293"/>
                </a:lnTo>
                <a:lnTo>
                  <a:pt x="15" y="292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7" y="275"/>
                </a:lnTo>
                <a:lnTo>
                  <a:pt x="17" y="274"/>
                </a:lnTo>
                <a:lnTo>
                  <a:pt x="18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0" y="246"/>
                </a:lnTo>
                <a:lnTo>
                  <a:pt x="31" y="246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8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18"/>
                </a:lnTo>
                <a:lnTo>
                  <a:pt x="55" y="218"/>
                </a:lnTo>
                <a:lnTo>
                  <a:pt x="55" y="219"/>
                </a:lnTo>
                <a:lnTo>
                  <a:pt x="54" y="219"/>
                </a:lnTo>
                <a:lnTo>
                  <a:pt x="53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4" y="202"/>
                </a:lnTo>
                <a:lnTo>
                  <a:pt x="55" y="202"/>
                </a:lnTo>
                <a:lnTo>
                  <a:pt x="55" y="201"/>
                </a:lnTo>
                <a:lnTo>
                  <a:pt x="55" y="200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7" y="199"/>
                </a:lnTo>
                <a:lnTo>
                  <a:pt x="58" y="199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0" y="194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3" y="195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1"/>
                </a:lnTo>
                <a:lnTo>
                  <a:pt x="64" y="171"/>
                </a:lnTo>
                <a:lnTo>
                  <a:pt x="63" y="170"/>
                </a:lnTo>
                <a:lnTo>
                  <a:pt x="63" y="169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1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6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2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2" y="139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6" y="135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1" y="128"/>
                </a:lnTo>
                <a:lnTo>
                  <a:pt x="102" y="128"/>
                </a:lnTo>
                <a:lnTo>
                  <a:pt x="102" y="127"/>
                </a:lnTo>
                <a:lnTo>
                  <a:pt x="103" y="127"/>
                </a:lnTo>
                <a:lnTo>
                  <a:pt x="103" y="126"/>
                </a:lnTo>
                <a:lnTo>
                  <a:pt x="104" y="126"/>
                </a:lnTo>
                <a:lnTo>
                  <a:pt x="104" y="125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99"/>
                </a:lnTo>
                <a:lnTo>
                  <a:pt x="113" y="98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5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0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7" y="59"/>
                </a:lnTo>
                <a:lnTo>
                  <a:pt x="127" y="58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5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0" y="45"/>
                </a:lnTo>
                <a:lnTo>
                  <a:pt x="131" y="45"/>
                </a:lnTo>
                <a:lnTo>
                  <a:pt x="131" y="44"/>
                </a:lnTo>
                <a:lnTo>
                  <a:pt x="132" y="43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6"/>
                </a:lnTo>
                <a:lnTo>
                  <a:pt x="135" y="45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0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49" y="35"/>
                </a:lnTo>
                <a:lnTo>
                  <a:pt x="150" y="35"/>
                </a:lnTo>
                <a:lnTo>
                  <a:pt x="150" y="34"/>
                </a:lnTo>
                <a:lnTo>
                  <a:pt x="150" y="33"/>
                </a:lnTo>
                <a:lnTo>
                  <a:pt x="151" y="33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5" y="37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49"/>
                </a:lnTo>
                <a:lnTo>
                  <a:pt x="166" y="50"/>
                </a:lnTo>
                <a:lnTo>
                  <a:pt x="166" y="49"/>
                </a:lnTo>
                <a:lnTo>
                  <a:pt x="167" y="49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39"/>
                </a:lnTo>
                <a:lnTo>
                  <a:pt x="179" y="39"/>
                </a:lnTo>
                <a:lnTo>
                  <a:pt x="180" y="39"/>
                </a:lnTo>
                <a:lnTo>
                  <a:pt x="180" y="38"/>
                </a:lnTo>
                <a:lnTo>
                  <a:pt x="181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1" y="35"/>
                </a:lnTo>
                <a:lnTo>
                  <a:pt x="192" y="35"/>
                </a:lnTo>
                <a:lnTo>
                  <a:pt x="192" y="34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0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3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2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7" y="15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4"/>
                </a:lnTo>
                <a:lnTo>
                  <a:pt x="228" y="4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695160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3"/>
                </a:move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697608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675504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3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3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0" y="13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6" y="24"/>
                </a:lnTo>
                <a:lnTo>
                  <a:pt x="295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5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4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3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8" y="76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3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0" y="129"/>
                </a:lnTo>
                <a:lnTo>
                  <a:pt x="431" y="130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6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2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9" y="172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7" y="184"/>
                </a:lnTo>
                <a:lnTo>
                  <a:pt x="436" y="184"/>
                </a:lnTo>
                <a:lnTo>
                  <a:pt x="435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7" y="208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1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2" y="218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7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2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1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9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5"/>
                </a:lnTo>
                <a:lnTo>
                  <a:pt x="342" y="225"/>
                </a:lnTo>
                <a:lnTo>
                  <a:pt x="342" y="226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4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9" y="247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20" y="250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8" y="251"/>
                </a:lnTo>
                <a:lnTo>
                  <a:pt x="317" y="251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6" y="248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2" y="257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20" y="268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5" y="288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2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8" y="296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5" y="300"/>
                </a:lnTo>
                <a:lnTo>
                  <a:pt x="314" y="300"/>
                </a:lnTo>
                <a:lnTo>
                  <a:pt x="314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6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7" y="317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2" y="318"/>
                </a:lnTo>
                <a:lnTo>
                  <a:pt x="281" y="318"/>
                </a:lnTo>
                <a:lnTo>
                  <a:pt x="281" y="319"/>
                </a:lnTo>
                <a:lnTo>
                  <a:pt x="280" y="319"/>
                </a:lnTo>
                <a:lnTo>
                  <a:pt x="280" y="320"/>
                </a:lnTo>
                <a:lnTo>
                  <a:pt x="279" y="320"/>
                </a:lnTo>
                <a:lnTo>
                  <a:pt x="278" y="320"/>
                </a:lnTo>
                <a:lnTo>
                  <a:pt x="279" y="321"/>
                </a:lnTo>
                <a:lnTo>
                  <a:pt x="278" y="321"/>
                </a:lnTo>
                <a:lnTo>
                  <a:pt x="278" y="322"/>
                </a:lnTo>
                <a:lnTo>
                  <a:pt x="277" y="323"/>
                </a:lnTo>
                <a:lnTo>
                  <a:pt x="276" y="323"/>
                </a:lnTo>
                <a:lnTo>
                  <a:pt x="276" y="324"/>
                </a:lnTo>
                <a:lnTo>
                  <a:pt x="275" y="324"/>
                </a:lnTo>
                <a:lnTo>
                  <a:pt x="276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1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70" y="351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1" y="353"/>
                </a:lnTo>
                <a:lnTo>
                  <a:pt x="270" y="354"/>
                </a:lnTo>
                <a:lnTo>
                  <a:pt x="270" y="355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5" y="378"/>
                </a:lnTo>
                <a:lnTo>
                  <a:pt x="275" y="379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7" y="376"/>
                </a:lnTo>
                <a:lnTo>
                  <a:pt x="266" y="376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60" y="385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4" y="407"/>
                </a:lnTo>
                <a:lnTo>
                  <a:pt x="263" y="407"/>
                </a:lnTo>
                <a:lnTo>
                  <a:pt x="262" y="408"/>
                </a:lnTo>
                <a:lnTo>
                  <a:pt x="261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4" y="417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4"/>
                </a:lnTo>
                <a:lnTo>
                  <a:pt x="248" y="425"/>
                </a:lnTo>
                <a:lnTo>
                  <a:pt x="247" y="425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6" y="442"/>
                </a:lnTo>
                <a:lnTo>
                  <a:pt x="236" y="443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5" y="442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6" y="456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7"/>
                </a:lnTo>
                <a:lnTo>
                  <a:pt x="222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4" y="496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9"/>
                </a:lnTo>
                <a:lnTo>
                  <a:pt x="206" y="499"/>
                </a:lnTo>
                <a:lnTo>
                  <a:pt x="206" y="500"/>
                </a:lnTo>
                <a:lnTo>
                  <a:pt x="207" y="500"/>
                </a:lnTo>
                <a:lnTo>
                  <a:pt x="207" y="502"/>
                </a:lnTo>
                <a:lnTo>
                  <a:pt x="206" y="503"/>
                </a:lnTo>
                <a:lnTo>
                  <a:pt x="207" y="503"/>
                </a:lnTo>
                <a:lnTo>
                  <a:pt x="207" y="504"/>
                </a:lnTo>
                <a:lnTo>
                  <a:pt x="206" y="504"/>
                </a:lnTo>
                <a:lnTo>
                  <a:pt x="206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10" y="508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10" y="518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3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0"/>
                </a:lnTo>
                <a:lnTo>
                  <a:pt x="204" y="530"/>
                </a:lnTo>
                <a:lnTo>
                  <a:pt x="203" y="530"/>
                </a:lnTo>
                <a:lnTo>
                  <a:pt x="203" y="531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2" y="535"/>
                </a:lnTo>
                <a:lnTo>
                  <a:pt x="201" y="535"/>
                </a:lnTo>
                <a:lnTo>
                  <a:pt x="200" y="535"/>
                </a:lnTo>
                <a:lnTo>
                  <a:pt x="201" y="535"/>
                </a:lnTo>
                <a:lnTo>
                  <a:pt x="200" y="536"/>
                </a:lnTo>
                <a:lnTo>
                  <a:pt x="200" y="537"/>
                </a:lnTo>
                <a:lnTo>
                  <a:pt x="201" y="537"/>
                </a:lnTo>
                <a:lnTo>
                  <a:pt x="200" y="538"/>
                </a:lnTo>
                <a:lnTo>
                  <a:pt x="200" y="537"/>
                </a:lnTo>
                <a:lnTo>
                  <a:pt x="199" y="538"/>
                </a:lnTo>
                <a:lnTo>
                  <a:pt x="200" y="538"/>
                </a:lnTo>
                <a:lnTo>
                  <a:pt x="200" y="539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7"/>
                </a:lnTo>
                <a:lnTo>
                  <a:pt x="197" y="548"/>
                </a:lnTo>
                <a:lnTo>
                  <a:pt x="198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1" y="560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1" y="564"/>
                </a:lnTo>
                <a:lnTo>
                  <a:pt x="200" y="565"/>
                </a:lnTo>
                <a:lnTo>
                  <a:pt x="199" y="566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8" y="567"/>
                </a:lnTo>
                <a:lnTo>
                  <a:pt x="197" y="567"/>
                </a:lnTo>
                <a:lnTo>
                  <a:pt x="196" y="568"/>
                </a:lnTo>
                <a:lnTo>
                  <a:pt x="196" y="567"/>
                </a:lnTo>
                <a:lnTo>
                  <a:pt x="195" y="567"/>
                </a:lnTo>
                <a:lnTo>
                  <a:pt x="194" y="568"/>
                </a:lnTo>
                <a:lnTo>
                  <a:pt x="193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5"/>
                </a:lnTo>
                <a:lnTo>
                  <a:pt x="191" y="564"/>
                </a:lnTo>
                <a:lnTo>
                  <a:pt x="191" y="563"/>
                </a:lnTo>
                <a:lnTo>
                  <a:pt x="190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4" y="560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6" y="550"/>
                </a:lnTo>
                <a:lnTo>
                  <a:pt x="175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5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3"/>
                </a:lnTo>
                <a:lnTo>
                  <a:pt x="165" y="544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6"/>
                </a:lnTo>
                <a:lnTo>
                  <a:pt x="154" y="546"/>
                </a:lnTo>
                <a:lnTo>
                  <a:pt x="154" y="547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9"/>
                </a:lnTo>
                <a:lnTo>
                  <a:pt x="149" y="549"/>
                </a:lnTo>
                <a:lnTo>
                  <a:pt x="148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3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5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3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4"/>
                </a:lnTo>
                <a:lnTo>
                  <a:pt x="132" y="555"/>
                </a:lnTo>
                <a:lnTo>
                  <a:pt x="131" y="555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5"/>
                </a:lnTo>
                <a:lnTo>
                  <a:pt x="126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1" y="561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2"/>
                </a:lnTo>
                <a:lnTo>
                  <a:pt x="114" y="562"/>
                </a:lnTo>
                <a:lnTo>
                  <a:pt x="114" y="563"/>
                </a:lnTo>
                <a:lnTo>
                  <a:pt x="113" y="563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5" y="565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9" y="564"/>
                </a:lnTo>
                <a:lnTo>
                  <a:pt x="98" y="564"/>
                </a:lnTo>
                <a:lnTo>
                  <a:pt x="97" y="564"/>
                </a:lnTo>
                <a:lnTo>
                  <a:pt x="97" y="565"/>
                </a:lnTo>
                <a:lnTo>
                  <a:pt x="96" y="565"/>
                </a:lnTo>
                <a:lnTo>
                  <a:pt x="96" y="564"/>
                </a:lnTo>
                <a:lnTo>
                  <a:pt x="95" y="565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3" y="568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8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2" y="569"/>
                </a:lnTo>
                <a:lnTo>
                  <a:pt x="82" y="570"/>
                </a:lnTo>
                <a:lnTo>
                  <a:pt x="82" y="571"/>
                </a:lnTo>
                <a:lnTo>
                  <a:pt x="81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0" y="563"/>
                </a:lnTo>
                <a:lnTo>
                  <a:pt x="69" y="564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4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8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6"/>
                </a:lnTo>
                <a:lnTo>
                  <a:pt x="56" y="555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7" y="553"/>
                </a:lnTo>
                <a:lnTo>
                  <a:pt x="58" y="553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2" y="552"/>
                </a:lnTo>
                <a:lnTo>
                  <a:pt x="63" y="552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6" y="548"/>
                </a:lnTo>
                <a:lnTo>
                  <a:pt x="67" y="548"/>
                </a:lnTo>
                <a:lnTo>
                  <a:pt x="68" y="548"/>
                </a:lnTo>
                <a:lnTo>
                  <a:pt x="68" y="547"/>
                </a:lnTo>
                <a:lnTo>
                  <a:pt x="69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1"/>
                </a:lnTo>
                <a:lnTo>
                  <a:pt x="70" y="540"/>
                </a:lnTo>
                <a:lnTo>
                  <a:pt x="71" y="540"/>
                </a:lnTo>
                <a:lnTo>
                  <a:pt x="71" y="539"/>
                </a:lnTo>
                <a:lnTo>
                  <a:pt x="71" y="538"/>
                </a:lnTo>
                <a:lnTo>
                  <a:pt x="72" y="537"/>
                </a:lnTo>
                <a:lnTo>
                  <a:pt x="72" y="536"/>
                </a:lnTo>
                <a:lnTo>
                  <a:pt x="73" y="536"/>
                </a:lnTo>
                <a:lnTo>
                  <a:pt x="73" y="535"/>
                </a:lnTo>
                <a:lnTo>
                  <a:pt x="74" y="535"/>
                </a:lnTo>
                <a:lnTo>
                  <a:pt x="75" y="534"/>
                </a:lnTo>
                <a:lnTo>
                  <a:pt x="76" y="533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5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8" y="525"/>
                </a:lnTo>
                <a:lnTo>
                  <a:pt x="77" y="525"/>
                </a:lnTo>
                <a:lnTo>
                  <a:pt x="77" y="524"/>
                </a:lnTo>
                <a:lnTo>
                  <a:pt x="78" y="523"/>
                </a:lnTo>
                <a:lnTo>
                  <a:pt x="78" y="524"/>
                </a:lnTo>
                <a:lnTo>
                  <a:pt x="79" y="524"/>
                </a:lnTo>
                <a:lnTo>
                  <a:pt x="79" y="523"/>
                </a:lnTo>
                <a:lnTo>
                  <a:pt x="80" y="523"/>
                </a:lnTo>
                <a:lnTo>
                  <a:pt x="81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5" y="521"/>
                </a:lnTo>
                <a:lnTo>
                  <a:pt x="85" y="520"/>
                </a:lnTo>
                <a:lnTo>
                  <a:pt x="86" y="520"/>
                </a:lnTo>
                <a:lnTo>
                  <a:pt x="85" y="520"/>
                </a:lnTo>
                <a:lnTo>
                  <a:pt x="85" y="519"/>
                </a:lnTo>
                <a:lnTo>
                  <a:pt x="86" y="519"/>
                </a:lnTo>
                <a:lnTo>
                  <a:pt x="86" y="518"/>
                </a:lnTo>
                <a:lnTo>
                  <a:pt x="87" y="519"/>
                </a:lnTo>
                <a:lnTo>
                  <a:pt x="87" y="518"/>
                </a:lnTo>
                <a:lnTo>
                  <a:pt x="88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9" y="514"/>
                </a:lnTo>
                <a:lnTo>
                  <a:pt x="89" y="513"/>
                </a:lnTo>
                <a:lnTo>
                  <a:pt x="90" y="513"/>
                </a:lnTo>
                <a:lnTo>
                  <a:pt x="91" y="513"/>
                </a:lnTo>
                <a:lnTo>
                  <a:pt x="92" y="512"/>
                </a:lnTo>
                <a:lnTo>
                  <a:pt x="92" y="513"/>
                </a:lnTo>
                <a:lnTo>
                  <a:pt x="93" y="513"/>
                </a:lnTo>
                <a:lnTo>
                  <a:pt x="94" y="512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8" y="513"/>
                </a:lnTo>
                <a:lnTo>
                  <a:pt x="99" y="513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0" y="511"/>
                </a:lnTo>
                <a:lnTo>
                  <a:pt x="100" y="510"/>
                </a:lnTo>
                <a:lnTo>
                  <a:pt x="101" y="510"/>
                </a:lnTo>
                <a:lnTo>
                  <a:pt x="102" y="510"/>
                </a:lnTo>
                <a:lnTo>
                  <a:pt x="103" y="509"/>
                </a:lnTo>
                <a:lnTo>
                  <a:pt x="103" y="510"/>
                </a:lnTo>
                <a:lnTo>
                  <a:pt x="104" y="509"/>
                </a:lnTo>
                <a:lnTo>
                  <a:pt x="105" y="509"/>
                </a:lnTo>
                <a:lnTo>
                  <a:pt x="105" y="508"/>
                </a:lnTo>
                <a:lnTo>
                  <a:pt x="106" y="508"/>
                </a:lnTo>
                <a:lnTo>
                  <a:pt x="106" y="507"/>
                </a:lnTo>
                <a:lnTo>
                  <a:pt x="105" y="506"/>
                </a:lnTo>
                <a:lnTo>
                  <a:pt x="106" y="505"/>
                </a:lnTo>
                <a:lnTo>
                  <a:pt x="105" y="505"/>
                </a:lnTo>
                <a:lnTo>
                  <a:pt x="104" y="504"/>
                </a:lnTo>
                <a:lnTo>
                  <a:pt x="103" y="504"/>
                </a:lnTo>
                <a:lnTo>
                  <a:pt x="102" y="504"/>
                </a:lnTo>
                <a:lnTo>
                  <a:pt x="101" y="503"/>
                </a:lnTo>
                <a:lnTo>
                  <a:pt x="101" y="502"/>
                </a:lnTo>
                <a:lnTo>
                  <a:pt x="101" y="501"/>
                </a:lnTo>
                <a:lnTo>
                  <a:pt x="100" y="501"/>
                </a:lnTo>
                <a:lnTo>
                  <a:pt x="101" y="501"/>
                </a:lnTo>
                <a:lnTo>
                  <a:pt x="102" y="501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3" y="498"/>
                </a:lnTo>
                <a:lnTo>
                  <a:pt x="104" y="497"/>
                </a:lnTo>
                <a:lnTo>
                  <a:pt x="105" y="497"/>
                </a:lnTo>
                <a:lnTo>
                  <a:pt x="105" y="498"/>
                </a:lnTo>
                <a:lnTo>
                  <a:pt x="106" y="498"/>
                </a:lnTo>
                <a:lnTo>
                  <a:pt x="106" y="497"/>
                </a:lnTo>
                <a:lnTo>
                  <a:pt x="107" y="497"/>
                </a:lnTo>
                <a:lnTo>
                  <a:pt x="106" y="497"/>
                </a:lnTo>
                <a:lnTo>
                  <a:pt x="106" y="496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4"/>
                </a:lnTo>
                <a:lnTo>
                  <a:pt x="106" y="493"/>
                </a:lnTo>
                <a:lnTo>
                  <a:pt x="106" y="492"/>
                </a:lnTo>
                <a:lnTo>
                  <a:pt x="105" y="491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5" y="491"/>
                </a:lnTo>
                <a:lnTo>
                  <a:pt x="105" y="490"/>
                </a:lnTo>
                <a:lnTo>
                  <a:pt x="104" y="490"/>
                </a:lnTo>
                <a:lnTo>
                  <a:pt x="104" y="489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2" y="488"/>
                </a:lnTo>
                <a:lnTo>
                  <a:pt x="101" y="488"/>
                </a:lnTo>
                <a:lnTo>
                  <a:pt x="100" y="489"/>
                </a:lnTo>
                <a:lnTo>
                  <a:pt x="100" y="488"/>
                </a:lnTo>
                <a:lnTo>
                  <a:pt x="99" y="487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5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2" y="480"/>
                </a:lnTo>
                <a:lnTo>
                  <a:pt x="91" y="481"/>
                </a:lnTo>
                <a:lnTo>
                  <a:pt x="92" y="481"/>
                </a:lnTo>
                <a:lnTo>
                  <a:pt x="91" y="482"/>
                </a:lnTo>
                <a:lnTo>
                  <a:pt x="91" y="481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80"/>
                </a:lnTo>
                <a:lnTo>
                  <a:pt x="90" y="479"/>
                </a:lnTo>
                <a:lnTo>
                  <a:pt x="89" y="479"/>
                </a:lnTo>
                <a:lnTo>
                  <a:pt x="89" y="478"/>
                </a:lnTo>
                <a:lnTo>
                  <a:pt x="88" y="478"/>
                </a:lnTo>
                <a:lnTo>
                  <a:pt x="87" y="478"/>
                </a:lnTo>
                <a:lnTo>
                  <a:pt x="86" y="479"/>
                </a:lnTo>
                <a:lnTo>
                  <a:pt x="85" y="480"/>
                </a:lnTo>
                <a:lnTo>
                  <a:pt x="85" y="481"/>
                </a:lnTo>
                <a:lnTo>
                  <a:pt x="85" y="482"/>
                </a:lnTo>
                <a:lnTo>
                  <a:pt x="84" y="482"/>
                </a:lnTo>
                <a:lnTo>
                  <a:pt x="83" y="482"/>
                </a:lnTo>
                <a:lnTo>
                  <a:pt x="83" y="483"/>
                </a:lnTo>
                <a:lnTo>
                  <a:pt x="82" y="483"/>
                </a:lnTo>
                <a:lnTo>
                  <a:pt x="82" y="482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1"/>
                </a:lnTo>
                <a:lnTo>
                  <a:pt x="79" y="482"/>
                </a:lnTo>
                <a:lnTo>
                  <a:pt x="79" y="483"/>
                </a:lnTo>
                <a:lnTo>
                  <a:pt x="78" y="484"/>
                </a:lnTo>
                <a:lnTo>
                  <a:pt x="78" y="485"/>
                </a:lnTo>
                <a:lnTo>
                  <a:pt x="78" y="486"/>
                </a:lnTo>
                <a:lnTo>
                  <a:pt x="77" y="486"/>
                </a:lnTo>
                <a:lnTo>
                  <a:pt x="76" y="486"/>
                </a:lnTo>
                <a:lnTo>
                  <a:pt x="76" y="487"/>
                </a:lnTo>
                <a:lnTo>
                  <a:pt x="75" y="487"/>
                </a:lnTo>
                <a:lnTo>
                  <a:pt x="74" y="488"/>
                </a:lnTo>
                <a:lnTo>
                  <a:pt x="73" y="488"/>
                </a:lnTo>
                <a:lnTo>
                  <a:pt x="73" y="487"/>
                </a:lnTo>
                <a:lnTo>
                  <a:pt x="71" y="487"/>
                </a:lnTo>
                <a:lnTo>
                  <a:pt x="70" y="487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7" y="489"/>
                </a:lnTo>
                <a:lnTo>
                  <a:pt x="68" y="489"/>
                </a:lnTo>
                <a:lnTo>
                  <a:pt x="67" y="490"/>
                </a:lnTo>
                <a:lnTo>
                  <a:pt x="67" y="489"/>
                </a:lnTo>
                <a:lnTo>
                  <a:pt x="66" y="490"/>
                </a:lnTo>
                <a:lnTo>
                  <a:pt x="66" y="491"/>
                </a:lnTo>
                <a:lnTo>
                  <a:pt x="67" y="491"/>
                </a:lnTo>
                <a:lnTo>
                  <a:pt x="66" y="491"/>
                </a:lnTo>
                <a:lnTo>
                  <a:pt x="65" y="490"/>
                </a:lnTo>
                <a:lnTo>
                  <a:pt x="64" y="490"/>
                </a:lnTo>
                <a:lnTo>
                  <a:pt x="63" y="490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90"/>
                </a:lnTo>
                <a:lnTo>
                  <a:pt x="50" y="490"/>
                </a:lnTo>
                <a:lnTo>
                  <a:pt x="49" y="490"/>
                </a:lnTo>
                <a:lnTo>
                  <a:pt x="48" y="491"/>
                </a:lnTo>
                <a:lnTo>
                  <a:pt x="47" y="492"/>
                </a:lnTo>
                <a:lnTo>
                  <a:pt x="47" y="493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3" y="494"/>
                </a:lnTo>
                <a:lnTo>
                  <a:pt x="43" y="495"/>
                </a:lnTo>
                <a:lnTo>
                  <a:pt x="42" y="495"/>
                </a:lnTo>
                <a:lnTo>
                  <a:pt x="42" y="494"/>
                </a:lnTo>
                <a:lnTo>
                  <a:pt x="42" y="493"/>
                </a:lnTo>
                <a:lnTo>
                  <a:pt x="41" y="493"/>
                </a:lnTo>
                <a:lnTo>
                  <a:pt x="41" y="492"/>
                </a:lnTo>
                <a:lnTo>
                  <a:pt x="42" y="491"/>
                </a:lnTo>
                <a:lnTo>
                  <a:pt x="42" y="490"/>
                </a:lnTo>
                <a:lnTo>
                  <a:pt x="41" y="490"/>
                </a:lnTo>
                <a:lnTo>
                  <a:pt x="42" y="489"/>
                </a:lnTo>
                <a:lnTo>
                  <a:pt x="43" y="489"/>
                </a:lnTo>
                <a:lnTo>
                  <a:pt x="44" y="489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2" y="486"/>
                </a:lnTo>
                <a:lnTo>
                  <a:pt x="43" y="485"/>
                </a:lnTo>
                <a:lnTo>
                  <a:pt x="43" y="484"/>
                </a:lnTo>
                <a:lnTo>
                  <a:pt x="42" y="484"/>
                </a:lnTo>
                <a:lnTo>
                  <a:pt x="43" y="483"/>
                </a:lnTo>
                <a:lnTo>
                  <a:pt x="42" y="483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0"/>
                </a:lnTo>
                <a:lnTo>
                  <a:pt x="42" y="481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40" y="476"/>
                </a:lnTo>
                <a:lnTo>
                  <a:pt x="40" y="475"/>
                </a:lnTo>
                <a:lnTo>
                  <a:pt x="39" y="475"/>
                </a:lnTo>
                <a:lnTo>
                  <a:pt x="38" y="475"/>
                </a:lnTo>
                <a:lnTo>
                  <a:pt x="37" y="475"/>
                </a:lnTo>
                <a:lnTo>
                  <a:pt x="36" y="474"/>
                </a:lnTo>
                <a:lnTo>
                  <a:pt x="36" y="475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2"/>
                </a:lnTo>
                <a:lnTo>
                  <a:pt x="36" y="471"/>
                </a:lnTo>
                <a:lnTo>
                  <a:pt x="35" y="471"/>
                </a:lnTo>
                <a:lnTo>
                  <a:pt x="35" y="469"/>
                </a:lnTo>
                <a:lnTo>
                  <a:pt x="35" y="468"/>
                </a:lnTo>
                <a:lnTo>
                  <a:pt x="36" y="467"/>
                </a:lnTo>
                <a:lnTo>
                  <a:pt x="36" y="466"/>
                </a:lnTo>
                <a:lnTo>
                  <a:pt x="37" y="467"/>
                </a:lnTo>
                <a:lnTo>
                  <a:pt x="38" y="467"/>
                </a:lnTo>
                <a:lnTo>
                  <a:pt x="38" y="466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9" y="463"/>
                </a:lnTo>
                <a:lnTo>
                  <a:pt x="38" y="463"/>
                </a:lnTo>
                <a:lnTo>
                  <a:pt x="37" y="462"/>
                </a:lnTo>
                <a:lnTo>
                  <a:pt x="37" y="461"/>
                </a:lnTo>
                <a:lnTo>
                  <a:pt x="38" y="460"/>
                </a:lnTo>
                <a:lnTo>
                  <a:pt x="38" y="459"/>
                </a:lnTo>
                <a:lnTo>
                  <a:pt x="37" y="459"/>
                </a:lnTo>
                <a:lnTo>
                  <a:pt x="36" y="459"/>
                </a:lnTo>
                <a:lnTo>
                  <a:pt x="36" y="458"/>
                </a:lnTo>
                <a:lnTo>
                  <a:pt x="35" y="457"/>
                </a:lnTo>
                <a:lnTo>
                  <a:pt x="35" y="456"/>
                </a:lnTo>
                <a:lnTo>
                  <a:pt x="34" y="454"/>
                </a:lnTo>
                <a:lnTo>
                  <a:pt x="34" y="453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1" y="447"/>
                </a:lnTo>
                <a:lnTo>
                  <a:pt x="31" y="446"/>
                </a:lnTo>
                <a:lnTo>
                  <a:pt x="32" y="446"/>
                </a:lnTo>
                <a:lnTo>
                  <a:pt x="32" y="445"/>
                </a:lnTo>
                <a:lnTo>
                  <a:pt x="33" y="444"/>
                </a:lnTo>
                <a:lnTo>
                  <a:pt x="34" y="443"/>
                </a:lnTo>
                <a:lnTo>
                  <a:pt x="35" y="442"/>
                </a:lnTo>
                <a:lnTo>
                  <a:pt x="36" y="441"/>
                </a:lnTo>
                <a:lnTo>
                  <a:pt x="35" y="441"/>
                </a:lnTo>
                <a:lnTo>
                  <a:pt x="35" y="440"/>
                </a:lnTo>
                <a:lnTo>
                  <a:pt x="36" y="440"/>
                </a:lnTo>
                <a:lnTo>
                  <a:pt x="36" y="439"/>
                </a:lnTo>
                <a:lnTo>
                  <a:pt x="36" y="438"/>
                </a:lnTo>
                <a:lnTo>
                  <a:pt x="37" y="437"/>
                </a:lnTo>
                <a:lnTo>
                  <a:pt x="37" y="436"/>
                </a:lnTo>
                <a:lnTo>
                  <a:pt x="36" y="436"/>
                </a:lnTo>
                <a:lnTo>
                  <a:pt x="36" y="435"/>
                </a:lnTo>
                <a:lnTo>
                  <a:pt x="37" y="435"/>
                </a:lnTo>
                <a:lnTo>
                  <a:pt x="38" y="433"/>
                </a:lnTo>
                <a:lnTo>
                  <a:pt x="40" y="432"/>
                </a:lnTo>
                <a:lnTo>
                  <a:pt x="40" y="431"/>
                </a:lnTo>
                <a:lnTo>
                  <a:pt x="40" y="430"/>
                </a:lnTo>
                <a:lnTo>
                  <a:pt x="41" y="430"/>
                </a:lnTo>
                <a:lnTo>
                  <a:pt x="42" y="429"/>
                </a:lnTo>
                <a:lnTo>
                  <a:pt x="41" y="428"/>
                </a:lnTo>
                <a:lnTo>
                  <a:pt x="41" y="427"/>
                </a:lnTo>
                <a:lnTo>
                  <a:pt x="41" y="426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1" y="423"/>
                </a:lnTo>
                <a:lnTo>
                  <a:pt x="41" y="422"/>
                </a:lnTo>
                <a:lnTo>
                  <a:pt x="41" y="421"/>
                </a:lnTo>
                <a:lnTo>
                  <a:pt x="42" y="420"/>
                </a:lnTo>
                <a:lnTo>
                  <a:pt x="42" y="419"/>
                </a:lnTo>
                <a:lnTo>
                  <a:pt x="41" y="419"/>
                </a:lnTo>
                <a:lnTo>
                  <a:pt x="40" y="418"/>
                </a:lnTo>
                <a:lnTo>
                  <a:pt x="40" y="417"/>
                </a:lnTo>
                <a:lnTo>
                  <a:pt x="41" y="416"/>
                </a:lnTo>
                <a:lnTo>
                  <a:pt x="41" y="415"/>
                </a:lnTo>
                <a:lnTo>
                  <a:pt x="42" y="415"/>
                </a:lnTo>
                <a:lnTo>
                  <a:pt x="42" y="414"/>
                </a:lnTo>
                <a:lnTo>
                  <a:pt x="43" y="413"/>
                </a:lnTo>
                <a:lnTo>
                  <a:pt x="42" y="413"/>
                </a:lnTo>
                <a:lnTo>
                  <a:pt x="43" y="412"/>
                </a:lnTo>
                <a:lnTo>
                  <a:pt x="43" y="411"/>
                </a:lnTo>
                <a:lnTo>
                  <a:pt x="43" y="410"/>
                </a:lnTo>
                <a:lnTo>
                  <a:pt x="44" y="410"/>
                </a:lnTo>
                <a:lnTo>
                  <a:pt x="45" y="410"/>
                </a:lnTo>
                <a:lnTo>
                  <a:pt x="46" y="411"/>
                </a:lnTo>
                <a:lnTo>
                  <a:pt x="47" y="411"/>
                </a:lnTo>
                <a:lnTo>
                  <a:pt x="49" y="411"/>
                </a:lnTo>
                <a:lnTo>
                  <a:pt x="50" y="411"/>
                </a:lnTo>
                <a:lnTo>
                  <a:pt x="50" y="410"/>
                </a:lnTo>
                <a:lnTo>
                  <a:pt x="50" y="409"/>
                </a:lnTo>
                <a:lnTo>
                  <a:pt x="49" y="409"/>
                </a:lnTo>
                <a:lnTo>
                  <a:pt x="49" y="408"/>
                </a:lnTo>
                <a:lnTo>
                  <a:pt x="50" y="408"/>
                </a:lnTo>
                <a:lnTo>
                  <a:pt x="51" y="407"/>
                </a:lnTo>
                <a:lnTo>
                  <a:pt x="52" y="407"/>
                </a:lnTo>
                <a:lnTo>
                  <a:pt x="53" y="407"/>
                </a:lnTo>
                <a:lnTo>
                  <a:pt x="54" y="406"/>
                </a:lnTo>
                <a:lnTo>
                  <a:pt x="55" y="406"/>
                </a:lnTo>
                <a:lnTo>
                  <a:pt x="56" y="406"/>
                </a:lnTo>
                <a:lnTo>
                  <a:pt x="57" y="405"/>
                </a:lnTo>
                <a:lnTo>
                  <a:pt x="58" y="405"/>
                </a:lnTo>
                <a:lnTo>
                  <a:pt x="58" y="404"/>
                </a:lnTo>
                <a:lnTo>
                  <a:pt x="59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8"/>
                </a:lnTo>
                <a:lnTo>
                  <a:pt x="57" y="398"/>
                </a:lnTo>
                <a:lnTo>
                  <a:pt x="56" y="398"/>
                </a:lnTo>
                <a:lnTo>
                  <a:pt x="56" y="397"/>
                </a:lnTo>
                <a:lnTo>
                  <a:pt x="55" y="396"/>
                </a:lnTo>
                <a:lnTo>
                  <a:pt x="54" y="397"/>
                </a:lnTo>
                <a:lnTo>
                  <a:pt x="53" y="397"/>
                </a:lnTo>
                <a:lnTo>
                  <a:pt x="53" y="398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8"/>
                </a:lnTo>
                <a:lnTo>
                  <a:pt x="50" y="398"/>
                </a:lnTo>
                <a:lnTo>
                  <a:pt x="49" y="399"/>
                </a:lnTo>
                <a:lnTo>
                  <a:pt x="48" y="399"/>
                </a:lnTo>
                <a:lnTo>
                  <a:pt x="48" y="400"/>
                </a:lnTo>
                <a:lnTo>
                  <a:pt x="47" y="400"/>
                </a:lnTo>
                <a:lnTo>
                  <a:pt x="47" y="401"/>
                </a:lnTo>
                <a:lnTo>
                  <a:pt x="46" y="401"/>
                </a:lnTo>
                <a:lnTo>
                  <a:pt x="45" y="401"/>
                </a:lnTo>
                <a:lnTo>
                  <a:pt x="45" y="402"/>
                </a:lnTo>
                <a:lnTo>
                  <a:pt x="44" y="402"/>
                </a:lnTo>
                <a:lnTo>
                  <a:pt x="44" y="401"/>
                </a:lnTo>
                <a:lnTo>
                  <a:pt x="44" y="400"/>
                </a:lnTo>
                <a:lnTo>
                  <a:pt x="43" y="400"/>
                </a:lnTo>
                <a:lnTo>
                  <a:pt x="42" y="399"/>
                </a:lnTo>
                <a:lnTo>
                  <a:pt x="42" y="400"/>
                </a:lnTo>
                <a:lnTo>
                  <a:pt x="41" y="400"/>
                </a:lnTo>
                <a:lnTo>
                  <a:pt x="40" y="400"/>
                </a:lnTo>
                <a:lnTo>
                  <a:pt x="39" y="401"/>
                </a:lnTo>
                <a:lnTo>
                  <a:pt x="38" y="401"/>
                </a:lnTo>
                <a:lnTo>
                  <a:pt x="37" y="401"/>
                </a:lnTo>
                <a:lnTo>
                  <a:pt x="37" y="402"/>
                </a:lnTo>
                <a:lnTo>
                  <a:pt x="36" y="403"/>
                </a:lnTo>
                <a:lnTo>
                  <a:pt x="35" y="403"/>
                </a:lnTo>
                <a:lnTo>
                  <a:pt x="35" y="402"/>
                </a:lnTo>
                <a:lnTo>
                  <a:pt x="34" y="402"/>
                </a:lnTo>
                <a:lnTo>
                  <a:pt x="34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6" y="398"/>
                </a:lnTo>
                <a:lnTo>
                  <a:pt x="37" y="397"/>
                </a:lnTo>
                <a:lnTo>
                  <a:pt x="37" y="395"/>
                </a:lnTo>
                <a:lnTo>
                  <a:pt x="37" y="394"/>
                </a:lnTo>
                <a:lnTo>
                  <a:pt x="38" y="393"/>
                </a:lnTo>
                <a:lnTo>
                  <a:pt x="39" y="393"/>
                </a:lnTo>
                <a:lnTo>
                  <a:pt x="40" y="392"/>
                </a:lnTo>
                <a:lnTo>
                  <a:pt x="41" y="392"/>
                </a:lnTo>
                <a:lnTo>
                  <a:pt x="42" y="391"/>
                </a:lnTo>
                <a:lnTo>
                  <a:pt x="41" y="391"/>
                </a:lnTo>
                <a:lnTo>
                  <a:pt x="41" y="390"/>
                </a:lnTo>
                <a:lnTo>
                  <a:pt x="41" y="389"/>
                </a:lnTo>
                <a:lnTo>
                  <a:pt x="41" y="388"/>
                </a:lnTo>
                <a:lnTo>
                  <a:pt x="42" y="388"/>
                </a:lnTo>
                <a:lnTo>
                  <a:pt x="42" y="387"/>
                </a:lnTo>
                <a:lnTo>
                  <a:pt x="43" y="387"/>
                </a:lnTo>
                <a:lnTo>
                  <a:pt x="43" y="386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4"/>
                </a:lnTo>
                <a:lnTo>
                  <a:pt x="44" y="384"/>
                </a:lnTo>
                <a:lnTo>
                  <a:pt x="43" y="384"/>
                </a:lnTo>
                <a:lnTo>
                  <a:pt x="43" y="383"/>
                </a:lnTo>
                <a:lnTo>
                  <a:pt x="43" y="382"/>
                </a:lnTo>
                <a:lnTo>
                  <a:pt x="43" y="381"/>
                </a:lnTo>
                <a:lnTo>
                  <a:pt x="42" y="381"/>
                </a:lnTo>
                <a:lnTo>
                  <a:pt x="42" y="380"/>
                </a:lnTo>
                <a:lnTo>
                  <a:pt x="43" y="379"/>
                </a:lnTo>
                <a:lnTo>
                  <a:pt x="43" y="378"/>
                </a:lnTo>
                <a:lnTo>
                  <a:pt x="44" y="378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7" y="377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8" y="371"/>
                </a:lnTo>
                <a:lnTo>
                  <a:pt x="48" y="370"/>
                </a:lnTo>
                <a:lnTo>
                  <a:pt x="49" y="370"/>
                </a:lnTo>
                <a:lnTo>
                  <a:pt x="48" y="369"/>
                </a:lnTo>
                <a:lnTo>
                  <a:pt x="46" y="369"/>
                </a:lnTo>
                <a:lnTo>
                  <a:pt x="46" y="368"/>
                </a:lnTo>
                <a:lnTo>
                  <a:pt x="47" y="367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8" y="363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47" y="359"/>
                </a:lnTo>
                <a:lnTo>
                  <a:pt x="46" y="360"/>
                </a:lnTo>
                <a:lnTo>
                  <a:pt x="45" y="359"/>
                </a:lnTo>
                <a:lnTo>
                  <a:pt x="44" y="359"/>
                </a:lnTo>
                <a:lnTo>
                  <a:pt x="43" y="359"/>
                </a:lnTo>
                <a:lnTo>
                  <a:pt x="42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7" y="355"/>
                </a:lnTo>
                <a:lnTo>
                  <a:pt x="37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6"/>
                </a:lnTo>
                <a:lnTo>
                  <a:pt x="32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0" y="355"/>
                </a:lnTo>
                <a:lnTo>
                  <a:pt x="30" y="354"/>
                </a:lnTo>
                <a:lnTo>
                  <a:pt x="29" y="353"/>
                </a:lnTo>
                <a:lnTo>
                  <a:pt x="29" y="351"/>
                </a:lnTo>
                <a:lnTo>
                  <a:pt x="28" y="351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7" y="346"/>
                </a:lnTo>
                <a:lnTo>
                  <a:pt x="26" y="346"/>
                </a:lnTo>
                <a:lnTo>
                  <a:pt x="26" y="345"/>
                </a:lnTo>
                <a:lnTo>
                  <a:pt x="26" y="344"/>
                </a:lnTo>
                <a:lnTo>
                  <a:pt x="26" y="342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5" y="336"/>
                </a:lnTo>
                <a:lnTo>
                  <a:pt x="25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3"/>
                </a:lnTo>
                <a:lnTo>
                  <a:pt x="28" y="331"/>
                </a:lnTo>
                <a:lnTo>
                  <a:pt x="28" y="330"/>
                </a:lnTo>
                <a:lnTo>
                  <a:pt x="30" y="330"/>
                </a:lnTo>
                <a:lnTo>
                  <a:pt x="29" y="330"/>
                </a:lnTo>
                <a:lnTo>
                  <a:pt x="29" y="329"/>
                </a:lnTo>
                <a:lnTo>
                  <a:pt x="29" y="327"/>
                </a:lnTo>
                <a:lnTo>
                  <a:pt x="30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1" y="323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2" y="320"/>
                </a:lnTo>
                <a:lnTo>
                  <a:pt x="31" y="320"/>
                </a:lnTo>
                <a:lnTo>
                  <a:pt x="30" y="320"/>
                </a:lnTo>
                <a:lnTo>
                  <a:pt x="29" y="319"/>
                </a:lnTo>
                <a:lnTo>
                  <a:pt x="29" y="318"/>
                </a:lnTo>
                <a:lnTo>
                  <a:pt x="28" y="317"/>
                </a:lnTo>
                <a:lnTo>
                  <a:pt x="27" y="317"/>
                </a:lnTo>
                <a:lnTo>
                  <a:pt x="27" y="316"/>
                </a:lnTo>
                <a:lnTo>
                  <a:pt x="27" y="315"/>
                </a:lnTo>
                <a:lnTo>
                  <a:pt x="27" y="314"/>
                </a:lnTo>
                <a:lnTo>
                  <a:pt x="26" y="314"/>
                </a:lnTo>
                <a:lnTo>
                  <a:pt x="25" y="314"/>
                </a:lnTo>
                <a:lnTo>
                  <a:pt x="25" y="313"/>
                </a:lnTo>
                <a:lnTo>
                  <a:pt x="23" y="312"/>
                </a:lnTo>
                <a:lnTo>
                  <a:pt x="22" y="311"/>
                </a:lnTo>
                <a:lnTo>
                  <a:pt x="22" y="310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0" y="306"/>
                </a:lnTo>
                <a:lnTo>
                  <a:pt x="19" y="307"/>
                </a:lnTo>
                <a:lnTo>
                  <a:pt x="18" y="306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2" y="299"/>
                </a:lnTo>
                <a:lnTo>
                  <a:pt x="22" y="298"/>
                </a:lnTo>
                <a:lnTo>
                  <a:pt x="23" y="296"/>
                </a:lnTo>
                <a:lnTo>
                  <a:pt x="24" y="294"/>
                </a:lnTo>
                <a:lnTo>
                  <a:pt x="25" y="294"/>
                </a:lnTo>
                <a:lnTo>
                  <a:pt x="25" y="293"/>
                </a:lnTo>
                <a:lnTo>
                  <a:pt x="25" y="292"/>
                </a:lnTo>
                <a:lnTo>
                  <a:pt x="25" y="291"/>
                </a:lnTo>
                <a:lnTo>
                  <a:pt x="27" y="288"/>
                </a:lnTo>
                <a:lnTo>
                  <a:pt x="27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8" y="281"/>
                </a:lnTo>
                <a:lnTo>
                  <a:pt x="28" y="280"/>
                </a:lnTo>
                <a:lnTo>
                  <a:pt x="27" y="279"/>
                </a:lnTo>
                <a:lnTo>
                  <a:pt x="28" y="279"/>
                </a:lnTo>
                <a:lnTo>
                  <a:pt x="28" y="277"/>
                </a:lnTo>
                <a:lnTo>
                  <a:pt x="27" y="277"/>
                </a:lnTo>
                <a:lnTo>
                  <a:pt x="27" y="278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4" y="278"/>
                </a:lnTo>
                <a:lnTo>
                  <a:pt x="24" y="279"/>
                </a:lnTo>
                <a:lnTo>
                  <a:pt x="23" y="279"/>
                </a:lnTo>
                <a:lnTo>
                  <a:pt x="22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3" y="281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0" y="261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3" y="253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8"/>
                </a:lnTo>
                <a:lnTo>
                  <a:pt x="14" y="237"/>
                </a:lnTo>
                <a:lnTo>
                  <a:pt x="15" y="236"/>
                </a:lnTo>
                <a:lnTo>
                  <a:pt x="16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7" y="229"/>
                </a:lnTo>
                <a:lnTo>
                  <a:pt x="17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3" y="215"/>
                </a:lnTo>
                <a:lnTo>
                  <a:pt x="24" y="216"/>
                </a:lnTo>
                <a:lnTo>
                  <a:pt x="25" y="216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7" y="212"/>
                </a:lnTo>
                <a:lnTo>
                  <a:pt x="28" y="212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29" y="213"/>
                </a:lnTo>
                <a:lnTo>
                  <a:pt x="30" y="214"/>
                </a:lnTo>
                <a:lnTo>
                  <a:pt x="31" y="214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2"/>
                </a:lnTo>
                <a:lnTo>
                  <a:pt x="34" y="211"/>
                </a:lnTo>
                <a:lnTo>
                  <a:pt x="36" y="211"/>
                </a:lnTo>
                <a:lnTo>
                  <a:pt x="36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7" y="208"/>
                </a:lnTo>
                <a:lnTo>
                  <a:pt x="37" y="209"/>
                </a:lnTo>
                <a:lnTo>
                  <a:pt x="38" y="209"/>
                </a:lnTo>
                <a:lnTo>
                  <a:pt x="39" y="209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10"/>
                </a:lnTo>
                <a:lnTo>
                  <a:pt x="42" y="210"/>
                </a:lnTo>
                <a:lnTo>
                  <a:pt x="42" y="209"/>
                </a:lnTo>
                <a:lnTo>
                  <a:pt x="42" y="208"/>
                </a:lnTo>
                <a:lnTo>
                  <a:pt x="43" y="208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2" y="205"/>
                </a:lnTo>
                <a:lnTo>
                  <a:pt x="42" y="204"/>
                </a:lnTo>
                <a:lnTo>
                  <a:pt x="41" y="204"/>
                </a:lnTo>
                <a:lnTo>
                  <a:pt x="42" y="204"/>
                </a:lnTo>
                <a:lnTo>
                  <a:pt x="42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0" y="200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9" y="197"/>
                </a:lnTo>
                <a:lnTo>
                  <a:pt x="38" y="196"/>
                </a:lnTo>
                <a:lnTo>
                  <a:pt x="39" y="196"/>
                </a:lnTo>
                <a:lnTo>
                  <a:pt x="40" y="196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6" y="195"/>
                </a:lnTo>
                <a:lnTo>
                  <a:pt x="47" y="194"/>
                </a:lnTo>
                <a:lnTo>
                  <a:pt x="48" y="194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9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1" y="178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6" y="169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50"/>
                </a:lnTo>
                <a:lnTo>
                  <a:pt x="50" y="149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0" y="143"/>
                </a:lnTo>
                <a:lnTo>
                  <a:pt x="50" y="142"/>
                </a:lnTo>
                <a:lnTo>
                  <a:pt x="51" y="141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2" y="133"/>
                </a:lnTo>
                <a:lnTo>
                  <a:pt x="52" y="132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8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0" y="126"/>
                </a:lnTo>
                <a:lnTo>
                  <a:pt x="50" y="127"/>
                </a:lnTo>
                <a:lnTo>
                  <a:pt x="49" y="127"/>
                </a:lnTo>
                <a:lnTo>
                  <a:pt x="48" y="127"/>
                </a:lnTo>
                <a:lnTo>
                  <a:pt x="48" y="128"/>
                </a:lnTo>
                <a:lnTo>
                  <a:pt x="47" y="127"/>
                </a:lnTo>
                <a:lnTo>
                  <a:pt x="46" y="128"/>
                </a:lnTo>
                <a:lnTo>
                  <a:pt x="46" y="127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8" y="116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5" y="113"/>
                </a:lnTo>
                <a:lnTo>
                  <a:pt x="35" y="112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5" y="107"/>
                </a:lnTo>
                <a:lnTo>
                  <a:pt x="34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9"/>
                </a:lnTo>
                <a:lnTo>
                  <a:pt x="38" y="98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7" y="88"/>
                </a:lnTo>
                <a:lnTo>
                  <a:pt x="58" y="88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0" y="87"/>
                </a:lnTo>
                <a:lnTo>
                  <a:pt x="61" y="87"/>
                </a:lnTo>
                <a:lnTo>
                  <a:pt x="62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3"/>
                </a:lnTo>
                <a:lnTo>
                  <a:pt x="68" y="73"/>
                </a:lnTo>
                <a:lnTo>
                  <a:pt x="68" y="74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7"/>
                </a:lnTo>
                <a:lnTo>
                  <a:pt x="72" y="78"/>
                </a:lnTo>
                <a:lnTo>
                  <a:pt x="73" y="78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6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8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8"/>
                </a:lnTo>
                <a:lnTo>
                  <a:pt x="86" y="77"/>
                </a:lnTo>
                <a:lnTo>
                  <a:pt x="87" y="77"/>
                </a:lnTo>
                <a:lnTo>
                  <a:pt x="88" y="77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6" y="72"/>
                </a:lnTo>
                <a:lnTo>
                  <a:pt x="97" y="72"/>
                </a:lnTo>
                <a:lnTo>
                  <a:pt x="97" y="71"/>
                </a:lnTo>
                <a:lnTo>
                  <a:pt x="98" y="71"/>
                </a:lnTo>
                <a:lnTo>
                  <a:pt x="99" y="71"/>
                </a:lnTo>
                <a:lnTo>
                  <a:pt x="99" y="70"/>
                </a:lnTo>
                <a:lnTo>
                  <a:pt x="100" y="70"/>
                </a:lnTo>
                <a:lnTo>
                  <a:pt x="100" y="71"/>
                </a:lnTo>
                <a:lnTo>
                  <a:pt x="101" y="71"/>
                </a:lnTo>
                <a:lnTo>
                  <a:pt x="102" y="71"/>
                </a:lnTo>
                <a:lnTo>
                  <a:pt x="103" y="71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10" y="71"/>
                </a:lnTo>
                <a:lnTo>
                  <a:pt x="111" y="71"/>
                </a:lnTo>
                <a:lnTo>
                  <a:pt x="111" y="72"/>
                </a:lnTo>
                <a:lnTo>
                  <a:pt x="112" y="72"/>
                </a:lnTo>
                <a:lnTo>
                  <a:pt x="113" y="71"/>
                </a:lnTo>
                <a:lnTo>
                  <a:pt x="114" y="70"/>
                </a:lnTo>
                <a:lnTo>
                  <a:pt x="115" y="70"/>
                </a:lnTo>
                <a:lnTo>
                  <a:pt x="116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8" y="71"/>
                </a:lnTo>
                <a:lnTo>
                  <a:pt x="119" y="71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1" y="63"/>
                </a:lnTo>
                <a:lnTo>
                  <a:pt x="122" y="63"/>
                </a:lnTo>
                <a:lnTo>
                  <a:pt x="122" y="64"/>
                </a:lnTo>
                <a:lnTo>
                  <a:pt x="122" y="65"/>
                </a:lnTo>
                <a:lnTo>
                  <a:pt x="121" y="65"/>
                </a:lnTo>
                <a:lnTo>
                  <a:pt x="120" y="65"/>
                </a:lnTo>
                <a:lnTo>
                  <a:pt x="120" y="66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0" y="59"/>
                </a:lnTo>
                <a:lnTo>
                  <a:pt x="121" y="59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9"/>
                </a:lnTo>
                <a:lnTo>
                  <a:pt x="123" y="60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5"/>
                </a:lnTo>
                <a:lnTo>
                  <a:pt x="133" y="54"/>
                </a:lnTo>
                <a:lnTo>
                  <a:pt x="134" y="54"/>
                </a:lnTo>
                <a:lnTo>
                  <a:pt x="135" y="54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40" y="58"/>
                </a:lnTo>
                <a:lnTo>
                  <a:pt x="141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9"/>
                </a:lnTo>
                <a:lnTo>
                  <a:pt x="144" y="59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3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6" y="44"/>
                </a:lnTo>
                <a:lnTo>
                  <a:pt x="146" y="43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3" y="43"/>
                </a:lnTo>
                <a:lnTo>
                  <a:pt x="164" y="42"/>
                </a:lnTo>
                <a:lnTo>
                  <a:pt x="165" y="41"/>
                </a:lnTo>
                <a:lnTo>
                  <a:pt x="165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9"/>
                </a:lnTo>
                <a:lnTo>
                  <a:pt x="167" y="38"/>
                </a:lnTo>
                <a:lnTo>
                  <a:pt x="168" y="38"/>
                </a:lnTo>
                <a:lnTo>
                  <a:pt x="169" y="38"/>
                </a:lnTo>
                <a:lnTo>
                  <a:pt x="169" y="37"/>
                </a:lnTo>
                <a:lnTo>
                  <a:pt x="170" y="36"/>
                </a:lnTo>
                <a:lnTo>
                  <a:pt x="170" y="37"/>
                </a:lnTo>
                <a:lnTo>
                  <a:pt x="170" y="36"/>
                </a:lnTo>
                <a:lnTo>
                  <a:pt x="171" y="36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2" y="32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6" y="25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5"/>
                </a:lnTo>
                <a:lnTo>
                  <a:pt x="195" y="26"/>
                </a:lnTo>
                <a:lnTo>
                  <a:pt x="196" y="28"/>
                </a:lnTo>
                <a:lnTo>
                  <a:pt x="197" y="28"/>
                </a:lnTo>
                <a:lnTo>
                  <a:pt x="198" y="29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1" y="32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697932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679536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7"/>
                </a:lnTo>
                <a:lnTo>
                  <a:pt x="325" y="17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78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2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2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6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9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6"/>
                </a:lnTo>
                <a:lnTo>
                  <a:pt x="374" y="67"/>
                </a:lnTo>
                <a:lnTo>
                  <a:pt x="374" y="68"/>
                </a:lnTo>
                <a:lnTo>
                  <a:pt x="373" y="69"/>
                </a:lnTo>
                <a:lnTo>
                  <a:pt x="373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8" y="77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1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6"/>
                </a:lnTo>
                <a:lnTo>
                  <a:pt x="370" y="87"/>
                </a:lnTo>
                <a:lnTo>
                  <a:pt x="369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1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3"/>
                </a:lnTo>
                <a:lnTo>
                  <a:pt x="366" y="93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6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6" y="97"/>
                </a:lnTo>
                <a:lnTo>
                  <a:pt x="367" y="97"/>
                </a:lnTo>
                <a:lnTo>
                  <a:pt x="368" y="96"/>
                </a:lnTo>
                <a:lnTo>
                  <a:pt x="369" y="96"/>
                </a:lnTo>
                <a:lnTo>
                  <a:pt x="370" y="96"/>
                </a:lnTo>
                <a:lnTo>
                  <a:pt x="370" y="97"/>
                </a:lnTo>
                <a:lnTo>
                  <a:pt x="371" y="97"/>
                </a:lnTo>
                <a:lnTo>
                  <a:pt x="372" y="96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2" y="106"/>
                </a:lnTo>
                <a:lnTo>
                  <a:pt x="382" y="107"/>
                </a:lnTo>
                <a:lnTo>
                  <a:pt x="383" y="107"/>
                </a:lnTo>
                <a:lnTo>
                  <a:pt x="383" y="108"/>
                </a:lnTo>
                <a:lnTo>
                  <a:pt x="384" y="108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8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8" y="123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0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6"/>
                </a:lnTo>
                <a:lnTo>
                  <a:pt x="428" y="125"/>
                </a:lnTo>
                <a:lnTo>
                  <a:pt x="427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3" y="117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19"/>
                </a:lnTo>
                <a:lnTo>
                  <a:pt x="441" y="118"/>
                </a:lnTo>
                <a:lnTo>
                  <a:pt x="441" y="117"/>
                </a:lnTo>
                <a:lnTo>
                  <a:pt x="442" y="117"/>
                </a:lnTo>
                <a:lnTo>
                  <a:pt x="442" y="118"/>
                </a:lnTo>
                <a:lnTo>
                  <a:pt x="443" y="119"/>
                </a:lnTo>
                <a:lnTo>
                  <a:pt x="445" y="119"/>
                </a:lnTo>
                <a:lnTo>
                  <a:pt x="445" y="117"/>
                </a:lnTo>
                <a:lnTo>
                  <a:pt x="446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0" y="112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8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3" y="97"/>
                </a:lnTo>
                <a:lnTo>
                  <a:pt x="454" y="97"/>
                </a:lnTo>
                <a:lnTo>
                  <a:pt x="453" y="96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2"/>
                </a:lnTo>
                <a:lnTo>
                  <a:pt x="461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8"/>
                </a:lnTo>
                <a:lnTo>
                  <a:pt x="465" y="88"/>
                </a:lnTo>
                <a:lnTo>
                  <a:pt x="465" y="89"/>
                </a:lnTo>
                <a:lnTo>
                  <a:pt x="467" y="89"/>
                </a:lnTo>
                <a:lnTo>
                  <a:pt x="467" y="88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4"/>
                </a:lnTo>
                <a:lnTo>
                  <a:pt x="476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1"/>
                </a:lnTo>
                <a:lnTo>
                  <a:pt x="485" y="79"/>
                </a:lnTo>
                <a:lnTo>
                  <a:pt x="487" y="77"/>
                </a:lnTo>
                <a:lnTo>
                  <a:pt x="487" y="76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70" y="64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2"/>
                </a:lnTo>
                <a:lnTo>
                  <a:pt x="578" y="72"/>
                </a:lnTo>
                <a:lnTo>
                  <a:pt x="579" y="72"/>
                </a:lnTo>
                <a:lnTo>
                  <a:pt x="581" y="72"/>
                </a:lnTo>
                <a:lnTo>
                  <a:pt x="582" y="72"/>
                </a:lnTo>
                <a:lnTo>
                  <a:pt x="585" y="72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2" y="68"/>
                </a:lnTo>
                <a:lnTo>
                  <a:pt x="593" y="68"/>
                </a:lnTo>
                <a:lnTo>
                  <a:pt x="594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80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4"/>
                </a:lnTo>
                <a:lnTo>
                  <a:pt x="615" y="86"/>
                </a:lnTo>
                <a:lnTo>
                  <a:pt x="616" y="86"/>
                </a:lnTo>
                <a:lnTo>
                  <a:pt x="616" y="84"/>
                </a:lnTo>
                <a:lnTo>
                  <a:pt x="616" y="83"/>
                </a:lnTo>
                <a:lnTo>
                  <a:pt x="615" y="83"/>
                </a:lnTo>
                <a:lnTo>
                  <a:pt x="616" y="83"/>
                </a:lnTo>
                <a:lnTo>
                  <a:pt x="617" y="83"/>
                </a:lnTo>
                <a:lnTo>
                  <a:pt x="619" y="84"/>
                </a:lnTo>
                <a:lnTo>
                  <a:pt x="620" y="84"/>
                </a:lnTo>
                <a:lnTo>
                  <a:pt x="621" y="84"/>
                </a:lnTo>
                <a:lnTo>
                  <a:pt x="623" y="84"/>
                </a:lnTo>
                <a:lnTo>
                  <a:pt x="625" y="84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4"/>
                </a:lnTo>
                <a:lnTo>
                  <a:pt x="632" y="84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6"/>
                </a:lnTo>
                <a:lnTo>
                  <a:pt x="645" y="86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3"/>
                </a:lnTo>
                <a:lnTo>
                  <a:pt x="645" y="82"/>
                </a:lnTo>
                <a:lnTo>
                  <a:pt x="644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49" y="77"/>
                </a:lnTo>
                <a:lnTo>
                  <a:pt x="650" y="77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9" y="73"/>
                </a:lnTo>
                <a:lnTo>
                  <a:pt x="659" y="74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6"/>
                </a:lnTo>
                <a:lnTo>
                  <a:pt x="661" y="76"/>
                </a:lnTo>
                <a:lnTo>
                  <a:pt x="661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8" y="78"/>
                </a:lnTo>
                <a:lnTo>
                  <a:pt x="658" y="79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4"/>
                </a:lnTo>
                <a:lnTo>
                  <a:pt x="665" y="84"/>
                </a:lnTo>
                <a:lnTo>
                  <a:pt x="665" y="86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3"/>
                </a:lnTo>
                <a:lnTo>
                  <a:pt x="670" y="84"/>
                </a:lnTo>
                <a:lnTo>
                  <a:pt x="671" y="84"/>
                </a:lnTo>
                <a:lnTo>
                  <a:pt x="672" y="84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5" y="89"/>
                </a:lnTo>
                <a:lnTo>
                  <a:pt x="676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2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5" y="126"/>
                </a:lnTo>
                <a:lnTo>
                  <a:pt x="664" y="127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39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0"/>
                </a:lnTo>
                <a:lnTo>
                  <a:pt x="651" y="141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8" y="132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5"/>
                </a:lnTo>
                <a:lnTo>
                  <a:pt x="645" y="136"/>
                </a:lnTo>
                <a:lnTo>
                  <a:pt x="644" y="137"/>
                </a:lnTo>
                <a:lnTo>
                  <a:pt x="643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2"/>
                </a:lnTo>
                <a:lnTo>
                  <a:pt x="628" y="143"/>
                </a:lnTo>
                <a:lnTo>
                  <a:pt x="627" y="143"/>
                </a:lnTo>
                <a:lnTo>
                  <a:pt x="626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49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2"/>
                </a:lnTo>
                <a:lnTo>
                  <a:pt x="613" y="153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7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10" y="156"/>
                </a:lnTo>
                <a:lnTo>
                  <a:pt x="609" y="156"/>
                </a:lnTo>
                <a:lnTo>
                  <a:pt x="609" y="155"/>
                </a:lnTo>
                <a:lnTo>
                  <a:pt x="608" y="155"/>
                </a:lnTo>
                <a:lnTo>
                  <a:pt x="607" y="155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1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1"/>
                </a:lnTo>
                <a:lnTo>
                  <a:pt x="601" y="150"/>
                </a:lnTo>
                <a:lnTo>
                  <a:pt x="600" y="149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3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5"/>
                </a:lnTo>
                <a:lnTo>
                  <a:pt x="598" y="156"/>
                </a:lnTo>
                <a:lnTo>
                  <a:pt x="597" y="156"/>
                </a:lnTo>
                <a:lnTo>
                  <a:pt x="596" y="156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4" y="164"/>
                </a:lnTo>
                <a:lnTo>
                  <a:pt x="573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5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70"/>
                </a:lnTo>
                <a:lnTo>
                  <a:pt x="564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6"/>
                </a:lnTo>
                <a:lnTo>
                  <a:pt x="548" y="167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3" y="171"/>
                </a:lnTo>
                <a:lnTo>
                  <a:pt x="542" y="171"/>
                </a:lnTo>
                <a:lnTo>
                  <a:pt x="541" y="172"/>
                </a:lnTo>
                <a:lnTo>
                  <a:pt x="540" y="172"/>
                </a:lnTo>
                <a:lnTo>
                  <a:pt x="540" y="171"/>
                </a:lnTo>
                <a:lnTo>
                  <a:pt x="539" y="171"/>
                </a:lnTo>
                <a:lnTo>
                  <a:pt x="539" y="170"/>
                </a:lnTo>
                <a:lnTo>
                  <a:pt x="538" y="169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40" y="172"/>
                </a:lnTo>
                <a:lnTo>
                  <a:pt x="540" y="173"/>
                </a:lnTo>
                <a:lnTo>
                  <a:pt x="539" y="173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7" y="173"/>
                </a:lnTo>
                <a:lnTo>
                  <a:pt x="547" y="174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3" y="176"/>
                </a:lnTo>
                <a:lnTo>
                  <a:pt x="554" y="176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7"/>
                </a:lnTo>
                <a:lnTo>
                  <a:pt x="552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6" y="195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1"/>
                </a:lnTo>
                <a:lnTo>
                  <a:pt x="545" y="190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6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1" y="192"/>
                </a:lnTo>
                <a:lnTo>
                  <a:pt x="530" y="193"/>
                </a:lnTo>
                <a:lnTo>
                  <a:pt x="530" y="194"/>
                </a:lnTo>
                <a:lnTo>
                  <a:pt x="529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3" y="228"/>
                </a:lnTo>
                <a:lnTo>
                  <a:pt x="493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4"/>
                </a:lnTo>
                <a:lnTo>
                  <a:pt x="497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5"/>
                </a:lnTo>
                <a:lnTo>
                  <a:pt x="495" y="224"/>
                </a:lnTo>
                <a:lnTo>
                  <a:pt x="495" y="223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8" y="227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8" y="240"/>
                </a:lnTo>
                <a:lnTo>
                  <a:pt x="487" y="240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4"/>
                </a:lnTo>
                <a:lnTo>
                  <a:pt x="455" y="273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5" y="276"/>
                </a:lnTo>
                <a:lnTo>
                  <a:pt x="445" y="273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5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9" y="304"/>
                </a:lnTo>
                <a:lnTo>
                  <a:pt x="418" y="304"/>
                </a:lnTo>
                <a:lnTo>
                  <a:pt x="418" y="305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5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9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1"/>
                </a:lnTo>
                <a:lnTo>
                  <a:pt x="386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1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3"/>
                </a:lnTo>
                <a:lnTo>
                  <a:pt x="366" y="332"/>
                </a:lnTo>
                <a:lnTo>
                  <a:pt x="365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7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9"/>
                </a:lnTo>
                <a:lnTo>
                  <a:pt x="228" y="378"/>
                </a:lnTo>
                <a:lnTo>
                  <a:pt x="227" y="379"/>
                </a:lnTo>
                <a:lnTo>
                  <a:pt x="226" y="380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0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2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4"/>
                </a:lnTo>
                <a:lnTo>
                  <a:pt x="201" y="363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6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5"/>
                </a:lnTo>
                <a:lnTo>
                  <a:pt x="109" y="226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9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0"/>
                </a:lnTo>
                <a:lnTo>
                  <a:pt x="48" y="169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4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90" y="129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8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1" y="75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59" y="21"/>
                </a:lnTo>
                <a:lnTo>
                  <a:pt x="260" y="21"/>
                </a:lnTo>
                <a:lnTo>
                  <a:pt x="260" y="20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698400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665064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4" y="21"/>
                </a:lnTo>
                <a:lnTo>
                  <a:pt x="423" y="21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1" y="22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59" y="30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2"/>
                </a:lnTo>
                <a:lnTo>
                  <a:pt x="511" y="31"/>
                </a:lnTo>
                <a:lnTo>
                  <a:pt x="512" y="30"/>
                </a:lnTo>
                <a:lnTo>
                  <a:pt x="513" y="29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6" y="64"/>
                </a:lnTo>
                <a:lnTo>
                  <a:pt x="474" y="64"/>
                </a:lnTo>
                <a:lnTo>
                  <a:pt x="473" y="65"/>
                </a:lnTo>
                <a:lnTo>
                  <a:pt x="472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29" y="97"/>
                </a:lnTo>
                <a:lnTo>
                  <a:pt x="430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5"/>
                </a:lnTo>
                <a:lnTo>
                  <a:pt x="435" y="145"/>
                </a:lnTo>
                <a:lnTo>
                  <a:pt x="436" y="145"/>
                </a:lnTo>
                <a:lnTo>
                  <a:pt x="437" y="144"/>
                </a:lnTo>
                <a:lnTo>
                  <a:pt x="439" y="145"/>
                </a:lnTo>
                <a:lnTo>
                  <a:pt x="438" y="146"/>
                </a:lnTo>
                <a:lnTo>
                  <a:pt x="437" y="146"/>
                </a:lnTo>
                <a:lnTo>
                  <a:pt x="436" y="148"/>
                </a:lnTo>
                <a:lnTo>
                  <a:pt x="436" y="147"/>
                </a:lnTo>
                <a:lnTo>
                  <a:pt x="436" y="148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1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1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3"/>
                </a:lnTo>
                <a:lnTo>
                  <a:pt x="560" y="214"/>
                </a:lnTo>
                <a:lnTo>
                  <a:pt x="561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2"/>
                </a:lnTo>
                <a:lnTo>
                  <a:pt x="548" y="262"/>
                </a:lnTo>
                <a:lnTo>
                  <a:pt x="549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4" y="260"/>
                </a:lnTo>
                <a:lnTo>
                  <a:pt x="515" y="261"/>
                </a:lnTo>
                <a:lnTo>
                  <a:pt x="515" y="259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0"/>
                </a:lnTo>
                <a:lnTo>
                  <a:pt x="499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1" y="236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3" y="236"/>
                </a:lnTo>
                <a:lnTo>
                  <a:pt x="482" y="237"/>
                </a:lnTo>
                <a:lnTo>
                  <a:pt x="481" y="236"/>
                </a:lnTo>
                <a:lnTo>
                  <a:pt x="480" y="236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5" y="283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5" y="288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5" y="379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1" y="471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8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6" y="393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1" y="392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1" y="386"/>
                </a:lnTo>
                <a:lnTo>
                  <a:pt x="110" y="387"/>
                </a:lnTo>
                <a:lnTo>
                  <a:pt x="111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70" y="329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4" y="326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1" y="310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2" y="219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5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7" y="201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0" y="170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5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9" y="157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2" y="151"/>
                </a:lnTo>
                <a:lnTo>
                  <a:pt x="113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2"/>
                </a:lnTo>
                <a:lnTo>
                  <a:pt x="142" y="132"/>
                </a:lnTo>
                <a:lnTo>
                  <a:pt x="142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4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6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2" y="117"/>
                </a:lnTo>
                <a:lnTo>
                  <a:pt x="192" y="116"/>
                </a:lnTo>
                <a:lnTo>
                  <a:pt x="193" y="117"/>
                </a:lnTo>
                <a:lnTo>
                  <a:pt x="195" y="118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09" y="117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4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658620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9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6" y="19"/>
                </a:lnTo>
                <a:lnTo>
                  <a:pt x="256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1" y="34"/>
                </a:lnTo>
                <a:lnTo>
                  <a:pt x="261" y="32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0" y="37"/>
                </a:lnTo>
                <a:lnTo>
                  <a:pt x="260" y="38"/>
                </a:lnTo>
                <a:lnTo>
                  <a:pt x="261" y="38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0"/>
                </a:lnTo>
                <a:lnTo>
                  <a:pt x="262" y="39"/>
                </a:lnTo>
                <a:lnTo>
                  <a:pt x="263" y="39"/>
                </a:lnTo>
                <a:lnTo>
                  <a:pt x="265" y="40"/>
                </a:lnTo>
                <a:lnTo>
                  <a:pt x="264" y="41"/>
                </a:lnTo>
                <a:lnTo>
                  <a:pt x="264" y="42"/>
                </a:lnTo>
                <a:lnTo>
                  <a:pt x="263" y="42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1" y="47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3" y="50"/>
                </a:lnTo>
                <a:lnTo>
                  <a:pt x="274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80" y="56"/>
                </a:lnTo>
                <a:lnTo>
                  <a:pt x="279" y="56"/>
                </a:lnTo>
                <a:lnTo>
                  <a:pt x="278" y="56"/>
                </a:lnTo>
                <a:lnTo>
                  <a:pt x="277" y="56"/>
                </a:lnTo>
                <a:lnTo>
                  <a:pt x="276" y="56"/>
                </a:lnTo>
                <a:lnTo>
                  <a:pt x="277" y="56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3" y="61"/>
                </a:lnTo>
                <a:lnTo>
                  <a:pt x="284" y="62"/>
                </a:lnTo>
                <a:lnTo>
                  <a:pt x="285" y="62"/>
                </a:lnTo>
                <a:lnTo>
                  <a:pt x="285" y="63"/>
                </a:lnTo>
                <a:lnTo>
                  <a:pt x="286" y="64"/>
                </a:lnTo>
                <a:lnTo>
                  <a:pt x="286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0" y="71"/>
                </a:lnTo>
                <a:lnTo>
                  <a:pt x="291" y="70"/>
                </a:lnTo>
                <a:lnTo>
                  <a:pt x="290" y="70"/>
                </a:lnTo>
                <a:lnTo>
                  <a:pt x="291" y="69"/>
                </a:lnTo>
                <a:lnTo>
                  <a:pt x="291" y="70"/>
                </a:lnTo>
                <a:lnTo>
                  <a:pt x="292" y="70"/>
                </a:lnTo>
                <a:lnTo>
                  <a:pt x="293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6" y="67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9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9"/>
                </a:lnTo>
                <a:lnTo>
                  <a:pt x="301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5" y="71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0" y="91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8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4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6"/>
                </a:lnTo>
                <a:lnTo>
                  <a:pt x="369" y="96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1" y="93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3"/>
                </a:lnTo>
                <a:lnTo>
                  <a:pt x="388" y="94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6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4" y="92"/>
                </a:lnTo>
                <a:lnTo>
                  <a:pt x="414" y="91"/>
                </a:lnTo>
                <a:lnTo>
                  <a:pt x="415" y="91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8" y="89"/>
                </a:lnTo>
                <a:lnTo>
                  <a:pt x="418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3" y="88"/>
                </a:lnTo>
                <a:lnTo>
                  <a:pt x="434" y="88"/>
                </a:lnTo>
                <a:lnTo>
                  <a:pt x="434" y="87"/>
                </a:lnTo>
                <a:lnTo>
                  <a:pt x="434" y="88"/>
                </a:lnTo>
                <a:lnTo>
                  <a:pt x="435" y="88"/>
                </a:lnTo>
                <a:lnTo>
                  <a:pt x="435" y="87"/>
                </a:lnTo>
                <a:lnTo>
                  <a:pt x="436" y="87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1" y="91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101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100"/>
                </a:lnTo>
                <a:lnTo>
                  <a:pt x="469" y="99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8"/>
                </a:lnTo>
                <a:lnTo>
                  <a:pt x="484" y="89"/>
                </a:lnTo>
                <a:lnTo>
                  <a:pt x="485" y="90"/>
                </a:lnTo>
                <a:lnTo>
                  <a:pt x="484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5" y="103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4" y="118"/>
                </a:lnTo>
                <a:lnTo>
                  <a:pt x="483" y="118"/>
                </a:lnTo>
                <a:lnTo>
                  <a:pt x="483" y="120"/>
                </a:lnTo>
                <a:lnTo>
                  <a:pt x="484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5" y="123"/>
                </a:lnTo>
                <a:lnTo>
                  <a:pt x="485" y="124"/>
                </a:lnTo>
                <a:lnTo>
                  <a:pt x="487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7"/>
                </a:lnTo>
                <a:lnTo>
                  <a:pt x="489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6" y="147"/>
                </a:lnTo>
                <a:lnTo>
                  <a:pt x="497" y="147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4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8"/>
                </a:lnTo>
                <a:lnTo>
                  <a:pt x="530" y="149"/>
                </a:lnTo>
                <a:lnTo>
                  <a:pt x="530" y="150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7"/>
                </a:lnTo>
                <a:lnTo>
                  <a:pt x="554" y="156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1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7" y="176"/>
                </a:lnTo>
                <a:lnTo>
                  <a:pt x="568" y="176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2" y="185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3"/>
                </a:lnTo>
                <a:lnTo>
                  <a:pt x="596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1"/>
                </a:lnTo>
                <a:lnTo>
                  <a:pt x="606" y="181"/>
                </a:lnTo>
                <a:lnTo>
                  <a:pt x="607" y="181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6" y="175"/>
                </a:lnTo>
                <a:lnTo>
                  <a:pt x="615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3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3"/>
                </a:lnTo>
                <a:lnTo>
                  <a:pt x="625" y="192"/>
                </a:lnTo>
                <a:lnTo>
                  <a:pt x="625" y="193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8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4" y="205"/>
                </a:lnTo>
                <a:lnTo>
                  <a:pt x="645" y="206"/>
                </a:lnTo>
                <a:lnTo>
                  <a:pt x="646" y="207"/>
                </a:lnTo>
                <a:lnTo>
                  <a:pt x="646" y="208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2"/>
                </a:lnTo>
                <a:lnTo>
                  <a:pt x="647" y="213"/>
                </a:lnTo>
                <a:lnTo>
                  <a:pt x="648" y="214"/>
                </a:lnTo>
                <a:lnTo>
                  <a:pt x="648" y="215"/>
                </a:lnTo>
                <a:lnTo>
                  <a:pt x="649" y="215"/>
                </a:lnTo>
                <a:lnTo>
                  <a:pt x="649" y="216"/>
                </a:lnTo>
                <a:lnTo>
                  <a:pt x="648" y="216"/>
                </a:lnTo>
                <a:lnTo>
                  <a:pt x="649" y="216"/>
                </a:lnTo>
                <a:lnTo>
                  <a:pt x="650" y="217"/>
                </a:lnTo>
                <a:lnTo>
                  <a:pt x="650" y="218"/>
                </a:lnTo>
                <a:lnTo>
                  <a:pt x="651" y="218"/>
                </a:lnTo>
                <a:lnTo>
                  <a:pt x="652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3" y="215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1"/>
                </a:lnTo>
                <a:lnTo>
                  <a:pt x="659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3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8" y="276"/>
                </a:lnTo>
                <a:lnTo>
                  <a:pt x="677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80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4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8" y="306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5" y="316"/>
                </a:lnTo>
                <a:lnTo>
                  <a:pt x="694" y="316"/>
                </a:lnTo>
                <a:lnTo>
                  <a:pt x="693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9" y="351"/>
                </a:lnTo>
                <a:lnTo>
                  <a:pt x="657" y="351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8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9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2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2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3"/>
                </a:lnTo>
                <a:lnTo>
                  <a:pt x="610" y="374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7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7" y="384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5" y="380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89" y="392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1" y="394"/>
                </a:lnTo>
                <a:lnTo>
                  <a:pt x="590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2" y="398"/>
                </a:lnTo>
                <a:lnTo>
                  <a:pt x="581" y="399"/>
                </a:lnTo>
                <a:lnTo>
                  <a:pt x="580" y="399"/>
                </a:lnTo>
                <a:lnTo>
                  <a:pt x="580" y="398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5" y="397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2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1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3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4" y="412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4" y="407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3" y="397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8" y="357"/>
                </a:lnTo>
                <a:lnTo>
                  <a:pt x="469" y="357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0" y="353"/>
                </a:lnTo>
                <a:lnTo>
                  <a:pt x="470" y="352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4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7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3" y="365"/>
                </a:lnTo>
                <a:lnTo>
                  <a:pt x="452" y="365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6" y="374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1" y="373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5"/>
                </a:lnTo>
                <a:lnTo>
                  <a:pt x="419" y="364"/>
                </a:lnTo>
                <a:lnTo>
                  <a:pt x="420" y="364"/>
                </a:lnTo>
                <a:lnTo>
                  <a:pt x="420" y="363"/>
                </a:lnTo>
                <a:lnTo>
                  <a:pt x="420" y="362"/>
                </a:lnTo>
                <a:lnTo>
                  <a:pt x="420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1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0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5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4" y="376"/>
                </a:lnTo>
                <a:lnTo>
                  <a:pt x="354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6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3" y="354"/>
                </a:lnTo>
                <a:lnTo>
                  <a:pt x="324" y="354"/>
                </a:lnTo>
                <a:lnTo>
                  <a:pt x="324" y="353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1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8" y="349"/>
                </a:lnTo>
                <a:lnTo>
                  <a:pt x="317" y="349"/>
                </a:lnTo>
                <a:lnTo>
                  <a:pt x="317" y="350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3" y="346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4" y="344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3" y="347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2" y="344"/>
                </a:lnTo>
                <a:lnTo>
                  <a:pt x="281" y="344"/>
                </a:lnTo>
                <a:lnTo>
                  <a:pt x="281" y="343"/>
                </a:lnTo>
                <a:lnTo>
                  <a:pt x="281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3"/>
                </a:lnTo>
                <a:lnTo>
                  <a:pt x="276" y="343"/>
                </a:lnTo>
                <a:lnTo>
                  <a:pt x="276" y="344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5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2" y="334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5" y="328"/>
                </a:lnTo>
                <a:lnTo>
                  <a:pt x="204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4" y="373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2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1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7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3"/>
                </a:lnTo>
                <a:lnTo>
                  <a:pt x="14" y="331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3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3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2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9" y="276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9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8" y="283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6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9" y="249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60" y="233"/>
                </a:lnTo>
                <a:lnTo>
                  <a:pt x="160" y="231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8" y="160"/>
                </a:lnTo>
                <a:lnTo>
                  <a:pt x="117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9" y="68"/>
                </a:lnTo>
                <a:lnTo>
                  <a:pt x="158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4"/>
                </a:lnTo>
                <a:lnTo>
                  <a:pt x="162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7" y="47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8" y="11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659988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2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4"/>
                </a:lnTo>
                <a:lnTo>
                  <a:pt x="296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6" y="47"/>
                </a:lnTo>
                <a:lnTo>
                  <a:pt x="298" y="47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3" y="50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6" y="50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1" y="49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3"/>
                </a:lnTo>
                <a:lnTo>
                  <a:pt x="311" y="54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6"/>
                </a:lnTo>
                <a:lnTo>
                  <a:pt x="316" y="55"/>
                </a:lnTo>
                <a:lnTo>
                  <a:pt x="316" y="56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2"/>
                </a:lnTo>
                <a:lnTo>
                  <a:pt x="315" y="62"/>
                </a:lnTo>
                <a:lnTo>
                  <a:pt x="315" y="64"/>
                </a:lnTo>
                <a:lnTo>
                  <a:pt x="315" y="65"/>
                </a:lnTo>
                <a:lnTo>
                  <a:pt x="315" y="66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59"/>
                </a:lnTo>
                <a:lnTo>
                  <a:pt x="325" y="58"/>
                </a:lnTo>
                <a:lnTo>
                  <a:pt x="325" y="59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8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4"/>
                </a:lnTo>
                <a:lnTo>
                  <a:pt x="380" y="46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8"/>
                </a:lnTo>
                <a:lnTo>
                  <a:pt x="376" y="69"/>
                </a:lnTo>
                <a:lnTo>
                  <a:pt x="377" y="69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2" y="64"/>
                </a:lnTo>
                <a:lnTo>
                  <a:pt x="382" y="63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4" y="44"/>
                </a:lnTo>
                <a:lnTo>
                  <a:pt x="415" y="44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3" y="95"/>
                </a:lnTo>
                <a:lnTo>
                  <a:pt x="442" y="96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6" y="113"/>
                </a:lnTo>
                <a:lnTo>
                  <a:pt x="465" y="113"/>
                </a:lnTo>
                <a:lnTo>
                  <a:pt x="466" y="113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30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6" y="132"/>
                </a:lnTo>
                <a:lnTo>
                  <a:pt x="477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2" y="158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4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9" y="234"/>
                </a:lnTo>
                <a:lnTo>
                  <a:pt x="449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6" y="243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2" y="266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6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5" y="286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5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2"/>
                </a:lnTo>
                <a:lnTo>
                  <a:pt x="459" y="284"/>
                </a:lnTo>
                <a:lnTo>
                  <a:pt x="458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1"/>
                </a:lnTo>
                <a:lnTo>
                  <a:pt x="451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0" y="361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09"/>
                </a:lnTo>
                <a:lnTo>
                  <a:pt x="306" y="511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8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1" y="521"/>
                </a:lnTo>
                <a:lnTo>
                  <a:pt x="210" y="521"/>
                </a:lnTo>
                <a:lnTo>
                  <a:pt x="210" y="522"/>
                </a:lnTo>
                <a:lnTo>
                  <a:pt x="209" y="522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19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6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7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4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3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7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5"/>
                </a:lnTo>
                <a:lnTo>
                  <a:pt x="17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1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7" y="191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7"/>
                </a:lnTo>
                <a:lnTo>
                  <a:pt x="42" y="175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2" y="149"/>
                </a:lnTo>
                <a:lnTo>
                  <a:pt x="42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1" y="133"/>
                </a:lnTo>
                <a:lnTo>
                  <a:pt x="40" y="132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3" y="101"/>
                </a:lnTo>
                <a:lnTo>
                  <a:pt x="43" y="100"/>
                </a:lnTo>
                <a:lnTo>
                  <a:pt x="42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7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4"/>
                </a:lnTo>
                <a:lnTo>
                  <a:pt x="135" y="45"/>
                </a:lnTo>
                <a:lnTo>
                  <a:pt x="136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1"/>
                </a:lnTo>
                <a:lnTo>
                  <a:pt x="145" y="50"/>
                </a:lnTo>
                <a:lnTo>
                  <a:pt x="146" y="50"/>
                </a:lnTo>
                <a:lnTo>
                  <a:pt x="147" y="50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6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6657120" y="427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670860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671688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662832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3" y="11"/>
                </a:lnTo>
                <a:lnTo>
                  <a:pt x="444" y="11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4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4" y="83"/>
                </a:lnTo>
                <a:lnTo>
                  <a:pt x="413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1" y="98"/>
                </a:lnTo>
                <a:lnTo>
                  <a:pt x="552" y="97"/>
                </a:lnTo>
                <a:lnTo>
                  <a:pt x="553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5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7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6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5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5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1" y="275"/>
                </a:lnTo>
                <a:lnTo>
                  <a:pt x="500" y="275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8" y="280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8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3" y="302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5" y="311"/>
                </a:lnTo>
                <a:lnTo>
                  <a:pt x="384" y="311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8" y="303"/>
                </a:lnTo>
                <a:lnTo>
                  <a:pt x="377" y="302"/>
                </a:lnTo>
                <a:lnTo>
                  <a:pt x="377" y="301"/>
                </a:lnTo>
                <a:lnTo>
                  <a:pt x="376" y="301"/>
                </a:lnTo>
                <a:lnTo>
                  <a:pt x="377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6" y="291"/>
                </a:lnTo>
                <a:lnTo>
                  <a:pt x="357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1" y="352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3" y="348"/>
                </a:lnTo>
                <a:lnTo>
                  <a:pt x="341" y="344"/>
                </a:lnTo>
                <a:lnTo>
                  <a:pt x="341" y="343"/>
                </a:lnTo>
                <a:lnTo>
                  <a:pt x="338" y="343"/>
                </a:lnTo>
                <a:lnTo>
                  <a:pt x="339" y="345"/>
                </a:lnTo>
                <a:lnTo>
                  <a:pt x="338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0"/>
                </a:lnTo>
                <a:lnTo>
                  <a:pt x="335" y="351"/>
                </a:lnTo>
                <a:lnTo>
                  <a:pt x="336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3"/>
                </a:lnTo>
                <a:lnTo>
                  <a:pt x="339" y="354"/>
                </a:lnTo>
                <a:lnTo>
                  <a:pt x="338" y="354"/>
                </a:lnTo>
                <a:lnTo>
                  <a:pt x="338" y="356"/>
                </a:lnTo>
                <a:lnTo>
                  <a:pt x="337" y="356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3"/>
                </a:lnTo>
                <a:lnTo>
                  <a:pt x="326" y="354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5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5" y="373"/>
                </a:lnTo>
                <a:lnTo>
                  <a:pt x="323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6" y="361"/>
                </a:lnTo>
                <a:lnTo>
                  <a:pt x="315" y="361"/>
                </a:lnTo>
                <a:lnTo>
                  <a:pt x="315" y="360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4" y="350"/>
                </a:lnTo>
                <a:lnTo>
                  <a:pt x="304" y="351"/>
                </a:lnTo>
                <a:lnTo>
                  <a:pt x="303" y="351"/>
                </a:lnTo>
                <a:lnTo>
                  <a:pt x="303" y="352"/>
                </a:lnTo>
                <a:lnTo>
                  <a:pt x="304" y="352"/>
                </a:lnTo>
                <a:lnTo>
                  <a:pt x="303" y="353"/>
                </a:lnTo>
                <a:lnTo>
                  <a:pt x="302" y="353"/>
                </a:lnTo>
                <a:lnTo>
                  <a:pt x="303" y="353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2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3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1"/>
                </a:lnTo>
                <a:lnTo>
                  <a:pt x="270" y="383"/>
                </a:lnTo>
                <a:lnTo>
                  <a:pt x="269" y="383"/>
                </a:lnTo>
                <a:lnTo>
                  <a:pt x="269" y="382"/>
                </a:lnTo>
                <a:lnTo>
                  <a:pt x="268" y="382"/>
                </a:lnTo>
                <a:lnTo>
                  <a:pt x="267" y="382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3"/>
                </a:lnTo>
                <a:lnTo>
                  <a:pt x="257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2"/>
                </a:lnTo>
                <a:lnTo>
                  <a:pt x="249" y="371"/>
                </a:lnTo>
                <a:lnTo>
                  <a:pt x="249" y="370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5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8" y="356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8" y="372"/>
                </a:lnTo>
                <a:lnTo>
                  <a:pt x="248" y="373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1"/>
                </a:lnTo>
                <a:lnTo>
                  <a:pt x="249" y="382"/>
                </a:lnTo>
                <a:lnTo>
                  <a:pt x="248" y="382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6" y="389"/>
                </a:lnTo>
                <a:lnTo>
                  <a:pt x="245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2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6" y="464"/>
                </a:lnTo>
                <a:lnTo>
                  <a:pt x="45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6" y="479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8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8" y="482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6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0" y="340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09"/>
                </a:lnTo>
                <a:lnTo>
                  <a:pt x="97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1"/>
                </a:lnTo>
                <a:lnTo>
                  <a:pt x="203" y="160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0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8"/>
                </a:lnTo>
                <a:lnTo>
                  <a:pt x="227" y="36"/>
                </a:lnTo>
                <a:lnTo>
                  <a:pt x="228" y="36"/>
                </a:lnTo>
                <a:lnTo>
                  <a:pt x="228" y="34"/>
                </a:lnTo>
                <a:lnTo>
                  <a:pt x="229" y="33"/>
                </a:lnTo>
                <a:lnTo>
                  <a:pt x="229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5" y="63"/>
                </a:lnTo>
                <a:lnTo>
                  <a:pt x="286" y="64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4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675900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678996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680724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681120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687600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6869520" y="4167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658548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645912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2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8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6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7" y="135"/>
                </a:lnTo>
                <a:lnTo>
                  <a:pt x="587" y="137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8" y="130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3" y="154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50"/>
                </a:lnTo>
                <a:lnTo>
                  <a:pt x="673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6"/>
                </a:lnTo>
                <a:lnTo>
                  <a:pt x="648" y="267"/>
                </a:lnTo>
                <a:lnTo>
                  <a:pt x="648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3" y="489"/>
                </a:lnTo>
                <a:lnTo>
                  <a:pt x="472" y="489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3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1" y="481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1"/>
                </a:lnTo>
                <a:lnTo>
                  <a:pt x="201" y="450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09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2" y="366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5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6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49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8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9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8" y="159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8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6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2" y="88"/>
                </a:lnTo>
                <a:lnTo>
                  <a:pt x="383" y="89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1"/>
                </a:lnTo>
                <a:lnTo>
                  <a:pt x="415" y="80"/>
                </a:lnTo>
                <a:lnTo>
                  <a:pt x="415" y="79"/>
                </a:lnTo>
                <a:lnTo>
                  <a:pt x="414" y="78"/>
                </a:lnTo>
                <a:lnTo>
                  <a:pt x="414" y="77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2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3" y="60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4"/>
                </a:lnTo>
                <a:lnTo>
                  <a:pt x="430" y="66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41" y="67"/>
                </a:lnTo>
                <a:lnTo>
                  <a:pt x="442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50" y="42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5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4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6"/>
                </a:lnTo>
                <a:lnTo>
                  <a:pt x="487" y="36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1" y="29"/>
                </a:lnTo>
                <a:lnTo>
                  <a:pt x="492" y="28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4" y="41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660204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662904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6595920" y="4320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669060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669456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669384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3"/>
                </a:move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4"/>
                </a:move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74388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674460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675936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677808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8911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89328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689004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5"/>
                </a:move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648648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3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3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2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8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2"/>
                </a:lnTo>
                <a:lnTo>
                  <a:pt x="376" y="162"/>
                </a:lnTo>
                <a:lnTo>
                  <a:pt x="376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9" y="173"/>
                </a:lnTo>
                <a:lnTo>
                  <a:pt x="368" y="173"/>
                </a:lnTo>
                <a:lnTo>
                  <a:pt x="368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3"/>
                </a:lnTo>
                <a:lnTo>
                  <a:pt x="366" y="172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0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7" y="164"/>
                </a:lnTo>
                <a:lnTo>
                  <a:pt x="357" y="165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4"/>
                </a:lnTo>
                <a:lnTo>
                  <a:pt x="328" y="165"/>
                </a:lnTo>
                <a:lnTo>
                  <a:pt x="327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20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1" y="177"/>
                </a:lnTo>
                <a:lnTo>
                  <a:pt x="282" y="177"/>
                </a:lnTo>
                <a:lnTo>
                  <a:pt x="282" y="178"/>
                </a:lnTo>
                <a:lnTo>
                  <a:pt x="281" y="178"/>
                </a:lnTo>
                <a:lnTo>
                  <a:pt x="281" y="179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1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0" y="185"/>
                </a:lnTo>
                <a:lnTo>
                  <a:pt x="280" y="187"/>
                </a:lnTo>
                <a:lnTo>
                  <a:pt x="281" y="188"/>
                </a:lnTo>
                <a:lnTo>
                  <a:pt x="282" y="188"/>
                </a:lnTo>
                <a:lnTo>
                  <a:pt x="282" y="189"/>
                </a:lnTo>
                <a:lnTo>
                  <a:pt x="283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1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2" y="221"/>
                </a:lnTo>
                <a:lnTo>
                  <a:pt x="292" y="223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3" y="238"/>
                </a:lnTo>
                <a:lnTo>
                  <a:pt x="282" y="238"/>
                </a:lnTo>
                <a:lnTo>
                  <a:pt x="281" y="239"/>
                </a:lnTo>
                <a:lnTo>
                  <a:pt x="280" y="240"/>
                </a:lnTo>
                <a:lnTo>
                  <a:pt x="279" y="239"/>
                </a:lnTo>
                <a:lnTo>
                  <a:pt x="279" y="240"/>
                </a:lnTo>
                <a:lnTo>
                  <a:pt x="278" y="240"/>
                </a:lnTo>
                <a:lnTo>
                  <a:pt x="278" y="241"/>
                </a:lnTo>
                <a:lnTo>
                  <a:pt x="277" y="241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8" y="244"/>
                </a:lnTo>
                <a:lnTo>
                  <a:pt x="279" y="244"/>
                </a:lnTo>
                <a:lnTo>
                  <a:pt x="279" y="243"/>
                </a:lnTo>
                <a:lnTo>
                  <a:pt x="279" y="242"/>
                </a:lnTo>
                <a:lnTo>
                  <a:pt x="280" y="242"/>
                </a:lnTo>
                <a:lnTo>
                  <a:pt x="280" y="243"/>
                </a:lnTo>
                <a:lnTo>
                  <a:pt x="280" y="244"/>
                </a:lnTo>
                <a:lnTo>
                  <a:pt x="281" y="244"/>
                </a:lnTo>
                <a:lnTo>
                  <a:pt x="282" y="244"/>
                </a:lnTo>
                <a:lnTo>
                  <a:pt x="282" y="245"/>
                </a:lnTo>
                <a:lnTo>
                  <a:pt x="282" y="246"/>
                </a:lnTo>
                <a:lnTo>
                  <a:pt x="281" y="246"/>
                </a:lnTo>
                <a:lnTo>
                  <a:pt x="281" y="247"/>
                </a:lnTo>
                <a:lnTo>
                  <a:pt x="281" y="248"/>
                </a:lnTo>
                <a:lnTo>
                  <a:pt x="282" y="248"/>
                </a:lnTo>
                <a:lnTo>
                  <a:pt x="282" y="249"/>
                </a:lnTo>
                <a:lnTo>
                  <a:pt x="282" y="248"/>
                </a:lnTo>
                <a:lnTo>
                  <a:pt x="283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3" y="250"/>
                </a:lnTo>
                <a:lnTo>
                  <a:pt x="283" y="251"/>
                </a:lnTo>
                <a:lnTo>
                  <a:pt x="283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89" y="255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3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8" y="256"/>
                </a:lnTo>
                <a:lnTo>
                  <a:pt x="307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9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6" y="258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5" y="278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7" y="345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5" y="355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7"/>
                </a:lnTo>
                <a:lnTo>
                  <a:pt x="276" y="346"/>
                </a:lnTo>
                <a:lnTo>
                  <a:pt x="276" y="345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5" y="334"/>
                </a:lnTo>
                <a:lnTo>
                  <a:pt x="274" y="334"/>
                </a:lnTo>
                <a:lnTo>
                  <a:pt x="274" y="333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4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6" y="325"/>
                </a:lnTo>
                <a:lnTo>
                  <a:pt x="265" y="325"/>
                </a:lnTo>
                <a:lnTo>
                  <a:pt x="265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1"/>
                </a:lnTo>
                <a:lnTo>
                  <a:pt x="260" y="321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2"/>
                </a:lnTo>
                <a:lnTo>
                  <a:pt x="232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8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1" y="308"/>
                </a:lnTo>
                <a:lnTo>
                  <a:pt x="200" y="309"/>
                </a:lnTo>
                <a:lnTo>
                  <a:pt x="199" y="310"/>
                </a:lnTo>
                <a:lnTo>
                  <a:pt x="198" y="310"/>
                </a:lnTo>
                <a:lnTo>
                  <a:pt x="197" y="311"/>
                </a:lnTo>
                <a:lnTo>
                  <a:pt x="196" y="311"/>
                </a:lnTo>
                <a:lnTo>
                  <a:pt x="195" y="310"/>
                </a:lnTo>
                <a:lnTo>
                  <a:pt x="195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8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7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9" y="322"/>
                </a:lnTo>
                <a:lnTo>
                  <a:pt x="189" y="323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7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3"/>
                </a:lnTo>
                <a:lnTo>
                  <a:pt x="188" y="344"/>
                </a:lnTo>
                <a:lnTo>
                  <a:pt x="187" y="344"/>
                </a:lnTo>
                <a:lnTo>
                  <a:pt x="186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5"/>
                </a:lnTo>
                <a:lnTo>
                  <a:pt x="184" y="345"/>
                </a:lnTo>
                <a:lnTo>
                  <a:pt x="185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3" y="344"/>
                </a:lnTo>
                <a:lnTo>
                  <a:pt x="153" y="343"/>
                </a:lnTo>
                <a:lnTo>
                  <a:pt x="152" y="343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0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2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7" y="369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4" y="377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3"/>
                </a:lnTo>
                <a:lnTo>
                  <a:pt x="119" y="371"/>
                </a:lnTo>
                <a:lnTo>
                  <a:pt x="118" y="371"/>
                </a:lnTo>
                <a:lnTo>
                  <a:pt x="118" y="370"/>
                </a:lnTo>
                <a:lnTo>
                  <a:pt x="118" y="369"/>
                </a:lnTo>
                <a:lnTo>
                  <a:pt x="119" y="369"/>
                </a:lnTo>
                <a:lnTo>
                  <a:pt x="119" y="368"/>
                </a:lnTo>
                <a:lnTo>
                  <a:pt x="119" y="369"/>
                </a:lnTo>
                <a:lnTo>
                  <a:pt x="120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9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49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6"/>
                </a:lnTo>
                <a:lnTo>
                  <a:pt x="108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1"/>
                </a:lnTo>
                <a:lnTo>
                  <a:pt x="106" y="370"/>
                </a:lnTo>
                <a:lnTo>
                  <a:pt x="106" y="369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5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9" y="355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7" y="350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0" y="337"/>
                </a:lnTo>
                <a:lnTo>
                  <a:pt x="79" y="336"/>
                </a:lnTo>
                <a:lnTo>
                  <a:pt x="79" y="337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0" y="258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3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5" y="253"/>
                </a:lnTo>
                <a:lnTo>
                  <a:pt x="24" y="252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2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40" y="191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7" y="186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6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70" y="190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5" y="192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80" y="197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4" y="204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7" y="206"/>
                </a:lnTo>
                <a:lnTo>
                  <a:pt x="88" y="206"/>
                </a:lnTo>
                <a:lnTo>
                  <a:pt x="88" y="204"/>
                </a:lnTo>
                <a:lnTo>
                  <a:pt x="87" y="204"/>
                </a:lnTo>
                <a:lnTo>
                  <a:pt x="87" y="203"/>
                </a:lnTo>
                <a:lnTo>
                  <a:pt x="88" y="204"/>
                </a:lnTo>
                <a:lnTo>
                  <a:pt x="89" y="204"/>
                </a:lnTo>
                <a:lnTo>
                  <a:pt x="89" y="205"/>
                </a:lnTo>
                <a:lnTo>
                  <a:pt x="88" y="205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2"/>
                </a:lnTo>
                <a:lnTo>
                  <a:pt x="91" y="201"/>
                </a:lnTo>
                <a:lnTo>
                  <a:pt x="90" y="201"/>
                </a:lnTo>
                <a:lnTo>
                  <a:pt x="91" y="201"/>
                </a:lnTo>
                <a:lnTo>
                  <a:pt x="92" y="201"/>
                </a:lnTo>
                <a:lnTo>
                  <a:pt x="92" y="202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9" y="200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2" y="198"/>
                </a:lnTo>
                <a:lnTo>
                  <a:pt x="101" y="198"/>
                </a:lnTo>
                <a:lnTo>
                  <a:pt x="100" y="197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2" y="196"/>
                </a:lnTo>
                <a:lnTo>
                  <a:pt x="102" y="195"/>
                </a:lnTo>
                <a:lnTo>
                  <a:pt x="103" y="195"/>
                </a:lnTo>
                <a:lnTo>
                  <a:pt x="103" y="196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6" y="194"/>
                </a:lnTo>
                <a:lnTo>
                  <a:pt x="107" y="194"/>
                </a:lnTo>
                <a:lnTo>
                  <a:pt x="108" y="195"/>
                </a:lnTo>
                <a:lnTo>
                  <a:pt x="108" y="196"/>
                </a:lnTo>
                <a:lnTo>
                  <a:pt x="109" y="196"/>
                </a:lnTo>
                <a:lnTo>
                  <a:pt x="110" y="196"/>
                </a:lnTo>
                <a:lnTo>
                  <a:pt x="109" y="195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1" y="195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4"/>
                </a:lnTo>
                <a:lnTo>
                  <a:pt x="116" y="194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8" y="201"/>
                </a:lnTo>
                <a:lnTo>
                  <a:pt x="118" y="202"/>
                </a:lnTo>
                <a:lnTo>
                  <a:pt x="119" y="202"/>
                </a:lnTo>
                <a:lnTo>
                  <a:pt x="120" y="202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6" y="217"/>
                </a:lnTo>
                <a:lnTo>
                  <a:pt x="126" y="218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1" y="223"/>
                </a:lnTo>
                <a:lnTo>
                  <a:pt x="133" y="224"/>
                </a:lnTo>
                <a:lnTo>
                  <a:pt x="134" y="223"/>
                </a:lnTo>
                <a:lnTo>
                  <a:pt x="135" y="223"/>
                </a:lnTo>
                <a:lnTo>
                  <a:pt x="136" y="222"/>
                </a:lnTo>
                <a:lnTo>
                  <a:pt x="137" y="222"/>
                </a:lnTo>
                <a:lnTo>
                  <a:pt x="138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5" y="223"/>
                </a:lnTo>
                <a:lnTo>
                  <a:pt x="146" y="223"/>
                </a:lnTo>
                <a:lnTo>
                  <a:pt x="147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49" y="219"/>
                </a:lnTo>
                <a:lnTo>
                  <a:pt x="150" y="218"/>
                </a:lnTo>
                <a:lnTo>
                  <a:pt x="151" y="217"/>
                </a:lnTo>
                <a:lnTo>
                  <a:pt x="152" y="216"/>
                </a:lnTo>
                <a:lnTo>
                  <a:pt x="152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5" y="220"/>
                </a:lnTo>
                <a:lnTo>
                  <a:pt x="155" y="221"/>
                </a:lnTo>
                <a:lnTo>
                  <a:pt x="155" y="222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0" y="218"/>
                </a:lnTo>
                <a:lnTo>
                  <a:pt x="160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6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1" y="207"/>
                </a:lnTo>
                <a:lnTo>
                  <a:pt x="171" y="206"/>
                </a:lnTo>
                <a:lnTo>
                  <a:pt x="172" y="205"/>
                </a:lnTo>
                <a:lnTo>
                  <a:pt x="173" y="203"/>
                </a:lnTo>
                <a:lnTo>
                  <a:pt x="174" y="203"/>
                </a:lnTo>
                <a:lnTo>
                  <a:pt x="174" y="202"/>
                </a:lnTo>
                <a:lnTo>
                  <a:pt x="175" y="201"/>
                </a:lnTo>
                <a:lnTo>
                  <a:pt x="176" y="199"/>
                </a:lnTo>
                <a:lnTo>
                  <a:pt x="177" y="198"/>
                </a:lnTo>
                <a:lnTo>
                  <a:pt x="177" y="197"/>
                </a:lnTo>
                <a:lnTo>
                  <a:pt x="177" y="196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3"/>
                </a:lnTo>
                <a:lnTo>
                  <a:pt x="179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89"/>
                </a:lnTo>
                <a:lnTo>
                  <a:pt x="182" y="189"/>
                </a:lnTo>
                <a:lnTo>
                  <a:pt x="183" y="187"/>
                </a:lnTo>
                <a:lnTo>
                  <a:pt x="184" y="187"/>
                </a:lnTo>
                <a:lnTo>
                  <a:pt x="184" y="186"/>
                </a:lnTo>
                <a:lnTo>
                  <a:pt x="184" y="185"/>
                </a:lnTo>
                <a:lnTo>
                  <a:pt x="185" y="184"/>
                </a:lnTo>
                <a:lnTo>
                  <a:pt x="185" y="183"/>
                </a:lnTo>
                <a:lnTo>
                  <a:pt x="185" y="182"/>
                </a:lnTo>
                <a:lnTo>
                  <a:pt x="186" y="178"/>
                </a:lnTo>
                <a:lnTo>
                  <a:pt x="187" y="176"/>
                </a:lnTo>
                <a:lnTo>
                  <a:pt x="188" y="176"/>
                </a:lnTo>
                <a:lnTo>
                  <a:pt x="189" y="175"/>
                </a:lnTo>
                <a:lnTo>
                  <a:pt x="189" y="174"/>
                </a:lnTo>
                <a:lnTo>
                  <a:pt x="190" y="173"/>
                </a:lnTo>
                <a:lnTo>
                  <a:pt x="190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1"/>
                </a:lnTo>
                <a:lnTo>
                  <a:pt x="193" y="170"/>
                </a:lnTo>
                <a:lnTo>
                  <a:pt x="192" y="169"/>
                </a:lnTo>
                <a:lnTo>
                  <a:pt x="193" y="168"/>
                </a:lnTo>
                <a:lnTo>
                  <a:pt x="195" y="167"/>
                </a:lnTo>
                <a:lnTo>
                  <a:pt x="196" y="166"/>
                </a:lnTo>
                <a:lnTo>
                  <a:pt x="195" y="166"/>
                </a:lnTo>
                <a:lnTo>
                  <a:pt x="195" y="165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8" y="163"/>
                </a:lnTo>
                <a:lnTo>
                  <a:pt x="198" y="162"/>
                </a:lnTo>
                <a:lnTo>
                  <a:pt x="199" y="161"/>
                </a:lnTo>
                <a:lnTo>
                  <a:pt x="200" y="160"/>
                </a:lnTo>
                <a:lnTo>
                  <a:pt x="200" y="159"/>
                </a:lnTo>
                <a:lnTo>
                  <a:pt x="198" y="157"/>
                </a:lnTo>
                <a:lnTo>
                  <a:pt x="197" y="157"/>
                </a:lnTo>
                <a:lnTo>
                  <a:pt x="196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3" y="152"/>
                </a:lnTo>
                <a:lnTo>
                  <a:pt x="192" y="151"/>
                </a:lnTo>
                <a:lnTo>
                  <a:pt x="192" y="150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4" y="148"/>
                </a:lnTo>
                <a:lnTo>
                  <a:pt x="193" y="148"/>
                </a:lnTo>
                <a:lnTo>
                  <a:pt x="193" y="147"/>
                </a:lnTo>
                <a:lnTo>
                  <a:pt x="194" y="146"/>
                </a:lnTo>
                <a:lnTo>
                  <a:pt x="193" y="146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5" y="146"/>
                </a:lnTo>
                <a:lnTo>
                  <a:pt x="195" y="145"/>
                </a:lnTo>
                <a:lnTo>
                  <a:pt x="196" y="145"/>
                </a:lnTo>
                <a:lnTo>
                  <a:pt x="197" y="144"/>
                </a:lnTo>
                <a:lnTo>
                  <a:pt x="196" y="144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9"/>
                </a:lnTo>
                <a:lnTo>
                  <a:pt x="199" y="138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3" y="139"/>
                </a:lnTo>
                <a:lnTo>
                  <a:pt x="204" y="139"/>
                </a:lnTo>
                <a:lnTo>
                  <a:pt x="204" y="138"/>
                </a:lnTo>
                <a:lnTo>
                  <a:pt x="205" y="138"/>
                </a:lnTo>
                <a:lnTo>
                  <a:pt x="205" y="139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8" y="140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2"/>
                </a:lnTo>
                <a:lnTo>
                  <a:pt x="211" y="142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3" y="142"/>
                </a:lnTo>
                <a:lnTo>
                  <a:pt x="224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6" y="143"/>
                </a:lnTo>
                <a:lnTo>
                  <a:pt x="227" y="143"/>
                </a:lnTo>
                <a:lnTo>
                  <a:pt x="228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2"/>
                </a:lnTo>
                <a:lnTo>
                  <a:pt x="234" y="141"/>
                </a:lnTo>
                <a:lnTo>
                  <a:pt x="234" y="140"/>
                </a:lnTo>
                <a:lnTo>
                  <a:pt x="235" y="140"/>
                </a:lnTo>
                <a:lnTo>
                  <a:pt x="235" y="139"/>
                </a:lnTo>
                <a:lnTo>
                  <a:pt x="236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4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2"/>
                </a:lnTo>
                <a:lnTo>
                  <a:pt x="240" y="132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39" y="125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4" y="121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4" y="112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1"/>
                </a:lnTo>
                <a:lnTo>
                  <a:pt x="250" y="100"/>
                </a:lnTo>
                <a:lnTo>
                  <a:pt x="251" y="100"/>
                </a:lnTo>
                <a:lnTo>
                  <a:pt x="251" y="99"/>
                </a:lnTo>
                <a:lnTo>
                  <a:pt x="250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1" y="82"/>
                </a:lnTo>
                <a:lnTo>
                  <a:pt x="261" y="83"/>
                </a:lnTo>
                <a:lnTo>
                  <a:pt x="262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6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2" y="72"/>
                </a:lnTo>
                <a:lnTo>
                  <a:pt x="262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0" y="72"/>
                </a:lnTo>
                <a:lnTo>
                  <a:pt x="271" y="71"/>
                </a:lnTo>
                <a:lnTo>
                  <a:pt x="272" y="71"/>
                </a:lnTo>
                <a:lnTo>
                  <a:pt x="272" y="72"/>
                </a:lnTo>
                <a:lnTo>
                  <a:pt x="273" y="72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8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2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2" y="40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3"/>
                </a:lnTo>
                <a:lnTo>
                  <a:pt x="275" y="23"/>
                </a:lnTo>
                <a:lnTo>
                  <a:pt x="276" y="23"/>
                </a:lnTo>
                <a:lnTo>
                  <a:pt x="276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8"/>
                </a:lnTo>
                <a:lnTo>
                  <a:pt x="276" y="18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622872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3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9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8" y="57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30" y="108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1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7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8" y="172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2" y="159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6"/>
                </a:lnTo>
                <a:lnTo>
                  <a:pt x="741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2"/>
                </a:lnTo>
                <a:lnTo>
                  <a:pt x="741" y="163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5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4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3" y="184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5" y="195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5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6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7" y="256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4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5" y="288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2" y="358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5" y="403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2"/>
                </a:lnTo>
                <a:lnTo>
                  <a:pt x="771" y="401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5" y="397"/>
                </a:lnTo>
                <a:lnTo>
                  <a:pt x="764" y="397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4"/>
                </a:lnTo>
                <a:lnTo>
                  <a:pt x="741" y="423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4" y="427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8"/>
                </a:lnTo>
                <a:lnTo>
                  <a:pt x="753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2" y="470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3"/>
                </a:lnTo>
                <a:lnTo>
                  <a:pt x="718" y="484"/>
                </a:lnTo>
                <a:lnTo>
                  <a:pt x="719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9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6" y="516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5" y="524"/>
                </a:lnTo>
                <a:lnTo>
                  <a:pt x="756" y="524"/>
                </a:lnTo>
                <a:lnTo>
                  <a:pt x="756" y="525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0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80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8" y="587"/>
                </a:lnTo>
                <a:lnTo>
                  <a:pt x="797" y="587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6" y="576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800" y="634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8" y="648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79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8" y="671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7" y="646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8"/>
                </a:lnTo>
                <a:lnTo>
                  <a:pt x="662" y="659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4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8" y="613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5" y="595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8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3"/>
                </a:lnTo>
                <a:lnTo>
                  <a:pt x="572" y="623"/>
                </a:lnTo>
                <a:lnTo>
                  <a:pt x="572" y="622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2" y="671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6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6" y="820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6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2" y="842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9" y="690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4" y="685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5" y="668"/>
                </a:lnTo>
                <a:lnTo>
                  <a:pt x="304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5" y="665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3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8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6" y="641"/>
                </a:lnTo>
                <a:lnTo>
                  <a:pt x="245" y="641"/>
                </a:lnTo>
                <a:lnTo>
                  <a:pt x="245" y="639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3" y="633"/>
                </a:lnTo>
                <a:lnTo>
                  <a:pt x="242" y="633"/>
                </a:lnTo>
                <a:lnTo>
                  <a:pt x="241" y="632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3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8"/>
                </a:lnTo>
                <a:lnTo>
                  <a:pt x="248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4" y="622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3" y="618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3" y="612"/>
                </a:lnTo>
                <a:lnTo>
                  <a:pt x="251" y="611"/>
                </a:lnTo>
                <a:lnTo>
                  <a:pt x="250" y="610"/>
                </a:lnTo>
                <a:lnTo>
                  <a:pt x="248" y="610"/>
                </a:lnTo>
                <a:lnTo>
                  <a:pt x="248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2" y="585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1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4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2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90" y="590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1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80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1" y="614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6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6" y="511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5" y="504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5" y="498"/>
                </a:lnTo>
                <a:lnTo>
                  <a:pt x="154" y="498"/>
                </a:lnTo>
                <a:lnTo>
                  <a:pt x="154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7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2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6" y="355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7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8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6" y="233"/>
                </a:lnTo>
                <a:lnTo>
                  <a:pt x="95" y="232"/>
                </a:lnTo>
                <a:lnTo>
                  <a:pt x="94" y="232"/>
                </a:lnTo>
                <a:lnTo>
                  <a:pt x="92" y="230"/>
                </a:lnTo>
                <a:lnTo>
                  <a:pt x="92" y="229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2" y="198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8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3" y="123"/>
                </a:lnTo>
                <a:lnTo>
                  <a:pt x="14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5" y="103"/>
                </a:lnTo>
                <a:lnTo>
                  <a:pt x="25" y="102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8" y="101"/>
                </a:lnTo>
                <a:lnTo>
                  <a:pt x="29" y="101"/>
                </a:lnTo>
                <a:lnTo>
                  <a:pt x="29" y="100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4" y="51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1" y="60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1"/>
                </a:lnTo>
                <a:lnTo>
                  <a:pt x="139" y="121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8" y="128"/>
                </a:lnTo>
                <a:lnTo>
                  <a:pt x="158" y="129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0" y="131"/>
                </a:lnTo>
                <a:lnTo>
                  <a:pt x="161" y="131"/>
                </a:lnTo>
                <a:lnTo>
                  <a:pt x="161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8" y="141"/>
                </a:lnTo>
                <a:lnTo>
                  <a:pt x="239" y="142"/>
                </a:lnTo>
                <a:lnTo>
                  <a:pt x="239" y="141"/>
                </a:lnTo>
                <a:lnTo>
                  <a:pt x="240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2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8" y="170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0"/>
                </a:lnTo>
                <a:lnTo>
                  <a:pt x="275" y="161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4"/>
                </a:lnTo>
                <a:lnTo>
                  <a:pt x="274" y="165"/>
                </a:lnTo>
                <a:lnTo>
                  <a:pt x="273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5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7"/>
                </a:lnTo>
                <a:lnTo>
                  <a:pt x="288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4" y="182"/>
                </a:lnTo>
                <a:lnTo>
                  <a:pt x="295" y="183"/>
                </a:lnTo>
                <a:lnTo>
                  <a:pt x="295" y="182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3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4" y="173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2" y="168"/>
                </a:lnTo>
                <a:lnTo>
                  <a:pt x="303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1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2"/>
                </a:lnTo>
                <a:lnTo>
                  <a:pt x="317" y="173"/>
                </a:lnTo>
                <a:lnTo>
                  <a:pt x="317" y="172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1" y="174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1" y="152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2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5" y="120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3" y="117"/>
                </a:lnTo>
                <a:lnTo>
                  <a:pt x="343" y="116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9" y="108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6" y="119"/>
                </a:lnTo>
                <a:lnTo>
                  <a:pt x="366" y="118"/>
                </a:lnTo>
                <a:lnTo>
                  <a:pt x="365" y="118"/>
                </a:lnTo>
                <a:lnTo>
                  <a:pt x="366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6" y="114"/>
                </a:lnTo>
                <a:lnTo>
                  <a:pt x="366" y="113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8" y="124"/>
                </a:lnTo>
                <a:lnTo>
                  <a:pt x="389" y="123"/>
                </a:lnTo>
                <a:lnTo>
                  <a:pt x="389" y="122"/>
                </a:lnTo>
                <a:lnTo>
                  <a:pt x="390" y="122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6" y="111"/>
                </a:lnTo>
                <a:lnTo>
                  <a:pt x="396" y="110"/>
                </a:lnTo>
                <a:lnTo>
                  <a:pt x="396" y="109"/>
                </a:lnTo>
                <a:lnTo>
                  <a:pt x="397" y="108"/>
                </a:lnTo>
                <a:lnTo>
                  <a:pt x="397" y="107"/>
                </a:lnTo>
                <a:lnTo>
                  <a:pt x="396" y="106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8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4" y="119"/>
                </a:lnTo>
                <a:lnTo>
                  <a:pt x="414" y="118"/>
                </a:lnTo>
                <a:lnTo>
                  <a:pt x="414" y="116"/>
                </a:lnTo>
                <a:lnTo>
                  <a:pt x="415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6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39" y="108"/>
                </a:lnTo>
                <a:lnTo>
                  <a:pt x="440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9" y="104"/>
                </a:lnTo>
                <a:lnTo>
                  <a:pt x="439" y="103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6" y="2"/>
                </a:lnTo>
                <a:lnTo>
                  <a:pt x="507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6431760" y="395640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1" y="82"/>
                </a:lnTo>
                <a:lnTo>
                  <a:pt x="451" y="83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4"/>
                </a:lnTo>
                <a:lnTo>
                  <a:pt x="459" y="83"/>
                </a:lnTo>
                <a:lnTo>
                  <a:pt x="458" y="82"/>
                </a:lnTo>
                <a:lnTo>
                  <a:pt x="457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5" y="81"/>
                </a:lnTo>
                <a:lnTo>
                  <a:pt x="466" y="81"/>
                </a:lnTo>
                <a:lnTo>
                  <a:pt x="467" y="81"/>
                </a:lnTo>
                <a:lnTo>
                  <a:pt x="467" y="82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5" y="92"/>
                </a:lnTo>
                <a:lnTo>
                  <a:pt x="465" y="93"/>
                </a:lnTo>
                <a:lnTo>
                  <a:pt x="466" y="93"/>
                </a:lnTo>
                <a:lnTo>
                  <a:pt x="466" y="94"/>
                </a:lnTo>
                <a:lnTo>
                  <a:pt x="465" y="95"/>
                </a:lnTo>
                <a:lnTo>
                  <a:pt x="463" y="96"/>
                </a:lnTo>
                <a:lnTo>
                  <a:pt x="462" y="97"/>
                </a:lnTo>
                <a:lnTo>
                  <a:pt x="462" y="99"/>
                </a:lnTo>
                <a:lnTo>
                  <a:pt x="462" y="100"/>
                </a:lnTo>
                <a:lnTo>
                  <a:pt x="463" y="100"/>
                </a:lnTo>
                <a:lnTo>
                  <a:pt x="463" y="102"/>
                </a:lnTo>
                <a:lnTo>
                  <a:pt x="463" y="103"/>
                </a:lnTo>
                <a:lnTo>
                  <a:pt x="464" y="103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69" y="101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1" y="103"/>
                </a:lnTo>
                <a:lnTo>
                  <a:pt x="472" y="103"/>
                </a:lnTo>
                <a:lnTo>
                  <a:pt x="472" y="104"/>
                </a:lnTo>
                <a:lnTo>
                  <a:pt x="472" y="105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4"/>
                </a:lnTo>
                <a:lnTo>
                  <a:pt x="479" y="104"/>
                </a:lnTo>
                <a:lnTo>
                  <a:pt x="479" y="103"/>
                </a:lnTo>
                <a:lnTo>
                  <a:pt x="480" y="103"/>
                </a:lnTo>
                <a:lnTo>
                  <a:pt x="480" y="104"/>
                </a:lnTo>
                <a:lnTo>
                  <a:pt x="481" y="104"/>
                </a:lnTo>
                <a:lnTo>
                  <a:pt x="481" y="105"/>
                </a:lnTo>
                <a:lnTo>
                  <a:pt x="480" y="105"/>
                </a:lnTo>
                <a:lnTo>
                  <a:pt x="480" y="106"/>
                </a:lnTo>
                <a:lnTo>
                  <a:pt x="481" y="106"/>
                </a:lnTo>
                <a:lnTo>
                  <a:pt x="483" y="107"/>
                </a:lnTo>
                <a:lnTo>
                  <a:pt x="483" y="108"/>
                </a:lnTo>
                <a:lnTo>
                  <a:pt x="484" y="108"/>
                </a:lnTo>
                <a:lnTo>
                  <a:pt x="485" y="108"/>
                </a:lnTo>
                <a:lnTo>
                  <a:pt x="485" y="109"/>
                </a:lnTo>
                <a:lnTo>
                  <a:pt x="486" y="109"/>
                </a:lnTo>
                <a:lnTo>
                  <a:pt x="487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0" y="105"/>
                </a:lnTo>
                <a:lnTo>
                  <a:pt x="491" y="105"/>
                </a:lnTo>
                <a:lnTo>
                  <a:pt x="492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6" y="98"/>
                </a:lnTo>
                <a:lnTo>
                  <a:pt x="497" y="98"/>
                </a:lnTo>
                <a:lnTo>
                  <a:pt x="497" y="97"/>
                </a:lnTo>
                <a:lnTo>
                  <a:pt x="498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0" y="90"/>
                </a:lnTo>
                <a:lnTo>
                  <a:pt x="500" y="89"/>
                </a:lnTo>
                <a:lnTo>
                  <a:pt x="499" y="89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0" y="86"/>
                </a:lnTo>
                <a:lnTo>
                  <a:pt x="500" y="85"/>
                </a:lnTo>
                <a:lnTo>
                  <a:pt x="501" y="85"/>
                </a:lnTo>
                <a:lnTo>
                  <a:pt x="500" y="84"/>
                </a:lnTo>
                <a:lnTo>
                  <a:pt x="500" y="83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80"/>
                </a:lnTo>
                <a:lnTo>
                  <a:pt x="510" y="81"/>
                </a:lnTo>
                <a:lnTo>
                  <a:pt x="510" y="82"/>
                </a:lnTo>
                <a:lnTo>
                  <a:pt x="510" y="84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1" y="94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6"/>
                </a:lnTo>
                <a:lnTo>
                  <a:pt x="514" y="97"/>
                </a:lnTo>
                <a:lnTo>
                  <a:pt x="513" y="97"/>
                </a:lnTo>
                <a:lnTo>
                  <a:pt x="514" y="98"/>
                </a:lnTo>
                <a:lnTo>
                  <a:pt x="515" y="98"/>
                </a:lnTo>
                <a:lnTo>
                  <a:pt x="515" y="97"/>
                </a:lnTo>
                <a:lnTo>
                  <a:pt x="516" y="97"/>
                </a:lnTo>
                <a:lnTo>
                  <a:pt x="516" y="96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8" y="99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19" y="121"/>
                </a:lnTo>
                <a:lnTo>
                  <a:pt x="520" y="121"/>
                </a:lnTo>
                <a:lnTo>
                  <a:pt x="520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5" y="127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29"/>
                </a:lnTo>
                <a:lnTo>
                  <a:pt x="514" y="130"/>
                </a:lnTo>
                <a:lnTo>
                  <a:pt x="514" y="132"/>
                </a:lnTo>
                <a:lnTo>
                  <a:pt x="515" y="132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5" y="138"/>
                </a:lnTo>
                <a:lnTo>
                  <a:pt x="516" y="139"/>
                </a:lnTo>
                <a:lnTo>
                  <a:pt x="517" y="139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8" y="142"/>
                </a:lnTo>
                <a:lnTo>
                  <a:pt x="517" y="143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51"/>
                </a:lnTo>
                <a:lnTo>
                  <a:pt x="520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4" y="155"/>
                </a:lnTo>
                <a:lnTo>
                  <a:pt x="525" y="156"/>
                </a:lnTo>
                <a:lnTo>
                  <a:pt x="526" y="156"/>
                </a:lnTo>
                <a:lnTo>
                  <a:pt x="526" y="157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7" y="168"/>
                </a:lnTo>
                <a:lnTo>
                  <a:pt x="528" y="169"/>
                </a:lnTo>
                <a:lnTo>
                  <a:pt x="528" y="170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4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4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1" y="184"/>
                </a:lnTo>
                <a:lnTo>
                  <a:pt x="510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5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1" y="186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4"/>
                </a:lnTo>
                <a:lnTo>
                  <a:pt x="498" y="184"/>
                </a:lnTo>
                <a:lnTo>
                  <a:pt x="497" y="185"/>
                </a:lnTo>
                <a:lnTo>
                  <a:pt x="496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7"/>
                </a:lnTo>
                <a:lnTo>
                  <a:pt x="497" y="187"/>
                </a:lnTo>
                <a:lnTo>
                  <a:pt x="498" y="188"/>
                </a:lnTo>
                <a:lnTo>
                  <a:pt x="497" y="189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3" y="194"/>
                </a:lnTo>
                <a:lnTo>
                  <a:pt x="493" y="195"/>
                </a:lnTo>
                <a:lnTo>
                  <a:pt x="492" y="195"/>
                </a:lnTo>
                <a:lnTo>
                  <a:pt x="492" y="194"/>
                </a:lnTo>
                <a:lnTo>
                  <a:pt x="491" y="194"/>
                </a:lnTo>
                <a:lnTo>
                  <a:pt x="491" y="195"/>
                </a:lnTo>
                <a:lnTo>
                  <a:pt x="491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2" y="204"/>
                </a:lnTo>
                <a:lnTo>
                  <a:pt x="482" y="205"/>
                </a:lnTo>
                <a:lnTo>
                  <a:pt x="481" y="205"/>
                </a:lnTo>
                <a:lnTo>
                  <a:pt x="480" y="206"/>
                </a:lnTo>
                <a:lnTo>
                  <a:pt x="478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80" y="212"/>
                </a:lnTo>
                <a:lnTo>
                  <a:pt x="479" y="212"/>
                </a:lnTo>
                <a:lnTo>
                  <a:pt x="478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7"/>
                </a:lnTo>
                <a:lnTo>
                  <a:pt x="475" y="216"/>
                </a:lnTo>
                <a:lnTo>
                  <a:pt x="474" y="216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9"/>
                </a:lnTo>
                <a:lnTo>
                  <a:pt x="470" y="218"/>
                </a:lnTo>
                <a:lnTo>
                  <a:pt x="468" y="219"/>
                </a:lnTo>
                <a:lnTo>
                  <a:pt x="469" y="220"/>
                </a:lnTo>
                <a:lnTo>
                  <a:pt x="471" y="222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5"/>
                </a:lnTo>
                <a:lnTo>
                  <a:pt x="475" y="225"/>
                </a:lnTo>
                <a:lnTo>
                  <a:pt x="475" y="226"/>
                </a:lnTo>
                <a:lnTo>
                  <a:pt x="476" y="226"/>
                </a:lnTo>
                <a:lnTo>
                  <a:pt x="476" y="227"/>
                </a:lnTo>
                <a:lnTo>
                  <a:pt x="475" y="227"/>
                </a:lnTo>
                <a:lnTo>
                  <a:pt x="475" y="228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1" y="223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2" y="217"/>
                </a:lnTo>
                <a:lnTo>
                  <a:pt x="494" y="216"/>
                </a:lnTo>
                <a:lnTo>
                  <a:pt x="495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6" y="221"/>
                </a:lnTo>
                <a:lnTo>
                  <a:pt x="498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4" y="219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3"/>
                </a:lnTo>
                <a:lnTo>
                  <a:pt x="510" y="214"/>
                </a:lnTo>
                <a:lnTo>
                  <a:pt x="510" y="215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1" y="213"/>
                </a:lnTo>
                <a:lnTo>
                  <a:pt x="522" y="213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8" y="214"/>
                </a:lnTo>
                <a:lnTo>
                  <a:pt x="529" y="214"/>
                </a:lnTo>
                <a:lnTo>
                  <a:pt x="529" y="215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8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29" y="222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3" y="222"/>
                </a:lnTo>
                <a:lnTo>
                  <a:pt x="533" y="223"/>
                </a:lnTo>
                <a:lnTo>
                  <a:pt x="534" y="225"/>
                </a:lnTo>
                <a:lnTo>
                  <a:pt x="534" y="226"/>
                </a:lnTo>
                <a:lnTo>
                  <a:pt x="535" y="227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4" y="229"/>
                </a:lnTo>
                <a:lnTo>
                  <a:pt x="534" y="230"/>
                </a:lnTo>
                <a:lnTo>
                  <a:pt x="535" y="230"/>
                </a:lnTo>
                <a:lnTo>
                  <a:pt x="535" y="231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7" y="232"/>
                </a:lnTo>
                <a:lnTo>
                  <a:pt x="537" y="233"/>
                </a:lnTo>
                <a:lnTo>
                  <a:pt x="537" y="234"/>
                </a:lnTo>
                <a:lnTo>
                  <a:pt x="536" y="234"/>
                </a:lnTo>
                <a:lnTo>
                  <a:pt x="535" y="234"/>
                </a:lnTo>
                <a:lnTo>
                  <a:pt x="535" y="235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5"/>
                </a:lnTo>
                <a:lnTo>
                  <a:pt x="531" y="236"/>
                </a:lnTo>
                <a:lnTo>
                  <a:pt x="531" y="237"/>
                </a:lnTo>
                <a:lnTo>
                  <a:pt x="529" y="238"/>
                </a:lnTo>
                <a:lnTo>
                  <a:pt x="528" y="238"/>
                </a:lnTo>
                <a:lnTo>
                  <a:pt x="527" y="239"/>
                </a:lnTo>
                <a:lnTo>
                  <a:pt x="526" y="239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29" y="239"/>
                </a:lnTo>
                <a:lnTo>
                  <a:pt x="530" y="238"/>
                </a:lnTo>
                <a:lnTo>
                  <a:pt x="531" y="239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3" y="249"/>
                </a:lnTo>
                <a:lnTo>
                  <a:pt x="534" y="250"/>
                </a:lnTo>
                <a:lnTo>
                  <a:pt x="534" y="251"/>
                </a:lnTo>
                <a:lnTo>
                  <a:pt x="533" y="253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3" y="252"/>
                </a:lnTo>
                <a:lnTo>
                  <a:pt x="531" y="252"/>
                </a:lnTo>
                <a:lnTo>
                  <a:pt x="531" y="253"/>
                </a:lnTo>
                <a:lnTo>
                  <a:pt x="530" y="253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8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5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7"/>
                </a:lnTo>
                <a:lnTo>
                  <a:pt x="523" y="256"/>
                </a:lnTo>
                <a:lnTo>
                  <a:pt x="521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9"/>
                </a:lnTo>
                <a:lnTo>
                  <a:pt x="517" y="259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19" y="265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0" y="283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4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6" y="288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5" y="291"/>
                </a:lnTo>
                <a:lnTo>
                  <a:pt x="514" y="291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6" y="300"/>
                </a:lnTo>
                <a:lnTo>
                  <a:pt x="516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5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6"/>
                </a:lnTo>
                <a:lnTo>
                  <a:pt x="532" y="317"/>
                </a:lnTo>
                <a:lnTo>
                  <a:pt x="533" y="317"/>
                </a:lnTo>
                <a:lnTo>
                  <a:pt x="533" y="319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3"/>
                </a:lnTo>
                <a:lnTo>
                  <a:pt x="528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6" y="355"/>
                </a:lnTo>
                <a:lnTo>
                  <a:pt x="517" y="355"/>
                </a:lnTo>
                <a:lnTo>
                  <a:pt x="517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3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6" y="357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6" y="353"/>
                </a:lnTo>
                <a:lnTo>
                  <a:pt x="486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7" y="360"/>
                </a:lnTo>
                <a:lnTo>
                  <a:pt x="477" y="361"/>
                </a:lnTo>
                <a:lnTo>
                  <a:pt x="477" y="363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7"/>
                </a:lnTo>
                <a:lnTo>
                  <a:pt x="491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8"/>
                </a:lnTo>
                <a:lnTo>
                  <a:pt x="490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8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7"/>
                </a:lnTo>
                <a:lnTo>
                  <a:pt x="450" y="388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7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0" y="381"/>
                </a:lnTo>
                <a:lnTo>
                  <a:pt x="429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7" y="371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4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9"/>
                </a:lnTo>
                <a:lnTo>
                  <a:pt x="87" y="448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5"/>
                </a:lnTo>
                <a:lnTo>
                  <a:pt x="64" y="364"/>
                </a:lnTo>
                <a:lnTo>
                  <a:pt x="64" y="362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4" y="338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3"/>
                </a:lnTo>
                <a:lnTo>
                  <a:pt x="83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7" y="289"/>
                </a:lnTo>
                <a:lnTo>
                  <a:pt x="97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5" y="262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4" y="258"/>
                </a:lnTo>
                <a:lnTo>
                  <a:pt x="73" y="258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7"/>
                </a:lnTo>
                <a:lnTo>
                  <a:pt x="72" y="258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3" y="268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8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5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8"/>
                </a:lnTo>
                <a:lnTo>
                  <a:pt x="27" y="278"/>
                </a:lnTo>
                <a:lnTo>
                  <a:pt x="26" y="278"/>
                </a:lnTo>
                <a:lnTo>
                  <a:pt x="26" y="277"/>
                </a:lnTo>
                <a:lnTo>
                  <a:pt x="25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8" y="273"/>
                </a:lnTo>
                <a:lnTo>
                  <a:pt x="17" y="272"/>
                </a:lnTo>
                <a:lnTo>
                  <a:pt x="16" y="272"/>
                </a:lnTo>
                <a:lnTo>
                  <a:pt x="15" y="272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2" y="243"/>
                </a:lnTo>
                <a:lnTo>
                  <a:pt x="13" y="242"/>
                </a:lnTo>
                <a:lnTo>
                  <a:pt x="14" y="242"/>
                </a:lnTo>
                <a:lnTo>
                  <a:pt x="15" y="242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4" y="232"/>
                </a:lnTo>
                <a:lnTo>
                  <a:pt x="13" y="232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9"/>
                </a:lnTo>
                <a:lnTo>
                  <a:pt x="12" y="228"/>
                </a:lnTo>
                <a:lnTo>
                  <a:pt x="11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6" y="223"/>
                </a:lnTo>
                <a:lnTo>
                  <a:pt x="5" y="224"/>
                </a:lnTo>
                <a:lnTo>
                  <a:pt x="4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2" y="218"/>
                </a:lnTo>
                <a:lnTo>
                  <a:pt x="1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8" y="214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3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3"/>
                </a:lnTo>
                <a:lnTo>
                  <a:pt x="18" y="203"/>
                </a:lnTo>
                <a:lnTo>
                  <a:pt x="18" y="202"/>
                </a:lnTo>
                <a:lnTo>
                  <a:pt x="17" y="201"/>
                </a:lnTo>
                <a:lnTo>
                  <a:pt x="18" y="201"/>
                </a:lnTo>
                <a:lnTo>
                  <a:pt x="19" y="201"/>
                </a:lnTo>
                <a:lnTo>
                  <a:pt x="21" y="201"/>
                </a:lnTo>
                <a:lnTo>
                  <a:pt x="21" y="200"/>
                </a:lnTo>
                <a:lnTo>
                  <a:pt x="21" y="199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7"/>
                </a:lnTo>
                <a:lnTo>
                  <a:pt x="24" y="196"/>
                </a:lnTo>
                <a:lnTo>
                  <a:pt x="24" y="195"/>
                </a:lnTo>
                <a:lnTo>
                  <a:pt x="24" y="194"/>
                </a:lnTo>
                <a:lnTo>
                  <a:pt x="25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4"/>
                </a:lnTo>
                <a:lnTo>
                  <a:pt x="29" y="183"/>
                </a:lnTo>
                <a:lnTo>
                  <a:pt x="30" y="183"/>
                </a:lnTo>
                <a:lnTo>
                  <a:pt x="30" y="184"/>
                </a:lnTo>
                <a:lnTo>
                  <a:pt x="31" y="184"/>
                </a:lnTo>
                <a:lnTo>
                  <a:pt x="32" y="184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4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7" y="188"/>
                </a:lnTo>
                <a:lnTo>
                  <a:pt x="37" y="189"/>
                </a:lnTo>
                <a:lnTo>
                  <a:pt x="37" y="190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8" y="197"/>
                </a:lnTo>
                <a:lnTo>
                  <a:pt x="48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5" y="198"/>
                </a:lnTo>
                <a:lnTo>
                  <a:pt x="55" y="197"/>
                </a:lnTo>
                <a:lnTo>
                  <a:pt x="56" y="198"/>
                </a:lnTo>
                <a:lnTo>
                  <a:pt x="57" y="198"/>
                </a:lnTo>
                <a:lnTo>
                  <a:pt x="58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1"/>
                </a:lnTo>
                <a:lnTo>
                  <a:pt x="69" y="180"/>
                </a:lnTo>
                <a:lnTo>
                  <a:pt x="70" y="181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2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7" y="185"/>
                </a:lnTo>
                <a:lnTo>
                  <a:pt x="79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1" y="188"/>
                </a:lnTo>
                <a:lnTo>
                  <a:pt x="81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5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2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5" y="198"/>
                </a:lnTo>
                <a:lnTo>
                  <a:pt x="116" y="198"/>
                </a:lnTo>
                <a:lnTo>
                  <a:pt x="116" y="197"/>
                </a:lnTo>
                <a:lnTo>
                  <a:pt x="116" y="198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6" y="191"/>
                </a:lnTo>
                <a:lnTo>
                  <a:pt x="126" y="190"/>
                </a:lnTo>
                <a:lnTo>
                  <a:pt x="127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1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8" y="183"/>
                </a:lnTo>
                <a:lnTo>
                  <a:pt x="147" y="183"/>
                </a:lnTo>
                <a:lnTo>
                  <a:pt x="147" y="182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4" y="157"/>
                </a:lnTo>
                <a:lnTo>
                  <a:pt x="154" y="156"/>
                </a:lnTo>
                <a:lnTo>
                  <a:pt x="155" y="155"/>
                </a:lnTo>
                <a:lnTo>
                  <a:pt x="156" y="154"/>
                </a:lnTo>
                <a:lnTo>
                  <a:pt x="157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3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90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50"/>
                </a:lnTo>
                <a:lnTo>
                  <a:pt x="239" y="149"/>
                </a:lnTo>
                <a:lnTo>
                  <a:pt x="240" y="148"/>
                </a:lnTo>
                <a:lnTo>
                  <a:pt x="241" y="148"/>
                </a:lnTo>
                <a:lnTo>
                  <a:pt x="242" y="147"/>
                </a:lnTo>
                <a:lnTo>
                  <a:pt x="243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4"/>
                </a:lnTo>
                <a:lnTo>
                  <a:pt x="246" y="143"/>
                </a:lnTo>
                <a:lnTo>
                  <a:pt x="245" y="143"/>
                </a:lnTo>
                <a:lnTo>
                  <a:pt x="245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5" y="130"/>
                </a:lnTo>
                <a:lnTo>
                  <a:pt x="245" y="129"/>
                </a:lnTo>
                <a:lnTo>
                  <a:pt x="245" y="128"/>
                </a:lnTo>
                <a:lnTo>
                  <a:pt x="244" y="127"/>
                </a:lnTo>
                <a:lnTo>
                  <a:pt x="243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8" y="124"/>
                </a:lnTo>
                <a:lnTo>
                  <a:pt x="238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19"/>
                </a:lnTo>
                <a:lnTo>
                  <a:pt x="240" y="119"/>
                </a:lnTo>
                <a:lnTo>
                  <a:pt x="240" y="118"/>
                </a:lnTo>
                <a:lnTo>
                  <a:pt x="239" y="117"/>
                </a:lnTo>
                <a:lnTo>
                  <a:pt x="239" y="116"/>
                </a:lnTo>
                <a:lnTo>
                  <a:pt x="238" y="116"/>
                </a:lnTo>
                <a:lnTo>
                  <a:pt x="237" y="116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3" y="99"/>
                </a:lnTo>
                <a:lnTo>
                  <a:pt x="202" y="99"/>
                </a:lnTo>
                <a:lnTo>
                  <a:pt x="202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2"/>
                </a:lnTo>
                <a:lnTo>
                  <a:pt x="183" y="81"/>
                </a:lnTo>
                <a:lnTo>
                  <a:pt x="182" y="81"/>
                </a:lnTo>
                <a:lnTo>
                  <a:pt x="181" y="80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6" y="67"/>
                </a:lnTo>
                <a:lnTo>
                  <a:pt x="237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69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59" y="63"/>
                </a:lnTo>
                <a:lnTo>
                  <a:pt x="259" y="64"/>
                </a:lnTo>
                <a:lnTo>
                  <a:pt x="260" y="65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3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3"/>
                </a:lnTo>
                <a:lnTo>
                  <a:pt x="269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2"/>
                </a:lnTo>
                <a:lnTo>
                  <a:pt x="272" y="63"/>
                </a:lnTo>
                <a:lnTo>
                  <a:pt x="271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5"/>
                </a:lnTo>
                <a:lnTo>
                  <a:pt x="272" y="67"/>
                </a:lnTo>
                <a:lnTo>
                  <a:pt x="272" y="69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8"/>
                </a:lnTo>
                <a:lnTo>
                  <a:pt x="280" y="78"/>
                </a:lnTo>
                <a:lnTo>
                  <a:pt x="280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0" y="63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6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39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2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6234480" y="395640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5" y="26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1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99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4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60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2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9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5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20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7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6" y="149"/>
                </a:lnTo>
                <a:lnTo>
                  <a:pt x="257" y="149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8" y="139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1" y="133"/>
                </a:lnTo>
                <a:lnTo>
                  <a:pt x="282" y="133"/>
                </a:lnTo>
                <a:lnTo>
                  <a:pt x="283" y="134"/>
                </a:lnTo>
                <a:lnTo>
                  <a:pt x="283" y="133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9" y="146"/>
                </a:lnTo>
                <a:lnTo>
                  <a:pt x="290" y="146"/>
                </a:lnTo>
                <a:lnTo>
                  <a:pt x="290" y="147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7"/>
                </a:lnTo>
                <a:lnTo>
                  <a:pt x="300" y="158"/>
                </a:lnTo>
                <a:lnTo>
                  <a:pt x="301" y="158"/>
                </a:lnTo>
                <a:lnTo>
                  <a:pt x="300" y="159"/>
                </a:lnTo>
                <a:lnTo>
                  <a:pt x="299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3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5" y="182"/>
                </a:lnTo>
                <a:lnTo>
                  <a:pt x="306" y="181"/>
                </a:lnTo>
                <a:lnTo>
                  <a:pt x="307" y="180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5"/>
                </a:lnTo>
                <a:lnTo>
                  <a:pt x="315" y="196"/>
                </a:lnTo>
                <a:lnTo>
                  <a:pt x="316" y="197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19" y="208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7" y="208"/>
                </a:lnTo>
                <a:lnTo>
                  <a:pt x="329" y="208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4"/>
                </a:lnTo>
                <a:lnTo>
                  <a:pt x="328" y="215"/>
                </a:lnTo>
                <a:lnTo>
                  <a:pt x="327" y="217"/>
                </a:lnTo>
                <a:lnTo>
                  <a:pt x="327" y="218"/>
                </a:lnTo>
                <a:lnTo>
                  <a:pt x="328" y="218"/>
                </a:lnTo>
                <a:lnTo>
                  <a:pt x="328" y="219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5" y="233"/>
                </a:lnTo>
                <a:lnTo>
                  <a:pt x="337" y="233"/>
                </a:lnTo>
                <a:lnTo>
                  <a:pt x="338" y="233"/>
                </a:lnTo>
                <a:lnTo>
                  <a:pt x="338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0" y="239"/>
                </a:lnTo>
                <a:lnTo>
                  <a:pt x="341" y="239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3" y="240"/>
                </a:lnTo>
                <a:lnTo>
                  <a:pt x="345" y="240"/>
                </a:lnTo>
                <a:lnTo>
                  <a:pt x="346" y="240"/>
                </a:lnTo>
                <a:lnTo>
                  <a:pt x="347" y="240"/>
                </a:lnTo>
                <a:lnTo>
                  <a:pt x="347" y="241"/>
                </a:lnTo>
                <a:lnTo>
                  <a:pt x="348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8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5" y="255"/>
                </a:lnTo>
                <a:lnTo>
                  <a:pt x="355" y="256"/>
                </a:lnTo>
                <a:lnTo>
                  <a:pt x="355" y="255"/>
                </a:lnTo>
                <a:lnTo>
                  <a:pt x="356" y="254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2"/>
                </a:lnTo>
                <a:lnTo>
                  <a:pt x="360" y="251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7" y="258"/>
                </a:lnTo>
                <a:lnTo>
                  <a:pt x="356" y="258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1"/>
                </a:lnTo>
                <a:lnTo>
                  <a:pt x="357" y="262"/>
                </a:lnTo>
                <a:lnTo>
                  <a:pt x="357" y="263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9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1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5" y="280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0" y="280"/>
                </a:lnTo>
                <a:lnTo>
                  <a:pt x="361" y="281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6"/>
                </a:lnTo>
                <a:lnTo>
                  <a:pt x="373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9"/>
                </a:lnTo>
                <a:lnTo>
                  <a:pt x="368" y="299"/>
                </a:lnTo>
                <a:lnTo>
                  <a:pt x="368" y="301"/>
                </a:lnTo>
                <a:lnTo>
                  <a:pt x="367" y="301"/>
                </a:lnTo>
                <a:lnTo>
                  <a:pt x="367" y="302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7"/>
                </a:lnTo>
                <a:lnTo>
                  <a:pt x="375" y="307"/>
                </a:lnTo>
                <a:lnTo>
                  <a:pt x="375" y="306"/>
                </a:lnTo>
                <a:lnTo>
                  <a:pt x="376" y="306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2" y="309"/>
                </a:lnTo>
                <a:lnTo>
                  <a:pt x="382" y="310"/>
                </a:lnTo>
                <a:lnTo>
                  <a:pt x="383" y="311"/>
                </a:lnTo>
                <a:lnTo>
                  <a:pt x="383" y="312"/>
                </a:lnTo>
                <a:lnTo>
                  <a:pt x="384" y="312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8" y="322"/>
                </a:lnTo>
                <a:lnTo>
                  <a:pt x="389" y="322"/>
                </a:lnTo>
                <a:lnTo>
                  <a:pt x="390" y="322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3" y="323"/>
                </a:lnTo>
                <a:lnTo>
                  <a:pt x="394" y="321"/>
                </a:lnTo>
                <a:lnTo>
                  <a:pt x="395" y="320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2"/>
                </a:lnTo>
                <a:lnTo>
                  <a:pt x="401" y="322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7" y="322"/>
                </a:lnTo>
                <a:lnTo>
                  <a:pt x="408" y="322"/>
                </a:lnTo>
                <a:lnTo>
                  <a:pt x="410" y="323"/>
                </a:lnTo>
                <a:lnTo>
                  <a:pt x="411" y="324"/>
                </a:lnTo>
                <a:lnTo>
                  <a:pt x="412" y="324"/>
                </a:lnTo>
                <a:lnTo>
                  <a:pt x="413" y="324"/>
                </a:lnTo>
                <a:lnTo>
                  <a:pt x="414" y="323"/>
                </a:lnTo>
                <a:lnTo>
                  <a:pt x="414" y="322"/>
                </a:lnTo>
                <a:lnTo>
                  <a:pt x="415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2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7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7" y="308"/>
                </a:lnTo>
                <a:lnTo>
                  <a:pt x="428" y="308"/>
                </a:lnTo>
                <a:lnTo>
                  <a:pt x="430" y="308"/>
                </a:lnTo>
                <a:lnTo>
                  <a:pt x="431" y="308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4" y="306"/>
                </a:lnTo>
                <a:lnTo>
                  <a:pt x="435" y="306"/>
                </a:lnTo>
                <a:lnTo>
                  <a:pt x="435" y="305"/>
                </a:lnTo>
                <a:lnTo>
                  <a:pt x="436" y="305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300"/>
                </a:lnTo>
                <a:lnTo>
                  <a:pt x="444" y="300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1" y="296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1" y="300"/>
                </a:lnTo>
                <a:lnTo>
                  <a:pt x="460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7" y="308"/>
                </a:lnTo>
                <a:lnTo>
                  <a:pt x="468" y="309"/>
                </a:lnTo>
                <a:lnTo>
                  <a:pt x="469" y="309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300"/>
                </a:lnTo>
                <a:lnTo>
                  <a:pt x="476" y="300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9"/>
                </a:lnTo>
                <a:lnTo>
                  <a:pt x="480" y="298"/>
                </a:lnTo>
                <a:lnTo>
                  <a:pt x="481" y="298"/>
                </a:lnTo>
                <a:lnTo>
                  <a:pt x="481" y="297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6"/>
                </a:lnTo>
                <a:lnTo>
                  <a:pt x="486" y="296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9" y="296"/>
                </a:lnTo>
                <a:lnTo>
                  <a:pt x="489" y="295"/>
                </a:lnTo>
                <a:lnTo>
                  <a:pt x="490" y="295"/>
                </a:lnTo>
                <a:lnTo>
                  <a:pt x="491" y="296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4" y="286"/>
                </a:lnTo>
                <a:lnTo>
                  <a:pt x="494" y="285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7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5" y="262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3"/>
                </a:lnTo>
                <a:lnTo>
                  <a:pt x="493" y="252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6"/>
                </a:lnTo>
                <a:lnTo>
                  <a:pt x="492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3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4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6" y="212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5" y="197"/>
                </a:lnTo>
                <a:lnTo>
                  <a:pt x="485" y="196"/>
                </a:lnTo>
                <a:lnTo>
                  <a:pt x="486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3" y="190"/>
                </a:lnTo>
                <a:lnTo>
                  <a:pt x="494" y="190"/>
                </a:lnTo>
                <a:lnTo>
                  <a:pt x="495" y="190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8"/>
                </a:lnTo>
                <a:lnTo>
                  <a:pt x="499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7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1" y="176"/>
                </a:lnTo>
                <a:lnTo>
                  <a:pt x="511" y="175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30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3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6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40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8"/>
                </a:lnTo>
                <a:lnTo>
                  <a:pt x="540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6" y="100"/>
                </a:lnTo>
                <a:lnTo>
                  <a:pt x="556" y="101"/>
                </a:lnTo>
                <a:lnTo>
                  <a:pt x="557" y="101"/>
                </a:lnTo>
                <a:lnTo>
                  <a:pt x="557" y="103"/>
                </a:lnTo>
                <a:lnTo>
                  <a:pt x="557" y="104"/>
                </a:lnTo>
                <a:lnTo>
                  <a:pt x="558" y="104"/>
                </a:lnTo>
                <a:lnTo>
                  <a:pt x="558" y="105"/>
                </a:lnTo>
                <a:lnTo>
                  <a:pt x="559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7" y="73"/>
                </a:lnTo>
                <a:lnTo>
                  <a:pt x="566" y="73"/>
                </a:lnTo>
                <a:lnTo>
                  <a:pt x="565" y="71"/>
                </a:lnTo>
                <a:lnTo>
                  <a:pt x="566" y="70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6"/>
                </a:lnTo>
                <a:lnTo>
                  <a:pt x="572" y="56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2" y="62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6" y="59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59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2" y="60"/>
                </a:lnTo>
                <a:lnTo>
                  <a:pt x="622" y="61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5" y="68"/>
                </a:lnTo>
                <a:lnTo>
                  <a:pt x="615" y="67"/>
                </a:lnTo>
                <a:lnTo>
                  <a:pt x="614" y="67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8" y="73"/>
                </a:lnTo>
                <a:lnTo>
                  <a:pt x="609" y="73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1" y="91"/>
                </a:lnTo>
                <a:lnTo>
                  <a:pt x="612" y="91"/>
                </a:lnTo>
                <a:lnTo>
                  <a:pt x="611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4" y="91"/>
                </a:lnTo>
                <a:lnTo>
                  <a:pt x="615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0"/>
                </a:lnTo>
                <a:lnTo>
                  <a:pt x="619" y="91"/>
                </a:lnTo>
                <a:lnTo>
                  <a:pt x="619" y="92"/>
                </a:lnTo>
                <a:lnTo>
                  <a:pt x="620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6" y="123"/>
                </a:lnTo>
                <a:lnTo>
                  <a:pt x="617" y="124"/>
                </a:lnTo>
                <a:lnTo>
                  <a:pt x="618" y="124"/>
                </a:lnTo>
                <a:lnTo>
                  <a:pt x="618" y="125"/>
                </a:lnTo>
                <a:lnTo>
                  <a:pt x="619" y="125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20" y="128"/>
                </a:lnTo>
                <a:lnTo>
                  <a:pt x="620" y="129"/>
                </a:lnTo>
                <a:lnTo>
                  <a:pt x="620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6" y="136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3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8"/>
                </a:lnTo>
                <a:lnTo>
                  <a:pt x="667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4"/>
                </a:lnTo>
                <a:lnTo>
                  <a:pt x="691" y="125"/>
                </a:lnTo>
                <a:lnTo>
                  <a:pt x="692" y="125"/>
                </a:lnTo>
                <a:lnTo>
                  <a:pt x="693" y="125"/>
                </a:lnTo>
                <a:lnTo>
                  <a:pt x="693" y="126"/>
                </a:lnTo>
                <a:lnTo>
                  <a:pt x="693" y="125"/>
                </a:lnTo>
                <a:lnTo>
                  <a:pt x="694" y="126"/>
                </a:lnTo>
                <a:lnTo>
                  <a:pt x="695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7" y="124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9" y="134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700" y="145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2" y="154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2" y="166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3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8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8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9" y="187"/>
                </a:lnTo>
                <a:lnTo>
                  <a:pt x="688" y="187"/>
                </a:lnTo>
                <a:lnTo>
                  <a:pt x="688" y="186"/>
                </a:lnTo>
                <a:lnTo>
                  <a:pt x="687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5" y="189"/>
                </a:lnTo>
                <a:lnTo>
                  <a:pt x="675" y="190"/>
                </a:lnTo>
                <a:lnTo>
                  <a:pt x="674" y="190"/>
                </a:lnTo>
                <a:lnTo>
                  <a:pt x="674" y="191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3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7" y="195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8"/>
                </a:lnTo>
                <a:lnTo>
                  <a:pt x="664" y="197"/>
                </a:lnTo>
                <a:lnTo>
                  <a:pt x="664" y="198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60" y="193"/>
                </a:lnTo>
                <a:lnTo>
                  <a:pt x="659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7"/>
                </a:lnTo>
                <a:lnTo>
                  <a:pt x="639" y="197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4" y="195"/>
                </a:lnTo>
                <a:lnTo>
                  <a:pt x="633" y="195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9"/>
                </a:lnTo>
                <a:lnTo>
                  <a:pt x="630" y="188"/>
                </a:lnTo>
                <a:lnTo>
                  <a:pt x="631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2" y="184"/>
                </a:lnTo>
                <a:lnTo>
                  <a:pt x="622" y="183"/>
                </a:lnTo>
                <a:lnTo>
                  <a:pt x="621" y="182"/>
                </a:lnTo>
                <a:lnTo>
                  <a:pt x="622" y="182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7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7" y="195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5" y="193"/>
                </a:lnTo>
                <a:lnTo>
                  <a:pt x="594" y="194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0"/>
                </a:lnTo>
                <a:lnTo>
                  <a:pt x="576" y="193"/>
                </a:lnTo>
                <a:lnTo>
                  <a:pt x="575" y="193"/>
                </a:lnTo>
                <a:lnTo>
                  <a:pt x="574" y="194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9"/>
                </a:lnTo>
                <a:lnTo>
                  <a:pt x="570" y="199"/>
                </a:lnTo>
                <a:lnTo>
                  <a:pt x="570" y="200"/>
                </a:lnTo>
                <a:lnTo>
                  <a:pt x="570" y="201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7" y="202"/>
                </a:lnTo>
                <a:lnTo>
                  <a:pt x="567" y="203"/>
                </a:lnTo>
                <a:lnTo>
                  <a:pt x="566" y="203"/>
                </a:lnTo>
                <a:lnTo>
                  <a:pt x="566" y="202"/>
                </a:lnTo>
                <a:lnTo>
                  <a:pt x="565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4" y="206"/>
                </a:lnTo>
                <a:lnTo>
                  <a:pt x="563" y="206"/>
                </a:lnTo>
                <a:lnTo>
                  <a:pt x="562" y="207"/>
                </a:lnTo>
                <a:lnTo>
                  <a:pt x="562" y="206"/>
                </a:lnTo>
                <a:lnTo>
                  <a:pt x="562" y="207"/>
                </a:lnTo>
                <a:lnTo>
                  <a:pt x="562" y="208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5"/>
                </a:lnTo>
                <a:lnTo>
                  <a:pt x="552" y="216"/>
                </a:lnTo>
                <a:lnTo>
                  <a:pt x="551" y="216"/>
                </a:lnTo>
                <a:lnTo>
                  <a:pt x="551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0" y="228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5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4" y="242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4" y="259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7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4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9"/>
                </a:lnTo>
                <a:lnTo>
                  <a:pt x="589" y="278"/>
                </a:lnTo>
                <a:lnTo>
                  <a:pt x="590" y="278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2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5"/>
                </a:lnTo>
                <a:lnTo>
                  <a:pt x="598" y="264"/>
                </a:lnTo>
                <a:lnTo>
                  <a:pt x="599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2" y="258"/>
                </a:lnTo>
                <a:lnTo>
                  <a:pt x="623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6" y="264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8"/>
                </a:lnTo>
                <a:lnTo>
                  <a:pt x="626" y="269"/>
                </a:lnTo>
                <a:lnTo>
                  <a:pt x="626" y="270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7" y="274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6"/>
                </a:lnTo>
                <a:lnTo>
                  <a:pt x="644" y="287"/>
                </a:lnTo>
                <a:lnTo>
                  <a:pt x="645" y="288"/>
                </a:lnTo>
                <a:lnTo>
                  <a:pt x="645" y="289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6" y="302"/>
                </a:lnTo>
                <a:lnTo>
                  <a:pt x="635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3" y="311"/>
                </a:lnTo>
                <a:lnTo>
                  <a:pt x="632" y="311"/>
                </a:lnTo>
                <a:lnTo>
                  <a:pt x="632" y="312"/>
                </a:lnTo>
                <a:lnTo>
                  <a:pt x="632" y="313"/>
                </a:lnTo>
                <a:lnTo>
                  <a:pt x="631" y="313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1" y="322"/>
                </a:lnTo>
                <a:lnTo>
                  <a:pt x="630" y="322"/>
                </a:lnTo>
                <a:lnTo>
                  <a:pt x="630" y="323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6" y="333"/>
                </a:lnTo>
                <a:lnTo>
                  <a:pt x="625" y="334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3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5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8" y="394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3" y="404"/>
                </a:lnTo>
                <a:lnTo>
                  <a:pt x="653" y="405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6" y="449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4" y="499"/>
                </a:lnTo>
                <a:lnTo>
                  <a:pt x="645" y="500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50" y="490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4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7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2" y="596"/>
                </a:lnTo>
                <a:lnTo>
                  <a:pt x="733" y="596"/>
                </a:lnTo>
                <a:lnTo>
                  <a:pt x="733" y="597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1" y="666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1" y="692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70" y="711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8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9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9" y="726"/>
                </a:lnTo>
                <a:lnTo>
                  <a:pt x="368" y="726"/>
                </a:lnTo>
                <a:lnTo>
                  <a:pt x="368" y="727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69" y="742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2" y="744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6"/>
                </a:lnTo>
                <a:lnTo>
                  <a:pt x="384" y="756"/>
                </a:lnTo>
                <a:lnTo>
                  <a:pt x="384" y="757"/>
                </a:lnTo>
                <a:lnTo>
                  <a:pt x="385" y="757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5" y="776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89" y="777"/>
                </a:lnTo>
                <a:lnTo>
                  <a:pt x="389" y="778"/>
                </a:lnTo>
                <a:lnTo>
                  <a:pt x="390" y="778"/>
                </a:lnTo>
                <a:lnTo>
                  <a:pt x="389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2" y="782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4"/>
                </a:lnTo>
                <a:lnTo>
                  <a:pt x="383" y="785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2" y="798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8" y="816"/>
                </a:lnTo>
                <a:lnTo>
                  <a:pt x="388" y="815"/>
                </a:lnTo>
                <a:lnTo>
                  <a:pt x="389" y="815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5" y="821"/>
                </a:lnTo>
                <a:lnTo>
                  <a:pt x="374" y="821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7" y="822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4" y="816"/>
                </a:lnTo>
                <a:lnTo>
                  <a:pt x="364" y="817"/>
                </a:lnTo>
                <a:lnTo>
                  <a:pt x="364" y="816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7" y="811"/>
                </a:lnTo>
                <a:lnTo>
                  <a:pt x="336" y="811"/>
                </a:lnTo>
                <a:lnTo>
                  <a:pt x="336" y="810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8" y="801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30" y="784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8" y="784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8" y="773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89" y="790"/>
                </a:lnTo>
                <a:lnTo>
                  <a:pt x="288" y="790"/>
                </a:lnTo>
                <a:lnTo>
                  <a:pt x="288" y="789"/>
                </a:lnTo>
                <a:lnTo>
                  <a:pt x="287" y="789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7" y="793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2" y="767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1" y="764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1" y="732"/>
                </a:lnTo>
                <a:lnTo>
                  <a:pt x="200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3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6" y="533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1" y="506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6" y="317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80" y="173"/>
                </a:lnTo>
                <a:lnTo>
                  <a:pt x="79" y="173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8" y="176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9" y="140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4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1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561384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7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1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0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7"/>
                </a:lnTo>
                <a:lnTo>
                  <a:pt x="1000" y="127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999" y="132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4"/>
                </a:lnTo>
                <a:lnTo>
                  <a:pt x="1001" y="135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1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9" y="193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8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8" y="349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2"/>
                </a:lnTo>
                <a:lnTo>
                  <a:pt x="1189" y="353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3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9" y="404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20" y="422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1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1"/>
                </a:lnTo>
                <a:lnTo>
                  <a:pt x="1542" y="482"/>
                </a:lnTo>
                <a:lnTo>
                  <a:pt x="1543" y="484"/>
                </a:lnTo>
                <a:lnTo>
                  <a:pt x="1544" y="485"/>
                </a:lnTo>
                <a:lnTo>
                  <a:pt x="1546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1" y="467"/>
                </a:lnTo>
                <a:lnTo>
                  <a:pt x="1623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1" y="458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4" y="429"/>
                </a:lnTo>
                <a:lnTo>
                  <a:pt x="1715" y="429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0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1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4"/>
                </a:lnTo>
                <a:lnTo>
                  <a:pt x="1805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7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2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2" y="606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6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0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2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5" y="823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2" y="933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1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39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2" y="815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4" y="812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3" y="781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3" y="737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8" y="741"/>
                </a:lnTo>
                <a:lnTo>
                  <a:pt x="487" y="742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2" y="748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9" y="748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2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4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1" y="708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4" y="705"/>
                </a:lnTo>
                <a:lnTo>
                  <a:pt x="434" y="704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9" y="672"/>
                </a:lnTo>
                <a:lnTo>
                  <a:pt x="378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6" y="665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3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40" y="644"/>
                </a:lnTo>
                <a:lnTo>
                  <a:pt x="339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7" y="622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1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2" y="622"/>
                </a:lnTo>
                <a:lnTo>
                  <a:pt x="272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2" y="630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5"/>
                </a:lnTo>
                <a:lnTo>
                  <a:pt x="273" y="635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0" y="640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50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7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9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2" y="624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7"/>
                </a:lnTo>
                <a:lnTo>
                  <a:pt x="169" y="606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3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5" y="564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3" y="561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3" y="551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9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5"/>
                </a:lnTo>
                <a:lnTo>
                  <a:pt x="45" y="535"/>
                </a:lnTo>
                <a:lnTo>
                  <a:pt x="45" y="534"/>
                </a:lnTo>
                <a:lnTo>
                  <a:pt x="45" y="533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6" y="411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5" y="418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2" y="394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1" y="254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3" y="238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8" y="132"/>
                </a:lnTo>
                <a:lnTo>
                  <a:pt x="177" y="131"/>
                </a:lnTo>
                <a:lnTo>
                  <a:pt x="176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19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5" y="109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1"/>
                </a:lnTo>
                <a:lnTo>
                  <a:pt x="188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5" y="113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0" y="119"/>
                </a:lnTo>
                <a:lnTo>
                  <a:pt x="213" y="119"/>
                </a:lnTo>
                <a:lnTo>
                  <a:pt x="214" y="119"/>
                </a:lnTo>
                <a:lnTo>
                  <a:pt x="216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9"/>
                </a:lnTo>
                <a:lnTo>
                  <a:pt x="225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19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6" y="121"/>
                </a:lnTo>
                <a:lnTo>
                  <a:pt x="237" y="121"/>
                </a:lnTo>
                <a:lnTo>
                  <a:pt x="236" y="120"/>
                </a:lnTo>
                <a:lnTo>
                  <a:pt x="235" y="119"/>
                </a:lnTo>
                <a:lnTo>
                  <a:pt x="237" y="119"/>
                </a:lnTo>
                <a:lnTo>
                  <a:pt x="238" y="119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9" y="116"/>
                </a:lnTo>
                <a:lnTo>
                  <a:pt x="238" y="115"/>
                </a:lnTo>
                <a:lnTo>
                  <a:pt x="238" y="114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4" y="114"/>
                </a:lnTo>
                <a:lnTo>
                  <a:pt x="245" y="114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7" y="115"/>
                </a:lnTo>
                <a:lnTo>
                  <a:pt x="249" y="116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6"/>
                </a:lnTo>
                <a:lnTo>
                  <a:pt x="253" y="117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6" y="119"/>
                </a:lnTo>
                <a:lnTo>
                  <a:pt x="257" y="119"/>
                </a:lnTo>
                <a:lnTo>
                  <a:pt x="258" y="120"/>
                </a:lnTo>
                <a:lnTo>
                  <a:pt x="259" y="120"/>
                </a:lnTo>
                <a:lnTo>
                  <a:pt x="259" y="119"/>
                </a:lnTo>
                <a:lnTo>
                  <a:pt x="259" y="118"/>
                </a:lnTo>
                <a:lnTo>
                  <a:pt x="260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6" y="118"/>
                </a:lnTo>
                <a:lnTo>
                  <a:pt x="267" y="118"/>
                </a:lnTo>
                <a:lnTo>
                  <a:pt x="267" y="117"/>
                </a:lnTo>
                <a:lnTo>
                  <a:pt x="268" y="117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1" y="129"/>
                </a:lnTo>
                <a:lnTo>
                  <a:pt x="292" y="129"/>
                </a:lnTo>
                <a:lnTo>
                  <a:pt x="293" y="129"/>
                </a:lnTo>
                <a:lnTo>
                  <a:pt x="295" y="129"/>
                </a:lnTo>
                <a:lnTo>
                  <a:pt x="297" y="129"/>
                </a:lnTo>
                <a:lnTo>
                  <a:pt x="298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1" y="124"/>
                </a:lnTo>
                <a:lnTo>
                  <a:pt x="321" y="123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1"/>
                </a:lnTo>
                <a:lnTo>
                  <a:pt x="328" y="120"/>
                </a:lnTo>
                <a:lnTo>
                  <a:pt x="329" y="120"/>
                </a:lnTo>
                <a:lnTo>
                  <a:pt x="330" y="120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7"/>
                </a:lnTo>
                <a:lnTo>
                  <a:pt x="355" y="95"/>
                </a:lnTo>
                <a:lnTo>
                  <a:pt x="356" y="95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8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4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2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9" y="114"/>
                </a:lnTo>
                <a:lnTo>
                  <a:pt x="519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4" y="115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7" y="98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649296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3" y="156"/>
                </a:lnTo>
                <a:lnTo>
                  <a:pt x="453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5"/>
                </a:lnTo>
                <a:lnTo>
                  <a:pt x="477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5" y="222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4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7" y="292"/>
                </a:lnTo>
                <a:lnTo>
                  <a:pt x="447" y="293"/>
                </a:lnTo>
                <a:lnTo>
                  <a:pt x="448" y="293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6" y="303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50" y="339"/>
                </a:lnTo>
                <a:lnTo>
                  <a:pt x="449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4"/>
                </a:lnTo>
                <a:lnTo>
                  <a:pt x="457" y="385"/>
                </a:lnTo>
                <a:lnTo>
                  <a:pt x="458" y="386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3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50" y="427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3"/>
                </a:lnTo>
                <a:lnTo>
                  <a:pt x="438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2"/>
                </a:lnTo>
                <a:lnTo>
                  <a:pt x="450" y="533"/>
                </a:lnTo>
                <a:lnTo>
                  <a:pt x="450" y="534"/>
                </a:lnTo>
                <a:lnTo>
                  <a:pt x="451" y="534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4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5" y="650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7" y="668"/>
                </a:lnTo>
                <a:lnTo>
                  <a:pt x="388" y="667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5" y="684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7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7"/>
                </a:lnTo>
                <a:lnTo>
                  <a:pt x="396" y="716"/>
                </a:lnTo>
                <a:lnTo>
                  <a:pt x="395" y="717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5"/>
                </a:lnTo>
                <a:lnTo>
                  <a:pt x="377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2" y="724"/>
                </a:lnTo>
                <a:lnTo>
                  <a:pt x="371" y="723"/>
                </a:lnTo>
                <a:lnTo>
                  <a:pt x="370" y="724"/>
                </a:lnTo>
                <a:lnTo>
                  <a:pt x="369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3" y="749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6" y="779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6" y="759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3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60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6"/>
                </a:lnTo>
                <a:lnTo>
                  <a:pt x="5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8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8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5" y="511"/>
                </a:lnTo>
                <a:lnTo>
                  <a:pt x="76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8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5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1" y="462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8"/>
                </a:lnTo>
                <a:lnTo>
                  <a:pt x="176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1" y="468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200" y="451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3"/>
                </a:lnTo>
                <a:lnTo>
                  <a:pt x="233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8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4" y="441"/>
                </a:lnTo>
                <a:lnTo>
                  <a:pt x="253" y="441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8" y="441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9" y="442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1"/>
                </a:lnTo>
                <a:lnTo>
                  <a:pt x="262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4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0" y="412"/>
                </a:lnTo>
                <a:lnTo>
                  <a:pt x="279" y="412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7" y="375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4"/>
                </a:lnTo>
                <a:lnTo>
                  <a:pt x="281" y="374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5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8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5" y="340"/>
                </a:lnTo>
                <a:lnTo>
                  <a:pt x="284" y="338"/>
                </a:lnTo>
                <a:lnTo>
                  <a:pt x="283" y="336"/>
                </a:lnTo>
                <a:lnTo>
                  <a:pt x="284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3" y="320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1" y="324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5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4" y="304"/>
                </a:lnTo>
                <a:lnTo>
                  <a:pt x="243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7" y="302"/>
                </a:lnTo>
                <a:lnTo>
                  <a:pt x="228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5" y="300"/>
                </a:lnTo>
                <a:lnTo>
                  <a:pt x="224" y="301"/>
                </a:lnTo>
                <a:lnTo>
                  <a:pt x="223" y="300"/>
                </a:lnTo>
                <a:lnTo>
                  <a:pt x="224" y="300"/>
                </a:lnTo>
                <a:lnTo>
                  <a:pt x="223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7" y="291"/>
                </a:lnTo>
                <a:lnTo>
                  <a:pt x="215" y="291"/>
                </a:lnTo>
                <a:lnTo>
                  <a:pt x="214" y="290"/>
                </a:lnTo>
                <a:lnTo>
                  <a:pt x="214" y="289"/>
                </a:lnTo>
                <a:lnTo>
                  <a:pt x="213" y="289"/>
                </a:lnTo>
                <a:lnTo>
                  <a:pt x="212" y="289"/>
                </a:lnTo>
                <a:lnTo>
                  <a:pt x="212" y="288"/>
                </a:lnTo>
                <a:lnTo>
                  <a:pt x="211" y="288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5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7" y="283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4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4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6"/>
                </a:lnTo>
                <a:lnTo>
                  <a:pt x="176" y="277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3" y="272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1" y="252"/>
                </a:lnTo>
                <a:lnTo>
                  <a:pt x="163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5"/>
                </a:lnTo>
                <a:lnTo>
                  <a:pt x="164" y="214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9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4" y="198"/>
                </a:lnTo>
                <a:lnTo>
                  <a:pt x="173" y="197"/>
                </a:lnTo>
                <a:lnTo>
                  <a:pt x="170" y="197"/>
                </a:lnTo>
                <a:lnTo>
                  <a:pt x="171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9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1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5" y="184"/>
                </a:lnTo>
                <a:lnTo>
                  <a:pt x="195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200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7" y="180"/>
                </a:lnTo>
                <a:lnTo>
                  <a:pt x="209" y="181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3" y="200"/>
                </a:lnTo>
                <a:lnTo>
                  <a:pt x="234" y="200"/>
                </a:lnTo>
                <a:lnTo>
                  <a:pt x="235" y="200"/>
                </a:lnTo>
                <a:lnTo>
                  <a:pt x="237" y="201"/>
                </a:lnTo>
                <a:lnTo>
                  <a:pt x="238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9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6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2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6" y="167"/>
                </a:lnTo>
                <a:lnTo>
                  <a:pt x="317" y="165"/>
                </a:lnTo>
                <a:lnTo>
                  <a:pt x="318" y="164"/>
                </a:lnTo>
                <a:lnTo>
                  <a:pt x="320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2"/>
                </a:lnTo>
                <a:lnTo>
                  <a:pt x="360" y="80"/>
                </a:lnTo>
                <a:lnTo>
                  <a:pt x="363" y="77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7" y="68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1"/>
                </a:lnTo>
                <a:lnTo>
                  <a:pt x="396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6" y="38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606636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2" y="30"/>
                </a:lnTo>
                <a:lnTo>
                  <a:pt x="461" y="46"/>
                </a:lnTo>
                <a:lnTo>
                  <a:pt x="461" y="47"/>
                </a:lnTo>
                <a:lnTo>
                  <a:pt x="462" y="48"/>
                </a:lnTo>
                <a:lnTo>
                  <a:pt x="462" y="49"/>
                </a:lnTo>
                <a:lnTo>
                  <a:pt x="463" y="50"/>
                </a:lnTo>
                <a:lnTo>
                  <a:pt x="463" y="51"/>
                </a:lnTo>
                <a:lnTo>
                  <a:pt x="465" y="54"/>
                </a:lnTo>
                <a:lnTo>
                  <a:pt x="466" y="56"/>
                </a:lnTo>
                <a:lnTo>
                  <a:pt x="467" y="58"/>
                </a:lnTo>
                <a:lnTo>
                  <a:pt x="469" y="62"/>
                </a:lnTo>
                <a:lnTo>
                  <a:pt x="470" y="64"/>
                </a:lnTo>
                <a:lnTo>
                  <a:pt x="472" y="68"/>
                </a:lnTo>
                <a:lnTo>
                  <a:pt x="472" y="69"/>
                </a:lnTo>
                <a:lnTo>
                  <a:pt x="473" y="69"/>
                </a:lnTo>
                <a:lnTo>
                  <a:pt x="475" y="73"/>
                </a:lnTo>
                <a:lnTo>
                  <a:pt x="475" y="74"/>
                </a:lnTo>
                <a:lnTo>
                  <a:pt x="476" y="75"/>
                </a:lnTo>
                <a:lnTo>
                  <a:pt x="477" y="78"/>
                </a:lnTo>
                <a:lnTo>
                  <a:pt x="478" y="79"/>
                </a:lnTo>
                <a:lnTo>
                  <a:pt x="478" y="80"/>
                </a:lnTo>
                <a:lnTo>
                  <a:pt x="479" y="81"/>
                </a:lnTo>
                <a:lnTo>
                  <a:pt x="479" y="82"/>
                </a:lnTo>
                <a:lnTo>
                  <a:pt x="480" y="82"/>
                </a:lnTo>
                <a:lnTo>
                  <a:pt x="480" y="83"/>
                </a:lnTo>
                <a:lnTo>
                  <a:pt x="481" y="84"/>
                </a:lnTo>
                <a:lnTo>
                  <a:pt x="482" y="86"/>
                </a:lnTo>
                <a:lnTo>
                  <a:pt x="482" y="87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4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4"/>
                </a:lnTo>
                <a:lnTo>
                  <a:pt x="486" y="95"/>
                </a:lnTo>
                <a:lnTo>
                  <a:pt x="487" y="96"/>
                </a:lnTo>
                <a:lnTo>
                  <a:pt x="487" y="97"/>
                </a:lnTo>
                <a:lnTo>
                  <a:pt x="488" y="98"/>
                </a:lnTo>
                <a:lnTo>
                  <a:pt x="489" y="100"/>
                </a:lnTo>
                <a:lnTo>
                  <a:pt x="489" y="101"/>
                </a:lnTo>
                <a:lnTo>
                  <a:pt x="490" y="102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6"/>
                </a:lnTo>
                <a:lnTo>
                  <a:pt x="492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10"/>
                </a:lnTo>
                <a:lnTo>
                  <a:pt x="495" y="112"/>
                </a:lnTo>
                <a:lnTo>
                  <a:pt x="496" y="113"/>
                </a:lnTo>
                <a:lnTo>
                  <a:pt x="496" y="114"/>
                </a:lnTo>
                <a:lnTo>
                  <a:pt x="496" y="115"/>
                </a:lnTo>
                <a:lnTo>
                  <a:pt x="497" y="115"/>
                </a:lnTo>
                <a:lnTo>
                  <a:pt x="497" y="116"/>
                </a:lnTo>
                <a:lnTo>
                  <a:pt x="496" y="117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1"/>
                </a:lnTo>
                <a:lnTo>
                  <a:pt x="491" y="122"/>
                </a:lnTo>
                <a:lnTo>
                  <a:pt x="490" y="122"/>
                </a:lnTo>
                <a:lnTo>
                  <a:pt x="489" y="124"/>
                </a:lnTo>
                <a:lnTo>
                  <a:pt x="488" y="124"/>
                </a:lnTo>
                <a:lnTo>
                  <a:pt x="487" y="125"/>
                </a:lnTo>
                <a:lnTo>
                  <a:pt x="486" y="126"/>
                </a:lnTo>
                <a:lnTo>
                  <a:pt x="485" y="127"/>
                </a:lnTo>
                <a:lnTo>
                  <a:pt x="484" y="127"/>
                </a:lnTo>
                <a:lnTo>
                  <a:pt x="484" y="128"/>
                </a:lnTo>
                <a:lnTo>
                  <a:pt x="483" y="128"/>
                </a:lnTo>
                <a:lnTo>
                  <a:pt x="482" y="129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7" y="137"/>
                </a:lnTo>
                <a:lnTo>
                  <a:pt x="478" y="137"/>
                </a:lnTo>
                <a:lnTo>
                  <a:pt x="478" y="138"/>
                </a:lnTo>
                <a:lnTo>
                  <a:pt x="487" y="149"/>
                </a:lnTo>
                <a:lnTo>
                  <a:pt x="489" y="151"/>
                </a:lnTo>
                <a:lnTo>
                  <a:pt x="502" y="166"/>
                </a:lnTo>
                <a:lnTo>
                  <a:pt x="503" y="167"/>
                </a:lnTo>
                <a:lnTo>
                  <a:pt x="508" y="173"/>
                </a:lnTo>
                <a:lnTo>
                  <a:pt x="511" y="175"/>
                </a:lnTo>
                <a:lnTo>
                  <a:pt x="515" y="178"/>
                </a:lnTo>
                <a:lnTo>
                  <a:pt x="516" y="179"/>
                </a:lnTo>
                <a:lnTo>
                  <a:pt x="520" y="180"/>
                </a:lnTo>
                <a:lnTo>
                  <a:pt x="521" y="181"/>
                </a:lnTo>
                <a:lnTo>
                  <a:pt x="521" y="182"/>
                </a:lnTo>
                <a:lnTo>
                  <a:pt x="522" y="182"/>
                </a:lnTo>
                <a:lnTo>
                  <a:pt x="524" y="183"/>
                </a:lnTo>
                <a:lnTo>
                  <a:pt x="525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9" y="186"/>
                </a:lnTo>
                <a:lnTo>
                  <a:pt x="530" y="186"/>
                </a:lnTo>
                <a:lnTo>
                  <a:pt x="530" y="187"/>
                </a:lnTo>
                <a:lnTo>
                  <a:pt x="531" y="187"/>
                </a:lnTo>
                <a:lnTo>
                  <a:pt x="532" y="188"/>
                </a:lnTo>
                <a:lnTo>
                  <a:pt x="532" y="189"/>
                </a:lnTo>
                <a:lnTo>
                  <a:pt x="533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8" y="191"/>
                </a:lnTo>
                <a:lnTo>
                  <a:pt x="539" y="191"/>
                </a:lnTo>
                <a:lnTo>
                  <a:pt x="541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2" y="215"/>
                </a:lnTo>
                <a:lnTo>
                  <a:pt x="542" y="217"/>
                </a:lnTo>
                <a:lnTo>
                  <a:pt x="542" y="218"/>
                </a:lnTo>
                <a:lnTo>
                  <a:pt x="542" y="221"/>
                </a:lnTo>
                <a:lnTo>
                  <a:pt x="542" y="225"/>
                </a:lnTo>
                <a:lnTo>
                  <a:pt x="542" y="228"/>
                </a:lnTo>
                <a:lnTo>
                  <a:pt x="549" y="224"/>
                </a:lnTo>
                <a:lnTo>
                  <a:pt x="556" y="221"/>
                </a:lnTo>
                <a:lnTo>
                  <a:pt x="558" y="221"/>
                </a:lnTo>
                <a:lnTo>
                  <a:pt x="559" y="220"/>
                </a:lnTo>
                <a:lnTo>
                  <a:pt x="561" y="219"/>
                </a:lnTo>
                <a:lnTo>
                  <a:pt x="563" y="218"/>
                </a:lnTo>
                <a:lnTo>
                  <a:pt x="564" y="218"/>
                </a:lnTo>
                <a:lnTo>
                  <a:pt x="565" y="217"/>
                </a:lnTo>
                <a:lnTo>
                  <a:pt x="567" y="217"/>
                </a:lnTo>
                <a:lnTo>
                  <a:pt x="567" y="216"/>
                </a:lnTo>
                <a:lnTo>
                  <a:pt x="567" y="215"/>
                </a:lnTo>
                <a:lnTo>
                  <a:pt x="566" y="214"/>
                </a:lnTo>
                <a:lnTo>
                  <a:pt x="565" y="213"/>
                </a:lnTo>
                <a:lnTo>
                  <a:pt x="565" y="212"/>
                </a:lnTo>
                <a:lnTo>
                  <a:pt x="564" y="212"/>
                </a:lnTo>
                <a:lnTo>
                  <a:pt x="564" y="211"/>
                </a:lnTo>
                <a:lnTo>
                  <a:pt x="563" y="210"/>
                </a:lnTo>
                <a:lnTo>
                  <a:pt x="562" y="209"/>
                </a:lnTo>
                <a:lnTo>
                  <a:pt x="564" y="209"/>
                </a:lnTo>
                <a:lnTo>
                  <a:pt x="567" y="208"/>
                </a:lnTo>
                <a:lnTo>
                  <a:pt x="568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2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3" y="213"/>
                </a:lnTo>
                <a:lnTo>
                  <a:pt x="573" y="214"/>
                </a:lnTo>
                <a:lnTo>
                  <a:pt x="573" y="215"/>
                </a:lnTo>
                <a:lnTo>
                  <a:pt x="574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6" y="219"/>
                </a:lnTo>
                <a:lnTo>
                  <a:pt x="577" y="219"/>
                </a:lnTo>
                <a:lnTo>
                  <a:pt x="579" y="220"/>
                </a:lnTo>
                <a:lnTo>
                  <a:pt x="580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3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4" y="218"/>
                </a:lnTo>
                <a:lnTo>
                  <a:pt x="583" y="218"/>
                </a:lnTo>
                <a:lnTo>
                  <a:pt x="583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3"/>
                </a:lnTo>
                <a:lnTo>
                  <a:pt x="584" y="213"/>
                </a:lnTo>
                <a:lnTo>
                  <a:pt x="586" y="212"/>
                </a:lnTo>
                <a:lnTo>
                  <a:pt x="587" y="211"/>
                </a:lnTo>
                <a:lnTo>
                  <a:pt x="589" y="210"/>
                </a:lnTo>
                <a:lnTo>
                  <a:pt x="591" y="210"/>
                </a:lnTo>
                <a:lnTo>
                  <a:pt x="592" y="209"/>
                </a:lnTo>
                <a:lnTo>
                  <a:pt x="593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8" y="207"/>
                </a:lnTo>
                <a:lnTo>
                  <a:pt x="600" y="206"/>
                </a:lnTo>
                <a:lnTo>
                  <a:pt x="600" y="207"/>
                </a:lnTo>
                <a:lnTo>
                  <a:pt x="601" y="208"/>
                </a:lnTo>
                <a:lnTo>
                  <a:pt x="602" y="210"/>
                </a:lnTo>
                <a:lnTo>
                  <a:pt x="602" y="211"/>
                </a:lnTo>
                <a:lnTo>
                  <a:pt x="603" y="211"/>
                </a:lnTo>
                <a:lnTo>
                  <a:pt x="603" y="212"/>
                </a:lnTo>
                <a:lnTo>
                  <a:pt x="604" y="213"/>
                </a:lnTo>
                <a:lnTo>
                  <a:pt x="604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6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4"/>
                </a:lnTo>
                <a:lnTo>
                  <a:pt x="612" y="213"/>
                </a:lnTo>
                <a:lnTo>
                  <a:pt x="616" y="209"/>
                </a:lnTo>
                <a:lnTo>
                  <a:pt x="617" y="209"/>
                </a:lnTo>
                <a:lnTo>
                  <a:pt x="617" y="200"/>
                </a:lnTo>
                <a:lnTo>
                  <a:pt x="617" y="198"/>
                </a:lnTo>
                <a:lnTo>
                  <a:pt x="624" y="198"/>
                </a:lnTo>
                <a:lnTo>
                  <a:pt x="626" y="198"/>
                </a:lnTo>
                <a:lnTo>
                  <a:pt x="634" y="199"/>
                </a:lnTo>
                <a:lnTo>
                  <a:pt x="641" y="199"/>
                </a:lnTo>
                <a:lnTo>
                  <a:pt x="646" y="199"/>
                </a:lnTo>
                <a:lnTo>
                  <a:pt x="652" y="199"/>
                </a:lnTo>
                <a:lnTo>
                  <a:pt x="662" y="190"/>
                </a:lnTo>
                <a:lnTo>
                  <a:pt x="669" y="191"/>
                </a:lnTo>
                <a:lnTo>
                  <a:pt x="676" y="191"/>
                </a:lnTo>
                <a:lnTo>
                  <a:pt x="690" y="193"/>
                </a:lnTo>
                <a:lnTo>
                  <a:pt x="691" y="193"/>
                </a:lnTo>
                <a:lnTo>
                  <a:pt x="696" y="193"/>
                </a:lnTo>
                <a:lnTo>
                  <a:pt x="701" y="196"/>
                </a:lnTo>
                <a:lnTo>
                  <a:pt x="704" y="200"/>
                </a:lnTo>
                <a:lnTo>
                  <a:pt x="705" y="202"/>
                </a:lnTo>
                <a:lnTo>
                  <a:pt x="711" y="211"/>
                </a:lnTo>
                <a:lnTo>
                  <a:pt x="712" y="212"/>
                </a:lnTo>
                <a:lnTo>
                  <a:pt x="713" y="217"/>
                </a:lnTo>
                <a:lnTo>
                  <a:pt x="713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9"/>
                </a:lnTo>
                <a:lnTo>
                  <a:pt x="701" y="260"/>
                </a:lnTo>
                <a:lnTo>
                  <a:pt x="699" y="261"/>
                </a:lnTo>
                <a:lnTo>
                  <a:pt x="697" y="262"/>
                </a:lnTo>
                <a:lnTo>
                  <a:pt x="696" y="263"/>
                </a:lnTo>
                <a:lnTo>
                  <a:pt x="695" y="264"/>
                </a:lnTo>
                <a:lnTo>
                  <a:pt x="693" y="264"/>
                </a:lnTo>
                <a:lnTo>
                  <a:pt x="693" y="265"/>
                </a:lnTo>
                <a:lnTo>
                  <a:pt x="692" y="265"/>
                </a:lnTo>
                <a:lnTo>
                  <a:pt x="691" y="266"/>
                </a:lnTo>
                <a:lnTo>
                  <a:pt x="690" y="266"/>
                </a:lnTo>
                <a:lnTo>
                  <a:pt x="690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79"/>
                </a:lnTo>
                <a:lnTo>
                  <a:pt x="684" y="280"/>
                </a:lnTo>
                <a:lnTo>
                  <a:pt x="683" y="280"/>
                </a:lnTo>
                <a:lnTo>
                  <a:pt x="682" y="281"/>
                </a:lnTo>
                <a:lnTo>
                  <a:pt x="681" y="282"/>
                </a:lnTo>
                <a:lnTo>
                  <a:pt x="680" y="283"/>
                </a:lnTo>
                <a:lnTo>
                  <a:pt x="679" y="283"/>
                </a:lnTo>
                <a:lnTo>
                  <a:pt x="679" y="284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6" y="285"/>
                </a:lnTo>
                <a:lnTo>
                  <a:pt x="675" y="285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69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8"/>
                </a:lnTo>
                <a:lnTo>
                  <a:pt x="665" y="289"/>
                </a:lnTo>
                <a:lnTo>
                  <a:pt x="664" y="289"/>
                </a:lnTo>
                <a:lnTo>
                  <a:pt x="664" y="290"/>
                </a:lnTo>
                <a:lnTo>
                  <a:pt x="662" y="290"/>
                </a:lnTo>
                <a:lnTo>
                  <a:pt x="662" y="291"/>
                </a:lnTo>
                <a:lnTo>
                  <a:pt x="661" y="291"/>
                </a:lnTo>
                <a:lnTo>
                  <a:pt x="658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4"/>
                </a:lnTo>
                <a:lnTo>
                  <a:pt x="654" y="294"/>
                </a:lnTo>
                <a:lnTo>
                  <a:pt x="652" y="295"/>
                </a:lnTo>
                <a:lnTo>
                  <a:pt x="651" y="295"/>
                </a:lnTo>
                <a:lnTo>
                  <a:pt x="651" y="296"/>
                </a:lnTo>
                <a:lnTo>
                  <a:pt x="650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1" y="298"/>
                </a:lnTo>
                <a:lnTo>
                  <a:pt x="642" y="298"/>
                </a:lnTo>
                <a:lnTo>
                  <a:pt x="660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7"/>
                </a:lnTo>
                <a:lnTo>
                  <a:pt x="665" y="298"/>
                </a:lnTo>
                <a:lnTo>
                  <a:pt x="666" y="298"/>
                </a:lnTo>
                <a:lnTo>
                  <a:pt x="668" y="298"/>
                </a:lnTo>
                <a:lnTo>
                  <a:pt x="669" y="299"/>
                </a:lnTo>
                <a:lnTo>
                  <a:pt x="671" y="299"/>
                </a:lnTo>
                <a:lnTo>
                  <a:pt x="673" y="299"/>
                </a:lnTo>
                <a:lnTo>
                  <a:pt x="674" y="299"/>
                </a:lnTo>
                <a:lnTo>
                  <a:pt x="675" y="300"/>
                </a:lnTo>
                <a:lnTo>
                  <a:pt x="681" y="306"/>
                </a:lnTo>
                <a:lnTo>
                  <a:pt x="683" y="308"/>
                </a:lnTo>
                <a:lnTo>
                  <a:pt x="688" y="310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0"/>
                </a:lnTo>
                <a:lnTo>
                  <a:pt x="715" y="321"/>
                </a:lnTo>
                <a:lnTo>
                  <a:pt x="719" y="327"/>
                </a:lnTo>
                <a:lnTo>
                  <a:pt x="718" y="330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7" y="363"/>
                </a:lnTo>
                <a:lnTo>
                  <a:pt x="766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4" y="393"/>
                </a:lnTo>
                <a:lnTo>
                  <a:pt x="792" y="391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3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4"/>
                </a:lnTo>
                <a:lnTo>
                  <a:pt x="808" y="404"/>
                </a:lnTo>
                <a:lnTo>
                  <a:pt x="811" y="404"/>
                </a:lnTo>
                <a:lnTo>
                  <a:pt x="811" y="405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0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7" y="423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4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89"/>
                </a:lnTo>
                <a:lnTo>
                  <a:pt x="865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1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4"/>
                </a:lnTo>
                <a:lnTo>
                  <a:pt x="985" y="362"/>
                </a:lnTo>
                <a:lnTo>
                  <a:pt x="987" y="359"/>
                </a:lnTo>
                <a:lnTo>
                  <a:pt x="992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2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5"/>
                </a:lnTo>
                <a:lnTo>
                  <a:pt x="998" y="506"/>
                </a:lnTo>
                <a:lnTo>
                  <a:pt x="1007" y="508"/>
                </a:lnTo>
                <a:lnTo>
                  <a:pt x="1022" y="513"/>
                </a:lnTo>
                <a:lnTo>
                  <a:pt x="1035" y="525"/>
                </a:lnTo>
                <a:lnTo>
                  <a:pt x="1037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7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2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6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0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89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2"/>
                </a:lnTo>
                <a:lnTo>
                  <a:pt x="1144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3"/>
                </a:lnTo>
                <a:lnTo>
                  <a:pt x="1153" y="594"/>
                </a:lnTo>
                <a:lnTo>
                  <a:pt x="1155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09"/>
                </a:lnTo>
                <a:lnTo>
                  <a:pt x="1168" y="610"/>
                </a:lnTo>
                <a:lnTo>
                  <a:pt x="1168" y="612"/>
                </a:lnTo>
                <a:lnTo>
                  <a:pt x="1169" y="612"/>
                </a:lnTo>
                <a:lnTo>
                  <a:pt x="1170" y="613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1" y="628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2" y="631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1" y="662"/>
                </a:lnTo>
                <a:lnTo>
                  <a:pt x="1182" y="662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6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2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0" y="723"/>
                </a:lnTo>
                <a:lnTo>
                  <a:pt x="1191" y="723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6"/>
                </a:lnTo>
                <a:lnTo>
                  <a:pt x="1192" y="728"/>
                </a:lnTo>
                <a:lnTo>
                  <a:pt x="1193" y="727"/>
                </a:lnTo>
                <a:lnTo>
                  <a:pt x="1193" y="726"/>
                </a:lnTo>
                <a:lnTo>
                  <a:pt x="1194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6" y="728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3" y="759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8" y="768"/>
                </a:lnTo>
                <a:lnTo>
                  <a:pt x="1259" y="769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6" y="756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3" y="724"/>
                </a:lnTo>
                <a:lnTo>
                  <a:pt x="1274" y="724"/>
                </a:lnTo>
                <a:lnTo>
                  <a:pt x="1275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6" y="722"/>
                </a:lnTo>
                <a:lnTo>
                  <a:pt x="1277" y="722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0" y="723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0" y="718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09" y="706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2"/>
                </a:lnTo>
                <a:lnTo>
                  <a:pt x="1314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8" y="671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5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8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6" y="653"/>
                </a:lnTo>
                <a:lnTo>
                  <a:pt x="1277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6" y="652"/>
                </a:lnTo>
                <a:lnTo>
                  <a:pt x="1276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8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1" y="620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3" y="619"/>
                </a:lnTo>
                <a:lnTo>
                  <a:pt x="1285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9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1" y="577"/>
                </a:lnTo>
                <a:lnTo>
                  <a:pt x="1302" y="577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8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89"/>
                </a:lnTo>
                <a:lnTo>
                  <a:pt x="1315" y="789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10" y="789"/>
                </a:lnTo>
                <a:lnTo>
                  <a:pt x="1310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80" y="793"/>
                </a:lnTo>
                <a:lnTo>
                  <a:pt x="1279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7"/>
                </a:lnTo>
                <a:lnTo>
                  <a:pt x="1274" y="827"/>
                </a:lnTo>
                <a:lnTo>
                  <a:pt x="1273" y="827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3" y="838"/>
                </a:lnTo>
                <a:lnTo>
                  <a:pt x="1262" y="839"/>
                </a:lnTo>
                <a:lnTo>
                  <a:pt x="1261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0" y="846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6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3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5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1" y="913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7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5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3" y="943"/>
                </a:lnTo>
                <a:lnTo>
                  <a:pt x="1282" y="943"/>
                </a:lnTo>
                <a:lnTo>
                  <a:pt x="1281" y="943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6" y="947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4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0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4"/>
                </a:lnTo>
                <a:lnTo>
                  <a:pt x="1226" y="985"/>
                </a:lnTo>
                <a:lnTo>
                  <a:pt x="1225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7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9" y="1010"/>
                </a:lnTo>
                <a:lnTo>
                  <a:pt x="1187" y="1011"/>
                </a:lnTo>
                <a:lnTo>
                  <a:pt x="1186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0"/>
                </a:lnTo>
                <a:lnTo>
                  <a:pt x="1183" y="1010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8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2"/>
                </a:lnTo>
                <a:lnTo>
                  <a:pt x="1133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89" y="1001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7" y="970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09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9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2" y="903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6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3"/>
                </a:lnTo>
                <a:lnTo>
                  <a:pt x="976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8" y="872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1" y="880"/>
                </a:lnTo>
                <a:lnTo>
                  <a:pt x="931" y="881"/>
                </a:lnTo>
                <a:lnTo>
                  <a:pt x="930" y="881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6" y="884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1" y="902"/>
                </a:lnTo>
                <a:lnTo>
                  <a:pt x="900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3"/>
                </a:lnTo>
                <a:lnTo>
                  <a:pt x="897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0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3"/>
                </a:lnTo>
                <a:lnTo>
                  <a:pt x="890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2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8"/>
                </a:lnTo>
                <a:lnTo>
                  <a:pt x="902" y="929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3" y="956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7"/>
                </a:lnTo>
                <a:lnTo>
                  <a:pt x="910" y="958"/>
                </a:lnTo>
                <a:lnTo>
                  <a:pt x="909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4" y="962"/>
                </a:lnTo>
                <a:lnTo>
                  <a:pt x="903" y="962"/>
                </a:lnTo>
                <a:lnTo>
                  <a:pt x="903" y="961"/>
                </a:lnTo>
                <a:lnTo>
                  <a:pt x="903" y="960"/>
                </a:lnTo>
                <a:lnTo>
                  <a:pt x="902" y="960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59"/>
                </a:lnTo>
                <a:lnTo>
                  <a:pt x="895" y="960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1" y="965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90" y="970"/>
                </a:lnTo>
                <a:lnTo>
                  <a:pt x="890" y="971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1"/>
                </a:lnTo>
                <a:lnTo>
                  <a:pt x="879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6" y="983"/>
                </a:lnTo>
                <a:lnTo>
                  <a:pt x="865" y="983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7"/>
                </a:lnTo>
                <a:lnTo>
                  <a:pt x="851" y="976"/>
                </a:lnTo>
                <a:lnTo>
                  <a:pt x="850" y="975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0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2" y="952"/>
                </a:lnTo>
                <a:lnTo>
                  <a:pt x="862" y="951"/>
                </a:lnTo>
                <a:lnTo>
                  <a:pt x="863" y="951"/>
                </a:lnTo>
                <a:lnTo>
                  <a:pt x="863" y="950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3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6" y="941"/>
                </a:lnTo>
                <a:lnTo>
                  <a:pt x="837" y="941"/>
                </a:lnTo>
                <a:lnTo>
                  <a:pt x="837" y="940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1"/>
                </a:lnTo>
                <a:lnTo>
                  <a:pt x="829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9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3" y="915"/>
                </a:lnTo>
                <a:lnTo>
                  <a:pt x="792" y="915"/>
                </a:lnTo>
                <a:lnTo>
                  <a:pt x="792" y="916"/>
                </a:lnTo>
                <a:lnTo>
                  <a:pt x="791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1" y="879"/>
                </a:lnTo>
                <a:lnTo>
                  <a:pt x="762" y="879"/>
                </a:lnTo>
                <a:lnTo>
                  <a:pt x="762" y="878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0" y="864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5" y="867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4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39" y="886"/>
                </a:lnTo>
                <a:lnTo>
                  <a:pt x="840" y="887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0"/>
                </a:lnTo>
                <a:lnTo>
                  <a:pt x="845" y="891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6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2" y="881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6" y="874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7" y="870"/>
                </a:lnTo>
                <a:lnTo>
                  <a:pt x="879" y="870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8"/>
                </a:lnTo>
                <a:lnTo>
                  <a:pt x="886" y="868"/>
                </a:lnTo>
                <a:lnTo>
                  <a:pt x="886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4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4"/>
                </a:lnTo>
                <a:lnTo>
                  <a:pt x="886" y="853"/>
                </a:lnTo>
                <a:lnTo>
                  <a:pt x="886" y="852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40"/>
                </a:lnTo>
                <a:lnTo>
                  <a:pt x="865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3"/>
                </a:lnTo>
                <a:lnTo>
                  <a:pt x="864" y="832"/>
                </a:lnTo>
                <a:lnTo>
                  <a:pt x="864" y="831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4" y="818"/>
                </a:lnTo>
                <a:lnTo>
                  <a:pt x="865" y="818"/>
                </a:lnTo>
                <a:lnTo>
                  <a:pt x="865" y="815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8"/>
                </a:lnTo>
                <a:lnTo>
                  <a:pt x="872" y="809"/>
                </a:lnTo>
                <a:lnTo>
                  <a:pt x="872" y="808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3" y="796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0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7" y="791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0" y="784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6"/>
                </a:lnTo>
                <a:lnTo>
                  <a:pt x="898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0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3"/>
                </a:lnTo>
                <a:lnTo>
                  <a:pt x="931" y="744"/>
                </a:lnTo>
                <a:lnTo>
                  <a:pt x="931" y="743"/>
                </a:lnTo>
                <a:lnTo>
                  <a:pt x="932" y="743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7" y="747"/>
                </a:lnTo>
                <a:lnTo>
                  <a:pt x="938" y="747"/>
                </a:lnTo>
                <a:lnTo>
                  <a:pt x="938" y="748"/>
                </a:lnTo>
                <a:lnTo>
                  <a:pt x="938" y="747"/>
                </a:lnTo>
                <a:lnTo>
                  <a:pt x="939" y="747"/>
                </a:lnTo>
                <a:lnTo>
                  <a:pt x="939" y="746"/>
                </a:lnTo>
                <a:lnTo>
                  <a:pt x="940" y="745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5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6" y="726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3" y="718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6" y="703"/>
                </a:lnTo>
                <a:lnTo>
                  <a:pt x="956" y="701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8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1" y="686"/>
                </a:lnTo>
                <a:lnTo>
                  <a:pt x="952" y="686"/>
                </a:lnTo>
                <a:lnTo>
                  <a:pt x="953" y="687"/>
                </a:lnTo>
                <a:lnTo>
                  <a:pt x="954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5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4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0" y="631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4" y="614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9" y="608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599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2" y="596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5" y="585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0" y="573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9" y="550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5" y="527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79" y="491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5" y="490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0" y="474"/>
                </a:lnTo>
                <a:lnTo>
                  <a:pt x="770" y="475"/>
                </a:lnTo>
                <a:lnTo>
                  <a:pt x="769" y="475"/>
                </a:lnTo>
                <a:lnTo>
                  <a:pt x="769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3" y="462"/>
                </a:lnTo>
                <a:lnTo>
                  <a:pt x="733" y="463"/>
                </a:lnTo>
                <a:lnTo>
                  <a:pt x="734" y="463"/>
                </a:lnTo>
                <a:lnTo>
                  <a:pt x="733" y="463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30" y="460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1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0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4" y="448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9" y="444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3"/>
                </a:lnTo>
                <a:lnTo>
                  <a:pt x="692" y="444"/>
                </a:lnTo>
                <a:lnTo>
                  <a:pt x="693" y="445"/>
                </a:lnTo>
                <a:lnTo>
                  <a:pt x="694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49"/>
                </a:lnTo>
                <a:lnTo>
                  <a:pt x="699" y="450"/>
                </a:lnTo>
                <a:lnTo>
                  <a:pt x="700" y="450"/>
                </a:lnTo>
                <a:lnTo>
                  <a:pt x="699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5" y="457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0"/>
                </a:lnTo>
                <a:lnTo>
                  <a:pt x="706" y="461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5" y="468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700" y="463"/>
                </a:lnTo>
                <a:lnTo>
                  <a:pt x="699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9" y="454"/>
                </a:lnTo>
                <a:lnTo>
                  <a:pt x="677" y="454"/>
                </a:lnTo>
                <a:lnTo>
                  <a:pt x="677" y="453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2"/>
                </a:lnTo>
                <a:lnTo>
                  <a:pt x="673" y="452"/>
                </a:lnTo>
                <a:lnTo>
                  <a:pt x="672" y="452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1" y="449"/>
                </a:lnTo>
                <a:lnTo>
                  <a:pt x="670" y="449"/>
                </a:lnTo>
                <a:lnTo>
                  <a:pt x="670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1" y="444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2"/>
                </a:lnTo>
                <a:lnTo>
                  <a:pt x="656" y="442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30" y="414"/>
                </a:lnTo>
                <a:lnTo>
                  <a:pt x="629" y="414"/>
                </a:lnTo>
                <a:lnTo>
                  <a:pt x="629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4"/>
                </a:lnTo>
                <a:lnTo>
                  <a:pt x="614" y="403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9" y="390"/>
                </a:lnTo>
                <a:lnTo>
                  <a:pt x="598" y="391"/>
                </a:lnTo>
                <a:lnTo>
                  <a:pt x="598" y="390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4" y="388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1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3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5"/>
                </a:lnTo>
                <a:lnTo>
                  <a:pt x="574" y="386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8" y="393"/>
                </a:lnTo>
                <a:lnTo>
                  <a:pt x="558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8" y="408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5" y="407"/>
                </a:lnTo>
                <a:lnTo>
                  <a:pt x="515" y="406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8" y="402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5" y="395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9" y="393"/>
                </a:lnTo>
                <a:lnTo>
                  <a:pt x="488" y="393"/>
                </a:lnTo>
                <a:lnTo>
                  <a:pt x="487" y="393"/>
                </a:lnTo>
                <a:lnTo>
                  <a:pt x="487" y="392"/>
                </a:lnTo>
                <a:lnTo>
                  <a:pt x="486" y="392"/>
                </a:lnTo>
                <a:lnTo>
                  <a:pt x="485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0" y="387"/>
                </a:lnTo>
                <a:lnTo>
                  <a:pt x="479" y="387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3" y="383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3"/>
                </a:lnTo>
                <a:lnTo>
                  <a:pt x="453" y="372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1"/>
                </a:lnTo>
                <a:lnTo>
                  <a:pt x="445" y="371"/>
                </a:lnTo>
                <a:lnTo>
                  <a:pt x="444" y="371"/>
                </a:lnTo>
                <a:lnTo>
                  <a:pt x="444" y="370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6" y="369"/>
                </a:lnTo>
                <a:lnTo>
                  <a:pt x="435" y="369"/>
                </a:lnTo>
                <a:lnTo>
                  <a:pt x="435" y="368"/>
                </a:lnTo>
                <a:lnTo>
                  <a:pt x="434" y="368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1" y="369"/>
                </a:lnTo>
                <a:lnTo>
                  <a:pt x="431" y="368"/>
                </a:lnTo>
                <a:lnTo>
                  <a:pt x="430" y="368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5" y="367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1"/>
                </a:lnTo>
                <a:lnTo>
                  <a:pt x="415" y="392"/>
                </a:lnTo>
                <a:lnTo>
                  <a:pt x="415" y="393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9" y="401"/>
                </a:lnTo>
                <a:lnTo>
                  <a:pt x="419" y="400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2" y="413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1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2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8" y="431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2" y="429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4" y="433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400" y="436"/>
                </a:lnTo>
                <a:lnTo>
                  <a:pt x="402" y="437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3"/>
                </a:lnTo>
                <a:lnTo>
                  <a:pt x="393" y="444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3" y="447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3"/>
                </a:lnTo>
                <a:lnTo>
                  <a:pt x="388" y="454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5"/>
                </a:lnTo>
                <a:lnTo>
                  <a:pt x="380" y="465"/>
                </a:lnTo>
                <a:lnTo>
                  <a:pt x="379" y="465"/>
                </a:lnTo>
                <a:lnTo>
                  <a:pt x="377" y="464"/>
                </a:lnTo>
                <a:lnTo>
                  <a:pt x="376" y="464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2"/>
                </a:lnTo>
                <a:lnTo>
                  <a:pt x="366" y="462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6"/>
                </a:lnTo>
                <a:lnTo>
                  <a:pt x="361" y="467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6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8" y="475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1"/>
                </a:lnTo>
                <a:lnTo>
                  <a:pt x="320" y="462"/>
                </a:lnTo>
                <a:lnTo>
                  <a:pt x="318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5" y="456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2" y="458"/>
                </a:lnTo>
                <a:lnTo>
                  <a:pt x="291" y="458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1"/>
                </a:lnTo>
                <a:lnTo>
                  <a:pt x="281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9" y="459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59"/>
                </a:lnTo>
                <a:lnTo>
                  <a:pt x="270" y="458"/>
                </a:lnTo>
                <a:lnTo>
                  <a:pt x="269" y="458"/>
                </a:lnTo>
                <a:lnTo>
                  <a:pt x="269" y="459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2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1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49"/>
                </a:lnTo>
                <a:lnTo>
                  <a:pt x="245" y="448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9" y="447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5" y="451"/>
                </a:lnTo>
                <a:lnTo>
                  <a:pt x="224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5" y="440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6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7"/>
                </a:lnTo>
                <a:lnTo>
                  <a:pt x="140" y="417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7"/>
                </a:lnTo>
                <a:lnTo>
                  <a:pt x="126" y="397"/>
                </a:lnTo>
                <a:lnTo>
                  <a:pt x="124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1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9" y="218"/>
                </a:lnTo>
                <a:lnTo>
                  <a:pt x="129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7" y="156"/>
                </a:lnTo>
                <a:lnTo>
                  <a:pt x="176" y="149"/>
                </a:lnTo>
                <a:lnTo>
                  <a:pt x="199" y="132"/>
                </a:lnTo>
                <a:lnTo>
                  <a:pt x="214" y="129"/>
                </a:lnTo>
                <a:lnTo>
                  <a:pt x="218" y="128"/>
                </a:lnTo>
                <a:lnTo>
                  <a:pt x="220" y="125"/>
                </a:lnTo>
                <a:lnTo>
                  <a:pt x="223" y="120"/>
                </a:lnTo>
                <a:lnTo>
                  <a:pt x="225" y="119"/>
                </a:lnTo>
                <a:lnTo>
                  <a:pt x="228" y="115"/>
                </a:lnTo>
                <a:lnTo>
                  <a:pt x="238" y="110"/>
                </a:lnTo>
                <a:lnTo>
                  <a:pt x="242" y="109"/>
                </a:lnTo>
                <a:lnTo>
                  <a:pt x="251" y="105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4" y="107"/>
                </a:lnTo>
                <a:lnTo>
                  <a:pt x="255" y="107"/>
                </a:lnTo>
                <a:lnTo>
                  <a:pt x="256" y="109"/>
                </a:lnTo>
                <a:lnTo>
                  <a:pt x="257" y="109"/>
                </a:lnTo>
                <a:lnTo>
                  <a:pt x="258" y="110"/>
                </a:lnTo>
                <a:lnTo>
                  <a:pt x="259" y="110"/>
                </a:lnTo>
                <a:lnTo>
                  <a:pt x="258" y="110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9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6"/>
                </a:lnTo>
                <a:lnTo>
                  <a:pt x="261" y="116"/>
                </a:lnTo>
                <a:lnTo>
                  <a:pt x="261" y="117"/>
                </a:lnTo>
                <a:lnTo>
                  <a:pt x="263" y="121"/>
                </a:lnTo>
                <a:lnTo>
                  <a:pt x="263" y="122"/>
                </a:lnTo>
                <a:lnTo>
                  <a:pt x="267" y="125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5"/>
                </a:lnTo>
                <a:lnTo>
                  <a:pt x="274" y="114"/>
                </a:lnTo>
                <a:lnTo>
                  <a:pt x="275" y="113"/>
                </a:lnTo>
                <a:lnTo>
                  <a:pt x="276" y="113"/>
                </a:lnTo>
                <a:lnTo>
                  <a:pt x="277" y="112"/>
                </a:lnTo>
                <a:lnTo>
                  <a:pt x="278" y="111"/>
                </a:lnTo>
                <a:lnTo>
                  <a:pt x="280" y="110"/>
                </a:lnTo>
                <a:lnTo>
                  <a:pt x="281" y="110"/>
                </a:lnTo>
                <a:lnTo>
                  <a:pt x="283" y="108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7" y="106"/>
                </a:lnTo>
                <a:lnTo>
                  <a:pt x="289" y="104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2"/>
                </a:lnTo>
                <a:lnTo>
                  <a:pt x="293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7" y="101"/>
                </a:lnTo>
                <a:lnTo>
                  <a:pt x="299" y="100"/>
                </a:lnTo>
                <a:lnTo>
                  <a:pt x="299" y="99"/>
                </a:lnTo>
                <a:lnTo>
                  <a:pt x="301" y="99"/>
                </a:lnTo>
                <a:lnTo>
                  <a:pt x="302" y="99"/>
                </a:lnTo>
                <a:lnTo>
                  <a:pt x="304" y="99"/>
                </a:lnTo>
                <a:lnTo>
                  <a:pt x="304" y="98"/>
                </a:lnTo>
                <a:lnTo>
                  <a:pt x="305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8"/>
                </a:lnTo>
                <a:lnTo>
                  <a:pt x="311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7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3" y="94"/>
                </a:lnTo>
                <a:lnTo>
                  <a:pt x="325" y="93"/>
                </a:lnTo>
                <a:lnTo>
                  <a:pt x="326" y="93"/>
                </a:lnTo>
                <a:lnTo>
                  <a:pt x="327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8"/>
                </a:lnTo>
                <a:lnTo>
                  <a:pt x="336" y="88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3" y="79"/>
                </a:lnTo>
                <a:lnTo>
                  <a:pt x="343" y="78"/>
                </a:lnTo>
                <a:lnTo>
                  <a:pt x="343" y="76"/>
                </a:lnTo>
                <a:lnTo>
                  <a:pt x="338" y="66"/>
                </a:lnTo>
                <a:lnTo>
                  <a:pt x="340" y="64"/>
                </a:lnTo>
                <a:lnTo>
                  <a:pt x="347" y="59"/>
                </a:lnTo>
                <a:lnTo>
                  <a:pt x="334" y="48"/>
                </a:lnTo>
                <a:lnTo>
                  <a:pt x="334" y="47"/>
                </a:lnTo>
                <a:lnTo>
                  <a:pt x="334" y="45"/>
                </a:lnTo>
                <a:lnTo>
                  <a:pt x="337" y="39"/>
                </a:lnTo>
                <a:lnTo>
                  <a:pt x="331" y="37"/>
                </a:lnTo>
                <a:lnTo>
                  <a:pt x="329" y="36"/>
                </a:lnTo>
                <a:lnTo>
                  <a:pt x="330" y="35"/>
                </a:lnTo>
                <a:lnTo>
                  <a:pt x="331" y="34"/>
                </a:lnTo>
                <a:lnTo>
                  <a:pt x="332" y="32"/>
                </a:lnTo>
                <a:lnTo>
                  <a:pt x="332" y="30"/>
                </a:lnTo>
                <a:lnTo>
                  <a:pt x="333" y="26"/>
                </a:lnTo>
                <a:lnTo>
                  <a:pt x="334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40" y="20"/>
                </a:lnTo>
                <a:lnTo>
                  <a:pt x="340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5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1" y="15"/>
                </a:lnTo>
                <a:lnTo>
                  <a:pt x="353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4" y="8"/>
                </a:lnTo>
                <a:lnTo>
                  <a:pt x="365" y="7"/>
                </a:lnTo>
                <a:lnTo>
                  <a:pt x="370" y="7"/>
                </a:lnTo>
                <a:lnTo>
                  <a:pt x="372" y="6"/>
                </a:lnTo>
                <a:lnTo>
                  <a:pt x="374" y="6"/>
                </a:lnTo>
                <a:lnTo>
                  <a:pt x="376" y="6"/>
                </a:lnTo>
                <a:lnTo>
                  <a:pt x="379" y="6"/>
                </a:lnTo>
                <a:lnTo>
                  <a:pt x="380" y="5"/>
                </a:lnTo>
                <a:lnTo>
                  <a:pt x="382" y="5"/>
                </a:lnTo>
                <a:lnTo>
                  <a:pt x="384" y="5"/>
                </a:lnTo>
                <a:lnTo>
                  <a:pt x="386" y="5"/>
                </a:lnTo>
                <a:lnTo>
                  <a:pt x="389" y="5"/>
                </a:lnTo>
                <a:lnTo>
                  <a:pt x="398" y="4"/>
                </a:lnTo>
                <a:lnTo>
                  <a:pt x="404" y="4"/>
                </a:lnTo>
                <a:lnTo>
                  <a:pt x="419" y="4"/>
                </a:lnTo>
                <a:lnTo>
                  <a:pt x="421" y="3"/>
                </a:lnTo>
                <a:lnTo>
                  <a:pt x="423" y="3"/>
                </a:lnTo>
                <a:lnTo>
                  <a:pt x="425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3" y="1"/>
                </a:lnTo>
                <a:lnTo>
                  <a:pt x="434" y="0"/>
                </a:lnTo>
                <a:lnTo>
                  <a:pt x="435" y="0"/>
                </a:lnTo>
                <a:lnTo>
                  <a:pt x="436" y="0"/>
                </a:lnTo>
                <a:lnTo>
                  <a:pt x="438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1"/>
                </a:lnTo>
                <a:lnTo>
                  <a:pt x="1222" y="752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2"/>
                </a:lnTo>
                <a:lnTo>
                  <a:pt x="1232" y="752"/>
                </a:lnTo>
                <a:lnTo>
                  <a:pt x="1232" y="751"/>
                </a:lnTo>
                <a:lnTo>
                  <a:pt x="1233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597096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09" y="4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5"/>
                </a:lnTo>
                <a:lnTo>
                  <a:pt x="718" y="6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3"/>
                </a:lnTo>
                <a:lnTo>
                  <a:pt x="935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7" y="264"/>
                </a:lnTo>
                <a:lnTo>
                  <a:pt x="1198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2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2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2" y="324"/>
                </a:lnTo>
                <a:lnTo>
                  <a:pt x="1223" y="324"/>
                </a:lnTo>
                <a:lnTo>
                  <a:pt x="1224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8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1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6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6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5" y="387"/>
                </a:lnTo>
                <a:lnTo>
                  <a:pt x="1175" y="388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70" y="405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1" y="408"/>
                </a:lnTo>
                <a:lnTo>
                  <a:pt x="1171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6" y="426"/>
                </a:lnTo>
                <a:lnTo>
                  <a:pt x="1156" y="427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5" y="442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2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6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60" y="497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2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3" y="517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1" y="523"/>
                </a:lnTo>
                <a:lnTo>
                  <a:pt x="1111" y="522"/>
                </a:lnTo>
                <a:lnTo>
                  <a:pt x="1110" y="522"/>
                </a:lnTo>
                <a:lnTo>
                  <a:pt x="1110" y="521"/>
                </a:lnTo>
                <a:lnTo>
                  <a:pt x="1109" y="521"/>
                </a:lnTo>
                <a:lnTo>
                  <a:pt x="1109" y="522"/>
                </a:lnTo>
                <a:lnTo>
                  <a:pt x="1108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8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3" y="505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7" y="500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6" y="495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7"/>
                </a:lnTo>
                <a:lnTo>
                  <a:pt x="1029" y="508"/>
                </a:lnTo>
                <a:lnTo>
                  <a:pt x="1029" y="509"/>
                </a:lnTo>
                <a:lnTo>
                  <a:pt x="1028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5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3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5" y="583"/>
                </a:lnTo>
                <a:lnTo>
                  <a:pt x="1115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1" y="606"/>
                </a:lnTo>
                <a:lnTo>
                  <a:pt x="1111" y="607"/>
                </a:lnTo>
                <a:lnTo>
                  <a:pt x="1112" y="607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4" y="674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4" y="674"/>
                </a:lnTo>
                <a:lnTo>
                  <a:pt x="973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4" y="649"/>
                </a:lnTo>
                <a:lnTo>
                  <a:pt x="963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60" y="644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6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3" y="528"/>
                </a:lnTo>
                <a:lnTo>
                  <a:pt x="812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6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7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2" y="523"/>
                </a:lnTo>
                <a:lnTo>
                  <a:pt x="791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6" y="521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9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7" y="532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2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1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4" y="558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2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5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9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3"/>
                </a:lnTo>
                <a:lnTo>
                  <a:pt x="717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4" y="705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3" y="708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0" y="723"/>
                </a:lnTo>
                <a:lnTo>
                  <a:pt x="711" y="723"/>
                </a:lnTo>
                <a:lnTo>
                  <a:pt x="710" y="723"/>
                </a:lnTo>
                <a:lnTo>
                  <a:pt x="710" y="724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8"/>
                </a:lnTo>
                <a:lnTo>
                  <a:pt x="712" y="729"/>
                </a:lnTo>
                <a:lnTo>
                  <a:pt x="713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0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1" y="736"/>
                </a:lnTo>
                <a:lnTo>
                  <a:pt x="682" y="737"/>
                </a:lnTo>
                <a:lnTo>
                  <a:pt x="682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8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3" y="741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7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2" y="738"/>
                </a:lnTo>
                <a:lnTo>
                  <a:pt x="663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4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5" y="757"/>
                </a:lnTo>
                <a:lnTo>
                  <a:pt x="665" y="758"/>
                </a:lnTo>
                <a:lnTo>
                  <a:pt x="667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4"/>
                </a:lnTo>
                <a:lnTo>
                  <a:pt x="632" y="754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31" y="746"/>
                </a:lnTo>
                <a:lnTo>
                  <a:pt x="629" y="746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3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5"/>
                </a:lnTo>
                <a:lnTo>
                  <a:pt x="612" y="757"/>
                </a:lnTo>
                <a:lnTo>
                  <a:pt x="612" y="758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4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7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0" y="740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19"/>
                </a:lnTo>
                <a:lnTo>
                  <a:pt x="530" y="718"/>
                </a:lnTo>
                <a:lnTo>
                  <a:pt x="531" y="718"/>
                </a:lnTo>
                <a:lnTo>
                  <a:pt x="531" y="717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8" y="701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2" y="696"/>
                </a:lnTo>
                <a:lnTo>
                  <a:pt x="501" y="696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6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6" y="675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9" y="676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8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4"/>
                </a:lnTo>
                <a:lnTo>
                  <a:pt x="444" y="684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5"/>
                </a:lnTo>
                <a:lnTo>
                  <a:pt x="427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5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7" y="687"/>
                </a:lnTo>
                <a:lnTo>
                  <a:pt x="376" y="687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70" y="687"/>
                </a:lnTo>
                <a:lnTo>
                  <a:pt x="369" y="687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7" y="671"/>
                </a:lnTo>
                <a:lnTo>
                  <a:pt x="346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2" y="670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6" y="672"/>
                </a:lnTo>
                <a:lnTo>
                  <a:pt x="336" y="673"/>
                </a:lnTo>
                <a:lnTo>
                  <a:pt x="335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1" y="673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9" y="668"/>
                </a:lnTo>
                <a:lnTo>
                  <a:pt x="329" y="667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0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3"/>
                </a:lnTo>
                <a:lnTo>
                  <a:pt x="283" y="663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2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7" y="660"/>
                </a:lnTo>
                <a:lnTo>
                  <a:pt x="276" y="660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3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8" y="664"/>
                </a:lnTo>
                <a:lnTo>
                  <a:pt x="257" y="664"/>
                </a:lnTo>
                <a:lnTo>
                  <a:pt x="256" y="663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49"/>
                </a:lnTo>
                <a:lnTo>
                  <a:pt x="249" y="649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8" y="652"/>
                </a:lnTo>
                <a:lnTo>
                  <a:pt x="238" y="653"/>
                </a:lnTo>
                <a:lnTo>
                  <a:pt x="238" y="654"/>
                </a:lnTo>
                <a:lnTo>
                  <a:pt x="237" y="654"/>
                </a:lnTo>
                <a:lnTo>
                  <a:pt x="236" y="654"/>
                </a:lnTo>
                <a:lnTo>
                  <a:pt x="236" y="653"/>
                </a:lnTo>
                <a:lnTo>
                  <a:pt x="235" y="653"/>
                </a:lnTo>
                <a:lnTo>
                  <a:pt x="235" y="654"/>
                </a:lnTo>
                <a:lnTo>
                  <a:pt x="234" y="654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0" y="653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4" y="640"/>
                </a:lnTo>
                <a:lnTo>
                  <a:pt x="213" y="640"/>
                </a:lnTo>
                <a:lnTo>
                  <a:pt x="212" y="640"/>
                </a:lnTo>
                <a:lnTo>
                  <a:pt x="211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7" y="637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2"/>
                </a:lnTo>
                <a:lnTo>
                  <a:pt x="197" y="631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6" y="628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4" y="628"/>
                </a:lnTo>
                <a:lnTo>
                  <a:pt x="183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7" y="628"/>
                </a:lnTo>
                <a:lnTo>
                  <a:pt x="156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4"/>
                </a:lnTo>
                <a:lnTo>
                  <a:pt x="128" y="625"/>
                </a:lnTo>
                <a:lnTo>
                  <a:pt x="127" y="625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4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1" y="617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5" y="612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3" y="610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5"/>
                </a:lnTo>
                <a:lnTo>
                  <a:pt x="85" y="604"/>
                </a:lnTo>
                <a:lnTo>
                  <a:pt x="84" y="604"/>
                </a:lnTo>
                <a:lnTo>
                  <a:pt x="84" y="603"/>
                </a:lnTo>
                <a:lnTo>
                  <a:pt x="84" y="602"/>
                </a:lnTo>
                <a:lnTo>
                  <a:pt x="83" y="602"/>
                </a:lnTo>
                <a:lnTo>
                  <a:pt x="83" y="601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3" y="582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5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1"/>
                </a:lnTo>
                <a:lnTo>
                  <a:pt x="43" y="550"/>
                </a:lnTo>
                <a:lnTo>
                  <a:pt x="42" y="550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4"/>
                </a:lnTo>
                <a:lnTo>
                  <a:pt x="25" y="534"/>
                </a:lnTo>
                <a:lnTo>
                  <a:pt x="25" y="533"/>
                </a:lnTo>
                <a:lnTo>
                  <a:pt x="25" y="532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7" y="517"/>
                </a:lnTo>
                <a:lnTo>
                  <a:pt x="38" y="516"/>
                </a:lnTo>
                <a:lnTo>
                  <a:pt x="39" y="515"/>
                </a:lnTo>
                <a:lnTo>
                  <a:pt x="38" y="515"/>
                </a:lnTo>
                <a:lnTo>
                  <a:pt x="38" y="514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39" y="509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40" y="505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3" y="500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7"/>
                </a:lnTo>
                <a:lnTo>
                  <a:pt x="42" y="497"/>
                </a:lnTo>
                <a:lnTo>
                  <a:pt x="42" y="496"/>
                </a:lnTo>
                <a:lnTo>
                  <a:pt x="41" y="497"/>
                </a:lnTo>
                <a:lnTo>
                  <a:pt x="40" y="496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3"/>
                </a:lnTo>
                <a:lnTo>
                  <a:pt x="37" y="492"/>
                </a:lnTo>
                <a:lnTo>
                  <a:pt x="38" y="492"/>
                </a:lnTo>
                <a:lnTo>
                  <a:pt x="38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9" y="486"/>
                </a:lnTo>
                <a:lnTo>
                  <a:pt x="38" y="486"/>
                </a:lnTo>
                <a:lnTo>
                  <a:pt x="38" y="485"/>
                </a:lnTo>
                <a:lnTo>
                  <a:pt x="38" y="484"/>
                </a:lnTo>
                <a:lnTo>
                  <a:pt x="39" y="484"/>
                </a:lnTo>
                <a:lnTo>
                  <a:pt x="39" y="483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7" y="476"/>
                </a:lnTo>
                <a:lnTo>
                  <a:pt x="36" y="475"/>
                </a:lnTo>
                <a:lnTo>
                  <a:pt x="35" y="474"/>
                </a:lnTo>
                <a:lnTo>
                  <a:pt x="35" y="473"/>
                </a:lnTo>
                <a:lnTo>
                  <a:pt x="35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1"/>
                </a:lnTo>
                <a:lnTo>
                  <a:pt x="36" y="471"/>
                </a:lnTo>
                <a:lnTo>
                  <a:pt x="36" y="470"/>
                </a:lnTo>
                <a:lnTo>
                  <a:pt x="37" y="470"/>
                </a:lnTo>
                <a:lnTo>
                  <a:pt x="37" y="469"/>
                </a:lnTo>
                <a:lnTo>
                  <a:pt x="36" y="469"/>
                </a:lnTo>
                <a:lnTo>
                  <a:pt x="36" y="468"/>
                </a:lnTo>
                <a:lnTo>
                  <a:pt x="35" y="467"/>
                </a:lnTo>
                <a:lnTo>
                  <a:pt x="35" y="468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7" y="457"/>
                </a:lnTo>
                <a:lnTo>
                  <a:pt x="38" y="456"/>
                </a:lnTo>
                <a:lnTo>
                  <a:pt x="38" y="455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39" y="452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3" y="450"/>
                </a:lnTo>
                <a:lnTo>
                  <a:pt x="42" y="449"/>
                </a:lnTo>
                <a:lnTo>
                  <a:pt x="41" y="449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0" y="445"/>
                </a:lnTo>
                <a:lnTo>
                  <a:pt x="39" y="444"/>
                </a:lnTo>
                <a:lnTo>
                  <a:pt x="38" y="444"/>
                </a:lnTo>
                <a:lnTo>
                  <a:pt x="38" y="443"/>
                </a:lnTo>
                <a:lnTo>
                  <a:pt x="39" y="443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9" y="441"/>
                </a:lnTo>
                <a:lnTo>
                  <a:pt x="38" y="441"/>
                </a:lnTo>
                <a:lnTo>
                  <a:pt x="38" y="440"/>
                </a:lnTo>
                <a:lnTo>
                  <a:pt x="37" y="439"/>
                </a:lnTo>
                <a:lnTo>
                  <a:pt x="36" y="439"/>
                </a:lnTo>
                <a:lnTo>
                  <a:pt x="35" y="439"/>
                </a:lnTo>
                <a:lnTo>
                  <a:pt x="35" y="440"/>
                </a:lnTo>
                <a:lnTo>
                  <a:pt x="34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5" y="442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7" y="440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7" y="419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8" y="412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9" y="404"/>
                </a:lnTo>
                <a:lnTo>
                  <a:pt x="10" y="404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4" y="382"/>
                </a:lnTo>
                <a:lnTo>
                  <a:pt x="34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7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3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2" y="358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4" y="353"/>
                </a:lnTo>
                <a:lnTo>
                  <a:pt x="35" y="353"/>
                </a:lnTo>
                <a:lnTo>
                  <a:pt x="35" y="352"/>
                </a:lnTo>
                <a:lnTo>
                  <a:pt x="35" y="351"/>
                </a:lnTo>
                <a:lnTo>
                  <a:pt x="34" y="351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5" y="348"/>
                </a:lnTo>
                <a:lnTo>
                  <a:pt x="35" y="347"/>
                </a:lnTo>
                <a:lnTo>
                  <a:pt x="36" y="347"/>
                </a:lnTo>
                <a:lnTo>
                  <a:pt x="35" y="347"/>
                </a:lnTo>
                <a:lnTo>
                  <a:pt x="35" y="346"/>
                </a:lnTo>
                <a:lnTo>
                  <a:pt x="37" y="345"/>
                </a:lnTo>
                <a:lnTo>
                  <a:pt x="37" y="344"/>
                </a:lnTo>
                <a:lnTo>
                  <a:pt x="36" y="343"/>
                </a:lnTo>
                <a:lnTo>
                  <a:pt x="35" y="343"/>
                </a:lnTo>
                <a:lnTo>
                  <a:pt x="34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1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2" y="340"/>
                </a:lnTo>
                <a:lnTo>
                  <a:pt x="11" y="340"/>
                </a:lnTo>
                <a:lnTo>
                  <a:pt x="10" y="340"/>
                </a:lnTo>
                <a:lnTo>
                  <a:pt x="10" y="339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6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8" y="321"/>
                </a:lnTo>
                <a:lnTo>
                  <a:pt x="38" y="320"/>
                </a:lnTo>
                <a:lnTo>
                  <a:pt x="38" y="321"/>
                </a:lnTo>
                <a:lnTo>
                  <a:pt x="39" y="320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3" y="320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9" y="321"/>
                </a:lnTo>
                <a:lnTo>
                  <a:pt x="49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6" y="301"/>
                </a:lnTo>
                <a:lnTo>
                  <a:pt x="55" y="301"/>
                </a:lnTo>
                <a:lnTo>
                  <a:pt x="55" y="300"/>
                </a:lnTo>
                <a:lnTo>
                  <a:pt x="56" y="300"/>
                </a:lnTo>
                <a:lnTo>
                  <a:pt x="56" y="301"/>
                </a:lnTo>
                <a:lnTo>
                  <a:pt x="57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5" y="304"/>
                </a:lnTo>
                <a:lnTo>
                  <a:pt x="65" y="303"/>
                </a:lnTo>
                <a:lnTo>
                  <a:pt x="66" y="303"/>
                </a:lnTo>
                <a:lnTo>
                  <a:pt x="66" y="304"/>
                </a:lnTo>
                <a:lnTo>
                  <a:pt x="67" y="304"/>
                </a:lnTo>
                <a:lnTo>
                  <a:pt x="68" y="304"/>
                </a:lnTo>
                <a:lnTo>
                  <a:pt x="67" y="305"/>
                </a:lnTo>
                <a:lnTo>
                  <a:pt x="67" y="306"/>
                </a:lnTo>
                <a:lnTo>
                  <a:pt x="66" y="307"/>
                </a:lnTo>
                <a:lnTo>
                  <a:pt x="67" y="308"/>
                </a:lnTo>
                <a:lnTo>
                  <a:pt x="68" y="308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3" y="309"/>
                </a:lnTo>
                <a:lnTo>
                  <a:pt x="74" y="311"/>
                </a:lnTo>
                <a:lnTo>
                  <a:pt x="75" y="311"/>
                </a:lnTo>
                <a:lnTo>
                  <a:pt x="76" y="312"/>
                </a:lnTo>
                <a:lnTo>
                  <a:pt x="77" y="312"/>
                </a:lnTo>
                <a:lnTo>
                  <a:pt x="78" y="313"/>
                </a:lnTo>
                <a:lnTo>
                  <a:pt x="79" y="312"/>
                </a:lnTo>
                <a:lnTo>
                  <a:pt x="80" y="312"/>
                </a:lnTo>
                <a:lnTo>
                  <a:pt x="81" y="313"/>
                </a:lnTo>
                <a:lnTo>
                  <a:pt x="82" y="312"/>
                </a:lnTo>
                <a:lnTo>
                  <a:pt x="84" y="312"/>
                </a:lnTo>
                <a:lnTo>
                  <a:pt x="84" y="313"/>
                </a:lnTo>
                <a:lnTo>
                  <a:pt x="85" y="313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1" y="314"/>
                </a:lnTo>
                <a:lnTo>
                  <a:pt x="92" y="314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8" y="315"/>
                </a:lnTo>
                <a:lnTo>
                  <a:pt x="99" y="315"/>
                </a:lnTo>
                <a:lnTo>
                  <a:pt x="100" y="314"/>
                </a:lnTo>
                <a:lnTo>
                  <a:pt x="102" y="313"/>
                </a:lnTo>
                <a:lnTo>
                  <a:pt x="103" y="313"/>
                </a:lnTo>
                <a:lnTo>
                  <a:pt x="103" y="314"/>
                </a:lnTo>
                <a:lnTo>
                  <a:pt x="105" y="314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5"/>
                </a:lnTo>
                <a:lnTo>
                  <a:pt x="109" y="316"/>
                </a:lnTo>
                <a:lnTo>
                  <a:pt x="111" y="316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5"/>
                </a:lnTo>
                <a:lnTo>
                  <a:pt x="116" y="315"/>
                </a:lnTo>
                <a:lnTo>
                  <a:pt x="117" y="316"/>
                </a:lnTo>
                <a:lnTo>
                  <a:pt x="118" y="316"/>
                </a:lnTo>
                <a:lnTo>
                  <a:pt x="119" y="317"/>
                </a:lnTo>
                <a:lnTo>
                  <a:pt x="120" y="318"/>
                </a:lnTo>
                <a:lnTo>
                  <a:pt x="121" y="318"/>
                </a:lnTo>
                <a:lnTo>
                  <a:pt x="122" y="319"/>
                </a:lnTo>
                <a:lnTo>
                  <a:pt x="123" y="319"/>
                </a:lnTo>
                <a:lnTo>
                  <a:pt x="124" y="319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1"/>
                </a:lnTo>
                <a:lnTo>
                  <a:pt x="126" y="322"/>
                </a:lnTo>
                <a:lnTo>
                  <a:pt x="126" y="323"/>
                </a:lnTo>
                <a:lnTo>
                  <a:pt x="127" y="323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29" y="325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30" y="326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3" y="327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6"/>
                </a:lnTo>
                <a:lnTo>
                  <a:pt x="137" y="325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8" y="318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2" y="320"/>
                </a:lnTo>
                <a:lnTo>
                  <a:pt x="153" y="320"/>
                </a:lnTo>
                <a:lnTo>
                  <a:pt x="155" y="319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6" y="314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4" y="310"/>
                </a:lnTo>
                <a:lnTo>
                  <a:pt x="153" y="310"/>
                </a:lnTo>
                <a:lnTo>
                  <a:pt x="153" y="309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4" y="306"/>
                </a:lnTo>
                <a:lnTo>
                  <a:pt x="153" y="306"/>
                </a:lnTo>
                <a:lnTo>
                  <a:pt x="152" y="305"/>
                </a:lnTo>
                <a:lnTo>
                  <a:pt x="151" y="305"/>
                </a:lnTo>
                <a:lnTo>
                  <a:pt x="150" y="304"/>
                </a:lnTo>
                <a:lnTo>
                  <a:pt x="149" y="304"/>
                </a:lnTo>
                <a:lnTo>
                  <a:pt x="149" y="303"/>
                </a:lnTo>
                <a:lnTo>
                  <a:pt x="150" y="302"/>
                </a:lnTo>
                <a:lnTo>
                  <a:pt x="150" y="301"/>
                </a:lnTo>
                <a:lnTo>
                  <a:pt x="151" y="300"/>
                </a:lnTo>
                <a:lnTo>
                  <a:pt x="152" y="299"/>
                </a:lnTo>
                <a:lnTo>
                  <a:pt x="152" y="298"/>
                </a:lnTo>
                <a:lnTo>
                  <a:pt x="151" y="298"/>
                </a:lnTo>
                <a:lnTo>
                  <a:pt x="150" y="298"/>
                </a:lnTo>
                <a:lnTo>
                  <a:pt x="150" y="297"/>
                </a:lnTo>
                <a:lnTo>
                  <a:pt x="149" y="297"/>
                </a:lnTo>
                <a:lnTo>
                  <a:pt x="149" y="296"/>
                </a:lnTo>
                <a:lnTo>
                  <a:pt x="148" y="296"/>
                </a:lnTo>
                <a:lnTo>
                  <a:pt x="147" y="296"/>
                </a:lnTo>
                <a:lnTo>
                  <a:pt x="147" y="295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8" y="290"/>
                </a:lnTo>
                <a:lnTo>
                  <a:pt x="149" y="290"/>
                </a:lnTo>
                <a:lnTo>
                  <a:pt x="149" y="289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49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8" y="280"/>
                </a:lnTo>
                <a:lnTo>
                  <a:pt x="149" y="280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8" y="274"/>
                </a:lnTo>
                <a:lnTo>
                  <a:pt x="147" y="274"/>
                </a:lnTo>
                <a:lnTo>
                  <a:pt x="146" y="274"/>
                </a:lnTo>
                <a:lnTo>
                  <a:pt x="146" y="273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8" y="273"/>
                </a:lnTo>
                <a:lnTo>
                  <a:pt x="137" y="272"/>
                </a:lnTo>
                <a:lnTo>
                  <a:pt x="137" y="271"/>
                </a:lnTo>
                <a:lnTo>
                  <a:pt x="136" y="271"/>
                </a:lnTo>
                <a:lnTo>
                  <a:pt x="135" y="272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1"/>
                </a:lnTo>
                <a:lnTo>
                  <a:pt x="130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29" y="269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8"/>
                </a:lnTo>
                <a:lnTo>
                  <a:pt x="121" y="267"/>
                </a:lnTo>
                <a:lnTo>
                  <a:pt x="120" y="266"/>
                </a:lnTo>
                <a:lnTo>
                  <a:pt x="120" y="265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1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2" y="253"/>
                </a:lnTo>
                <a:lnTo>
                  <a:pt x="121" y="253"/>
                </a:lnTo>
                <a:lnTo>
                  <a:pt x="121" y="252"/>
                </a:lnTo>
                <a:lnTo>
                  <a:pt x="120" y="251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4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5" y="226"/>
                </a:lnTo>
                <a:lnTo>
                  <a:pt x="166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2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1" y="178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4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2" y="160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0"/>
                </a:lnTo>
                <a:lnTo>
                  <a:pt x="67" y="89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4" y="64"/>
                </a:lnTo>
                <a:lnTo>
                  <a:pt x="106" y="63"/>
                </a:lnTo>
                <a:lnTo>
                  <a:pt x="107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7" y="53"/>
                </a:lnTo>
                <a:lnTo>
                  <a:pt x="148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200" y="38"/>
                </a:lnTo>
                <a:lnTo>
                  <a:pt x="200" y="39"/>
                </a:lnTo>
                <a:lnTo>
                  <a:pt x="200" y="38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5"/>
                </a:lnTo>
                <a:lnTo>
                  <a:pt x="210" y="35"/>
                </a:lnTo>
                <a:lnTo>
                  <a:pt x="210" y="36"/>
                </a:lnTo>
                <a:lnTo>
                  <a:pt x="211" y="36"/>
                </a:lnTo>
                <a:lnTo>
                  <a:pt x="213" y="35"/>
                </a:lnTo>
                <a:lnTo>
                  <a:pt x="214" y="35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19" y="34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2" y="22"/>
                </a:lnTo>
                <a:lnTo>
                  <a:pt x="263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2"/>
                </a:lnTo>
                <a:lnTo>
                  <a:pt x="282" y="11"/>
                </a:lnTo>
                <a:lnTo>
                  <a:pt x="283" y="11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7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7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4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5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89" y="84"/>
                </a:lnTo>
                <a:lnTo>
                  <a:pt x="490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6" y="94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6" y="94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5"/>
                </a:lnTo>
                <a:lnTo>
                  <a:pt x="632" y="95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6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9" y="72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0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4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650556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3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645372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4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3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8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7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6" y="396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8"/>
                </a:lnTo>
                <a:lnTo>
                  <a:pt x="197" y="419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3" y="407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4" y="315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2" y="264"/>
                </a:lnTo>
                <a:lnTo>
                  <a:pt x="91" y="264"/>
                </a:lnTo>
                <a:lnTo>
                  <a:pt x="91" y="262"/>
                </a:lnTo>
                <a:lnTo>
                  <a:pt x="91" y="261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5" y="230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4" y="174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7" y="150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2"/>
                </a:lnTo>
                <a:lnTo>
                  <a:pt x="138" y="140"/>
                </a:lnTo>
                <a:lnTo>
                  <a:pt x="138" y="139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3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40" y="98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6" y="66"/>
                </a:lnTo>
                <a:lnTo>
                  <a:pt x="145" y="66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60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49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39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6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9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545508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2" y="662"/>
                </a:ln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7" y="665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1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6" y="677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1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6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5" y="741"/>
                </a:lnTo>
                <a:lnTo>
                  <a:pt x="2034" y="742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2000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9" y="764"/>
                </a:lnTo>
                <a:lnTo>
                  <a:pt x="1978" y="764"/>
                </a:lnTo>
                <a:lnTo>
                  <a:pt x="1976" y="765"/>
                </a:lnTo>
                <a:lnTo>
                  <a:pt x="1975" y="766"/>
                </a:lnTo>
                <a:lnTo>
                  <a:pt x="1974" y="767"/>
                </a:lnTo>
                <a:lnTo>
                  <a:pt x="1973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80"/>
                </a:lnTo>
                <a:lnTo>
                  <a:pt x="1965" y="779"/>
                </a:lnTo>
                <a:lnTo>
                  <a:pt x="1961" y="776"/>
                </a:lnTo>
                <a:lnTo>
                  <a:pt x="1961" y="775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7" y="764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2" y="760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9"/>
                </a:lnTo>
                <a:lnTo>
                  <a:pt x="1940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7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5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2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90" y="1044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7" y="1048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1" y="1049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60" y="1053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7"/>
                </a:lnTo>
                <a:lnTo>
                  <a:pt x="1640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3" y="1060"/>
                </a:lnTo>
                <a:lnTo>
                  <a:pt x="1633" y="1059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2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1" y="1078"/>
                </a:lnTo>
                <a:lnTo>
                  <a:pt x="1561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6" y="1224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9" y="1251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1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3" y="1307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1" y="1316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9" y="1340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5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4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7" y="1334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5" y="1329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1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8" y="1318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3"/>
                </a:lnTo>
                <a:lnTo>
                  <a:pt x="1358" y="1304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4" y="1304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6" y="1304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5" y="1306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2" y="1309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8" y="1314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3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5" y="1319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7" y="1326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7" y="1329"/>
                </a:lnTo>
                <a:lnTo>
                  <a:pt x="1166" y="1329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4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9" y="1375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8" y="1390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9" y="1411"/>
                </a:lnTo>
                <a:lnTo>
                  <a:pt x="938" y="1412"/>
                </a:lnTo>
                <a:lnTo>
                  <a:pt x="937" y="1412"/>
                </a:lnTo>
                <a:lnTo>
                  <a:pt x="937" y="1413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5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5" y="1415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5"/>
                </a:lnTo>
                <a:lnTo>
                  <a:pt x="919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8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6"/>
                </a:lnTo>
                <a:lnTo>
                  <a:pt x="906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4" y="1415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4"/>
                </a:lnTo>
                <a:lnTo>
                  <a:pt x="890" y="1413"/>
                </a:lnTo>
                <a:lnTo>
                  <a:pt x="890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7" y="1412"/>
                </a:lnTo>
                <a:lnTo>
                  <a:pt x="886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6" y="1412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8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7"/>
                </a:lnTo>
                <a:lnTo>
                  <a:pt x="854" y="1386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3"/>
                </a:lnTo>
                <a:lnTo>
                  <a:pt x="852" y="1383"/>
                </a:lnTo>
                <a:lnTo>
                  <a:pt x="848" y="1383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3" y="1383"/>
                </a:lnTo>
                <a:lnTo>
                  <a:pt x="842" y="1383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7" y="1385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4" y="1387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1"/>
                </a:lnTo>
                <a:lnTo>
                  <a:pt x="813" y="1381"/>
                </a:lnTo>
                <a:lnTo>
                  <a:pt x="813" y="1380"/>
                </a:lnTo>
                <a:lnTo>
                  <a:pt x="812" y="1380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7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5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5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400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80" y="1403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6"/>
                </a:lnTo>
                <a:lnTo>
                  <a:pt x="772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1" y="1419"/>
                </a:lnTo>
                <a:lnTo>
                  <a:pt x="770" y="1419"/>
                </a:lnTo>
                <a:lnTo>
                  <a:pt x="769" y="1419"/>
                </a:lnTo>
                <a:lnTo>
                  <a:pt x="769" y="1420"/>
                </a:lnTo>
                <a:lnTo>
                  <a:pt x="768" y="1420"/>
                </a:lnTo>
                <a:lnTo>
                  <a:pt x="766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1" y="1419"/>
                </a:lnTo>
                <a:lnTo>
                  <a:pt x="700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5" y="1416"/>
                </a:lnTo>
                <a:lnTo>
                  <a:pt x="695" y="1415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7" y="1413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5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80" y="1418"/>
                </a:lnTo>
                <a:lnTo>
                  <a:pt x="679" y="1418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70" y="1419"/>
                </a:lnTo>
                <a:lnTo>
                  <a:pt x="669" y="1419"/>
                </a:lnTo>
                <a:lnTo>
                  <a:pt x="667" y="1419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8"/>
                </a:lnTo>
                <a:lnTo>
                  <a:pt x="655" y="1418"/>
                </a:lnTo>
                <a:lnTo>
                  <a:pt x="652" y="1418"/>
                </a:lnTo>
                <a:lnTo>
                  <a:pt x="650" y="1417"/>
                </a:lnTo>
                <a:lnTo>
                  <a:pt x="649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30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8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5" y="1407"/>
                </a:lnTo>
                <a:lnTo>
                  <a:pt x="624" y="1407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2"/>
                </a:lnTo>
                <a:lnTo>
                  <a:pt x="620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4" y="1415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5" y="1426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30"/>
                </a:lnTo>
                <a:lnTo>
                  <a:pt x="619" y="1430"/>
                </a:lnTo>
                <a:lnTo>
                  <a:pt x="620" y="1431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7" y="1438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4"/>
                </a:lnTo>
                <a:lnTo>
                  <a:pt x="592" y="1446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1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1" y="1467"/>
                </a:lnTo>
                <a:lnTo>
                  <a:pt x="580" y="1467"/>
                </a:lnTo>
                <a:lnTo>
                  <a:pt x="581" y="1469"/>
                </a:lnTo>
                <a:lnTo>
                  <a:pt x="581" y="1470"/>
                </a:lnTo>
                <a:lnTo>
                  <a:pt x="582" y="1470"/>
                </a:lnTo>
                <a:lnTo>
                  <a:pt x="582" y="1471"/>
                </a:lnTo>
                <a:lnTo>
                  <a:pt x="582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5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8"/>
                </a:lnTo>
                <a:lnTo>
                  <a:pt x="577" y="1489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6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500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1" y="1505"/>
                </a:lnTo>
                <a:lnTo>
                  <a:pt x="560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8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9"/>
                </a:lnTo>
                <a:lnTo>
                  <a:pt x="540" y="1509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9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4" y="1509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2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2"/>
                </a:lnTo>
                <a:lnTo>
                  <a:pt x="515" y="1512"/>
                </a:lnTo>
                <a:lnTo>
                  <a:pt x="514" y="1512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8"/>
                </a:lnTo>
                <a:lnTo>
                  <a:pt x="510" y="1509"/>
                </a:lnTo>
                <a:lnTo>
                  <a:pt x="510" y="1510"/>
                </a:lnTo>
                <a:lnTo>
                  <a:pt x="508" y="1510"/>
                </a:lnTo>
                <a:lnTo>
                  <a:pt x="506" y="1510"/>
                </a:lnTo>
                <a:lnTo>
                  <a:pt x="506" y="1511"/>
                </a:lnTo>
                <a:lnTo>
                  <a:pt x="504" y="1512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9" y="1518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2" y="1504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0" y="1500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3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5"/>
                </a:lnTo>
                <a:lnTo>
                  <a:pt x="445" y="1495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3"/>
                </a:lnTo>
                <a:lnTo>
                  <a:pt x="438" y="1493"/>
                </a:lnTo>
                <a:lnTo>
                  <a:pt x="437" y="1493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0" y="1487"/>
                </a:lnTo>
                <a:lnTo>
                  <a:pt x="431" y="1487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8" y="1473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8" y="1471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4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7"/>
                </a:lnTo>
                <a:lnTo>
                  <a:pt x="425" y="1456"/>
                </a:lnTo>
                <a:lnTo>
                  <a:pt x="425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2"/>
                </a:lnTo>
                <a:lnTo>
                  <a:pt x="415" y="1442"/>
                </a:lnTo>
                <a:lnTo>
                  <a:pt x="414" y="1442"/>
                </a:lnTo>
                <a:lnTo>
                  <a:pt x="414" y="1443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6"/>
                </a:lnTo>
                <a:lnTo>
                  <a:pt x="412" y="1435"/>
                </a:lnTo>
                <a:lnTo>
                  <a:pt x="412" y="1434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7" y="1423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10" y="1414"/>
                </a:lnTo>
                <a:lnTo>
                  <a:pt x="411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2" y="1411"/>
                </a:lnTo>
                <a:lnTo>
                  <a:pt x="413" y="1410"/>
                </a:lnTo>
                <a:lnTo>
                  <a:pt x="414" y="1410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3"/>
                </a:lnTo>
                <a:lnTo>
                  <a:pt x="419" y="1403"/>
                </a:lnTo>
                <a:lnTo>
                  <a:pt x="419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4" y="1403"/>
                </a:lnTo>
                <a:lnTo>
                  <a:pt x="403" y="1403"/>
                </a:lnTo>
                <a:lnTo>
                  <a:pt x="402" y="1403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2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5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4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5"/>
                </a:lnTo>
                <a:lnTo>
                  <a:pt x="356" y="1405"/>
                </a:lnTo>
                <a:lnTo>
                  <a:pt x="355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9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7"/>
                </a:lnTo>
                <a:lnTo>
                  <a:pt x="344" y="1396"/>
                </a:lnTo>
                <a:lnTo>
                  <a:pt x="343" y="1397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40" y="1398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6" y="1391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9"/>
                </a:lnTo>
                <a:lnTo>
                  <a:pt x="307" y="1388"/>
                </a:lnTo>
                <a:lnTo>
                  <a:pt x="306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6" y="1364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6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2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30" y="1323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2" y="1242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9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9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6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2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6" y="1050"/>
                </a:lnTo>
                <a:lnTo>
                  <a:pt x="27" y="1050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4" y="1041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20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40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7" y="932"/>
                </a:lnTo>
                <a:lnTo>
                  <a:pt x="48" y="932"/>
                </a:lnTo>
                <a:lnTo>
                  <a:pt x="49" y="931"/>
                </a:lnTo>
                <a:lnTo>
                  <a:pt x="50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4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5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3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9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4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8" y="899"/>
                </a:lnTo>
                <a:lnTo>
                  <a:pt x="239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6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4"/>
                </a:lnTo>
                <a:lnTo>
                  <a:pt x="256" y="905"/>
                </a:lnTo>
                <a:lnTo>
                  <a:pt x="256" y="904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8"/>
                </a:lnTo>
                <a:lnTo>
                  <a:pt x="286" y="867"/>
                </a:lnTo>
                <a:lnTo>
                  <a:pt x="285" y="866"/>
                </a:lnTo>
                <a:lnTo>
                  <a:pt x="284" y="865"/>
                </a:lnTo>
                <a:lnTo>
                  <a:pt x="284" y="864"/>
                </a:lnTo>
                <a:lnTo>
                  <a:pt x="284" y="863"/>
                </a:lnTo>
                <a:lnTo>
                  <a:pt x="283" y="863"/>
                </a:lnTo>
                <a:lnTo>
                  <a:pt x="284" y="862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6" y="834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1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1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5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4" y="836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5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3"/>
                </a:lnTo>
                <a:lnTo>
                  <a:pt x="351" y="833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1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8" y="833"/>
                </a:lnTo>
                <a:lnTo>
                  <a:pt x="388" y="832"/>
                </a:lnTo>
                <a:lnTo>
                  <a:pt x="389" y="833"/>
                </a:lnTo>
                <a:lnTo>
                  <a:pt x="390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1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19" y="811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1" y="799"/>
                </a:lnTo>
                <a:lnTo>
                  <a:pt x="423" y="798"/>
                </a:lnTo>
                <a:lnTo>
                  <a:pt x="426" y="797"/>
                </a:lnTo>
                <a:lnTo>
                  <a:pt x="427" y="797"/>
                </a:lnTo>
                <a:lnTo>
                  <a:pt x="428" y="797"/>
                </a:lnTo>
                <a:lnTo>
                  <a:pt x="431" y="797"/>
                </a:lnTo>
                <a:lnTo>
                  <a:pt x="432" y="798"/>
                </a:lnTo>
                <a:lnTo>
                  <a:pt x="433" y="797"/>
                </a:lnTo>
                <a:lnTo>
                  <a:pt x="434" y="797"/>
                </a:lnTo>
                <a:lnTo>
                  <a:pt x="435" y="797"/>
                </a:lnTo>
                <a:lnTo>
                  <a:pt x="436" y="798"/>
                </a:lnTo>
                <a:lnTo>
                  <a:pt x="437" y="798"/>
                </a:lnTo>
                <a:lnTo>
                  <a:pt x="438" y="797"/>
                </a:lnTo>
                <a:lnTo>
                  <a:pt x="439" y="797"/>
                </a:lnTo>
                <a:lnTo>
                  <a:pt x="441" y="797"/>
                </a:lnTo>
                <a:lnTo>
                  <a:pt x="442" y="797"/>
                </a:lnTo>
                <a:lnTo>
                  <a:pt x="442" y="796"/>
                </a:lnTo>
                <a:lnTo>
                  <a:pt x="443" y="795"/>
                </a:lnTo>
                <a:lnTo>
                  <a:pt x="444" y="795"/>
                </a:lnTo>
                <a:lnTo>
                  <a:pt x="445" y="795"/>
                </a:lnTo>
                <a:lnTo>
                  <a:pt x="447" y="795"/>
                </a:lnTo>
                <a:lnTo>
                  <a:pt x="448" y="795"/>
                </a:lnTo>
                <a:lnTo>
                  <a:pt x="449" y="794"/>
                </a:lnTo>
                <a:lnTo>
                  <a:pt x="450" y="794"/>
                </a:lnTo>
                <a:lnTo>
                  <a:pt x="452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7" y="789"/>
                </a:lnTo>
                <a:lnTo>
                  <a:pt x="458" y="788"/>
                </a:lnTo>
                <a:lnTo>
                  <a:pt x="459" y="788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5" y="789"/>
                </a:lnTo>
                <a:lnTo>
                  <a:pt x="466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5"/>
                </a:lnTo>
                <a:lnTo>
                  <a:pt x="469" y="785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0" y="781"/>
                </a:lnTo>
                <a:lnTo>
                  <a:pt x="471" y="781"/>
                </a:lnTo>
                <a:lnTo>
                  <a:pt x="472" y="781"/>
                </a:lnTo>
                <a:lnTo>
                  <a:pt x="474" y="780"/>
                </a:lnTo>
                <a:lnTo>
                  <a:pt x="476" y="780"/>
                </a:lnTo>
                <a:lnTo>
                  <a:pt x="477" y="780"/>
                </a:lnTo>
                <a:lnTo>
                  <a:pt x="478" y="780"/>
                </a:lnTo>
                <a:lnTo>
                  <a:pt x="478" y="779"/>
                </a:lnTo>
                <a:lnTo>
                  <a:pt x="479" y="779"/>
                </a:lnTo>
                <a:lnTo>
                  <a:pt x="479" y="780"/>
                </a:lnTo>
                <a:lnTo>
                  <a:pt x="480" y="780"/>
                </a:lnTo>
                <a:lnTo>
                  <a:pt x="481" y="779"/>
                </a:lnTo>
                <a:lnTo>
                  <a:pt x="483" y="778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7"/>
                </a:lnTo>
                <a:lnTo>
                  <a:pt x="487" y="776"/>
                </a:lnTo>
                <a:lnTo>
                  <a:pt x="489" y="775"/>
                </a:lnTo>
                <a:lnTo>
                  <a:pt x="489" y="774"/>
                </a:lnTo>
                <a:lnTo>
                  <a:pt x="490" y="774"/>
                </a:lnTo>
                <a:lnTo>
                  <a:pt x="490" y="773"/>
                </a:lnTo>
                <a:lnTo>
                  <a:pt x="491" y="772"/>
                </a:lnTo>
                <a:lnTo>
                  <a:pt x="492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0"/>
                </a:lnTo>
                <a:lnTo>
                  <a:pt x="495" y="770"/>
                </a:lnTo>
                <a:lnTo>
                  <a:pt x="496" y="770"/>
                </a:lnTo>
                <a:lnTo>
                  <a:pt x="496" y="769"/>
                </a:lnTo>
                <a:lnTo>
                  <a:pt x="497" y="770"/>
                </a:lnTo>
                <a:lnTo>
                  <a:pt x="498" y="770"/>
                </a:lnTo>
                <a:lnTo>
                  <a:pt x="499" y="770"/>
                </a:lnTo>
                <a:lnTo>
                  <a:pt x="500" y="769"/>
                </a:lnTo>
                <a:lnTo>
                  <a:pt x="500" y="768"/>
                </a:lnTo>
                <a:lnTo>
                  <a:pt x="501" y="768"/>
                </a:lnTo>
                <a:lnTo>
                  <a:pt x="502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5"/>
                </a:lnTo>
                <a:lnTo>
                  <a:pt x="508" y="764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3"/>
                </a:lnTo>
                <a:lnTo>
                  <a:pt x="518" y="762"/>
                </a:lnTo>
                <a:lnTo>
                  <a:pt x="518" y="761"/>
                </a:lnTo>
                <a:lnTo>
                  <a:pt x="520" y="760"/>
                </a:lnTo>
                <a:lnTo>
                  <a:pt x="521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7"/>
                </a:lnTo>
                <a:lnTo>
                  <a:pt x="523" y="757"/>
                </a:lnTo>
                <a:lnTo>
                  <a:pt x="524" y="756"/>
                </a:lnTo>
                <a:lnTo>
                  <a:pt x="525" y="755"/>
                </a:lnTo>
                <a:lnTo>
                  <a:pt x="526" y="755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8" y="756"/>
                </a:lnTo>
                <a:lnTo>
                  <a:pt x="529" y="756"/>
                </a:lnTo>
                <a:lnTo>
                  <a:pt x="530" y="755"/>
                </a:lnTo>
                <a:lnTo>
                  <a:pt x="531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7" y="751"/>
                </a:lnTo>
                <a:lnTo>
                  <a:pt x="538" y="751"/>
                </a:lnTo>
                <a:lnTo>
                  <a:pt x="539" y="750"/>
                </a:lnTo>
                <a:lnTo>
                  <a:pt x="540" y="751"/>
                </a:lnTo>
                <a:lnTo>
                  <a:pt x="541" y="751"/>
                </a:lnTo>
                <a:lnTo>
                  <a:pt x="541" y="752"/>
                </a:lnTo>
                <a:lnTo>
                  <a:pt x="542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1" y="750"/>
                </a:lnTo>
                <a:lnTo>
                  <a:pt x="552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7"/>
                </a:lnTo>
                <a:lnTo>
                  <a:pt x="555" y="747"/>
                </a:lnTo>
                <a:lnTo>
                  <a:pt x="556" y="747"/>
                </a:lnTo>
                <a:lnTo>
                  <a:pt x="558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6"/>
                </a:lnTo>
                <a:lnTo>
                  <a:pt x="563" y="745"/>
                </a:lnTo>
                <a:lnTo>
                  <a:pt x="565" y="746"/>
                </a:lnTo>
                <a:lnTo>
                  <a:pt x="566" y="746"/>
                </a:lnTo>
                <a:lnTo>
                  <a:pt x="567" y="746"/>
                </a:lnTo>
                <a:lnTo>
                  <a:pt x="567" y="745"/>
                </a:lnTo>
                <a:lnTo>
                  <a:pt x="568" y="744"/>
                </a:lnTo>
                <a:lnTo>
                  <a:pt x="569" y="743"/>
                </a:lnTo>
                <a:lnTo>
                  <a:pt x="569" y="742"/>
                </a:lnTo>
                <a:lnTo>
                  <a:pt x="570" y="741"/>
                </a:lnTo>
                <a:lnTo>
                  <a:pt x="570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3" y="737"/>
                </a:lnTo>
                <a:lnTo>
                  <a:pt x="574" y="737"/>
                </a:lnTo>
                <a:lnTo>
                  <a:pt x="574" y="736"/>
                </a:lnTo>
                <a:lnTo>
                  <a:pt x="573" y="735"/>
                </a:lnTo>
                <a:lnTo>
                  <a:pt x="573" y="734"/>
                </a:lnTo>
                <a:lnTo>
                  <a:pt x="574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79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8" y="731"/>
                </a:lnTo>
                <a:lnTo>
                  <a:pt x="590" y="730"/>
                </a:lnTo>
                <a:lnTo>
                  <a:pt x="595" y="730"/>
                </a:lnTo>
                <a:lnTo>
                  <a:pt x="596" y="731"/>
                </a:lnTo>
                <a:lnTo>
                  <a:pt x="597" y="731"/>
                </a:lnTo>
                <a:lnTo>
                  <a:pt x="599" y="732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2" y="729"/>
                </a:lnTo>
                <a:lnTo>
                  <a:pt x="603" y="727"/>
                </a:lnTo>
                <a:lnTo>
                  <a:pt x="604" y="727"/>
                </a:lnTo>
                <a:lnTo>
                  <a:pt x="604" y="726"/>
                </a:lnTo>
                <a:lnTo>
                  <a:pt x="603" y="726"/>
                </a:lnTo>
                <a:lnTo>
                  <a:pt x="602" y="725"/>
                </a:lnTo>
                <a:lnTo>
                  <a:pt x="601" y="724"/>
                </a:lnTo>
                <a:lnTo>
                  <a:pt x="601" y="722"/>
                </a:lnTo>
                <a:lnTo>
                  <a:pt x="600" y="721"/>
                </a:lnTo>
                <a:lnTo>
                  <a:pt x="600" y="720"/>
                </a:lnTo>
                <a:lnTo>
                  <a:pt x="599" y="720"/>
                </a:lnTo>
                <a:lnTo>
                  <a:pt x="600" y="720"/>
                </a:lnTo>
                <a:lnTo>
                  <a:pt x="601" y="720"/>
                </a:lnTo>
                <a:lnTo>
                  <a:pt x="601" y="719"/>
                </a:lnTo>
                <a:lnTo>
                  <a:pt x="602" y="718"/>
                </a:lnTo>
                <a:lnTo>
                  <a:pt x="602" y="716"/>
                </a:lnTo>
                <a:lnTo>
                  <a:pt x="602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4"/>
                </a:lnTo>
                <a:lnTo>
                  <a:pt x="608" y="713"/>
                </a:lnTo>
                <a:lnTo>
                  <a:pt x="609" y="713"/>
                </a:lnTo>
                <a:lnTo>
                  <a:pt x="611" y="712"/>
                </a:lnTo>
                <a:lnTo>
                  <a:pt x="612" y="712"/>
                </a:lnTo>
                <a:lnTo>
                  <a:pt x="613" y="711"/>
                </a:lnTo>
                <a:lnTo>
                  <a:pt x="613" y="709"/>
                </a:lnTo>
                <a:lnTo>
                  <a:pt x="613" y="708"/>
                </a:lnTo>
                <a:lnTo>
                  <a:pt x="613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4"/>
                </a:lnTo>
                <a:lnTo>
                  <a:pt x="612" y="703"/>
                </a:lnTo>
                <a:lnTo>
                  <a:pt x="612" y="702"/>
                </a:lnTo>
                <a:lnTo>
                  <a:pt x="611" y="701"/>
                </a:lnTo>
                <a:lnTo>
                  <a:pt x="609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7"/>
                </a:lnTo>
                <a:lnTo>
                  <a:pt x="608" y="695"/>
                </a:lnTo>
                <a:lnTo>
                  <a:pt x="607" y="694"/>
                </a:lnTo>
                <a:lnTo>
                  <a:pt x="606" y="692"/>
                </a:lnTo>
                <a:lnTo>
                  <a:pt x="606" y="691"/>
                </a:lnTo>
                <a:lnTo>
                  <a:pt x="606" y="689"/>
                </a:lnTo>
                <a:lnTo>
                  <a:pt x="606" y="687"/>
                </a:lnTo>
                <a:lnTo>
                  <a:pt x="607" y="686"/>
                </a:lnTo>
                <a:lnTo>
                  <a:pt x="608" y="685"/>
                </a:lnTo>
                <a:lnTo>
                  <a:pt x="612" y="683"/>
                </a:lnTo>
                <a:lnTo>
                  <a:pt x="610" y="683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5"/>
                </a:lnTo>
                <a:lnTo>
                  <a:pt x="603" y="674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3" y="668"/>
                </a:lnTo>
                <a:lnTo>
                  <a:pt x="603" y="667"/>
                </a:lnTo>
                <a:lnTo>
                  <a:pt x="603" y="666"/>
                </a:lnTo>
                <a:lnTo>
                  <a:pt x="605" y="665"/>
                </a:lnTo>
                <a:lnTo>
                  <a:pt x="608" y="664"/>
                </a:lnTo>
                <a:lnTo>
                  <a:pt x="607" y="662"/>
                </a:lnTo>
                <a:lnTo>
                  <a:pt x="610" y="655"/>
                </a:lnTo>
                <a:lnTo>
                  <a:pt x="610" y="651"/>
                </a:lnTo>
                <a:lnTo>
                  <a:pt x="611" y="651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6" y="649"/>
                </a:lnTo>
                <a:lnTo>
                  <a:pt x="617" y="650"/>
                </a:lnTo>
                <a:lnTo>
                  <a:pt x="616" y="650"/>
                </a:lnTo>
                <a:lnTo>
                  <a:pt x="617" y="651"/>
                </a:lnTo>
                <a:lnTo>
                  <a:pt x="619" y="651"/>
                </a:lnTo>
                <a:lnTo>
                  <a:pt x="619" y="650"/>
                </a:lnTo>
                <a:lnTo>
                  <a:pt x="620" y="650"/>
                </a:lnTo>
                <a:lnTo>
                  <a:pt x="621" y="650"/>
                </a:lnTo>
                <a:lnTo>
                  <a:pt x="622" y="649"/>
                </a:lnTo>
                <a:lnTo>
                  <a:pt x="622" y="650"/>
                </a:lnTo>
                <a:lnTo>
                  <a:pt x="623" y="650"/>
                </a:lnTo>
                <a:lnTo>
                  <a:pt x="624" y="650"/>
                </a:lnTo>
                <a:lnTo>
                  <a:pt x="624" y="649"/>
                </a:lnTo>
                <a:lnTo>
                  <a:pt x="625" y="649"/>
                </a:lnTo>
                <a:lnTo>
                  <a:pt x="625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2" y="645"/>
                </a:lnTo>
                <a:lnTo>
                  <a:pt x="633" y="645"/>
                </a:lnTo>
                <a:lnTo>
                  <a:pt x="633" y="646"/>
                </a:lnTo>
                <a:lnTo>
                  <a:pt x="634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6" y="645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1" y="644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1" y="639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7"/>
                </a:lnTo>
                <a:lnTo>
                  <a:pt x="627" y="636"/>
                </a:lnTo>
                <a:lnTo>
                  <a:pt x="626" y="636"/>
                </a:lnTo>
                <a:lnTo>
                  <a:pt x="625" y="635"/>
                </a:lnTo>
                <a:lnTo>
                  <a:pt x="623" y="634"/>
                </a:lnTo>
                <a:lnTo>
                  <a:pt x="623" y="633"/>
                </a:lnTo>
                <a:lnTo>
                  <a:pt x="622" y="633"/>
                </a:lnTo>
                <a:lnTo>
                  <a:pt x="622" y="632"/>
                </a:lnTo>
                <a:lnTo>
                  <a:pt x="621" y="631"/>
                </a:lnTo>
                <a:lnTo>
                  <a:pt x="621" y="630"/>
                </a:lnTo>
                <a:lnTo>
                  <a:pt x="621" y="629"/>
                </a:lnTo>
                <a:lnTo>
                  <a:pt x="623" y="628"/>
                </a:lnTo>
                <a:lnTo>
                  <a:pt x="624" y="627"/>
                </a:lnTo>
                <a:lnTo>
                  <a:pt x="626" y="626"/>
                </a:lnTo>
                <a:lnTo>
                  <a:pt x="627" y="626"/>
                </a:lnTo>
                <a:lnTo>
                  <a:pt x="629" y="626"/>
                </a:lnTo>
                <a:lnTo>
                  <a:pt x="630" y="626"/>
                </a:lnTo>
                <a:lnTo>
                  <a:pt x="633" y="624"/>
                </a:lnTo>
                <a:lnTo>
                  <a:pt x="635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9"/>
                </a:lnTo>
                <a:lnTo>
                  <a:pt x="643" y="619"/>
                </a:lnTo>
                <a:lnTo>
                  <a:pt x="644" y="618"/>
                </a:lnTo>
                <a:lnTo>
                  <a:pt x="645" y="618"/>
                </a:lnTo>
                <a:lnTo>
                  <a:pt x="647" y="618"/>
                </a:lnTo>
                <a:lnTo>
                  <a:pt x="648" y="618"/>
                </a:lnTo>
                <a:lnTo>
                  <a:pt x="650" y="618"/>
                </a:lnTo>
                <a:lnTo>
                  <a:pt x="651" y="619"/>
                </a:lnTo>
                <a:lnTo>
                  <a:pt x="652" y="620"/>
                </a:lnTo>
                <a:lnTo>
                  <a:pt x="653" y="620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7"/>
                </a:lnTo>
                <a:lnTo>
                  <a:pt x="659" y="616"/>
                </a:lnTo>
                <a:lnTo>
                  <a:pt x="659" y="615"/>
                </a:lnTo>
                <a:lnTo>
                  <a:pt x="659" y="614"/>
                </a:lnTo>
                <a:lnTo>
                  <a:pt x="658" y="613"/>
                </a:lnTo>
                <a:lnTo>
                  <a:pt x="658" y="611"/>
                </a:lnTo>
                <a:lnTo>
                  <a:pt x="658" y="608"/>
                </a:lnTo>
                <a:lnTo>
                  <a:pt x="657" y="608"/>
                </a:lnTo>
                <a:lnTo>
                  <a:pt x="657" y="607"/>
                </a:lnTo>
                <a:lnTo>
                  <a:pt x="656" y="606"/>
                </a:lnTo>
                <a:lnTo>
                  <a:pt x="656" y="604"/>
                </a:lnTo>
                <a:lnTo>
                  <a:pt x="657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0" y="601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50" y="598"/>
                </a:lnTo>
                <a:lnTo>
                  <a:pt x="650" y="597"/>
                </a:lnTo>
                <a:lnTo>
                  <a:pt x="651" y="596"/>
                </a:lnTo>
                <a:lnTo>
                  <a:pt x="652" y="594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0"/>
                </a:lnTo>
                <a:lnTo>
                  <a:pt x="654" y="588"/>
                </a:lnTo>
                <a:lnTo>
                  <a:pt x="655" y="588"/>
                </a:lnTo>
                <a:lnTo>
                  <a:pt x="655" y="587"/>
                </a:lnTo>
                <a:lnTo>
                  <a:pt x="655" y="583"/>
                </a:lnTo>
                <a:lnTo>
                  <a:pt x="649" y="574"/>
                </a:lnTo>
                <a:lnTo>
                  <a:pt x="642" y="56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3" y="545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40"/>
                </a:lnTo>
                <a:lnTo>
                  <a:pt x="632" y="539"/>
                </a:lnTo>
                <a:lnTo>
                  <a:pt x="631" y="539"/>
                </a:lnTo>
                <a:lnTo>
                  <a:pt x="631" y="538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31" y="536"/>
                </a:lnTo>
                <a:lnTo>
                  <a:pt x="631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9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4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3" y="519"/>
                </a:lnTo>
                <a:lnTo>
                  <a:pt x="622" y="519"/>
                </a:lnTo>
                <a:lnTo>
                  <a:pt x="622" y="518"/>
                </a:lnTo>
                <a:lnTo>
                  <a:pt x="623" y="517"/>
                </a:lnTo>
                <a:lnTo>
                  <a:pt x="623" y="516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5"/>
                </a:lnTo>
                <a:lnTo>
                  <a:pt x="624" y="503"/>
                </a:lnTo>
                <a:lnTo>
                  <a:pt x="624" y="502"/>
                </a:lnTo>
                <a:lnTo>
                  <a:pt x="624" y="501"/>
                </a:lnTo>
                <a:lnTo>
                  <a:pt x="623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9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70"/>
                </a:lnTo>
                <a:lnTo>
                  <a:pt x="624" y="468"/>
                </a:lnTo>
                <a:lnTo>
                  <a:pt x="624" y="467"/>
                </a:lnTo>
                <a:lnTo>
                  <a:pt x="623" y="467"/>
                </a:lnTo>
                <a:lnTo>
                  <a:pt x="622" y="465"/>
                </a:lnTo>
                <a:lnTo>
                  <a:pt x="620" y="463"/>
                </a:lnTo>
                <a:lnTo>
                  <a:pt x="618" y="461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3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1" y="446"/>
                </a:lnTo>
                <a:lnTo>
                  <a:pt x="600" y="446"/>
                </a:lnTo>
                <a:lnTo>
                  <a:pt x="599" y="447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3" y="444"/>
                </a:lnTo>
                <a:lnTo>
                  <a:pt x="582" y="443"/>
                </a:lnTo>
                <a:lnTo>
                  <a:pt x="582" y="442"/>
                </a:lnTo>
                <a:lnTo>
                  <a:pt x="583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7" y="438"/>
                </a:lnTo>
                <a:lnTo>
                  <a:pt x="577" y="437"/>
                </a:lnTo>
                <a:lnTo>
                  <a:pt x="578" y="437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5"/>
                </a:lnTo>
                <a:lnTo>
                  <a:pt x="582" y="433"/>
                </a:lnTo>
                <a:lnTo>
                  <a:pt x="583" y="432"/>
                </a:lnTo>
                <a:lnTo>
                  <a:pt x="584" y="432"/>
                </a:lnTo>
                <a:lnTo>
                  <a:pt x="585" y="432"/>
                </a:lnTo>
                <a:lnTo>
                  <a:pt x="587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9"/>
                </a:lnTo>
                <a:lnTo>
                  <a:pt x="591" y="428"/>
                </a:lnTo>
                <a:lnTo>
                  <a:pt x="592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4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3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1" y="422"/>
                </a:lnTo>
                <a:lnTo>
                  <a:pt x="612" y="422"/>
                </a:lnTo>
                <a:lnTo>
                  <a:pt x="614" y="421"/>
                </a:lnTo>
                <a:lnTo>
                  <a:pt x="616" y="421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4"/>
                </a:lnTo>
                <a:lnTo>
                  <a:pt x="621" y="424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20"/>
                </a:lnTo>
                <a:lnTo>
                  <a:pt x="627" y="418"/>
                </a:lnTo>
                <a:lnTo>
                  <a:pt x="629" y="417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7" y="417"/>
                </a:lnTo>
                <a:lnTo>
                  <a:pt x="638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6"/>
                </a:lnTo>
                <a:lnTo>
                  <a:pt x="649" y="415"/>
                </a:lnTo>
                <a:lnTo>
                  <a:pt x="650" y="414"/>
                </a:lnTo>
                <a:lnTo>
                  <a:pt x="651" y="414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3" y="411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0" y="413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2"/>
                </a:lnTo>
                <a:lnTo>
                  <a:pt x="677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5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2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1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1"/>
                </a:lnTo>
                <a:lnTo>
                  <a:pt x="722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7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7" y="389"/>
                </a:lnTo>
                <a:lnTo>
                  <a:pt x="748" y="389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4"/>
                </a:lnTo>
                <a:lnTo>
                  <a:pt x="752" y="395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4" y="404"/>
                </a:lnTo>
                <a:lnTo>
                  <a:pt x="766" y="404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5"/>
                </a:lnTo>
                <a:lnTo>
                  <a:pt x="776" y="406"/>
                </a:lnTo>
                <a:lnTo>
                  <a:pt x="777" y="407"/>
                </a:lnTo>
                <a:lnTo>
                  <a:pt x="778" y="407"/>
                </a:lnTo>
                <a:lnTo>
                  <a:pt x="779" y="406"/>
                </a:lnTo>
                <a:lnTo>
                  <a:pt x="780" y="406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5"/>
                </a:lnTo>
                <a:lnTo>
                  <a:pt x="786" y="404"/>
                </a:lnTo>
                <a:lnTo>
                  <a:pt x="788" y="404"/>
                </a:lnTo>
                <a:lnTo>
                  <a:pt x="790" y="404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1" y="410"/>
                </a:lnTo>
                <a:lnTo>
                  <a:pt x="817" y="408"/>
                </a:lnTo>
                <a:lnTo>
                  <a:pt x="820" y="405"/>
                </a:lnTo>
                <a:lnTo>
                  <a:pt x="821" y="393"/>
                </a:lnTo>
                <a:lnTo>
                  <a:pt x="818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1" y="365"/>
                </a:lnTo>
                <a:lnTo>
                  <a:pt x="793" y="362"/>
                </a:lnTo>
                <a:lnTo>
                  <a:pt x="793" y="361"/>
                </a:lnTo>
                <a:lnTo>
                  <a:pt x="793" y="357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8" y="337"/>
                </a:lnTo>
                <a:lnTo>
                  <a:pt x="798" y="336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5"/>
                </a:lnTo>
                <a:lnTo>
                  <a:pt x="838" y="257"/>
                </a:lnTo>
                <a:lnTo>
                  <a:pt x="842" y="247"/>
                </a:lnTo>
                <a:lnTo>
                  <a:pt x="846" y="244"/>
                </a:lnTo>
                <a:lnTo>
                  <a:pt x="846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2" y="223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9" y="210"/>
                </a:lnTo>
                <a:lnTo>
                  <a:pt x="859" y="209"/>
                </a:lnTo>
                <a:lnTo>
                  <a:pt x="859" y="208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2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1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1" y="200"/>
                </a:lnTo>
                <a:lnTo>
                  <a:pt x="872" y="201"/>
                </a:lnTo>
                <a:lnTo>
                  <a:pt x="874" y="201"/>
                </a:lnTo>
                <a:lnTo>
                  <a:pt x="875" y="202"/>
                </a:lnTo>
                <a:lnTo>
                  <a:pt x="876" y="202"/>
                </a:lnTo>
                <a:lnTo>
                  <a:pt x="876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1" y="206"/>
                </a:lnTo>
                <a:lnTo>
                  <a:pt x="883" y="206"/>
                </a:lnTo>
                <a:lnTo>
                  <a:pt x="884" y="205"/>
                </a:lnTo>
                <a:lnTo>
                  <a:pt x="885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6"/>
                </a:lnTo>
                <a:lnTo>
                  <a:pt x="890" y="205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08"/>
                </a:lnTo>
                <a:lnTo>
                  <a:pt x="893" y="209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1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7"/>
                </a:lnTo>
                <a:lnTo>
                  <a:pt x="941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6" y="228"/>
                </a:lnTo>
                <a:lnTo>
                  <a:pt x="1047" y="226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3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9" y="210"/>
                </a:lnTo>
                <a:lnTo>
                  <a:pt x="1090" y="209"/>
                </a:lnTo>
                <a:lnTo>
                  <a:pt x="1096" y="203"/>
                </a:lnTo>
                <a:lnTo>
                  <a:pt x="1097" y="202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7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3"/>
                </a:lnTo>
                <a:lnTo>
                  <a:pt x="1099" y="92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9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7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6" y="8"/>
                </a:lnTo>
                <a:lnTo>
                  <a:pt x="1248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4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5" y="12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300" y="21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39"/>
                </a:lnTo>
                <a:lnTo>
                  <a:pt x="1292" y="40"/>
                </a:lnTo>
                <a:lnTo>
                  <a:pt x="1293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6" y="50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5" y="60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7" y="65"/>
                </a:lnTo>
                <a:lnTo>
                  <a:pt x="1318" y="66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6" y="80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1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8" y="119"/>
                </a:lnTo>
                <a:lnTo>
                  <a:pt x="1429" y="119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5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70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6" y="244"/>
                </a:lnTo>
                <a:lnTo>
                  <a:pt x="1577" y="245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6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2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1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8" y="604"/>
                </a:lnTo>
                <a:lnTo>
                  <a:pt x="2021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674388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674460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675936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677808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68911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689328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689004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3"/>
                </a:move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3"/>
                </a:move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669060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6694560" y="4422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669384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662904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6595920" y="4320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6657120" y="427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658548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660204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670860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3"/>
                </a:ln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671688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675900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677052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678996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680724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681120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687600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6869520" y="4167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695088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689076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6895800" y="4133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695160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5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699984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699876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00272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00848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01928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01496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03548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01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01568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017480" y="394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02000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1"/>
                </a:move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02792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03260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2" y="2"/>
                </a:moveTo>
                <a:lnTo>
                  <a:pt x="13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701604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697932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698400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00308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10424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710280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10388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710244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710532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104240" y="3556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10748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10784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10820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10964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11108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711144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11180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113600" y="3548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115040" y="3548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11648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30620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>
            <a:off x="730548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>
            <a:off x="729576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729576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729540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545508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10"/>
                </a:lnTo>
                <a:lnTo>
                  <a:pt x="4544" y="11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20"/>
                </a:lnTo>
                <a:lnTo>
                  <a:pt x="4571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3"/>
                </a:lnTo>
                <a:lnTo>
                  <a:pt x="4579" y="24"/>
                </a:lnTo>
                <a:lnTo>
                  <a:pt x="4580" y="24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29"/>
                </a:lnTo>
                <a:lnTo>
                  <a:pt x="4583" y="30"/>
                </a:lnTo>
                <a:lnTo>
                  <a:pt x="4584" y="30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8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0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2" y="44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4" y="41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7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4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80" y="47"/>
                </a:lnTo>
                <a:lnTo>
                  <a:pt x="4681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1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8" y="83"/>
                </a:lnTo>
                <a:lnTo>
                  <a:pt x="4729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2" y="82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40" y="82"/>
                </a:lnTo>
                <a:lnTo>
                  <a:pt x="4741" y="82"/>
                </a:lnTo>
                <a:lnTo>
                  <a:pt x="4742" y="83"/>
                </a:lnTo>
                <a:lnTo>
                  <a:pt x="4742" y="84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8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7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50" y="109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50" y="114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2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2" y="126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1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6" y="134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2" y="136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8" y="140"/>
                </a:lnTo>
                <a:lnTo>
                  <a:pt x="4759" y="140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2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2" y="159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1"/>
                </a:lnTo>
                <a:lnTo>
                  <a:pt x="4773" y="162"/>
                </a:lnTo>
                <a:lnTo>
                  <a:pt x="4774" y="163"/>
                </a:lnTo>
                <a:lnTo>
                  <a:pt x="4774" y="164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7" y="193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8" y="209"/>
                </a:lnTo>
                <a:lnTo>
                  <a:pt x="4808" y="210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5" y="213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4" y="223"/>
                </a:lnTo>
                <a:lnTo>
                  <a:pt x="4815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3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3"/>
                </a:lnTo>
                <a:lnTo>
                  <a:pt x="4813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7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5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7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0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1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6" y="336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6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70"/>
                </a:lnTo>
                <a:lnTo>
                  <a:pt x="4870" y="371"/>
                </a:lnTo>
                <a:lnTo>
                  <a:pt x="4870" y="372"/>
                </a:lnTo>
                <a:lnTo>
                  <a:pt x="4871" y="373"/>
                </a:lnTo>
                <a:lnTo>
                  <a:pt x="4871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1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2"/>
                </a:lnTo>
                <a:lnTo>
                  <a:pt x="4883" y="394"/>
                </a:lnTo>
                <a:lnTo>
                  <a:pt x="4883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6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8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7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3"/>
                </a:lnTo>
                <a:lnTo>
                  <a:pt x="4944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5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5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4"/>
                </a:lnTo>
                <a:lnTo>
                  <a:pt x="5048" y="425"/>
                </a:lnTo>
                <a:lnTo>
                  <a:pt x="5050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2" y="436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60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70" y="442"/>
                </a:lnTo>
                <a:lnTo>
                  <a:pt x="5070" y="444"/>
                </a:lnTo>
                <a:lnTo>
                  <a:pt x="5069" y="445"/>
                </a:lnTo>
                <a:lnTo>
                  <a:pt x="5070" y="447"/>
                </a:lnTo>
                <a:lnTo>
                  <a:pt x="5070" y="448"/>
                </a:lnTo>
                <a:lnTo>
                  <a:pt x="5072" y="450"/>
                </a:lnTo>
                <a:lnTo>
                  <a:pt x="5074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6" y="459"/>
                </a:lnTo>
                <a:lnTo>
                  <a:pt x="5086" y="460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69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5" y="475"/>
                </a:lnTo>
                <a:lnTo>
                  <a:pt x="5106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79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9"/>
                </a:lnTo>
                <a:lnTo>
                  <a:pt x="5148" y="490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5"/>
                </a:lnTo>
                <a:lnTo>
                  <a:pt x="5140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8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8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2" y="559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5" y="583"/>
                </a:lnTo>
                <a:lnTo>
                  <a:pt x="5176" y="585"/>
                </a:lnTo>
                <a:lnTo>
                  <a:pt x="5177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3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2" y="603"/>
                </a:lnTo>
                <a:lnTo>
                  <a:pt x="5253" y="603"/>
                </a:lnTo>
                <a:lnTo>
                  <a:pt x="5254" y="603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5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2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5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4"/>
                </a:lnTo>
                <a:lnTo>
                  <a:pt x="5349" y="573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4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3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8" y="546"/>
                </a:lnTo>
                <a:lnTo>
                  <a:pt x="5428" y="545"/>
                </a:lnTo>
                <a:lnTo>
                  <a:pt x="5429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3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9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9" y="530"/>
                </a:lnTo>
                <a:lnTo>
                  <a:pt x="5530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4"/>
                </a:lnTo>
                <a:lnTo>
                  <a:pt x="5548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1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7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9"/>
                </a:lnTo>
                <a:lnTo>
                  <a:pt x="5525" y="540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8" y="543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1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7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1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3" y="597"/>
                </a:lnTo>
                <a:lnTo>
                  <a:pt x="5523" y="598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8" y="605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4" y="612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1" y="615"/>
                </a:lnTo>
                <a:lnTo>
                  <a:pt x="5510" y="615"/>
                </a:lnTo>
                <a:lnTo>
                  <a:pt x="5510" y="616"/>
                </a:lnTo>
                <a:lnTo>
                  <a:pt x="5509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4" y="624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9" y="626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8" y="643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6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62" y="671"/>
                </a:lnTo>
                <a:lnTo>
                  <a:pt x="5462" y="672"/>
                </a:lnTo>
                <a:lnTo>
                  <a:pt x="5461" y="672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2" y="722"/>
                </a:lnTo>
                <a:lnTo>
                  <a:pt x="5441" y="722"/>
                </a:lnTo>
                <a:lnTo>
                  <a:pt x="5441" y="723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8" y="734"/>
                </a:lnTo>
                <a:lnTo>
                  <a:pt x="5448" y="735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5" y="743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40" y="753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4"/>
                </a:lnTo>
                <a:lnTo>
                  <a:pt x="5434" y="755"/>
                </a:lnTo>
                <a:lnTo>
                  <a:pt x="5434" y="756"/>
                </a:lnTo>
                <a:lnTo>
                  <a:pt x="5433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4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7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5" y="793"/>
                </a:lnTo>
                <a:lnTo>
                  <a:pt x="5405" y="794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5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3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4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20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2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8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6" y="837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4" y="842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3" y="865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6" y="871"/>
                </a:lnTo>
                <a:lnTo>
                  <a:pt x="5366" y="872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3" y="873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61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1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1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5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3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1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3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9" y="879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9" y="884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6" y="883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1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8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6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6" y="987"/>
                </a:lnTo>
                <a:lnTo>
                  <a:pt x="5205" y="990"/>
                </a:lnTo>
                <a:lnTo>
                  <a:pt x="5205" y="991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10" y="1042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1"/>
                </a:lnTo>
                <a:lnTo>
                  <a:pt x="5206" y="1052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4"/>
                </a:lnTo>
                <a:lnTo>
                  <a:pt x="5205" y="1055"/>
                </a:lnTo>
                <a:lnTo>
                  <a:pt x="5204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2" y="1063"/>
                </a:lnTo>
                <a:lnTo>
                  <a:pt x="5201" y="1065"/>
                </a:lnTo>
                <a:lnTo>
                  <a:pt x="5202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9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60" y="1098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40" y="1104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9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4" y="1129"/>
                </a:lnTo>
                <a:lnTo>
                  <a:pt x="5144" y="1130"/>
                </a:lnTo>
                <a:lnTo>
                  <a:pt x="5144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0" y="1130"/>
                </a:lnTo>
                <a:lnTo>
                  <a:pt x="5140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1" y="1127"/>
                </a:lnTo>
                <a:lnTo>
                  <a:pt x="5130" y="1127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2" y="1123"/>
                </a:lnTo>
                <a:lnTo>
                  <a:pt x="5131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2" y="1090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5" y="1085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8" y="1096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6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4"/>
                </a:lnTo>
                <a:lnTo>
                  <a:pt x="5074" y="1105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3" y="1121"/>
                </a:lnTo>
                <a:lnTo>
                  <a:pt x="5073" y="1122"/>
                </a:lnTo>
                <a:lnTo>
                  <a:pt x="5072" y="1122"/>
                </a:lnTo>
                <a:lnTo>
                  <a:pt x="5071" y="1122"/>
                </a:lnTo>
                <a:lnTo>
                  <a:pt x="5071" y="1123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9" y="1127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70" y="1129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9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40" y="1139"/>
                </a:lnTo>
                <a:lnTo>
                  <a:pt x="5039" y="1139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6" y="1140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2" y="1139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3" y="1146"/>
                </a:lnTo>
                <a:lnTo>
                  <a:pt x="5023" y="1147"/>
                </a:lnTo>
                <a:lnTo>
                  <a:pt x="5023" y="1148"/>
                </a:lnTo>
                <a:lnTo>
                  <a:pt x="5022" y="1148"/>
                </a:lnTo>
                <a:lnTo>
                  <a:pt x="5023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2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3" y="1156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1"/>
                </a:lnTo>
                <a:lnTo>
                  <a:pt x="5006" y="1172"/>
                </a:lnTo>
                <a:lnTo>
                  <a:pt x="5005" y="1173"/>
                </a:lnTo>
                <a:lnTo>
                  <a:pt x="5005" y="1174"/>
                </a:lnTo>
                <a:lnTo>
                  <a:pt x="5004" y="1174"/>
                </a:lnTo>
                <a:lnTo>
                  <a:pt x="5003" y="1174"/>
                </a:lnTo>
                <a:lnTo>
                  <a:pt x="5003" y="1175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9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8" y="1181"/>
                </a:lnTo>
                <a:lnTo>
                  <a:pt x="4997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3" y="1182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0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6" y="1182"/>
                </a:lnTo>
                <a:lnTo>
                  <a:pt x="4966" y="1183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3"/>
                </a:lnTo>
                <a:lnTo>
                  <a:pt x="4954" y="1183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2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2" y="1206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4" y="1236"/>
                </a:lnTo>
                <a:lnTo>
                  <a:pt x="4934" y="1238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0" y="1247"/>
                </a:lnTo>
                <a:lnTo>
                  <a:pt x="4921" y="1247"/>
                </a:lnTo>
                <a:lnTo>
                  <a:pt x="4922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6" y="1241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4"/>
                </a:lnTo>
                <a:lnTo>
                  <a:pt x="4893" y="1244"/>
                </a:lnTo>
                <a:lnTo>
                  <a:pt x="4893" y="1245"/>
                </a:lnTo>
                <a:lnTo>
                  <a:pt x="4893" y="1244"/>
                </a:lnTo>
                <a:lnTo>
                  <a:pt x="4892" y="1244"/>
                </a:lnTo>
                <a:lnTo>
                  <a:pt x="4893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81" y="1244"/>
                </a:lnTo>
                <a:lnTo>
                  <a:pt x="4882" y="1244"/>
                </a:lnTo>
                <a:lnTo>
                  <a:pt x="4882" y="1245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3" y="1243"/>
                </a:lnTo>
                <a:lnTo>
                  <a:pt x="4873" y="1242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5" y="1231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5" y="1227"/>
                </a:lnTo>
                <a:lnTo>
                  <a:pt x="4834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10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9" y="1210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4" y="1213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4"/>
                </a:lnTo>
                <a:lnTo>
                  <a:pt x="4804" y="1215"/>
                </a:lnTo>
                <a:lnTo>
                  <a:pt x="4804" y="1216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7" y="1215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2" y="1220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8" y="1220"/>
                </a:lnTo>
                <a:lnTo>
                  <a:pt x="4788" y="1221"/>
                </a:lnTo>
                <a:lnTo>
                  <a:pt x="4787" y="1221"/>
                </a:lnTo>
                <a:lnTo>
                  <a:pt x="4786" y="1222"/>
                </a:lnTo>
                <a:lnTo>
                  <a:pt x="4786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3" y="1235"/>
                </a:lnTo>
                <a:lnTo>
                  <a:pt x="4782" y="1235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8" y="1242"/>
                </a:lnTo>
                <a:lnTo>
                  <a:pt x="4779" y="1242"/>
                </a:lnTo>
                <a:lnTo>
                  <a:pt x="4780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8" y="1248"/>
                </a:lnTo>
                <a:lnTo>
                  <a:pt x="4776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4" y="1250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60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7" y="1271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7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4" y="1298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20" y="1298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5" y="1303"/>
                </a:lnTo>
                <a:lnTo>
                  <a:pt x="4704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4" y="1311"/>
                </a:lnTo>
                <a:lnTo>
                  <a:pt x="4703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2" y="1313"/>
                </a:lnTo>
                <a:lnTo>
                  <a:pt x="4691" y="1313"/>
                </a:lnTo>
                <a:lnTo>
                  <a:pt x="4692" y="1313"/>
                </a:lnTo>
                <a:lnTo>
                  <a:pt x="4692" y="1314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3" y="1321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80" y="1325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4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9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2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7" y="1347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9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8" y="1355"/>
                </a:lnTo>
                <a:lnTo>
                  <a:pt x="4618" y="1356"/>
                </a:lnTo>
                <a:lnTo>
                  <a:pt x="4617" y="1356"/>
                </a:lnTo>
                <a:lnTo>
                  <a:pt x="4617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1" y="1359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5" y="1363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9" y="1369"/>
                </a:lnTo>
                <a:lnTo>
                  <a:pt x="4599" y="1368"/>
                </a:lnTo>
                <a:lnTo>
                  <a:pt x="4599" y="1369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9" y="1370"/>
                </a:lnTo>
                <a:lnTo>
                  <a:pt x="4598" y="1370"/>
                </a:lnTo>
                <a:lnTo>
                  <a:pt x="4598" y="1369"/>
                </a:lnTo>
                <a:lnTo>
                  <a:pt x="4598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3" y="1375"/>
                </a:lnTo>
                <a:lnTo>
                  <a:pt x="4594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2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2"/>
                </a:lnTo>
                <a:lnTo>
                  <a:pt x="4585" y="1392"/>
                </a:lnTo>
                <a:lnTo>
                  <a:pt x="4584" y="1392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7" y="1403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7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2" y="1399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9" y="1406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1" y="1405"/>
                </a:lnTo>
                <a:lnTo>
                  <a:pt x="4520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9" y="1415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8" y="1414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9" y="1413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6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6" y="1418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7" y="1420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1"/>
                </a:lnTo>
                <a:lnTo>
                  <a:pt x="4470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9" y="1426"/>
                </a:lnTo>
                <a:lnTo>
                  <a:pt x="4458" y="1427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50" y="1429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32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5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2" y="1437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9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8" y="1442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4" y="1461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6"/>
                </a:lnTo>
                <a:lnTo>
                  <a:pt x="4382" y="1477"/>
                </a:lnTo>
                <a:lnTo>
                  <a:pt x="4381" y="1477"/>
                </a:lnTo>
                <a:lnTo>
                  <a:pt x="4380" y="1477"/>
                </a:lnTo>
                <a:lnTo>
                  <a:pt x="4380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7" y="1480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7" y="1484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7"/>
                </a:lnTo>
                <a:lnTo>
                  <a:pt x="4364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8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5" y="1493"/>
                </a:lnTo>
                <a:lnTo>
                  <a:pt x="4354" y="1493"/>
                </a:lnTo>
                <a:lnTo>
                  <a:pt x="4353" y="1491"/>
                </a:lnTo>
                <a:lnTo>
                  <a:pt x="4354" y="1491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6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9" y="1507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20" y="1510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1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2" y="1509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7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8" y="1468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2" y="1462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2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7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6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5" y="1458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61"/>
                </a:lnTo>
                <a:lnTo>
                  <a:pt x="4327" y="1461"/>
                </a:lnTo>
                <a:lnTo>
                  <a:pt x="4327" y="1462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4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3" y="1449"/>
                </a:lnTo>
                <a:lnTo>
                  <a:pt x="4322" y="1449"/>
                </a:lnTo>
                <a:lnTo>
                  <a:pt x="4323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9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7"/>
                </a:lnTo>
                <a:lnTo>
                  <a:pt x="4306" y="1446"/>
                </a:lnTo>
                <a:lnTo>
                  <a:pt x="4306" y="1445"/>
                </a:lnTo>
                <a:lnTo>
                  <a:pt x="4307" y="1445"/>
                </a:lnTo>
                <a:lnTo>
                  <a:pt x="4306" y="1444"/>
                </a:lnTo>
                <a:lnTo>
                  <a:pt x="4307" y="1443"/>
                </a:lnTo>
                <a:lnTo>
                  <a:pt x="4308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3" y="1439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5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1" y="1439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8" y="1439"/>
                </a:lnTo>
                <a:lnTo>
                  <a:pt x="4317" y="1439"/>
                </a:lnTo>
                <a:lnTo>
                  <a:pt x="4317" y="1438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1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6" y="1413"/>
                </a:lnTo>
                <a:lnTo>
                  <a:pt x="4326" y="1412"/>
                </a:lnTo>
                <a:lnTo>
                  <a:pt x="4326" y="1411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7" y="1397"/>
                </a:lnTo>
                <a:lnTo>
                  <a:pt x="4348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3" y="1393"/>
                </a:lnTo>
                <a:lnTo>
                  <a:pt x="4355" y="1392"/>
                </a:lnTo>
                <a:lnTo>
                  <a:pt x="4355" y="1391"/>
                </a:lnTo>
                <a:lnTo>
                  <a:pt x="4356" y="1391"/>
                </a:lnTo>
                <a:lnTo>
                  <a:pt x="4357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6" y="1388"/>
                </a:lnTo>
                <a:lnTo>
                  <a:pt x="4355" y="1388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9"/>
                </a:lnTo>
                <a:lnTo>
                  <a:pt x="4353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6" y="1386"/>
                </a:lnTo>
                <a:lnTo>
                  <a:pt x="4356" y="1385"/>
                </a:lnTo>
                <a:lnTo>
                  <a:pt x="4357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3" y="1382"/>
                </a:lnTo>
                <a:lnTo>
                  <a:pt x="4363" y="1383"/>
                </a:lnTo>
                <a:lnTo>
                  <a:pt x="4364" y="1382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8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80" y="1358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5" y="1341"/>
                </a:lnTo>
                <a:lnTo>
                  <a:pt x="4396" y="1340"/>
                </a:lnTo>
                <a:lnTo>
                  <a:pt x="4397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0" y="1332"/>
                </a:lnTo>
                <a:lnTo>
                  <a:pt x="4390" y="1331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20"/>
                </a:lnTo>
                <a:lnTo>
                  <a:pt x="4376" y="1319"/>
                </a:lnTo>
                <a:lnTo>
                  <a:pt x="4377" y="1319"/>
                </a:lnTo>
                <a:lnTo>
                  <a:pt x="4378" y="1318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8" y="1301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6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5" y="1290"/>
                </a:lnTo>
                <a:lnTo>
                  <a:pt x="4354" y="1290"/>
                </a:lnTo>
                <a:lnTo>
                  <a:pt x="4354" y="1291"/>
                </a:lnTo>
                <a:lnTo>
                  <a:pt x="4354" y="1292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9" y="1300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4"/>
                </a:lnTo>
                <a:lnTo>
                  <a:pt x="4340" y="1304"/>
                </a:lnTo>
                <a:lnTo>
                  <a:pt x="4340" y="1303"/>
                </a:lnTo>
                <a:lnTo>
                  <a:pt x="4339" y="1302"/>
                </a:lnTo>
                <a:lnTo>
                  <a:pt x="4340" y="1302"/>
                </a:lnTo>
                <a:lnTo>
                  <a:pt x="4339" y="1301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7" y="1301"/>
                </a:lnTo>
                <a:lnTo>
                  <a:pt x="4336" y="1301"/>
                </a:lnTo>
                <a:lnTo>
                  <a:pt x="4334" y="1302"/>
                </a:lnTo>
                <a:lnTo>
                  <a:pt x="4333" y="1303"/>
                </a:lnTo>
                <a:lnTo>
                  <a:pt x="4332" y="1303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1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1" y="1298"/>
                </a:lnTo>
                <a:lnTo>
                  <a:pt x="4320" y="1298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9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4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0"/>
                </a:lnTo>
                <a:lnTo>
                  <a:pt x="4302" y="1301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9" y="1310"/>
                </a:lnTo>
                <a:lnTo>
                  <a:pt x="4279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5" y="1322"/>
                </a:lnTo>
                <a:lnTo>
                  <a:pt x="4265" y="1323"/>
                </a:lnTo>
                <a:lnTo>
                  <a:pt x="4264" y="1323"/>
                </a:lnTo>
                <a:lnTo>
                  <a:pt x="4263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2" y="1327"/>
                </a:lnTo>
                <a:lnTo>
                  <a:pt x="4261" y="1328"/>
                </a:lnTo>
                <a:lnTo>
                  <a:pt x="4260" y="1329"/>
                </a:lnTo>
                <a:lnTo>
                  <a:pt x="4259" y="1330"/>
                </a:lnTo>
                <a:lnTo>
                  <a:pt x="4259" y="1331"/>
                </a:lnTo>
                <a:lnTo>
                  <a:pt x="4258" y="1330"/>
                </a:lnTo>
                <a:lnTo>
                  <a:pt x="4257" y="1331"/>
                </a:lnTo>
                <a:lnTo>
                  <a:pt x="4256" y="1332"/>
                </a:lnTo>
                <a:lnTo>
                  <a:pt x="4255" y="1332"/>
                </a:lnTo>
                <a:lnTo>
                  <a:pt x="4256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3" y="1335"/>
                </a:lnTo>
                <a:lnTo>
                  <a:pt x="4254" y="1334"/>
                </a:lnTo>
                <a:lnTo>
                  <a:pt x="4255" y="1335"/>
                </a:lnTo>
                <a:lnTo>
                  <a:pt x="4255" y="1336"/>
                </a:lnTo>
                <a:lnTo>
                  <a:pt x="4254" y="1337"/>
                </a:lnTo>
                <a:lnTo>
                  <a:pt x="4253" y="1337"/>
                </a:lnTo>
                <a:lnTo>
                  <a:pt x="4252" y="1337"/>
                </a:lnTo>
                <a:lnTo>
                  <a:pt x="4252" y="1336"/>
                </a:lnTo>
                <a:lnTo>
                  <a:pt x="4251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50" y="1339"/>
                </a:lnTo>
                <a:lnTo>
                  <a:pt x="4249" y="1340"/>
                </a:lnTo>
                <a:lnTo>
                  <a:pt x="4248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6" y="1343"/>
                </a:lnTo>
                <a:lnTo>
                  <a:pt x="4245" y="1343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5" y="1347"/>
                </a:lnTo>
                <a:lnTo>
                  <a:pt x="4244" y="1347"/>
                </a:lnTo>
                <a:lnTo>
                  <a:pt x="4243" y="1346"/>
                </a:lnTo>
                <a:lnTo>
                  <a:pt x="4242" y="1346"/>
                </a:lnTo>
                <a:lnTo>
                  <a:pt x="4243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4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3" y="1352"/>
                </a:lnTo>
                <a:lnTo>
                  <a:pt x="4242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4"/>
                </a:lnTo>
                <a:lnTo>
                  <a:pt x="4237" y="1354"/>
                </a:lnTo>
                <a:lnTo>
                  <a:pt x="4236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7"/>
                </a:lnTo>
                <a:lnTo>
                  <a:pt x="4236" y="1359"/>
                </a:lnTo>
                <a:lnTo>
                  <a:pt x="4237" y="1360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4" y="1364"/>
                </a:lnTo>
                <a:lnTo>
                  <a:pt x="4234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8"/>
                </a:lnTo>
                <a:lnTo>
                  <a:pt x="4230" y="1369"/>
                </a:lnTo>
                <a:lnTo>
                  <a:pt x="4228" y="1369"/>
                </a:lnTo>
                <a:lnTo>
                  <a:pt x="4227" y="1369"/>
                </a:lnTo>
                <a:lnTo>
                  <a:pt x="4226" y="1368"/>
                </a:lnTo>
                <a:lnTo>
                  <a:pt x="4224" y="1368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9" y="1370"/>
                </a:lnTo>
                <a:lnTo>
                  <a:pt x="4218" y="1370"/>
                </a:lnTo>
                <a:lnTo>
                  <a:pt x="4217" y="1370"/>
                </a:lnTo>
                <a:lnTo>
                  <a:pt x="4218" y="1371"/>
                </a:lnTo>
                <a:lnTo>
                  <a:pt x="4217" y="1372"/>
                </a:lnTo>
                <a:lnTo>
                  <a:pt x="4216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10" y="1375"/>
                </a:lnTo>
                <a:lnTo>
                  <a:pt x="4209" y="1375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5" y="1377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81"/>
                </a:lnTo>
                <a:lnTo>
                  <a:pt x="4193" y="1382"/>
                </a:lnTo>
                <a:lnTo>
                  <a:pt x="4192" y="1382"/>
                </a:lnTo>
                <a:lnTo>
                  <a:pt x="4192" y="1381"/>
                </a:lnTo>
                <a:lnTo>
                  <a:pt x="4191" y="1381"/>
                </a:lnTo>
                <a:lnTo>
                  <a:pt x="4190" y="1381"/>
                </a:lnTo>
                <a:lnTo>
                  <a:pt x="4188" y="1382"/>
                </a:lnTo>
                <a:lnTo>
                  <a:pt x="4187" y="1382"/>
                </a:lnTo>
                <a:lnTo>
                  <a:pt x="4186" y="1383"/>
                </a:lnTo>
                <a:lnTo>
                  <a:pt x="4185" y="1383"/>
                </a:lnTo>
                <a:lnTo>
                  <a:pt x="4184" y="1384"/>
                </a:lnTo>
                <a:lnTo>
                  <a:pt x="4183" y="1384"/>
                </a:lnTo>
                <a:lnTo>
                  <a:pt x="4183" y="1385"/>
                </a:lnTo>
                <a:lnTo>
                  <a:pt x="4182" y="1387"/>
                </a:lnTo>
                <a:lnTo>
                  <a:pt x="4183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90"/>
                </a:lnTo>
                <a:lnTo>
                  <a:pt x="4176" y="1390"/>
                </a:lnTo>
                <a:lnTo>
                  <a:pt x="4174" y="1391"/>
                </a:lnTo>
                <a:lnTo>
                  <a:pt x="4174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2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8" y="1393"/>
                </a:lnTo>
                <a:lnTo>
                  <a:pt x="4167" y="1394"/>
                </a:lnTo>
                <a:lnTo>
                  <a:pt x="4166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1" y="1395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7" y="1397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9"/>
                </a:lnTo>
                <a:lnTo>
                  <a:pt x="4152" y="1399"/>
                </a:lnTo>
                <a:lnTo>
                  <a:pt x="4152" y="1398"/>
                </a:lnTo>
                <a:lnTo>
                  <a:pt x="4151" y="1398"/>
                </a:lnTo>
                <a:lnTo>
                  <a:pt x="4150" y="1399"/>
                </a:lnTo>
                <a:lnTo>
                  <a:pt x="4149" y="1400"/>
                </a:lnTo>
                <a:lnTo>
                  <a:pt x="4148" y="1400"/>
                </a:lnTo>
                <a:lnTo>
                  <a:pt x="4148" y="1401"/>
                </a:lnTo>
                <a:lnTo>
                  <a:pt x="4147" y="1402"/>
                </a:lnTo>
                <a:lnTo>
                  <a:pt x="4147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7" y="1406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6" y="1408"/>
                </a:lnTo>
                <a:lnTo>
                  <a:pt x="4146" y="1407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1" y="1408"/>
                </a:lnTo>
                <a:lnTo>
                  <a:pt x="4141" y="1409"/>
                </a:lnTo>
                <a:lnTo>
                  <a:pt x="4140" y="1409"/>
                </a:lnTo>
                <a:lnTo>
                  <a:pt x="4139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7" y="1411"/>
                </a:lnTo>
                <a:lnTo>
                  <a:pt x="4137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7"/>
                </a:lnTo>
                <a:lnTo>
                  <a:pt x="4131" y="1418"/>
                </a:lnTo>
                <a:lnTo>
                  <a:pt x="4130" y="1419"/>
                </a:lnTo>
                <a:lnTo>
                  <a:pt x="4130" y="1421"/>
                </a:lnTo>
                <a:lnTo>
                  <a:pt x="4130" y="1422"/>
                </a:lnTo>
                <a:lnTo>
                  <a:pt x="4129" y="1423"/>
                </a:lnTo>
                <a:lnTo>
                  <a:pt x="4129" y="1424"/>
                </a:lnTo>
                <a:lnTo>
                  <a:pt x="4128" y="1426"/>
                </a:lnTo>
                <a:lnTo>
                  <a:pt x="4128" y="1427"/>
                </a:lnTo>
                <a:lnTo>
                  <a:pt x="4127" y="1429"/>
                </a:lnTo>
                <a:lnTo>
                  <a:pt x="4126" y="1431"/>
                </a:lnTo>
                <a:lnTo>
                  <a:pt x="4126" y="1432"/>
                </a:lnTo>
                <a:lnTo>
                  <a:pt x="4126" y="1433"/>
                </a:lnTo>
                <a:lnTo>
                  <a:pt x="4125" y="1433"/>
                </a:lnTo>
                <a:lnTo>
                  <a:pt x="4125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4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5" y="1441"/>
                </a:lnTo>
                <a:lnTo>
                  <a:pt x="4125" y="1442"/>
                </a:lnTo>
                <a:lnTo>
                  <a:pt x="4126" y="1442"/>
                </a:lnTo>
                <a:lnTo>
                  <a:pt x="4127" y="1443"/>
                </a:lnTo>
                <a:lnTo>
                  <a:pt x="4127" y="1444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7" y="1447"/>
                </a:lnTo>
                <a:lnTo>
                  <a:pt x="4128" y="1447"/>
                </a:lnTo>
                <a:lnTo>
                  <a:pt x="4128" y="1448"/>
                </a:lnTo>
                <a:lnTo>
                  <a:pt x="4127" y="1449"/>
                </a:lnTo>
                <a:lnTo>
                  <a:pt x="4126" y="1449"/>
                </a:lnTo>
                <a:lnTo>
                  <a:pt x="4126" y="1450"/>
                </a:lnTo>
                <a:lnTo>
                  <a:pt x="4126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5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6" y="1456"/>
                </a:lnTo>
                <a:lnTo>
                  <a:pt x="4115" y="1456"/>
                </a:lnTo>
                <a:lnTo>
                  <a:pt x="4115" y="1457"/>
                </a:lnTo>
                <a:lnTo>
                  <a:pt x="4114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2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10" y="1463"/>
                </a:lnTo>
                <a:lnTo>
                  <a:pt x="4109" y="1463"/>
                </a:lnTo>
                <a:lnTo>
                  <a:pt x="4109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9" y="1466"/>
                </a:lnTo>
                <a:lnTo>
                  <a:pt x="4109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5" y="1470"/>
                </a:lnTo>
                <a:lnTo>
                  <a:pt x="4103" y="1471"/>
                </a:lnTo>
                <a:lnTo>
                  <a:pt x="4103" y="1472"/>
                </a:lnTo>
                <a:lnTo>
                  <a:pt x="4104" y="1472"/>
                </a:lnTo>
                <a:lnTo>
                  <a:pt x="4103" y="1473"/>
                </a:lnTo>
                <a:lnTo>
                  <a:pt x="4103" y="1472"/>
                </a:lnTo>
                <a:lnTo>
                  <a:pt x="4102" y="1472"/>
                </a:lnTo>
                <a:lnTo>
                  <a:pt x="4100" y="1473"/>
                </a:lnTo>
                <a:lnTo>
                  <a:pt x="4099" y="1473"/>
                </a:lnTo>
                <a:lnTo>
                  <a:pt x="4099" y="1472"/>
                </a:lnTo>
                <a:lnTo>
                  <a:pt x="4098" y="1473"/>
                </a:lnTo>
                <a:lnTo>
                  <a:pt x="4099" y="1473"/>
                </a:lnTo>
                <a:lnTo>
                  <a:pt x="4098" y="1473"/>
                </a:lnTo>
                <a:lnTo>
                  <a:pt x="4098" y="1474"/>
                </a:lnTo>
                <a:lnTo>
                  <a:pt x="4097" y="1475"/>
                </a:lnTo>
                <a:lnTo>
                  <a:pt x="4096" y="1475"/>
                </a:lnTo>
                <a:lnTo>
                  <a:pt x="4095" y="1476"/>
                </a:lnTo>
                <a:lnTo>
                  <a:pt x="4094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1" y="1479"/>
                </a:lnTo>
                <a:lnTo>
                  <a:pt x="4090" y="1479"/>
                </a:lnTo>
                <a:lnTo>
                  <a:pt x="4090" y="1478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5" y="1474"/>
                </a:lnTo>
                <a:lnTo>
                  <a:pt x="4096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5" y="1473"/>
                </a:lnTo>
                <a:lnTo>
                  <a:pt x="4095" y="1472"/>
                </a:lnTo>
                <a:lnTo>
                  <a:pt x="4094" y="1473"/>
                </a:lnTo>
                <a:lnTo>
                  <a:pt x="4092" y="1473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70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4"/>
                </a:lnTo>
                <a:lnTo>
                  <a:pt x="4086" y="1474"/>
                </a:lnTo>
                <a:lnTo>
                  <a:pt x="4086" y="1475"/>
                </a:lnTo>
                <a:lnTo>
                  <a:pt x="4085" y="1475"/>
                </a:lnTo>
                <a:lnTo>
                  <a:pt x="4084" y="1475"/>
                </a:lnTo>
                <a:lnTo>
                  <a:pt x="4083" y="1476"/>
                </a:lnTo>
                <a:lnTo>
                  <a:pt x="4083" y="1477"/>
                </a:lnTo>
                <a:lnTo>
                  <a:pt x="4082" y="1477"/>
                </a:lnTo>
                <a:lnTo>
                  <a:pt x="4081" y="1477"/>
                </a:lnTo>
                <a:lnTo>
                  <a:pt x="4080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6"/>
                </a:lnTo>
                <a:lnTo>
                  <a:pt x="4073" y="1477"/>
                </a:lnTo>
                <a:lnTo>
                  <a:pt x="4073" y="1476"/>
                </a:lnTo>
                <a:lnTo>
                  <a:pt x="4072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9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60" y="1477"/>
                </a:lnTo>
                <a:lnTo>
                  <a:pt x="4062" y="1479"/>
                </a:lnTo>
                <a:lnTo>
                  <a:pt x="4062" y="1480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8" y="1480"/>
                </a:lnTo>
                <a:lnTo>
                  <a:pt x="4059" y="1481"/>
                </a:lnTo>
                <a:lnTo>
                  <a:pt x="4059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6" y="1482"/>
                </a:lnTo>
                <a:lnTo>
                  <a:pt x="4056" y="1483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3"/>
                </a:lnTo>
                <a:lnTo>
                  <a:pt x="4053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8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2" y="1491"/>
                </a:lnTo>
                <a:lnTo>
                  <a:pt x="4063" y="1490"/>
                </a:lnTo>
                <a:lnTo>
                  <a:pt x="4065" y="1488"/>
                </a:lnTo>
                <a:lnTo>
                  <a:pt x="4066" y="1487"/>
                </a:lnTo>
                <a:lnTo>
                  <a:pt x="4067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7" y="1489"/>
                </a:lnTo>
                <a:lnTo>
                  <a:pt x="4065" y="1491"/>
                </a:lnTo>
                <a:lnTo>
                  <a:pt x="4064" y="1493"/>
                </a:lnTo>
                <a:lnTo>
                  <a:pt x="4064" y="1494"/>
                </a:lnTo>
                <a:lnTo>
                  <a:pt x="4063" y="1494"/>
                </a:lnTo>
                <a:lnTo>
                  <a:pt x="4061" y="1496"/>
                </a:lnTo>
                <a:lnTo>
                  <a:pt x="4060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2" y="1494"/>
                </a:lnTo>
                <a:lnTo>
                  <a:pt x="4052" y="1490"/>
                </a:lnTo>
                <a:lnTo>
                  <a:pt x="4052" y="1489"/>
                </a:lnTo>
                <a:lnTo>
                  <a:pt x="4051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8" y="1495"/>
                </a:lnTo>
                <a:lnTo>
                  <a:pt x="4048" y="1490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1" y="1487"/>
                </a:lnTo>
                <a:lnTo>
                  <a:pt x="4052" y="1487"/>
                </a:lnTo>
                <a:lnTo>
                  <a:pt x="4053" y="1486"/>
                </a:lnTo>
                <a:lnTo>
                  <a:pt x="4053" y="1485"/>
                </a:lnTo>
                <a:lnTo>
                  <a:pt x="4052" y="1486"/>
                </a:lnTo>
                <a:lnTo>
                  <a:pt x="4049" y="1487"/>
                </a:lnTo>
                <a:lnTo>
                  <a:pt x="4048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4"/>
                </a:lnTo>
                <a:lnTo>
                  <a:pt x="4044" y="1493"/>
                </a:lnTo>
                <a:lnTo>
                  <a:pt x="4044" y="1489"/>
                </a:lnTo>
                <a:lnTo>
                  <a:pt x="4044" y="1488"/>
                </a:lnTo>
                <a:lnTo>
                  <a:pt x="4043" y="1487"/>
                </a:lnTo>
                <a:lnTo>
                  <a:pt x="4042" y="1488"/>
                </a:lnTo>
                <a:lnTo>
                  <a:pt x="4042" y="1489"/>
                </a:lnTo>
                <a:lnTo>
                  <a:pt x="4041" y="1489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5" y="1487"/>
                </a:lnTo>
                <a:lnTo>
                  <a:pt x="4035" y="1486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1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8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6"/>
                </a:lnTo>
                <a:lnTo>
                  <a:pt x="4024" y="1475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2" y="1472"/>
                </a:lnTo>
                <a:lnTo>
                  <a:pt x="4021" y="1471"/>
                </a:lnTo>
                <a:lnTo>
                  <a:pt x="4019" y="1471"/>
                </a:lnTo>
                <a:lnTo>
                  <a:pt x="4019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3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5" y="1469"/>
                </a:lnTo>
                <a:lnTo>
                  <a:pt x="4005" y="1470"/>
                </a:lnTo>
                <a:lnTo>
                  <a:pt x="4006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6" y="1472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1" y="1477"/>
                </a:lnTo>
                <a:lnTo>
                  <a:pt x="3992" y="1478"/>
                </a:lnTo>
                <a:lnTo>
                  <a:pt x="3996" y="1480"/>
                </a:lnTo>
                <a:lnTo>
                  <a:pt x="3995" y="1481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3"/>
                </a:lnTo>
                <a:lnTo>
                  <a:pt x="3991" y="1482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2"/>
                </a:lnTo>
                <a:lnTo>
                  <a:pt x="3986" y="1482"/>
                </a:lnTo>
                <a:lnTo>
                  <a:pt x="3986" y="1483"/>
                </a:lnTo>
                <a:lnTo>
                  <a:pt x="3988" y="1483"/>
                </a:lnTo>
                <a:lnTo>
                  <a:pt x="3990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4" y="1493"/>
                </a:lnTo>
                <a:lnTo>
                  <a:pt x="3995" y="1494"/>
                </a:lnTo>
                <a:lnTo>
                  <a:pt x="3994" y="1493"/>
                </a:lnTo>
                <a:lnTo>
                  <a:pt x="3993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86"/>
                </a:lnTo>
                <a:lnTo>
                  <a:pt x="3989" y="1486"/>
                </a:lnTo>
                <a:lnTo>
                  <a:pt x="3988" y="1486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91" y="1493"/>
                </a:lnTo>
                <a:lnTo>
                  <a:pt x="3991" y="1494"/>
                </a:lnTo>
                <a:lnTo>
                  <a:pt x="3990" y="1493"/>
                </a:lnTo>
                <a:lnTo>
                  <a:pt x="3989" y="1493"/>
                </a:lnTo>
                <a:lnTo>
                  <a:pt x="3988" y="1493"/>
                </a:lnTo>
                <a:lnTo>
                  <a:pt x="3988" y="1492"/>
                </a:lnTo>
                <a:lnTo>
                  <a:pt x="3987" y="1492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2"/>
                </a:lnTo>
                <a:lnTo>
                  <a:pt x="3985" y="1493"/>
                </a:lnTo>
                <a:lnTo>
                  <a:pt x="3987" y="1493"/>
                </a:lnTo>
                <a:lnTo>
                  <a:pt x="3988" y="1493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5"/>
                </a:lnTo>
                <a:lnTo>
                  <a:pt x="3996" y="1496"/>
                </a:lnTo>
                <a:lnTo>
                  <a:pt x="3999" y="1497"/>
                </a:lnTo>
                <a:lnTo>
                  <a:pt x="3999" y="1498"/>
                </a:lnTo>
                <a:lnTo>
                  <a:pt x="3994" y="1497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4" y="1493"/>
                </a:lnTo>
                <a:lnTo>
                  <a:pt x="3984" y="1494"/>
                </a:lnTo>
                <a:lnTo>
                  <a:pt x="3985" y="1494"/>
                </a:lnTo>
                <a:lnTo>
                  <a:pt x="3985" y="1495"/>
                </a:lnTo>
                <a:lnTo>
                  <a:pt x="3986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9" y="1496"/>
                </a:lnTo>
                <a:lnTo>
                  <a:pt x="3989" y="1497"/>
                </a:lnTo>
                <a:lnTo>
                  <a:pt x="3989" y="1498"/>
                </a:lnTo>
                <a:lnTo>
                  <a:pt x="3990" y="1499"/>
                </a:lnTo>
                <a:lnTo>
                  <a:pt x="3991" y="1497"/>
                </a:lnTo>
                <a:lnTo>
                  <a:pt x="3994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5" y="1498"/>
                </a:lnTo>
                <a:lnTo>
                  <a:pt x="3997" y="1499"/>
                </a:lnTo>
                <a:lnTo>
                  <a:pt x="3996" y="1502"/>
                </a:lnTo>
                <a:lnTo>
                  <a:pt x="3995" y="1503"/>
                </a:lnTo>
                <a:lnTo>
                  <a:pt x="3996" y="1504"/>
                </a:lnTo>
                <a:lnTo>
                  <a:pt x="3995" y="1505"/>
                </a:lnTo>
                <a:lnTo>
                  <a:pt x="3993" y="1504"/>
                </a:lnTo>
                <a:lnTo>
                  <a:pt x="3992" y="1503"/>
                </a:lnTo>
                <a:lnTo>
                  <a:pt x="3990" y="1503"/>
                </a:lnTo>
                <a:lnTo>
                  <a:pt x="3986" y="1501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2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3" y="1503"/>
                </a:lnTo>
                <a:lnTo>
                  <a:pt x="3984" y="1503"/>
                </a:lnTo>
                <a:lnTo>
                  <a:pt x="3986" y="1503"/>
                </a:lnTo>
                <a:lnTo>
                  <a:pt x="3988" y="1504"/>
                </a:lnTo>
                <a:lnTo>
                  <a:pt x="3987" y="1506"/>
                </a:lnTo>
                <a:lnTo>
                  <a:pt x="3986" y="1505"/>
                </a:lnTo>
                <a:lnTo>
                  <a:pt x="3982" y="1504"/>
                </a:lnTo>
                <a:lnTo>
                  <a:pt x="3982" y="1505"/>
                </a:lnTo>
                <a:lnTo>
                  <a:pt x="3986" y="1507"/>
                </a:lnTo>
                <a:lnTo>
                  <a:pt x="3987" y="1507"/>
                </a:lnTo>
                <a:lnTo>
                  <a:pt x="3986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7" y="1507"/>
                </a:lnTo>
                <a:lnTo>
                  <a:pt x="3976" y="1507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3" y="1511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5"/>
                </a:lnTo>
                <a:lnTo>
                  <a:pt x="3973" y="1515"/>
                </a:lnTo>
                <a:lnTo>
                  <a:pt x="3974" y="1516"/>
                </a:lnTo>
                <a:lnTo>
                  <a:pt x="3975" y="1516"/>
                </a:lnTo>
                <a:lnTo>
                  <a:pt x="3975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8" y="1516"/>
                </a:lnTo>
                <a:lnTo>
                  <a:pt x="3982" y="1516"/>
                </a:lnTo>
                <a:lnTo>
                  <a:pt x="3982" y="1519"/>
                </a:lnTo>
                <a:lnTo>
                  <a:pt x="3984" y="1519"/>
                </a:lnTo>
                <a:lnTo>
                  <a:pt x="3984" y="1516"/>
                </a:lnTo>
                <a:lnTo>
                  <a:pt x="3985" y="1516"/>
                </a:lnTo>
                <a:lnTo>
                  <a:pt x="3985" y="1525"/>
                </a:lnTo>
                <a:lnTo>
                  <a:pt x="3975" y="1525"/>
                </a:lnTo>
                <a:lnTo>
                  <a:pt x="3975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3" y="1526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3"/>
                </a:lnTo>
                <a:lnTo>
                  <a:pt x="3977" y="1544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5"/>
                </a:lnTo>
                <a:lnTo>
                  <a:pt x="3979" y="1546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1" y="1550"/>
                </a:lnTo>
                <a:lnTo>
                  <a:pt x="3983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8"/>
                </a:lnTo>
                <a:lnTo>
                  <a:pt x="3988" y="1559"/>
                </a:lnTo>
                <a:lnTo>
                  <a:pt x="3989" y="1560"/>
                </a:lnTo>
                <a:lnTo>
                  <a:pt x="3989" y="1559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5" y="1556"/>
                </a:lnTo>
                <a:lnTo>
                  <a:pt x="3996" y="1557"/>
                </a:lnTo>
                <a:lnTo>
                  <a:pt x="3997" y="1557"/>
                </a:lnTo>
                <a:lnTo>
                  <a:pt x="3994" y="1559"/>
                </a:lnTo>
                <a:lnTo>
                  <a:pt x="3995" y="1560"/>
                </a:lnTo>
                <a:lnTo>
                  <a:pt x="3999" y="1557"/>
                </a:lnTo>
                <a:lnTo>
                  <a:pt x="4002" y="1556"/>
                </a:lnTo>
                <a:lnTo>
                  <a:pt x="4004" y="1555"/>
                </a:lnTo>
                <a:lnTo>
                  <a:pt x="4005" y="1556"/>
                </a:lnTo>
                <a:lnTo>
                  <a:pt x="4003" y="1557"/>
                </a:lnTo>
                <a:lnTo>
                  <a:pt x="4003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8" y="1559"/>
                </a:lnTo>
                <a:lnTo>
                  <a:pt x="3998" y="1560"/>
                </a:lnTo>
                <a:lnTo>
                  <a:pt x="3999" y="1561"/>
                </a:lnTo>
                <a:lnTo>
                  <a:pt x="4000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0" y="1562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8"/>
                </a:lnTo>
                <a:lnTo>
                  <a:pt x="4000" y="1568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1"/>
                </a:lnTo>
                <a:lnTo>
                  <a:pt x="4007" y="1572"/>
                </a:lnTo>
                <a:lnTo>
                  <a:pt x="4007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4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5"/>
                </a:lnTo>
                <a:lnTo>
                  <a:pt x="4015" y="1576"/>
                </a:lnTo>
                <a:lnTo>
                  <a:pt x="4016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6" y="1579"/>
                </a:lnTo>
                <a:lnTo>
                  <a:pt x="4019" y="1579"/>
                </a:lnTo>
                <a:lnTo>
                  <a:pt x="4021" y="1578"/>
                </a:lnTo>
                <a:lnTo>
                  <a:pt x="4022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80"/>
                </a:lnTo>
                <a:lnTo>
                  <a:pt x="4032" y="1580"/>
                </a:lnTo>
                <a:lnTo>
                  <a:pt x="4033" y="1580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7" y="1581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40" y="1582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5"/>
                </a:lnTo>
                <a:lnTo>
                  <a:pt x="4041" y="1584"/>
                </a:lnTo>
                <a:lnTo>
                  <a:pt x="4041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7" y="1586"/>
                </a:lnTo>
                <a:lnTo>
                  <a:pt x="4047" y="1585"/>
                </a:lnTo>
                <a:lnTo>
                  <a:pt x="4048" y="1584"/>
                </a:lnTo>
                <a:lnTo>
                  <a:pt x="4048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5" y="1584"/>
                </a:lnTo>
                <a:lnTo>
                  <a:pt x="4056" y="1584"/>
                </a:lnTo>
                <a:lnTo>
                  <a:pt x="4056" y="1586"/>
                </a:lnTo>
                <a:lnTo>
                  <a:pt x="4056" y="1587"/>
                </a:lnTo>
                <a:lnTo>
                  <a:pt x="4056" y="1588"/>
                </a:lnTo>
                <a:lnTo>
                  <a:pt x="4057" y="1588"/>
                </a:lnTo>
                <a:lnTo>
                  <a:pt x="4058" y="1589"/>
                </a:lnTo>
                <a:lnTo>
                  <a:pt x="4059" y="1588"/>
                </a:lnTo>
                <a:lnTo>
                  <a:pt x="4060" y="1588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5" y="1584"/>
                </a:lnTo>
                <a:lnTo>
                  <a:pt x="4066" y="1585"/>
                </a:lnTo>
                <a:lnTo>
                  <a:pt x="4067" y="1585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5"/>
                </a:lnTo>
                <a:lnTo>
                  <a:pt x="4077" y="1586"/>
                </a:lnTo>
                <a:lnTo>
                  <a:pt x="4078" y="1585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4"/>
                </a:lnTo>
                <a:lnTo>
                  <a:pt x="4083" y="1583"/>
                </a:lnTo>
                <a:lnTo>
                  <a:pt x="4083" y="1582"/>
                </a:lnTo>
                <a:lnTo>
                  <a:pt x="4082" y="1582"/>
                </a:lnTo>
                <a:lnTo>
                  <a:pt x="4082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4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7" y="1581"/>
                </a:lnTo>
                <a:lnTo>
                  <a:pt x="4089" y="1581"/>
                </a:lnTo>
                <a:lnTo>
                  <a:pt x="4090" y="1580"/>
                </a:lnTo>
                <a:lnTo>
                  <a:pt x="4096" y="1583"/>
                </a:lnTo>
                <a:lnTo>
                  <a:pt x="4096" y="1584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8"/>
                </a:lnTo>
                <a:lnTo>
                  <a:pt x="4098" y="1589"/>
                </a:lnTo>
                <a:lnTo>
                  <a:pt x="4098" y="1590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5"/>
                </a:lnTo>
                <a:lnTo>
                  <a:pt x="4100" y="1598"/>
                </a:lnTo>
                <a:lnTo>
                  <a:pt x="4101" y="1598"/>
                </a:lnTo>
                <a:lnTo>
                  <a:pt x="4103" y="1598"/>
                </a:lnTo>
                <a:lnTo>
                  <a:pt x="4104" y="1599"/>
                </a:lnTo>
                <a:lnTo>
                  <a:pt x="4106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9" y="1605"/>
                </a:lnTo>
                <a:lnTo>
                  <a:pt x="4109" y="1608"/>
                </a:lnTo>
                <a:lnTo>
                  <a:pt x="4109" y="1609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4"/>
                </a:lnTo>
                <a:lnTo>
                  <a:pt x="4108" y="1615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6"/>
                </a:lnTo>
                <a:lnTo>
                  <a:pt x="4108" y="1615"/>
                </a:lnTo>
                <a:lnTo>
                  <a:pt x="4111" y="1616"/>
                </a:lnTo>
                <a:lnTo>
                  <a:pt x="4111" y="1615"/>
                </a:lnTo>
                <a:lnTo>
                  <a:pt x="4112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7"/>
                </a:lnTo>
                <a:lnTo>
                  <a:pt x="4116" y="1617"/>
                </a:lnTo>
                <a:lnTo>
                  <a:pt x="4116" y="1616"/>
                </a:lnTo>
                <a:lnTo>
                  <a:pt x="4116" y="1615"/>
                </a:lnTo>
                <a:lnTo>
                  <a:pt x="4117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19" y="1615"/>
                </a:lnTo>
                <a:lnTo>
                  <a:pt x="4120" y="1615"/>
                </a:lnTo>
                <a:lnTo>
                  <a:pt x="4120" y="1616"/>
                </a:lnTo>
                <a:lnTo>
                  <a:pt x="4121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8" y="1620"/>
                </a:lnTo>
                <a:lnTo>
                  <a:pt x="4119" y="1621"/>
                </a:lnTo>
                <a:lnTo>
                  <a:pt x="4120" y="1622"/>
                </a:lnTo>
                <a:lnTo>
                  <a:pt x="4121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1" y="1623"/>
                </a:lnTo>
                <a:lnTo>
                  <a:pt x="4118" y="1621"/>
                </a:lnTo>
                <a:lnTo>
                  <a:pt x="4120" y="1623"/>
                </a:lnTo>
                <a:lnTo>
                  <a:pt x="4122" y="1626"/>
                </a:lnTo>
                <a:lnTo>
                  <a:pt x="4124" y="1628"/>
                </a:lnTo>
                <a:lnTo>
                  <a:pt x="4123" y="1628"/>
                </a:lnTo>
                <a:lnTo>
                  <a:pt x="4122" y="1628"/>
                </a:lnTo>
                <a:lnTo>
                  <a:pt x="4122" y="1626"/>
                </a:lnTo>
                <a:lnTo>
                  <a:pt x="4121" y="1626"/>
                </a:lnTo>
                <a:lnTo>
                  <a:pt x="4121" y="1625"/>
                </a:lnTo>
                <a:lnTo>
                  <a:pt x="4120" y="1625"/>
                </a:lnTo>
                <a:lnTo>
                  <a:pt x="4118" y="1623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10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2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3" y="1626"/>
                </a:lnTo>
                <a:lnTo>
                  <a:pt x="4103" y="1627"/>
                </a:lnTo>
                <a:lnTo>
                  <a:pt x="4102" y="1627"/>
                </a:lnTo>
                <a:lnTo>
                  <a:pt x="4102" y="1628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6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2" y="1643"/>
                </a:lnTo>
                <a:lnTo>
                  <a:pt x="4093" y="1645"/>
                </a:lnTo>
                <a:lnTo>
                  <a:pt x="4093" y="1646"/>
                </a:lnTo>
                <a:lnTo>
                  <a:pt x="4094" y="1646"/>
                </a:lnTo>
                <a:lnTo>
                  <a:pt x="4094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3"/>
                </a:lnTo>
                <a:lnTo>
                  <a:pt x="4093" y="1655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90" y="1659"/>
                </a:lnTo>
                <a:lnTo>
                  <a:pt x="4090" y="1658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89" y="1660"/>
                </a:lnTo>
                <a:lnTo>
                  <a:pt x="4089" y="1662"/>
                </a:lnTo>
                <a:lnTo>
                  <a:pt x="4088" y="1662"/>
                </a:lnTo>
                <a:lnTo>
                  <a:pt x="4089" y="1662"/>
                </a:lnTo>
                <a:lnTo>
                  <a:pt x="4089" y="1661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0"/>
                </a:lnTo>
                <a:lnTo>
                  <a:pt x="4093" y="1661"/>
                </a:lnTo>
                <a:lnTo>
                  <a:pt x="4094" y="1661"/>
                </a:lnTo>
                <a:lnTo>
                  <a:pt x="4095" y="1660"/>
                </a:lnTo>
                <a:lnTo>
                  <a:pt x="4095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8" y="1665"/>
                </a:lnTo>
                <a:lnTo>
                  <a:pt x="4097" y="1665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8"/>
                </a:lnTo>
                <a:lnTo>
                  <a:pt x="4103" y="1668"/>
                </a:lnTo>
                <a:lnTo>
                  <a:pt x="4104" y="1669"/>
                </a:lnTo>
                <a:lnTo>
                  <a:pt x="4104" y="1670"/>
                </a:lnTo>
                <a:lnTo>
                  <a:pt x="4105" y="1670"/>
                </a:lnTo>
                <a:lnTo>
                  <a:pt x="4105" y="1671"/>
                </a:lnTo>
                <a:lnTo>
                  <a:pt x="4106" y="1671"/>
                </a:lnTo>
                <a:lnTo>
                  <a:pt x="4106" y="1672"/>
                </a:lnTo>
                <a:lnTo>
                  <a:pt x="4107" y="1672"/>
                </a:lnTo>
                <a:lnTo>
                  <a:pt x="4109" y="1674"/>
                </a:lnTo>
                <a:lnTo>
                  <a:pt x="4110" y="1674"/>
                </a:lnTo>
                <a:lnTo>
                  <a:pt x="4111" y="1673"/>
                </a:lnTo>
                <a:lnTo>
                  <a:pt x="4111" y="1674"/>
                </a:lnTo>
                <a:lnTo>
                  <a:pt x="4112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7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19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5" y="1674"/>
                </a:lnTo>
                <a:lnTo>
                  <a:pt x="4126" y="1675"/>
                </a:lnTo>
                <a:lnTo>
                  <a:pt x="4126" y="1676"/>
                </a:lnTo>
                <a:lnTo>
                  <a:pt x="4126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30" y="1688"/>
                </a:lnTo>
                <a:lnTo>
                  <a:pt x="4130" y="1689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6" y="1683"/>
                </a:lnTo>
                <a:lnTo>
                  <a:pt x="4139" y="1683"/>
                </a:lnTo>
                <a:lnTo>
                  <a:pt x="4139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2" y="1686"/>
                </a:lnTo>
                <a:lnTo>
                  <a:pt x="4143" y="1686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5" y="1684"/>
                </a:lnTo>
                <a:lnTo>
                  <a:pt x="4145" y="1683"/>
                </a:lnTo>
                <a:lnTo>
                  <a:pt x="4150" y="1683"/>
                </a:lnTo>
                <a:lnTo>
                  <a:pt x="4150" y="1684"/>
                </a:lnTo>
                <a:lnTo>
                  <a:pt x="4150" y="1687"/>
                </a:lnTo>
                <a:lnTo>
                  <a:pt x="4150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0" y="1689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4" y="1684"/>
                </a:lnTo>
                <a:lnTo>
                  <a:pt x="4153" y="1683"/>
                </a:lnTo>
                <a:lnTo>
                  <a:pt x="4155" y="1682"/>
                </a:lnTo>
                <a:lnTo>
                  <a:pt x="4156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1" y="1682"/>
                </a:lnTo>
                <a:lnTo>
                  <a:pt x="4161" y="1683"/>
                </a:lnTo>
                <a:lnTo>
                  <a:pt x="4161" y="1684"/>
                </a:lnTo>
                <a:lnTo>
                  <a:pt x="4164" y="1683"/>
                </a:lnTo>
                <a:lnTo>
                  <a:pt x="4164" y="1682"/>
                </a:lnTo>
                <a:lnTo>
                  <a:pt x="4164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3"/>
                </a:lnTo>
                <a:lnTo>
                  <a:pt x="4168" y="1683"/>
                </a:lnTo>
                <a:lnTo>
                  <a:pt x="4168" y="1681"/>
                </a:lnTo>
                <a:lnTo>
                  <a:pt x="4169" y="1680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7"/>
                </a:lnTo>
                <a:lnTo>
                  <a:pt x="4173" y="1676"/>
                </a:lnTo>
                <a:lnTo>
                  <a:pt x="4173" y="1677"/>
                </a:lnTo>
                <a:lnTo>
                  <a:pt x="4173" y="1676"/>
                </a:lnTo>
                <a:lnTo>
                  <a:pt x="4174" y="1676"/>
                </a:lnTo>
                <a:lnTo>
                  <a:pt x="4176" y="1675"/>
                </a:lnTo>
                <a:lnTo>
                  <a:pt x="4176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1" y="1669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0" y="1665"/>
                </a:lnTo>
                <a:lnTo>
                  <a:pt x="4181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2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8" y="1662"/>
                </a:lnTo>
                <a:lnTo>
                  <a:pt x="4177" y="1662"/>
                </a:lnTo>
                <a:lnTo>
                  <a:pt x="4176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80" y="1657"/>
                </a:lnTo>
                <a:lnTo>
                  <a:pt x="4182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5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8" y="1652"/>
                </a:lnTo>
                <a:lnTo>
                  <a:pt x="4188" y="1653"/>
                </a:lnTo>
                <a:lnTo>
                  <a:pt x="4190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1" y="1651"/>
                </a:lnTo>
                <a:lnTo>
                  <a:pt x="4194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7"/>
                </a:lnTo>
                <a:lnTo>
                  <a:pt x="4204" y="1647"/>
                </a:lnTo>
                <a:lnTo>
                  <a:pt x="4205" y="1646"/>
                </a:lnTo>
                <a:lnTo>
                  <a:pt x="4208" y="1644"/>
                </a:lnTo>
                <a:lnTo>
                  <a:pt x="4210" y="1642"/>
                </a:lnTo>
                <a:lnTo>
                  <a:pt x="4210" y="1641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39"/>
                </a:lnTo>
                <a:lnTo>
                  <a:pt x="4212" y="1638"/>
                </a:lnTo>
                <a:lnTo>
                  <a:pt x="4209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8" y="1629"/>
                </a:lnTo>
                <a:lnTo>
                  <a:pt x="4216" y="1629"/>
                </a:lnTo>
                <a:lnTo>
                  <a:pt x="4216" y="1628"/>
                </a:lnTo>
                <a:lnTo>
                  <a:pt x="4217" y="1628"/>
                </a:lnTo>
                <a:lnTo>
                  <a:pt x="4218" y="1627"/>
                </a:lnTo>
                <a:lnTo>
                  <a:pt x="4216" y="1627"/>
                </a:lnTo>
                <a:lnTo>
                  <a:pt x="4216" y="1628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7"/>
                </a:lnTo>
                <a:lnTo>
                  <a:pt x="4210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2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3" y="1624"/>
                </a:lnTo>
                <a:lnTo>
                  <a:pt x="4224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3"/>
                </a:lnTo>
                <a:lnTo>
                  <a:pt x="4227" y="1622"/>
                </a:lnTo>
                <a:lnTo>
                  <a:pt x="4228" y="1622"/>
                </a:lnTo>
                <a:lnTo>
                  <a:pt x="4228" y="1621"/>
                </a:lnTo>
                <a:lnTo>
                  <a:pt x="4229" y="1621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7"/>
                </a:lnTo>
                <a:lnTo>
                  <a:pt x="4245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3" y="1613"/>
                </a:lnTo>
                <a:lnTo>
                  <a:pt x="4254" y="1612"/>
                </a:lnTo>
                <a:lnTo>
                  <a:pt x="4255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7" y="1611"/>
                </a:lnTo>
                <a:lnTo>
                  <a:pt x="4268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79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1"/>
                </a:lnTo>
                <a:lnTo>
                  <a:pt x="4321" y="1642"/>
                </a:lnTo>
                <a:lnTo>
                  <a:pt x="4322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7" y="1651"/>
                </a:lnTo>
                <a:lnTo>
                  <a:pt x="4337" y="1650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6" y="1649"/>
                </a:lnTo>
                <a:lnTo>
                  <a:pt x="4357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5" y="1648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9" y="1648"/>
                </a:lnTo>
                <a:lnTo>
                  <a:pt x="4369" y="1647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9" y="1638"/>
                </a:lnTo>
                <a:lnTo>
                  <a:pt x="4379" y="1639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5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5" y="1643"/>
                </a:lnTo>
                <a:lnTo>
                  <a:pt x="4384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7" y="1650"/>
                </a:lnTo>
                <a:lnTo>
                  <a:pt x="4396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3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5" y="1656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3" y="1656"/>
                </a:lnTo>
                <a:lnTo>
                  <a:pt x="4432" y="1656"/>
                </a:lnTo>
                <a:lnTo>
                  <a:pt x="4431" y="1656"/>
                </a:lnTo>
                <a:lnTo>
                  <a:pt x="4431" y="1655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5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4" y="1679"/>
                </a:lnTo>
                <a:lnTo>
                  <a:pt x="4424" y="1680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5" y="1681"/>
                </a:lnTo>
                <a:lnTo>
                  <a:pt x="4414" y="1681"/>
                </a:lnTo>
                <a:lnTo>
                  <a:pt x="4414" y="1683"/>
                </a:lnTo>
                <a:lnTo>
                  <a:pt x="4414" y="1684"/>
                </a:lnTo>
                <a:lnTo>
                  <a:pt x="4413" y="1684"/>
                </a:lnTo>
                <a:lnTo>
                  <a:pt x="4413" y="1683"/>
                </a:lnTo>
                <a:lnTo>
                  <a:pt x="4413" y="1684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2"/>
                </a:lnTo>
                <a:lnTo>
                  <a:pt x="4415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3"/>
                </a:lnTo>
                <a:lnTo>
                  <a:pt x="4420" y="1695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9"/>
                </a:lnTo>
                <a:lnTo>
                  <a:pt x="4419" y="1700"/>
                </a:lnTo>
                <a:lnTo>
                  <a:pt x="4418" y="1700"/>
                </a:lnTo>
                <a:lnTo>
                  <a:pt x="4418" y="1702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4" y="1703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10" y="1704"/>
                </a:lnTo>
                <a:lnTo>
                  <a:pt x="4409" y="1704"/>
                </a:lnTo>
                <a:lnTo>
                  <a:pt x="4409" y="1705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6" y="1711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90" y="1691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9" y="1694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5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80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4" y="1701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2" y="1697"/>
                </a:lnTo>
                <a:lnTo>
                  <a:pt x="4372" y="1696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2" y="1699"/>
                </a:lnTo>
                <a:lnTo>
                  <a:pt x="4369" y="1699"/>
                </a:lnTo>
                <a:lnTo>
                  <a:pt x="4369" y="1698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7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4"/>
                </a:lnTo>
                <a:lnTo>
                  <a:pt x="4337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0"/>
                </a:lnTo>
                <a:lnTo>
                  <a:pt x="4339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5" y="1725"/>
                </a:lnTo>
                <a:lnTo>
                  <a:pt x="4314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6" y="1726"/>
                </a:lnTo>
                <a:lnTo>
                  <a:pt x="4305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2" y="1732"/>
                </a:lnTo>
                <a:lnTo>
                  <a:pt x="4291" y="1732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5" y="1735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70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2" y="1735"/>
                </a:lnTo>
                <a:lnTo>
                  <a:pt x="4262" y="1734"/>
                </a:lnTo>
                <a:lnTo>
                  <a:pt x="4261" y="1733"/>
                </a:lnTo>
                <a:lnTo>
                  <a:pt x="4261" y="1734"/>
                </a:lnTo>
                <a:lnTo>
                  <a:pt x="4260" y="1734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3" y="1736"/>
                </a:lnTo>
                <a:lnTo>
                  <a:pt x="4263" y="1737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70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6" y="1751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2" y="1757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2" y="1759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8" y="1759"/>
                </a:lnTo>
                <a:lnTo>
                  <a:pt x="4267" y="1759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6" y="1754"/>
                </a:lnTo>
                <a:lnTo>
                  <a:pt x="4266" y="1753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62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1"/>
                </a:lnTo>
                <a:lnTo>
                  <a:pt x="4258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4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2" y="1758"/>
                </a:lnTo>
                <a:lnTo>
                  <a:pt x="4252" y="1759"/>
                </a:lnTo>
                <a:lnTo>
                  <a:pt x="4252" y="1760"/>
                </a:lnTo>
                <a:lnTo>
                  <a:pt x="4253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50" y="1766"/>
                </a:lnTo>
                <a:lnTo>
                  <a:pt x="4250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70"/>
                </a:lnTo>
                <a:lnTo>
                  <a:pt x="4250" y="1770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3" y="1784"/>
                </a:lnTo>
                <a:lnTo>
                  <a:pt x="4254" y="1784"/>
                </a:lnTo>
                <a:lnTo>
                  <a:pt x="4254" y="1783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5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6"/>
                </a:lnTo>
                <a:lnTo>
                  <a:pt x="4245" y="1786"/>
                </a:lnTo>
                <a:lnTo>
                  <a:pt x="4245" y="1787"/>
                </a:lnTo>
                <a:lnTo>
                  <a:pt x="4244" y="1787"/>
                </a:lnTo>
                <a:lnTo>
                  <a:pt x="4243" y="1787"/>
                </a:lnTo>
                <a:lnTo>
                  <a:pt x="4243" y="1786"/>
                </a:lnTo>
                <a:lnTo>
                  <a:pt x="4241" y="1786"/>
                </a:lnTo>
                <a:lnTo>
                  <a:pt x="4241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9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89"/>
                </a:lnTo>
                <a:lnTo>
                  <a:pt x="4231" y="1790"/>
                </a:lnTo>
                <a:lnTo>
                  <a:pt x="4230" y="1791"/>
                </a:lnTo>
                <a:lnTo>
                  <a:pt x="4229" y="1791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1" y="1792"/>
                </a:lnTo>
                <a:lnTo>
                  <a:pt x="4220" y="1792"/>
                </a:lnTo>
                <a:lnTo>
                  <a:pt x="4219" y="1792"/>
                </a:lnTo>
                <a:lnTo>
                  <a:pt x="4219" y="1791"/>
                </a:lnTo>
                <a:lnTo>
                  <a:pt x="4218" y="1791"/>
                </a:lnTo>
                <a:lnTo>
                  <a:pt x="4218" y="1792"/>
                </a:lnTo>
                <a:lnTo>
                  <a:pt x="4218" y="1793"/>
                </a:lnTo>
                <a:lnTo>
                  <a:pt x="4216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90"/>
                </a:lnTo>
                <a:lnTo>
                  <a:pt x="4219" y="1789"/>
                </a:lnTo>
                <a:lnTo>
                  <a:pt x="4218" y="1789"/>
                </a:lnTo>
                <a:lnTo>
                  <a:pt x="4219" y="1789"/>
                </a:lnTo>
                <a:lnTo>
                  <a:pt x="4220" y="1788"/>
                </a:lnTo>
                <a:lnTo>
                  <a:pt x="4220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6"/>
                </a:lnTo>
                <a:lnTo>
                  <a:pt x="4220" y="1786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3" y="1781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6"/>
                </a:lnTo>
                <a:lnTo>
                  <a:pt x="4220" y="1776"/>
                </a:lnTo>
                <a:lnTo>
                  <a:pt x="4220" y="1775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8" y="1777"/>
                </a:lnTo>
                <a:lnTo>
                  <a:pt x="4218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3" y="1777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09" y="1775"/>
                </a:lnTo>
                <a:lnTo>
                  <a:pt x="4208" y="1776"/>
                </a:lnTo>
                <a:lnTo>
                  <a:pt x="4207" y="1776"/>
                </a:lnTo>
                <a:lnTo>
                  <a:pt x="4206" y="1777"/>
                </a:lnTo>
                <a:lnTo>
                  <a:pt x="4205" y="1778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2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2" y="1782"/>
                </a:lnTo>
                <a:lnTo>
                  <a:pt x="4202" y="1783"/>
                </a:lnTo>
                <a:lnTo>
                  <a:pt x="4201" y="1784"/>
                </a:lnTo>
                <a:lnTo>
                  <a:pt x="4199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3" y="1789"/>
                </a:lnTo>
                <a:lnTo>
                  <a:pt x="4204" y="1789"/>
                </a:lnTo>
                <a:lnTo>
                  <a:pt x="4204" y="1790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91"/>
                </a:lnTo>
                <a:lnTo>
                  <a:pt x="4206" y="1791"/>
                </a:lnTo>
                <a:lnTo>
                  <a:pt x="4207" y="1791"/>
                </a:lnTo>
                <a:lnTo>
                  <a:pt x="4211" y="1791"/>
                </a:lnTo>
                <a:lnTo>
                  <a:pt x="4212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1" y="1794"/>
                </a:lnTo>
                <a:lnTo>
                  <a:pt x="4211" y="1795"/>
                </a:lnTo>
                <a:lnTo>
                  <a:pt x="4209" y="1796"/>
                </a:lnTo>
                <a:lnTo>
                  <a:pt x="4210" y="1796"/>
                </a:lnTo>
                <a:lnTo>
                  <a:pt x="4208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6"/>
                </a:lnTo>
                <a:lnTo>
                  <a:pt x="4213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2" y="1800"/>
                </a:lnTo>
                <a:lnTo>
                  <a:pt x="4212" y="1801"/>
                </a:lnTo>
                <a:lnTo>
                  <a:pt x="4213" y="1801"/>
                </a:lnTo>
                <a:lnTo>
                  <a:pt x="4213" y="1800"/>
                </a:lnTo>
                <a:lnTo>
                  <a:pt x="4214" y="1799"/>
                </a:lnTo>
                <a:lnTo>
                  <a:pt x="4214" y="1798"/>
                </a:lnTo>
                <a:lnTo>
                  <a:pt x="4213" y="1798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9"/>
                </a:lnTo>
                <a:lnTo>
                  <a:pt x="4215" y="1798"/>
                </a:lnTo>
                <a:lnTo>
                  <a:pt x="4215" y="1797"/>
                </a:lnTo>
                <a:lnTo>
                  <a:pt x="4216" y="1796"/>
                </a:lnTo>
                <a:lnTo>
                  <a:pt x="4218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1" y="1804"/>
                </a:lnTo>
                <a:lnTo>
                  <a:pt x="4210" y="1804"/>
                </a:lnTo>
                <a:lnTo>
                  <a:pt x="4209" y="1806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6" y="1807"/>
                </a:lnTo>
                <a:lnTo>
                  <a:pt x="4207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4"/>
                </a:lnTo>
                <a:lnTo>
                  <a:pt x="4206" y="1804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7"/>
                </a:lnTo>
                <a:lnTo>
                  <a:pt x="4203" y="1807"/>
                </a:lnTo>
                <a:lnTo>
                  <a:pt x="4203" y="1806"/>
                </a:lnTo>
                <a:lnTo>
                  <a:pt x="4202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8"/>
                </a:lnTo>
                <a:lnTo>
                  <a:pt x="4198" y="1809"/>
                </a:lnTo>
                <a:lnTo>
                  <a:pt x="4197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9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4" y="1821"/>
                </a:lnTo>
                <a:lnTo>
                  <a:pt x="4184" y="1822"/>
                </a:lnTo>
                <a:lnTo>
                  <a:pt x="4183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2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7"/>
                </a:lnTo>
                <a:lnTo>
                  <a:pt x="4178" y="1838"/>
                </a:lnTo>
                <a:lnTo>
                  <a:pt x="4178" y="1837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6"/>
                </a:lnTo>
                <a:lnTo>
                  <a:pt x="4175" y="1836"/>
                </a:lnTo>
                <a:lnTo>
                  <a:pt x="4175" y="1835"/>
                </a:lnTo>
                <a:lnTo>
                  <a:pt x="4175" y="1834"/>
                </a:lnTo>
                <a:lnTo>
                  <a:pt x="4174" y="1833"/>
                </a:lnTo>
                <a:lnTo>
                  <a:pt x="4173" y="1834"/>
                </a:lnTo>
                <a:lnTo>
                  <a:pt x="4174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6"/>
                </a:lnTo>
                <a:lnTo>
                  <a:pt x="4171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1" y="1839"/>
                </a:lnTo>
                <a:lnTo>
                  <a:pt x="4172" y="1840"/>
                </a:lnTo>
                <a:lnTo>
                  <a:pt x="4171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8" y="1837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6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8"/>
                </a:lnTo>
                <a:lnTo>
                  <a:pt x="4162" y="1838"/>
                </a:lnTo>
                <a:lnTo>
                  <a:pt x="4162" y="1839"/>
                </a:lnTo>
                <a:lnTo>
                  <a:pt x="4161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39"/>
                </a:lnTo>
                <a:lnTo>
                  <a:pt x="4159" y="1839"/>
                </a:lnTo>
                <a:lnTo>
                  <a:pt x="4159" y="1838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60" y="1841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7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7" y="1848"/>
                </a:lnTo>
                <a:lnTo>
                  <a:pt x="4156" y="1848"/>
                </a:lnTo>
                <a:lnTo>
                  <a:pt x="4155" y="1850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59"/>
                </a:lnTo>
                <a:lnTo>
                  <a:pt x="4150" y="1859"/>
                </a:lnTo>
                <a:lnTo>
                  <a:pt x="4151" y="1859"/>
                </a:lnTo>
                <a:lnTo>
                  <a:pt x="4151" y="1860"/>
                </a:lnTo>
                <a:lnTo>
                  <a:pt x="4151" y="1862"/>
                </a:lnTo>
                <a:lnTo>
                  <a:pt x="4150" y="1863"/>
                </a:lnTo>
                <a:lnTo>
                  <a:pt x="4150" y="1864"/>
                </a:lnTo>
                <a:lnTo>
                  <a:pt x="4149" y="1864"/>
                </a:lnTo>
                <a:lnTo>
                  <a:pt x="4150" y="1863"/>
                </a:lnTo>
                <a:lnTo>
                  <a:pt x="4150" y="1862"/>
                </a:lnTo>
                <a:lnTo>
                  <a:pt x="4149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8" y="1869"/>
                </a:lnTo>
                <a:lnTo>
                  <a:pt x="4147" y="1869"/>
                </a:lnTo>
                <a:lnTo>
                  <a:pt x="4147" y="1866"/>
                </a:lnTo>
                <a:lnTo>
                  <a:pt x="4145" y="1866"/>
                </a:lnTo>
                <a:lnTo>
                  <a:pt x="4144" y="1866"/>
                </a:lnTo>
                <a:lnTo>
                  <a:pt x="4143" y="1867"/>
                </a:lnTo>
                <a:lnTo>
                  <a:pt x="4143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3" y="1868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40" y="1869"/>
                </a:lnTo>
                <a:lnTo>
                  <a:pt x="4140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8" y="1872"/>
                </a:lnTo>
                <a:lnTo>
                  <a:pt x="4137" y="1872"/>
                </a:lnTo>
                <a:lnTo>
                  <a:pt x="4137" y="1873"/>
                </a:lnTo>
                <a:lnTo>
                  <a:pt x="4137" y="1874"/>
                </a:lnTo>
                <a:lnTo>
                  <a:pt x="4137" y="1875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5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5" y="1889"/>
                </a:lnTo>
                <a:lnTo>
                  <a:pt x="4134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1"/>
                </a:lnTo>
                <a:lnTo>
                  <a:pt x="4133" y="1892"/>
                </a:lnTo>
                <a:lnTo>
                  <a:pt x="4132" y="1892"/>
                </a:lnTo>
                <a:lnTo>
                  <a:pt x="4132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1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1"/>
                </a:lnTo>
                <a:lnTo>
                  <a:pt x="4117" y="1912"/>
                </a:lnTo>
                <a:lnTo>
                  <a:pt x="4118" y="1912"/>
                </a:lnTo>
                <a:lnTo>
                  <a:pt x="4118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3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5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1" y="1927"/>
                </a:lnTo>
                <a:lnTo>
                  <a:pt x="4142" y="1928"/>
                </a:lnTo>
                <a:lnTo>
                  <a:pt x="4142" y="1927"/>
                </a:lnTo>
                <a:lnTo>
                  <a:pt x="4143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7" y="1927"/>
                </a:lnTo>
                <a:lnTo>
                  <a:pt x="4147" y="1928"/>
                </a:lnTo>
                <a:lnTo>
                  <a:pt x="4146" y="1929"/>
                </a:lnTo>
                <a:lnTo>
                  <a:pt x="4145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4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1" y="1933"/>
                </a:lnTo>
                <a:lnTo>
                  <a:pt x="4142" y="1934"/>
                </a:lnTo>
                <a:lnTo>
                  <a:pt x="4143" y="1935"/>
                </a:lnTo>
                <a:lnTo>
                  <a:pt x="4144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9" y="1938"/>
                </a:lnTo>
                <a:lnTo>
                  <a:pt x="4150" y="1938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2"/>
                </a:lnTo>
                <a:lnTo>
                  <a:pt x="4153" y="1942"/>
                </a:lnTo>
                <a:lnTo>
                  <a:pt x="4156" y="1944"/>
                </a:lnTo>
                <a:lnTo>
                  <a:pt x="4157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8"/>
                </a:lnTo>
                <a:lnTo>
                  <a:pt x="4158" y="1949"/>
                </a:lnTo>
                <a:lnTo>
                  <a:pt x="4158" y="1950"/>
                </a:lnTo>
                <a:lnTo>
                  <a:pt x="4159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5" y="1949"/>
                </a:lnTo>
                <a:lnTo>
                  <a:pt x="4166" y="1949"/>
                </a:lnTo>
                <a:lnTo>
                  <a:pt x="4168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1" y="1954"/>
                </a:lnTo>
                <a:lnTo>
                  <a:pt x="4172" y="1955"/>
                </a:lnTo>
                <a:lnTo>
                  <a:pt x="4173" y="1955"/>
                </a:lnTo>
                <a:lnTo>
                  <a:pt x="4173" y="1954"/>
                </a:lnTo>
                <a:lnTo>
                  <a:pt x="4174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8" y="1955"/>
                </a:lnTo>
                <a:lnTo>
                  <a:pt x="4179" y="1955"/>
                </a:lnTo>
                <a:lnTo>
                  <a:pt x="4180" y="1956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3" y="1960"/>
                </a:lnTo>
                <a:lnTo>
                  <a:pt x="4195" y="1961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10" y="1969"/>
                </a:lnTo>
                <a:lnTo>
                  <a:pt x="4212" y="1970"/>
                </a:lnTo>
                <a:lnTo>
                  <a:pt x="4214" y="1971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6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7" y="1981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20" y="1989"/>
                </a:lnTo>
                <a:lnTo>
                  <a:pt x="4220" y="1990"/>
                </a:lnTo>
                <a:lnTo>
                  <a:pt x="4220" y="1991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2"/>
                </a:lnTo>
                <a:lnTo>
                  <a:pt x="4221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8"/>
                </a:lnTo>
                <a:lnTo>
                  <a:pt x="4224" y="1999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5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8" y="2010"/>
                </a:lnTo>
                <a:lnTo>
                  <a:pt x="4229" y="2010"/>
                </a:lnTo>
                <a:lnTo>
                  <a:pt x="4229" y="2011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4" y="2022"/>
                </a:lnTo>
                <a:lnTo>
                  <a:pt x="4235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4"/>
                </a:lnTo>
                <a:lnTo>
                  <a:pt x="4242" y="2036"/>
                </a:lnTo>
                <a:lnTo>
                  <a:pt x="4242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3" y="2044"/>
                </a:lnTo>
                <a:lnTo>
                  <a:pt x="4241" y="2045"/>
                </a:lnTo>
                <a:lnTo>
                  <a:pt x="4240" y="2045"/>
                </a:lnTo>
                <a:lnTo>
                  <a:pt x="4241" y="2047"/>
                </a:lnTo>
                <a:lnTo>
                  <a:pt x="4240" y="2047"/>
                </a:lnTo>
                <a:lnTo>
                  <a:pt x="4239" y="2048"/>
                </a:lnTo>
                <a:lnTo>
                  <a:pt x="4240" y="2049"/>
                </a:lnTo>
                <a:lnTo>
                  <a:pt x="4242" y="2050"/>
                </a:lnTo>
                <a:lnTo>
                  <a:pt x="4244" y="2052"/>
                </a:lnTo>
                <a:lnTo>
                  <a:pt x="4245" y="2052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8" y="2054"/>
                </a:lnTo>
                <a:lnTo>
                  <a:pt x="4247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50" y="2056"/>
                </a:lnTo>
                <a:lnTo>
                  <a:pt x="4251" y="2056"/>
                </a:lnTo>
                <a:lnTo>
                  <a:pt x="4251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4"/>
                </a:lnTo>
                <a:lnTo>
                  <a:pt x="4255" y="2065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4" y="2066"/>
                </a:lnTo>
                <a:lnTo>
                  <a:pt x="4255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5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3" y="2070"/>
                </a:lnTo>
                <a:lnTo>
                  <a:pt x="4252" y="2070"/>
                </a:lnTo>
                <a:lnTo>
                  <a:pt x="4252" y="2071"/>
                </a:lnTo>
                <a:lnTo>
                  <a:pt x="4251" y="2071"/>
                </a:lnTo>
                <a:lnTo>
                  <a:pt x="4253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4"/>
                </a:lnTo>
                <a:lnTo>
                  <a:pt x="4259" y="2075"/>
                </a:lnTo>
                <a:lnTo>
                  <a:pt x="4260" y="2076"/>
                </a:lnTo>
                <a:lnTo>
                  <a:pt x="4260" y="2077"/>
                </a:lnTo>
                <a:lnTo>
                  <a:pt x="4261" y="2078"/>
                </a:lnTo>
                <a:lnTo>
                  <a:pt x="4261" y="2079"/>
                </a:lnTo>
                <a:lnTo>
                  <a:pt x="4262" y="2081"/>
                </a:lnTo>
                <a:lnTo>
                  <a:pt x="4262" y="2082"/>
                </a:lnTo>
                <a:lnTo>
                  <a:pt x="4264" y="2081"/>
                </a:lnTo>
                <a:lnTo>
                  <a:pt x="4265" y="2081"/>
                </a:lnTo>
                <a:lnTo>
                  <a:pt x="4266" y="2083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8" y="2095"/>
                </a:lnTo>
                <a:lnTo>
                  <a:pt x="4268" y="2097"/>
                </a:lnTo>
                <a:lnTo>
                  <a:pt x="4268" y="2098"/>
                </a:lnTo>
                <a:lnTo>
                  <a:pt x="4268" y="2099"/>
                </a:lnTo>
                <a:lnTo>
                  <a:pt x="4266" y="2099"/>
                </a:lnTo>
                <a:lnTo>
                  <a:pt x="4265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5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71" y="2103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3" y="2109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9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3" y="2137"/>
                </a:lnTo>
                <a:lnTo>
                  <a:pt x="4276" y="2137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1" y="2152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9" y="2186"/>
                </a:lnTo>
                <a:lnTo>
                  <a:pt x="4319" y="2187"/>
                </a:lnTo>
                <a:lnTo>
                  <a:pt x="4319" y="2189"/>
                </a:lnTo>
                <a:lnTo>
                  <a:pt x="4320" y="2190"/>
                </a:lnTo>
                <a:lnTo>
                  <a:pt x="4322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7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5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70" y="2277"/>
                </a:lnTo>
                <a:lnTo>
                  <a:pt x="4377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9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8" y="2284"/>
                </a:lnTo>
                <a:lnTo>
                  <a:pt x="4357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7" y="2325"/>
                </a:lnTo>
                <a:lnTo>
                  <a:pt x="4355" y="2325"/>
                </a:lnTo>
                <a:lnTo>
                  <a:pt x="4354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8" y="2326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9" y="2334"/>
                </a:lnTo>
                <a:lnTo>
                  <a:pt x="4318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3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9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30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7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4" y="2423"/>
                </a:lnTo>
                <a:lnTo>
                  <a:pt x="4374" y="2422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4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7" y="2444"/>
                </a:lnTo>
                <a:lnTo>
                  <a:pt x="4356" y="2444"/>
                </a:lnTo>
                <a:lnTo>
                  <a:pt x="4355" y="2444"/>
                </a:lnTo>
                <a:lnTo>
                  <a:pt x="4354" y="2445"/>
                </a:lnTo>
                <a:lnTo>
                  <a:pt x="4353" y="2445"/>
                </a:lnTo>
                <a:lnTo>
                  <a:pt x="4353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4" y="2470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1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1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1" y="2461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4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1" y="2458"/>
                </a:lnTo>
                <a:lnTo>
                  <a:pt x="4370" y="2458"/>
                </a:lnTo>
                <a:lnTo>
                  <a:pt x="4368" y="2461"/>
                </a:lnTo>
                <a:lnTo>
                  <a:pt x="4367" y="2462"/>
                </a:lnTo>
                <a:lnTo>
                  <a:pt x="4368" y="2465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9" y="2471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7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6"/>
                </a:lnTo>
                <a:lnTo>
                  <a:pt x="4370" y="2485"/>
                </a:lnTo>
                <a:lnTo>
                  <a:pt x="4371" y="2485"/>
                </a:lnTo>
                <a:lnTo>
                  <a:pt x="4371" y="2486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8" y="2490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4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2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50" y="2497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30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8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30" y="2512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1"/>
                </a:lnTo>
                <a:lnTo>
                  <a:pt x="4331" y="2509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3" y="2512"/>
                </a:lnTo>
                <a:lnTo>
                  <a:pt x="4344" y="2512"/>
                </a:lnTo>
                <a:lnTo>
                  <a:pt x="4345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5" y="2522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6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30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6" y="2545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40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6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4" y="2586"/>
                </a:lnTo>
                <a:lnTo>
                  <a:pt x="4293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1" y="2596"/>
                </a:lnTo>
                <a:lnTo>
                  <a:pt x="4290" y="2596"/>
                </a:lnTo>
                <a:lnTo>
                  <a:pt x="4290" y="2597"/>
                </a:lnTo>
                <a:lnTo>
                  <a:pt x="4291" y="2597"/>
                </a:lnTo>
                <a:lnTo>
                  <a:pt x="4291" y="2598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4" y="2605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3" y="2607"/>
                </a:lnTo>
                <a:lnTo>
                  <a:pt x="4283" y="2608"/>
                </a:lnTo>
                <a:lnTo>
                  <a:pt x="4282" y="2609"/>
                </a:lnTo>
                <a:lnTo>
                  <a:pt x="4283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9" y="2618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9" y="2623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2"/>
                </a:lnTo>
                <a:lnTo>
                  <a:pt x="4263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2" y="2637"/>
                </a:lnTo>
                <a:lnTo>
                  <a:pt x="4261" y="2637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8" y="2639"/>
                </a:lnTo>
                <a:lnTo>
                  <a:pt x="4258" y="2640"/>
                </a:lnTo>
                <a:lnTo>
                  <a:pt x="4258" y="2641"/>
                </a:lnTo>
                <a:lnTo>
                  <a:pt x="4257" y="2641"/>
                </a:lnTo>
                <a:lnTo>
                  <a:pt x="4257" y="2642"/>
                </a:lnTo>
                <a:lnTo>
                  <a:pt x="4257" y="2643"/>
                </a:lnTo>
                <a:lnTo>
                  <a:pt x="4258" y="2644"/>
                </a:lnTo>
                <a:lnTo>
                  <a:pt x="4257" y="2645"/>
                </a:lnTo>
                <a:lnTo>
                  <a:pt x="4255" y="2646"/>
                </a:lnTo>
                <a:lnTo>
                  <a:pt x="4254" y="2646"/>
                </a:lnTo>
                <a:lnTo>
                  <a:pt x="4254" y="2645"/>
                </a:lnTo>
                <a:lnTo>
                  <a:pt x="4253" y="2645"/>
                </a:lnTo>
                <a:lnTo>
                  <a:pt x="4252" y="2646"/>
                </a:lnTo>
                <a:lnTo>
                  <a:pt x="4251" y="2646"/>
                </a:lnTo>
                <a:lnTo>
                  <a:pt x="4252" y="2647"/>
                </a:lnTo>
                <a:lnTo>
                  <a:pt x="4253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6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9" y="2658"/>
                </a:lnTo>
                <a:lnTo>
                  <a:pt x="4248" y="2658"/>
                </a:lnTo>
                <a:lnTo>
                  <a:pt x="4247" y="2659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9"/>
                </a:lnTo>
                <a:lnTo>
                  <a:pt x="4247" y="2661"/>
                </a:lnTo>
                <a:lnTo>
                  <a:pt x="4248" y="2661"/>
                </a:lnTo>
                <a:lnTo>
                  <a:pt x="4249" y="2665"/>
                </a:lnTo>
                <a:lnTo>
                  <a:pt x="4250" y="2666"/>
                </a:lnTo>
                <a:lnTo>
                  <a:pt x="4251" y="2666"/>
                </a:lnTo>
                <a:lnTo>
                  <a:pt x="4250" y="2667"/>
                </a:lnTo>
                <a:lnTo>
                  <a:pt x="4250" y="2666"/>
                </a:lnTo>
                <a:lnTo>
                  <a:pt x="4248" y="2666"/>
                </a:lnTo>
                <a:lnTo>
                  <a:pt x="4248" y="2667"/>
                </a:lnTo>
                <a:lnTo>
                  <a:pt x="4247" y="2667"/>
                </a:lnTo>
                <a:lnTo>
                  <a:pt x="4247" y="2668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2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9" y="2679"/>
                </a:lnTo>
                <a:lnTo>
                  <a:pt x="4239" y="2680"/>
                </a:lnTo>
                <a:lnTo>
                  <a:pt x="4240" y="2680"/>
                </a:lnTo>
                <a:lnTo>
                  <a:pt x="4240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8" y="2683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40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8" y="2691"/>
                </a:lnTo>
                <a:lnTo>
                  <a:pt x="4237" y="2692"/>
                </a:lnTo>
                <a:lnTo>
                  <a:pt x="4237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8" y="2696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4" y="2701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7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8" y="2701"/>
                </a:lnTo>
                <a:lnTo>
                  <a:pt x="4228" y="2700"/>
                </a:lnTo>
                <a:lnTo>
                  <a:pt x="4227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7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5"/>
                </a:lnTo>
                <a:lnTo>
                  <a:pt x="4217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7" y="2690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4" y="2691"/>
                </a:lnTo>
                <a:lnTo>
                  <a:pt x="4214" y="2690"/>
                </a:lnTo>
                <a:lnTo>
                  <a:pt x="4215" y="2690"/>
                </a:lnTo>
                <a:lnTo>
                  <a:pt x="4214" y="2689"/>
                </a:lnTo>
                <a:lnTo>
                  <a:pt x="4213" y="2688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2" y="2687"/>
                </a:lnTo>
                <a:lnTo>
                  <a:pt x="4211" y="2687"/>
                </a:lnTo>
                <a:lnTo>
                  <a:pt x="4212" y="2688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3"/>
                </a:lnTo>
                <a:lnTo>
                  <a:pt x="4211" y="2692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9" y="2689"/>
                </a:lnTo>
                <a:lnTo>
                  <a:pt x="4209" y="2690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8"/>
                </a:lnTo>
                <a:lnTo>
                  <a:pt x="4208" y="2697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7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4" y="2709"/>
                </a:lnTo>
                <a:lnTo>
                  <a:pt x="4225" y="2709"/>
                </a:lnTo>
                <a:lnTo>
                  <a:pt x="4226" y="2709"/>
                </a:lnTo>
                <a:lnTo>
                  <a:pt x="4225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0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9"/>
                </a:lnTo>
                <a:lnTo>
                  <a:pt x="4215" y="2709"/>
                </a:lnTo>
                <a:lnTo>
                  <a:pt x="4216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7" y="2714"/>
                </a:lnTo>
                <a:lnTo>
                  <a:pt x="4215" y="2714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1"/>
                </a:lnTo>
                <a:lnTo>
                  <a:pt x="4209" y="2721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2" y="2722"/>
                </a:lnTo>
                <a:lnTo>
                  <a:pt x="4211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10" y="2727"/>
                </a:lnTo>
                <a:lnTo>
                  <a:pt x="4209" y="2727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7"/>
                </a:lnTo>
                <a:lnTo>
                  <a:pt x="4202" y="2726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6" y="2730"/>
                </a:lnTo>
                <a:lnTo>
                  <a:pt x="4196" y="2731"/>
                </a:lnTo>
                <a:lnTo>
                  <a:pt x="4196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40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3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1" y="2756"/>
                </a:lnTo>
                <a:lnTo>
                  <a:pt x="4200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8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6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8"/>
                </a:lnTo>
                <a:lnTo>
                  <a:pt x="4186" y="2758"/>
                </a:lnTo>
                <a:lnTo>
                  <a:pt x="4185" y="2760"/>
                </a:lnTo>
                <a:lnTo>
                  <a:pt x="4185" y="2761"/>
                </a:lnTo>
                <a:lnTo>
                  <a:pt x="4184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5"/>
                </a:lnTo>
                <a:lnTo>
                  <a:pt x="4181" y="2765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8"/>
                </a:lnTo>
                <a:lnTo>
                  <a:pt x="4179" y="2768"/>
                </a:lnTo>
                <a:lnTo>
                  <a:pt x="4178" y="2768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6" y="2758"/>
                </a:lnTo>
                <a:lnTo>
                  <a:pt x="4186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7" y="2756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8" y="2753"/>
                </a:lnTo>
                <a:lnTo>
                  <a:pt x="4188" y="2752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8" y="2749"/>
                </a:lnTo>
                <a:lnTo>
                  <a:pt x="4189" y="2749"/>
                </a:lnTo>
                <a:lnTo>
                  <a:pt x="4190" y="2748"/>
                </a:lnTo>
                <a:lnTo>
                  <a:pt x="4191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2" y="2747"/>
                </a:lnTo>
                <a:lnTo>
                  <a:pt x="4192" y="2746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5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6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8" y="2741"/>
                </a:lnTo>
                <a:lnTo>
                  <a:pt x="4187" y="2741"/>
                </a:lnTo>
                <a:lnTo>
                  <a:pt x="4187" y="2740"/>
                </a:lnTo>
                <a:lnTo>
                  <a:pt x="4188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40"/>
                </a:lnTo>
                <a:lnTo>
                  <a:pt x="4185" y="2740"/>
                </a:lnTo>
                <a:lnTo>
                  <a:pt x="4184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7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1" y="2751"/>
                </a:lnTo>
                <a:lnTo>
                  <a:pt x="4180" y="2751"/>
                </a:lnTo>
                <a:lnTo>
                  <a:pt x="4180" y="2752"/>
                </a:lnTo>
                <a:lnTo>
                  <a:pt x="4181" y="2752"/>
                </a:lnTo>
                <a:lnTo>
                  <a:pt x="4182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80" y="2754"/>
                </a:lnTo>
                <a:lnTo>
                  <a:pt x="4179" y="2754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2"/>
                </a:lnTo>
                <a:lnTo>
                  <a:pt x="4178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6" y="2749"/>
                </a:lnTo>
                <a:lnTo>
                  <a:pt x="4176" y="2748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1" y="2748"/>
                </a:lnTo>
                <a:lnTo>
                  <a:pt x="4172" y="2747"/>
                </a:lnTo>
                <a:lnTo>
                  <a:pt x="4173" y="2747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3" y="2741"/>
                </a:lnTo>
                <a:lnTo>
                  <a:pt x="4174" y="2741"/>
                </a:lnTo>
                <a:lnTo>
                  <a:pt x="4174" y="2740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7" y="2740"/>
                </a:lnTo>
                <a:lnTo>
                  <a:pt x="4176" y="2740"/>
                </a:lnTo>
                <a:lnTo>
                  <a:pt x="4177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2" y="2739"/>
                </a:lnTo>
                <a:lnTo>
                  <a:pt x="4171" y="2740"/>
                </a:lnTo>
                <a:lnTo>
                  <a:pt x="4171" y="2739"/>
                </a:lnTo>
                <a:lnTo>
                  <a:pt x="4171" y="2737"/>
                </a:lnTo>
                <a:lnTo>
                  <a:pt x="4172" y="2736"/>
                </a:lnTo>
                <a:lnTo>
                  <a:pt x="4173" y="2736"/>
                </a:lnTo>
                <a:lnTo>
                  <a:pt x="4174" y="2736"/>
                </a:lnTo>
                <a:lnTo>
                  <a:pt x="4176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4" y="2735"/>
                </a:lnTo>
                <a:lnTo>
                  <a:pt x="4173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3" y="2733"/>
                </a:lnTo>
                <a:lnTo>
                  <a:pt x="4172" y="2733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5" y="2740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7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5" y="2745"/>
                </a:lnTo>
                <a:lnTo>
                  <a:pt x="4167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6" y="2749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6"/>
                </a:lnTo>
                <a:lnTo>
                  <a:pt x="4160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2" y="2739"/>
                </a:lnTo>
                <a:lnTo>
                  <a:pt x="4151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3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6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6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7"/>
                </a:lnTo>
                <a:lnTo>
                  <a:pt x="4162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9"/>
                </a:lnTo>
                <a:lnTo>
                  <a:pt x="4168" y="2759"/>
                </a:lnTo>
                <a:lnTo>
                  <a:pt x="4168" y="2760"/>
                </a:lnTo>
                <a:lnTo>
                  <a:pt x="4169" y="2760"/>
                </a:lnTo>
                <a:lnTo>
                  <a:pt x="4170" y="2761"/>
                </a:lnTo>
                <a:lnTo>
                  <a:pt x="4171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3"/>
                </a:lnTo>
                <a:lnTo>
                  <a:pt x="4170" y="2763"/>
                </a:lnTo>
                <a:lnTo>
                  <a:pt x="4169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0" y="2767"/>
                </a:lnTo>
                <a:lnTo>
                  <a:pt x="4170" y="2768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0" y="2769"/>
                </a:lnTo>
                <a:lnTo>
                  <a:pt x="4170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4" y="2775"/>
                </a:lnTo>
                <a:lnTo>
                  <a:pt x="4175" y="2774"/>
                </a:lnTo>
                <a:lnTo>
                  <a:pt x="4175" y="2775"/>
                </a:lnTo>
                <a:lnTo>
                  <a:pt x="4174" y="2775"/>
                </a:lnTo>
                <a:lnTo>
                  <a:pt x="4173" y="2776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0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7" y="2775"/>
                </a:lnTo>
                <a:lnTo>
                  <a:pt x="4165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59" y="2771"/>
                </a:lnTo>
                <a:lnTo>
                  <a:pt x="4158" y="2771"/>
                </a:lnTo>
                <a:lnTo>
                  <a:pt x="4157" y="2772"/>
                </a:lnTo>
                <a:lnTo>
                  <a:pt x="4156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5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6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6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1"/>
                </a:lnTo>
                <a:lnTo>
                  <a:pt x="4178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5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5"/>
                </a:lnTo>
                <a:lnTo>
                  <a:pt x="4181" y="2786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4"/>
                </a:lnTo>
                <a:lnTo>
                  <a:pt x="4183" y="2784"/>
                </a:lnTo>
                <a:lnTo>
                  <a:pt x="4184" y="2784"/>
                </a:lnTo>
                <a:lnTo>
                  <a:pt x="4184" y="2783"/>
                </a:lnTo>
                <a:lnTo>
                  <a:pt x="4185" y="2783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5"/>
                </a:lnTo>
                <a:lnTo>
                  <a:pt x="4184" y="2786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8" y="2788"/>
                </a:lnTo>
                <a:lnTo>
                  <a:pt x="4178" y="2787"/>
                </a:lnTo>
                <a:lnTo>
                  <a:pt x="4177" y="2787"/>
                </a:lnTo>
                <a:lnTo>
                  <a:pt x="4176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1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7" y="2794"/>
                </a:lnTo>
                <a:lnTo>
                  <a:pt x="4157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59" y="2795"/>
                </a:lnTo>
                <a:lnTo>
                  <a:pt x="4160" y="2795"/>
                </a:lnTo>
                <a:lnTo>
                  <a:pt x="4160" y="2796"/>
                </a:lnTo>
                <a:lnTo>
                  <a:pt x="4161" y="2797"/>
                </a:lnTo>
                <a:lnTo>
                  <a:pt x="4160" y="2797"/>
                </a:lnTo>
                <a:lnTo>
                  <a:pt x="4159" y="2797"/>
                </a:lnTo>
                <a:lnTo>
                  <a:pt x="4159" y="2798"/>
                </a:lnTo>
                <a:lnTo>
                  <a:pt x="4159" y="2799"/>
                </a:lnTo>
                <a:lnTo>
                  <a:pt x="4160" y="2799"/>
                </a:lnTo>
                <a:lnTo>
                  <a:pt x="4159" y="2799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5"/>
                </a:lnTo>
                <a:lnTo>
                  <a:pt x="4155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8" y="2814"/>
                </a:lnTo>
                <a:lnTo>
                  <a:pt x="4148" y="2813"/>
                </a:lnTo>
                <a:lnTo>
                  <a:pt x="4149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57" y="2818"/>
                </a:lnTo>
                <a:lnTo>
                  <a:pt x="4160" y="2819"/>
                </a:lnTo>
                <a:lnTo>
                  <a:pt x="4161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4" y="2819"/>
                </a:lnTo>
                <a:lnTo>
                  <a:pt x="4165" y="2819"/>
                </a:lnTo>
                <a:lnTo>
                  <a:pt x="4165" y="2820"/>
                </a:lnTo>
                <a:lnTo>
                  <a:pt x="4164" y="2821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5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7"/>
                </a:lnTo>
                <a:lnTo>
                  <a:pt x="4162" y="2829"/>
                </a:lnTo>
                <a:lnTo>
                  <a:pt x="4161" y="2830"/>
                </a:lnTo>
                <a:lnTo>
                  <a:pt x="4158" y="2830"/>
                </a:lnTo>
                <a:lnTo>
                  <a:pt x="4157" y="2831"/>
                </a:lnTo>
                <a:lnTo>
                  <a:pt x="4156" y="2832"/>
                </a:lnTo>
                <a:lnTo>
                  <a:pt x="4156" y="2833"/>
                </a:lnTo>
                <a:lnTo>
                  <a:pt x="4155" y="2836"/>
                </a:lnTo>
                <a:lnTo>
                  <a:pt x="4156" y="2837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6" y="2842"/>
                </a:lnTo>
                <a:lnTo>
                  <a:pt x="4156" y="2843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4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0" y="2852"/>
                </a:lnTo>
                <a:lnTo>
                  <a:pt x="4147" y="2852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4" y="2854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6"/>
                </a:lnTo>
                <a:lnTo>
                  <a:pt x="4143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4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6" y="2859"/>
                </a:lnTo>
                <a:lnTo>
                  <a:pt x="4148" y="2859"/>
                </a:lnTo>
                <a:lnTo>
                  <a:pt x="4148" y="2858"/>
                </a:lnTo>
                <a:lnTo>
                  <a:pt x="4148" y="2859"/>
                </a:lnTo>
                <a:lnTo>
                  <a:pt x="4149" y="2860"/>
                </a:lnTo>
                <a:lnTo>
                  <a:pt x="4149" y="2861"/>
                </a:lnTo>
                <a:lnTo>
                  <a:pt x="4148" y="2861"/>
                </a:lnTo>
                <a:lnTo>
                  <a:pt x="4148" y="2862"/>
                </a:lnTo>
                <a:lnTo>
                  <a:pt x="4148" y="2863"/>
                </a:lnTo>
                <a:lnTo>
                  <a:pt x="4149" y="2863"/>
                </a:lnTo>
                <a:lnTo>
                  <a:pt x="4151" y="2863"/>
                </a:lnTo>
                <a:lnTo>
                  <a:pt x="4151" y="2864"/>
                </a:lnTo>
                <a:lnTo>
                  <a:pt x="4152" y="2864"/>
                </a:lnTo>
                <a:lnTo>
                  <a:pt x="4153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5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2"/>
                </a:lnTo>
                <a:lnTo>
                  <a:pt x="4156" y="2873"/>
                </a:lnTo>
                <a:lnTo>
                  <a:pt x="4155" y="2873"/>
                </a:lnTo>
                <a:lnTo>
                  <a:pt x="4154" y="2873"/>
                </a:lnTo>
                <a:lnTo>
                  <a:pt x="4155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5"/>
                </a:lnTo>
                <a:lnTo>
                  <a:pt x="4157" y="2876"/>
                </a:lnTo>
                <a:lnTo>
                  <a:pt x="4158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8"/>
                </a:lnTo>
                <a:lnTo>
                  <a:pt x="4155" y="2879"/>
                </a:lnTo>
                <a:lnTo>
                  <a:pt x="4156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60" y="2884"/>
                </a:lnTo>
                <a:lnTo>
                  <a:pt x="4160" y="2885"/>
                </a:lnTo>
                <a:lnTo>
                  <a:pt x="4159" y="2885"/>
                </a:lnTo>
                <a:lnTo>
                  <a:pt x="4158" y="2885"/>
                </a:lnTo>
                <a:lnTo>
                  <a:pt x="4156" y="2886"/>
                </a:lnTo>
                <a:lnTo>
                  <a:pt x="4157" y="2887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3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2" y="2880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50" y="2878"/>
                </a:lnTo>
                <a:lnTo>
                  <a:pt x="4149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8" y="2878"/>
                </a:lnTo>
                <a:lnTo>
                  <a:pt x="4148" y="2879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80"/>
                </a:lnTo>
                <a:lnTo>
                  <a:pt x="4150" y="2880"/>
                </a:lnTo>
                <a:lnTo>
                  <a:pt x="4150" y="2881"/>
                </a:lnTo>
                <a:lnTo>
                  <a:pt x="4151" y="2881"/>
                </a:lnTo>
                <a:lnTo>
                  <a:pt x="4151" y="2880"/>
                </a:lnTo>
                <a:lnTo>
                  <a:pt x="4152" y="2881"/>
                </a:lnTo>
                <a:lnTo>
                  <a:pt x="4151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4"/>
                </a:lnTo>
                <a:lnTo>
                  <a:pt x="4149" y="2885"/>
                </a:lnTo>
                <a:lnTo>
                  <a:pt x="4148" y="2886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5" y="2886"/>
                </a:lnTo>
                <a:lnTo>
                  <a:pt x="4144" y="2886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4" y="2879"/>
                </a:lnTo>
                <a:lnTo>
                  <a:pt x="4144" y="2878"/>
                </a:lnTo>
                <a:lnTo>
                  <a:pt x="4145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1" y="2878"/>
                </a:lnTo>
                <a:lnTo>
                  <a:pt x="4140" y="2879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1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2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2"/>
                </a:lnTo>
                <a:lnTo>
                  <a:pt x="4136" y="2872"/>
                </a:lnTo>
                <a:lnTo>
                  <a:pt x="4137" y="2870"/>
                </a:lnTo>
                <a:lnTo>
                  <a:pt x="4136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7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0" y="2872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1" y="2879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7" y="2881"/>
                </a:lnTo>
                <a:lnTo>
                  <a:pt x="4125" y="2880"/>
                </a:lnTo>
                <a:lnTo>
                  <a:pt x="4126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8"/>
                </a:lnTo>
                <a:lnTo>
                  <a:pt x="4113" y="2879"/>
                </a:lnTo>
                <a:lnTo>
                  <a:pt x="4112" y="2880"/>
                </a:lnTo>
                <a:lnTo>
                  <a:pt x="4113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5" y="2884"/>
                </a:lnTo>
                <a:lnTo>
                  <a:pt x="4116" y="2885"/>
                </a:lnTo>
                <a:lnTo>
                  <a:pt x="4118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8" y="2886"/>
                </a:lnTo>
                <a:lnTo>
                  <a:pt x="4119" y="2886"/>
                </a:lnTo>
                <a:lnTo>
                  <a:pt x="4120" y="2886"/>
                </a:lnTo>
                <a:lnTo>
                  <a:pt x="4119" y="2887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1" y="2891"/>
                </a:lnTo>
                <a:lnTo>
                  <a:pt x="4122" y="2892"/>
                </a:lnTo>
                <a:lnTo>
                  <a:pt x="4123" y="2892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6"/>
                </a:lnTo>
                <a:lnTo>
                  <a:pt x="4133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3" y="2897"/>
                </a:lnTo>
                <a:lnTo>
                  <a:pt x="4132" y="2897"/>
                </a:lnTo>
                <a:lnTo>
                  <a:pt x="4130" y="2898"/>
                </a:lnTo>
                <a:lnTo>
                  <a:pt x="4130" y="2899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9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1"/>
                </a:lnTo>
                <a:lnTo>
                  <a:pt x="4127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2" y="2904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19" y="2903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2"/>
                </a:lnTo>
                <a:lnTo>
                  <a:pt x="4113" y="2901"/>
                </a:lnTo>
                <a:lnTo>
                  <a:pt x="4113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1"/>
                </a:lnTo>
                <a:lnTo>
                  <a:pt x="4110" y="2902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2" y="2906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4" y="2908"/>
                </a:lnTo>
                <a:lnTo>
                  <a:pt x="4113" y="2908"/>
                </a:lnTo>
                <a:lnTo>
                  <a:pt x="4114" y="2907"/>
                </a:lnTo>
                <a:lnTo>
                  <a:pt x="4115" y="2908"/>
                </a:lnTo>
                <a:lnTo>
                  <a:pt x="4114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3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4" y="2906"/>
                </a:lnTo>
                <a:lnTo>
                  <a:pt x="4105" y="2906"/>
                </a:lnTo>
                <a:lnTo>
                  <a:pt x="4106" y="2905"/>
                </a:lnTo>
                <a:lnTo>
                  <a:pt x="4106" y="2904"/>
                </a:lnTo>
                <a:lnTo>
                  <a:pt x="4107" y="2903"/>
                </a:lnTo>
                <a:lnTo>
                  <a:pt x="4107" y="2902"/>
                </a:lnTo>
                <a:lnTo>
                  <a:pt x="4106" y="2902"/>
                </a:lnTo>
                <a:lnTo>
                  <a:pt x="4107" y="2902"/>
                </a:lnTo>
                <a:lnTo>
                  <a:pt x="4107" y="2900"/>
                </a:lnTo>
                <a:lnTo>
                  <a:pt x="4107" y="2901"/>
                </a:lnTo>
                <a:lnTo>
                  <a:pt x="4106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1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6" y="2899"/>
                </a:lnTo>
                <a:lnTo>
                  <a:pt x="4105" y="2899"/>
                </a:lnTo>
                <a:lnTo>
                  <a:pt x="4104" y="2898"/>
                </a:lnTo>
                <a:lnTo>
                  <a:pt x="4103" y="2899"/>
                </a:lnTo>
                <a:lnTo>
                  <a:pt x="4101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0"/>
                </a:lnTo>
                <a:lnTo>
                  <a:pt x="4098" y="2899"/>
                </a:lnTo>
                <a:lnTo>
                  <a:pt x="4099" y="2899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7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6" y="2895"/>
                </a:lnTo>
                <a:lnTo>
                  <a:pt x="4095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4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9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2"/>
                </a:lnTo>
                <a:lnTo>
                  <a:pt x="4092" y="2912"/>
                </a:lnTo>
                <a:lnTo>
                  <a:pt x="4092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4"/>
                </a:lnTo>
                <a:lnTo>
                  <a:pt x="4087" y="2914"/>
                </a:lnTo>
                <a:lnTo>
                  <a:pt x="4088" y="2914"/>
                </a:lnTo>
                <a:lnTo>
                  <a:pt x="4090" y="2914"/>
                </a:lnTo>
                <a:lnTo>
                  <a:pt x="4090" y="2915"/>
                </a:lnTo>
                <a:lnTo>
                  <a:pt x="4091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9"/>
                </a:lnTo>
                <a:lnTo>
                  <a:pt x="4097" y="2920"/>
                </a:lnTo>
                <a:lnTo>
                  <a:pt x="4098" y="2921"/>
                </a:lnTo>
                <a:lnTo>
                  <a:pt x="4099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099" y="2927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2" y="2927"/>
                </a:lnTo>
                <a:lnTo>
                  <a:pt x="4101" y="2928"/>
                </a:lnTo>
                <a:lnTo>
                  <a:pt x="4099" y="2929"/>
                </a:lnTo>
                <a:lnTo>
                  <a:pt x="4099" y="2928"/>
                </a:lnTo>
                <a:lnTo>
                  <a:pt x="4098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5" y="2934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9" y="2934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2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7" y="2935"/>
                </a:lnTo>
                <a:lnTo>
                  <a:pt x="4086" y="2935"/>
                </a:lnTo>
                <a:lnTo>
                  <a:pt x="4085" y="2935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8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1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9" y="2932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9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6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80" y="2946"/>
                </a:lnTo>
                <a:lnTo>
                  <a:pt x="4079" y="2946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80" y="2949"/>
                </a:lnTo>
                <a:lnTo>
                  <a:pt x="4079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1"/>
                </a:lnTo>
                <a:lnTo>
                  <a:pt x="4076" y="2951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5"/>
                </a:lnTo>
                <a:lnTo>
                  <a:pt x="4075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6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1"/>
                </a:lnTo>
                <a:lnTo>
                  <a:pt x="4069" y="2962"/>
                </a:lnTo>
                <a:lnTo>
                  <a:pt x="4070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2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1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9" y="2968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2"/>
                </a:lnTo>
                <a:lnTo>
                  <a:pt x="4062" y="2973"/>
                </a:lnTo>
                <a:lnTo>
                  <a:pt x="4061" y="2973"/>
                </a:lnTo>
                <a:lnTo>
                  <a:pt x="4061" y="2971"/>
                </a:lnTo>
                <a:lnTo>
                  <a:pt x="4062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8" y="2959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9" y="2962"/>
                </a:lnTo>
                <a:lnTo>
                  <a:pt x="4048" y="2963"/>
                </a:lnTo>
                <a:lnTo>
                  <a:pt x="4047" y="2963"/>
                </a:lnTo>
                <a:lnTo>
                  <a:pt x="4046" y="2964"/>
                </a:lnTo>
                <a:lnTo>
                  <a:pt x="4045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6" y="2967"/>
                </a:lnTo>
                <a:lnTo>
                  <a:pt x="4034" y="2968"/>
                </a:lnTo>
                <a:lnTo>
                  <a:pt x="4033" y="2969"/>
                </a:lnTo>
                <a:lnTo>
                  <a:pt x="4033" y="2970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7" y="2960"/>
                </a:lnTo>
                <a:lnTo>
                  <a:pt x="4028" y="2960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4" y="2960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6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3" y="2971"/>
                </a:lnTo>
                <a:lnTo>
                  <a:pt x="4014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4" y="2978"/>
                </a:lnTo>
                <a:lnTo>
                  <a:pt x="4014" y="2979"/>
                </a:lnTo>
                <a:lnTo>
                  <a:pt x="4014" y="2980"/>
                </a:lnTo>
                <a:lnTo>
                  <a:pt x="4012" y="2980"/>
                </a:lnTo>
                <a:lnTo>
                  <a:pt x="4008" y="2979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1"/>
                </a:lnTo>
                <a:lnTo>
                  <a:pt x="3999" y="2981"/>
                </a:lnTo>
                <a:lnTo>
                  <a:pt x="4000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0" y="2983"/>
                </a:lnTo>
                <a:lnTo>
                  <a:pt x="4001" y="2984"/>
                </a:lnTo>
                <a:lnTo>
                  <a:pt x="4002" y="2985"/>
                </a:lnTo>
                <a:lnTo>
                  <a:pt x="4003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90"/>
                </a:lnTo>
                <a:lnTo>
                  <a:pt x="4014" y="2989"/>
                </a:lnTo>
                <a:lnTo>
                  <a:pt x="4015" y="2989"/>
                </a:lnTo>
                <a:lnTo>
                  <a:pt x="4017" y="2989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3" y="2997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9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4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8" y="3006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5" y="3007"/>
                </a:lnTo>
                <a:lnTo>
                  <a:pt x="4004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1"/>
                </a:lnTo>
                <a:lnTo>
                  <a:pt x="4004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2" y="3014"/>
                </a:lnTo>
                <a:lnTo>
                  <a:pt x="4001" y="3015"/>
                </a:lnTo>
                <a:lnTo>
                  <a:pt x="4001" y="3016"/>
                </a:lnTo>
                <a:lnTo>
                  <a:pt x="4001" y="3018"/>
                </a:lnTo>
                <a:lnTo>
                  <a:pt x="4001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4" y="3025"/>
                </a:lnTo>
                <a:lnTo>
                  <a:pt x="3993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9"/>
                </a:lnTo>
                <a:lnTo>
                  <a:pt x="3990" y="3029"/>
                </a:lnTo>
                <a:lnTo>
                  <a:pt x="3990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4"/>
                </a:lnTo>
                <a:lnTo>
                  <a:pt x="3988" y="3034"/>
                </a:lnTo>
                <a:lnTo>
                  <a:pt x="3987" y="3035"/>
                </a:lnTo>
                <a:lnTo>
                  <a:pt x="3986" y="3034"/>
                </a:lnTo>
                <a:lnTo>
                  <a:pt x="3987" y="3034"/>
                </a:lnTo>
                <a:lnTo>
                  <a:pt x="3986" y="3032"/>
                </a:lnTo>
                <a:lnTo>
                  <a:pt x="3986" y="3031"/>
                </a:lnTo>
                <a:lnTo>
                  <a:pt x="3988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89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89" y="3022"/>
                </a:lnTo>
                <a:lnTo>
                  <a:pt x="3988" y="3022"/>
                </a:lnTo>
                <a:lnTo>
                  <a:pt x="3988" y="3023"/>
                </a:lnTo>
                <a:lnTo>
                  <a:pt x="3988" y="3024"/>
                </a:lnTo>
                <a:lnTo>
                  <a:pt x="3987" y="3024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4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3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8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7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8" y="3046"/>
                </a:lnTo>
                <a:lnTo>
                  <a:pt x="3978" y="3047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5" y="3051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0"/>
                </a:lnTo>
                <a:lnTo>
                  <a:pt x="3973" y="3049"/>
                </a:lnTo>
                <a:lnTo>
                  <a:pt x="3973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1" y="3037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1" y="3036"/>
                </a:lnTo>
                <a:lnTo>
                  <a:pt x="3970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5"/>
                </a:lnTo>
                <a:lnTo>
                  <a:pt x="3966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1" y="3032"/>
                </a:lnTo>
                <a:lnTo>
                  <a:pt x="3960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2" y="3034"/>
                </a:lnTo>
                <a:lnTo>
                  <a:pt x="3963" y="3034"/>
                </a:lnTo>
                <a:lnTo>
                  <a:pt x="3963" y="3035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4" y="3042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60" y="3050"/>
                </a:lnTo>
                <a:lnTo>
                  <a:pt x="3959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2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5" y="3051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5" y="3053"/>
                </a:lnTo>
                <a:lnTo>
                  <a:pt x="3964" y="3054"/>
                </a:lnTo>
                <a:lnTo>
                  <a:pt x="3963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61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0"/>
                </a:lnTo>
                <a:lnTo>
                  <a:pt x="3958" y="3061"/>
                </a:lnTo>
                <a:lnTo>
                  <a:pt x="3958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7"/>
                </a:lnTo>
                <a:lnTo>
                  <a:pt x="3960" y="3068"/>
                </a:lnTo>
                <a:lnTo>
                  <a:pt x="3959" y="3068"/>
                </a:lnTo>
                <a:lnTo>
                  <a:pt x="3959" y="3067"/>
                </a:lnTo>
                <a:lnTo>
                  <a:pt x="3958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3" y="3069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3" y="3064"/>
                </a:lnTo>
                <a:lnTo>
                  <a:pt x="3954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4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1"/>
                </a:lnTo>
                <a:lnTo>
                  <a:pt x="3953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2"/>
                </a:lnTo>
                <a:lnTo>
                  <a:pt x="3945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1" y="3066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60"/>
                </a:lnTo>
                <a:lnTo>
                  <a:pt x="3940" y="3060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6"/>
                </a:lnTo>
                <a:lnTo>
                  <a:pt x="3933" y="3066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1"/>
                </a:lnTo>
                <a:lnTo>
                  <a:pt x="3928" y="3072"/>
                </a:lnTo>
                <a:lnTo>
                  <a:pt x="3927" y="3072"/>
                </a:lnTo>
                <a:lnTo>
                  <a:pt x="3927" y="3071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8" y="3068"/>
                </a:lnTo>
                <a:lnTo>
                  <a:pt x="3928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1" y="3064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5"/>
                </a:lnTo>
                <a:lnTo>
                  <a:pt x="3917" y="3065"/>
                </a:lnTo>
                <a:lnTo>
                  <a:pt x="3916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2" y="3071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11" y="3072"/>
                </a:lnTo>
                <a:lnTo>
                  <a:pt x="3910" y="3074"/>
                </a:lnTo>
                <a:lnTo>
                  <a:pt x="3909" y="3076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8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6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8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7"/>
                </a:lnTo>
                <a:lnTo>
                  <a:pt x="3903" y="3088"/>
                </a:lnTo>
                <a:lnTo>
                  <a:pt x="3904" y="3089"/>
                </a:lnTo>
                <a:lnTo>
                  <a:pt x="3903" y="3090"/>
                </a:lnTo>
                <a:lnTo>
                  <a:pt x="3902" y="3090"/>
                </a:lnTo>
                <a:lnTo>
                  <a:pt x="3902" y="3091"/>
                </a:lnTo>
                <a:lnTo>
                  <a:pt x="3901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5"/>
                </a:lnTo>
                <a:lnTo>
                  <a:pt x="3902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8" y="3104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5" y="3101"/>
                </a:lnTo>
                <a:lnTo>
                  <a:pt x="3895" y="3102"/>
                </a:lnTo>
                <a:lnTo>
                  <a:pt x="3896" y="3101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7"/>
                </a:lnTo>
                <a:lnTo>
                  <a:pt x="3889" y="3107"/>
                </a:lnTo>
                <a:lnTo>
                  <a:pt x="3889" y="3108"/>
                </a:lnTo>
                <a:lnTo>
                  <a:pt x="3890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7" y="3110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4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6" y="3106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4" y="3108"/>
                </a:lnTo>
                <a:lnTo>
                  <a:pt x="3883" y="3108"/>
                </a:lnTo>
                <a:lnTo>
                  <a:pt x="3882" y="3108"/>
                </a:lnTo>
                <a:lnTo>
                  <a:pt x="3882" y="3109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7"/>
                </a:lnTo>
                <a:lnTo>
                  <a:pt x="3879" y="3118"/>
                </a:lnTo>
                <a:lnTo>
                  <a:pt x="3880" y="3119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81" y="3125"/>
                </a:lnTo>
                <a:lnTo>
                  <a:pt x="3880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9" y="3127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5" y="3134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1" y="3133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5" y="3132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7"/>
                </a:lnTo>
                <a:lnTo>
                  <a:pt x="3848" y="3138"/>
                </a:lnTo>
                <a:lnTo>
                  <a:pt x="3846" y="3140"/>
                </a:lnTo>
                <a:lnTo>
                  <a:pt x="3845" y="3141"/>
                </a:lnTo>
                <a:lnTo>
                  <a:pt x="3843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9" y="3146"/>
                </a:lnTo>
                <a:lnTo>
                  <a:pt x="3838" y="3146"/>
                </a:lnTo>
                <a:lnTo>
                  <a:pt x="3838" y="3145"/>
                </a:lnTo>
                <a:lnTo>
                  <a:pt x="3838" y="3144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30" y="3145"/>
                </a:lnTo>
                <a:lnTo>
                  <a:pt x="3829" y="3144"/>
                </a:lnTo>
                <a:lnTo>
                  <a:pt x="3829" y="3145"/>
                </a:lnTo>
                <a:lnTo>
                  <a:pt x="3828" y="3145"/>
                </a:lnTo>
                <a:lnTo>
                  <a:pt x="3827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8"/>
                </a:lnTo>
                <a:lnTo>
                  <a:pt x="3825" y="3148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5" y="3146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4"/>
                </a:lnTo>
                <a:lnTo>
                  <a:pt x="3813" y="3154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2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8" y="3143"/>
                </a:lnTo>
                <a:lnTo>
                  <a:pt x="3807" y="3143"/>
                </a:lnTo>
                <a:lnTo>
                  <a:pt x="3805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1"/>
                </a:lnTo>
                <a:lnTo>
                  <a:pt x="3797" y="3141"/>
                </a:lnTo>
                <a:lnTo>
                  <a:pt x="3796" y="3141"/>
                </a:lnTo>
                <a:lnTo>
                  <a:pt x="3795" y="3142"/>
                </a:lnTo>
                <a:lnTo>
                  <a:pt x="3795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4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0" y="3146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4"/>
                </a:lnTo>
                <a:lnTo>
                  <a:pt x="3788" y="3156"/>
                </a:lnTo>
                <a:lnTo>
                  <a:pt x="3789" y="3157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0"/>
                </a:lnTo>
                <a:lnTo>
                  <a:pt x="3785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2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8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4" y="3146"/>
                </a:lnTo>
                <a:lnTo>
                  <a:pt x="3764" y="3145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3"/>
                </a:lnTo>
                <a:lnTo>
                  <a:pt x="3767" y="3142"/>
                </a:lnTo>
                <a:lnTo>
                  <a:pt x="3768" y="3142"/>
                </a:lnTo>
                <a:lnTo>
                  <a:pt x="3768" y="3141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9" y="3137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3" y="3145"/>
                </a:lnTo>
                <a:lnTo>
                  <a:pt x="3763" y="3146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9"/>
                </a:lnTo>
                <a:lnTo>
                  <a:pt x="3757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7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7" y="3161"/>
                </a:lnTo>
                <a:lnTo>
                  <a:pt x="3736" y="3161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8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30" y="3171"/>
                </a:lnTo>
                <a:lnTo>
                  <a:pt x="3730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70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1" y="3146"/>
                </a:lnTo>
                <a:lnTo>
                  <a:pt x="3720" y="3146"/>
                </a:lnTo>
                <a:lnTo>
                  <a:pt x="3720" y="3145"/>
                </a:lnTo>
                <a:lnTo>
                  <a:pt x="3719" y="3145"/>
                </a:lnTo>
                <a:lnTo>
                  <a:pt x="3720" y="3146"/>
                </a:lnTo>
                <a:lnTo>
                  <a:pt x="3720" y="3148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9"/>
                </a:lnTo>
                <a:lnTo>
                  <a:pt x="3700" y="3158"/>
                </a:lnTo>
                <a:lnTo>
                  <a:pt x="3699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6" y="3161"/>
                </a:lnTo>
                <a:lnTo>
                  <a:pt x="3695" y="3162"/>
                </a:lnTo>
                <a:lnTo>
                  <a:pt x="3695" y="3163"/>
                </a:lnTo>
                <a:lnTo>
                  <a:pt x="3694" y="3163"/>
                </a:lnTo>
                <a:lnTo>
                  <a:pt x="3695" y="3164"/>
                </a:lnTo>
                <a:lnTo>
                  <a:pt x="3696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8" y="3181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5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4" y="3180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9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9" y="3175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3"/>
                </a:lnTo>
                <a:lnTo>
                  <a:pt x="3673" y="3184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79" y="3183"/>
                </a:lnTo>
                <a:lnTo>
                  <a:pt x="3680" y="3183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1" y="3183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7"/>
                </a:lnTo>
                <a:lnTo>
                  <a:pt x="3682" y="3187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2"/>
                </a:lnTo>
                <a:lnTo>
                  <a:pt x="3684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2" y="3196"/>
                </a:lnTo>
                <a:lnTo>
                  <a:pt x="3682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3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1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8" y="3192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3" y="3187"/>
                </a:lnTo>
                <a:lnTo>
                  <a:pt x="3643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80"/>
                </a:lnTo>
                <a:lnTo>
                  <a:pt x="3644" y="3180"/>
                </a:lnTo>
                <a:lnTo>
                  <a:pt x="3644" y="3181"/>
                </a:lnTo>
                <a:lnTo>
                  <a:pt x="3643" y="3181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3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7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6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7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1" y="3154"/>
                </a:lnTo>
                <a:lnTo>
                  <a:pt x="3620" y="3154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1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5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5" y="3192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8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10" y="3207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8" y="3209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7" y="3213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6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8" y="3230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3" y="3222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7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3" y="3242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8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7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8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2"/>
                </a:lnTo>
                <a:lnTo>
                  <a:pt x="3573" y="3231"/>
                </a:lnTo>
                <a:lnTo>
                  <a:pt x="3574" y="3231"/>
                </a:lnTo>
                <a:lnTo>
                  <a:pt x="3574" y="3230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1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5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7"/>
                </a:lnTo>
                <a:lnTo>
                  <a:pt x="3565" y="3217"/>
                </a:lnTo>
                <a:lnTo>
                  <a:pt x="3565" y="3218"/>
                </a:lnTo>
                <a:lnTo>
                  <a:pt x="3562" y="3216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3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1" y="3228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8"/>
                </a:lnTo>
                <a:lnTo>
                  <a:pt x="3546" y="3238"/>
                </a:lnTo>
                <a:lnTo>
                  <a:pt x="3546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5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6" y="3239"/>
                </a:lnTo>
                <a:lnTo>
                  <a:pt x="3537" y="3240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2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6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2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1" y="3249"/>
                </a:lnTo>
                <a:lnTo>
                  <a:pt x="3511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8" y="3238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7"/>
                </a:lnTo>
                <a:lnTo>
                  <a:pt x="3503" y="3258"/>
                </a:lnTo>
                <a:lnTo>
                  <a:pt x="3502" y="3258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5" y="3250"/>
                </a:lnTo>
                <a:lnTo>
                  <a:pt x="3483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7"/>
                </a:lnTo>
                <a:lnTo>
                  <a:pt x="3466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5" y="3257"/>
                </a:lnTo>
                <a:lnTo>
                  <a:pt x="3454" y="3256"/>
                </a:lnTo>
                <a:lnTo>
                  <a:pt x="3454" y="3257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3"/>
                </a:lnTo>
                <a:lnTo>
                  <a:pt x="3443" y="3254"/>
                </a:lnTo>
                <a:lnTo>
                  <a:pt x="3442" y="3254"/>
                </a:lnTo>
                <a:lnTo>
                  <a:pt x="3441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8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5" y="3277"/>
                </a:lnTo>
                <a:lnTo>
                  <a:pt x="3433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6" y="3279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2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1" y="3278"/>
                </a:lnTo>
                <a:lnTo>
                  <a:pt x="3422" y="3279"/>
                </a:lnTo>
                <a:lnTo>
                  <a:pt x="3423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3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90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8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3"/>
                </a:lnTo>
                <a:lnTo>
                  <a:pt x="3386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1" y="3280"/>
                </a:lnTo>
                <a:lnTo>
                  <a:pt x="3381" y="3279"/>
                </a:lnTo>
                <a:lnTo>
                  <a:pt x="3381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5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90"/>
                </a:lnTo>
                <a:lnTo>
                  <a:pt x="3374" y="3290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1" y="3291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4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50" y="3302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2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30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9"/>
                </a:lnTo>
                <a:lnTo>
                  <a:pt x="3330" y="3308"/>
                </a:lnTo>
                <a:lnTo>
                  <a:pt x="3329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3"/>
                </a:lnTo>
                <a:lnTo>
                  <a:pt x="3328" y="3294"/>
                </a:lnTo>
                <a:lnTo>
                  <a:pt x="3328" y="3295"/>
                </a:lnTo>
                <a:lnTo>
                  <a:pt x="3327" y="3295"/>
                </a:lnTo>
                <a:lnTo>
                  <a:pt x="3327" y="3294"/>
                </a:lnTo>
                <a:lnTo>
                  <a:pt x="3326" y="3294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9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9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9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8" y="3321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8" y="3326"/>
                </a:lnTo>
                <a:lnTo>
                  <a:pt x="3307" y="3326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4"/>
                </a:lnTo>
                <a:lnTo>
                  <a:pt x="3304" y="3334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4"/>
                </a:lnTo>
                <a:lnTo>
                  <a:pt x="3304" y="3335"/>
                </a:lnTo>
                <a:lnTo>
                  <a:pt x="3305" y="3335"/>
                </a:lnTo>
                <a:lnTo>
                  <a:pt x="3305" y="3336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5" y="3348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5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1" y="3375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7" y="3375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7"/>
                </a:lnTo>
                <a:lnTo>
                  <a:pt x="3330" y="3376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10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6" y="3410"/>
                </a:lnTo>
                <a:lnTo>
                  <a:pt x="3305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79" y="3398"/>
                </a:lnTo>
                <a:lnTo>
                  <a:pt x="3279" y="3397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8"/>
                </a:lnTo>
                <a:lnTo>
                  <a:pt x="3285" y="3389"/>
                </a:lnTo>
                <a:lnTo>
                  <a:pt x="3285" y="3390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90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2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7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2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2"/>
                </a:lnTo>
                <a:lnTo>
                  <a:pt x="3267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7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3"/>
                </a:lnTo>
                <a:lnTo>
                  <a:pt x="3262" y="3322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1" y="3318"/>
                </a:lnTo>
                <a:lnTo>
                  <a:pt x="3262" y="3317"/>
                </a:lnTo>
                <a:lnTo>
                  <a:pt x="3263" y="3315"/>
                </a:lnTo>
                <a:lnTo>
                  <a:pt x="3264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5"/>
                </a:lnTo>
                <a:lnTo>
                  <a:pt x="3268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7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6"/>
                </a:lnTo>
                <a:lnTo>
                  <a:pt x="3277" y="3295"/>
                </a:lnTo>
                <a:lnTo>
                  <a:pt x="3282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2" y="3285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4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1" y="3282"/>
                </a:lnTo>
                <a:lnTo>
                  <a:pt x="3271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0" y="3278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3"/>
                </a:lnTo>
                <a:lnTo>
                  <a:pt x="3259" y="3273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4" y="3272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3" y="3268"/>
                </a:lnTo>
                <a:lnTo>
                  <a:pt x="3252" y="3268"/>
                </a:lnTo>
                <a:lnTo>
                  <a:pt x="3251" y="3268"/>
                </a:lnTo>
                <a:lnTo>
                  <a:pt x="3252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6" y="3262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9" y="3280"/>
                </a:lnTo>
                <a:lnTo>
                  <a:pt x="3248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8"/>
                </a:lnTo>
                <a:lnTo>
                  <a:pt x="3205" y="3287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6" y="3282"/>
                </a:lnTo>
                <a:lnTo>
                  <a:pt x="3207" y="3283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1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3" y="3275"/>
                </a:lnTo>
                <a:lnTo>
                  <a:pt x="3212" y="3275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6"/>
                </a:lnTo>
                <a:lnTo>
                  <a:pt x="3189" y="3255"/>
                </a:lnTo>
                <a:lnTo>
                  <a:pt x="3189" y="3254"/>
                </a:lnTo>
                <a:lnTo>
                  <a:pt x="3190" y="3254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1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9"/>
                </a:lnTo>
                <a:lnTo>
                  <a:pt x="3184" y="3269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8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2" y="3261"/>
                </a:lnTo>
                <a:lnTo>
                  <a:pt x="3171" y="3261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60"/>
                </a:lnTo>
                <a:lnTo>
                  <a:pt x="3170" y="3261"/>
                </a:lnTo>
                <a:lnTo>
                  <a:pt x="3169" y="3261"/>
                </a:lnTo>
                <a:lnTo>
                  <a:pt x="3169" y="3262"/>
                </a:lnTo>
                <a:lnTo>
                  <a:pt x="3170" y="3264"/>
                </a:lnTo>
                <a:lnTo>
                  <a:pt x="3168" y="3265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7" y="3251"/>
                </a:lnTo>
                <a:lnTo>
                  <a:pt x="3168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1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6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5" y="3254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4" y="3258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7" y="3261"/>
                </a:lnTo>
                <a:lnTo>
                  <a:pt x="3157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9" y="3276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9" y="3261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9"/>
                </a:lnTo>
                <a:lnTo>
                  <a:pt x="3130" y="3280"/>
                </a:lnTo>
                <a:lnTo>
                  <a:pt x="3129" y="3281"/>
                </a:lnTo>
                <a:lnTo>
                  <a:pt x="3128" y="3281"/>
                </a:lnTo>
                <a:lnTo>
                  <a:pt x="3128" y="3280"/>
                </a:lnTo>
                <a:lnTo>
                  <a:pt x="3129" y="3279"/>
                </a:lnTo>
                <a:lnTo>
                  <a:pt x="3129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4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7" y="3272"/>
                </a:lnTo>
                <a:lnTo>
                  <a:pt x="3066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4" y="3269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5" y="3231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4" y="3171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1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8" y="3146"/>
                </a:lnTo>
                <a:lnTo>
                  <a:pt x="2998" y="3145"/>
                </a:lnTo>
                <a:lnTo>
                  <a:pt x="2997" y="3145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7" y="3141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40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3" y="3140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8" y="3141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2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2" y="3136"/>
                </a:lnTo>
                <a:lnTo>
                  <a:pt x="2952" y="3135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1" y="3129"/>
                </a:lnTo>
                <a:lnTo>
                  <a:pt x="2940" y="3129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9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9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30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5" y="3134"/>
                </a:lnTo>
                <a:lnTo>
                  <a:pt x="2924" y="3134"/>
                </a:lnTo>
                <a:lnTo>
                  <a:pt x="2923" y="3134"/>
                </a:lnTo>
                <a:lnTo>
                  <a:pt x="2923" y="3133"/>
                </a:lnTo>
                <a:lnTo>
                  <a:pt x="2923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20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6" y="3131"/>
                </a:lnTo>
                <a:lnTo>
                  <a:pt x="2915" y="3130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21"/>
                </a:lnTo>
                <a:lnTo>
                  <a:pt x="2902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20"/>
                </a:lnTo>
                <a:lnTo>
                  <a:pt x="2895" y="3121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1" y="3121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89" y="3116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6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0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1" y="3093"/>
                </a:lnTo>
                <a:lnTo>
                  <a:pt x="2861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60" y="3101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7" y="3099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7" y="3106"/>
                </a:lnTo>
                <a:lnTo>
                  <a:pt x="2837" y="3107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8" y="3115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7" y="3140"/>
                </a:lnTo>
                <a:lnTo>
                  <a:pt x="2817" y="3141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5" y="3144"/>
                </a:lnTo>
                <a:lnTo>
                  <a:pt x="2815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3" y="3146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1" y="3146"/>
                </a:lnTo>
                <a:lnTo>
                  <a:pt x="2810" y="3146"/>
                </a:lnTo>
                <a:lnTo>
                  <a:pt x="2809" y="3146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5" y="3144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0" y="3143"/>
                </a:lnTo>
                <a:lnTo>
                  <a:pt x="2800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5" y="3145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1" y="3148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50" y="3171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5"/>
                </a:lnTo>
                <a:lnTo>
                  <a:pt x="2672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6" y="3182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1" y="3156"/>
                </a:lnTo>
                <a:lnTo>
                  <a:pt x="2621" y="3157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9" y="3155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9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60" y="3191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4" y="3181"/>
                </a:lnTo>
                <a:lnTo>
                  <a:pt x="2543" y="3181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5" y="3202"/>
                </a:lnTo>
                <a:lnTo>
                  <a:pt x="2534" y="3202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9" y="3237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7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6" y="3275"/>
                </a:lnTo>
                <a:lnTo>
                  <a:pt x="2547" y="3275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5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3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6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3" y="3318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7"/>
                </a:lnTo>
                <a:lnTo>
                  <a:pt x="2525" y="3307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3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300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5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7" y="3282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6"/>
                </a:lnTo>
                <a:lnTo>
                  <a:pt x="2404" y="3266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1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8" y="3234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20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7" y="3217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3" y="3152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6" y="3145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8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6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2" y="3118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3" y="3117"/>
                </a:lnTo>
                <a:lnTo>
                  <a:pt x="2312" y="3117"/>
                </a:lnTo>
                <a:lnTo>
                  <a:pt x="2312" y="3116"/>
                </a:lnTo>
                <a:lnTo>
                  <a:pt x="2311" y="3116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8" y="3108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91" y="3086"/>
                </a:lnTo>
                <a:lnTo>
                  <a:pt x="2291" y="3085"/>
                </a:lnTo>
                <a:lnTo>
                  <a:pt x="2291" y="3084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0" y="3073"/>
                </a:lnTo>
                <a:lnTo>
                  <a:pt x="2280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70" y="3044"/>
                </a:lnTo>
                <a:lnTo>
                  <a:pt x="2271" y="3044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8" y="3016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89" y="3013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70" y="3015"/>
                </a:lnTo>
                <a:lnTo>
                  <a:pt x="2269" y="3015"/>
                </a:lnTo>
                <a:lnTo>
                  <a:pt x="2268" y="3015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7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3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7" y="3013"/>
                </a:lnTo>
                <a:lnTo>
                  <a:pt x="2247" y="3012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41" y="3015"/>
                </a:lnTo>
                <a:lnTo>
                  <a:pt x="2240" y="3015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8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4" y="3015"/>
                </a:lnTo>
                <a:lnTo>
                  <a:pt x="2234" y="3014"/>
                </a:lnTo>
                <a:lnTo>
                  <a:pt x="2233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4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8" y="3016"/>
                </a:lnTo>
                <a:lnTo>
                  <a:pt x="2217" y="3016"/>
                </a:lnTo>
                <a:lnTo>
                  <a:pt x="2216" y="3016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9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4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90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3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8" y="3039"/>
                </a:lnTo>
                <a:lnTo>
                  <a:pt x="2177" y="3039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41"/>
                </a:lnTo>
                <a:lnTo>
                  <a:pt x="2176" y="3040"/>
                </a:lnTo>
                <a:lnTo>
                  <a:pt x="2175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9" y="3029"/>
                </a:lnTo>
                <a:lnTo>
                  <a:pt x="2169" y="3028"/>
                </a:lnTo>
                <a:lnTo>
                  <a:pt x="2169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2" y="3026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5" y="3010"/>
                </a:lnTo>
                <a:lnTo>
                  <a:pt x="2185" y="3009"/>
                </a:lnTo>
                <a:lnTo>
                  <a:pt x="2184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8" y="2994"/>
                </a:lnTo>
                <a:lnTo>
                  <a:pt x="2178" y="2993"/>
                </a:lnTo>
                <a:lnTo>
                  <a:pt x="2177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81"/>
                </a:lnTo>
                <a:lnTo>
                  <a:pt x="2166" y="2980"/>
                </a:lnTo>
                <a:lnTo>
                  <a:pt x="2165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9" y="2968"/>
                </a:lnTo>
                <a:lnTo>
                  <a:pt x="2169" y="2967"/>
                </a:lnTo>
                <a:lnTo>
                  <a:pt x="2168" y="2967"/>
                </a:lnTo>
                <a:lnTo>
                  <a:pt x="2168" y="2966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7" y="2944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1" y="2940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40"/>
                </a:lnTo>
                <a:lnTo>
                  <a:pt x="2182" y="2939"/>
                </a:lnTo>
                <a:lnTo>
                  <a:pt x="2182" y="2940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41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0" y="2937"/>
                </a:lnTo>
                <a:lnTo>
                  <a:pt x="2189" y="2937"/>
                </a:lnTo>
                <a:lnTo>
                  <a:pt x="2189" y="2936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3" y="2924"/>
                </a:lnTo>
                <a:lnTo>
                  <a:pt x="2182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4" y="2914"/>
                </a:lnTo>
                <a:lnTo>
                  <a:pt x="2184" y="2915"/>
                </a:lnTo>
                <a:lnTo>
                  <a:pt x="2185" y="2915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7"/>
                </a:lnTo>
                <a:lnTo>
                  <a:pt x="2193" y="2897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3" y="2891"/>
                </a:lnTo>
                <a:lnTo>
                  <a:pt x="2213" y="2892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5" y="2889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2" y="2867"/>
                </a:lnTo>
                <a:lnTo>
                  <a:pt x="2223" y="2867"/>
                </a:lnTo>
                <a:lnTo>
                  <a:pt x="2224" y="2867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4" y="2865"/>
                </a:lnTo>
                <a:lnTo>
                  <a:pt x="2225" y="2865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4" y="2859"/>
                </a:lnTo>
                <a:lnTo>
                  <a:pt x="2225" y="2859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4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7" y="2854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4" y="2840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8" y="2837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9" y="2839"/>
                </a:lnTo>
                <a:lnTo>
                  <a:pt x="2269" y="2838"/>
                </a:lnTo>
                <a:lnTo>
                  <a:pt x="2269" y="2837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1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8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1" y="2807"/>
                </a:lnTo>
                <a:lnTo>
                  <a:pt x="2260" y="2807"/>
                </a:lnTo>
                <a:lnTo>
                  <a:pt x="2261" y="2807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3" y="2804"/>
                </a:lnTo>
                <a:lnTo>
                  <a:pt x="2274" y="2804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69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4" y="2783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6" y="2777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3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6" y="2746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2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6" y="2717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2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2" y="2662"/>
                </a:lnTo>
                <a:lnTo>
                  <a:pt x="2272" y="2661"/>
                </a:lnTo>
                <a:lnTo>
                  <a:pt x="2271" y="2661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7" y="2660"/>
                </a:lnTo>
                <a:lnTo>
                  <a:pt x="2266" y="2660"/>
                </a:lnTo>
                <a:lnTo>
                  <a:pt x="2265" y="2660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2" y="2660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6" y="2655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60"/>
                </a:lnTo>
                <a:lnTo>
                  <a:pt x="2247" y="2661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1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49"/>
                </a:lnTo>
                <a:lnTo>
                  <a:pt x="2231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0" y="2616"/>
                </a:lnTo>
                <a:lnTo>
                  <a:pt x="2221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2" y="2610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10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9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5"/>
                </a:lnTo>
                <a:lnTo>
                  <a:pt x="2204" y="2584"/>
                </a:lnTo>
                <a:lnTo>
                  <a:pt x="2205" y="2584"/>
                </a:lnTo>
                <a:lnTo>
                  <a:pt x="2204" y="2583"/>
                </a:lnTo>
                <a:lnTo>
                  <a:pt x="2203" y="2583"/>
                </a:lnTo>
                <a:lnTo>
                  <a:pt x="2203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80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9"/>
                </a:lnTo>
                <a:lnTo>
                  <a:pt x="2187" y="2578"/>
                </a:lnTo>
                <a:lnTo>
                  <a:pt x="2187" y="2577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3"/>
                </a:lnTo>
                <a:lnTo>
                  <a:pt x="2184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4" y="2570"/>
                </a:lnTo>
                <a:lnTo>
                  <a:pt x="2184" y="2568"/>
                </a:lnTo>
                <a:lnTo>
                  <a:pt x="2184" y="2567"/>
                </a:lnTo>
                <a:lnTo>
                  <a:pt x="2183" y="2566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8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5" y="2561"/>
                </a:lnTo>
                <a:lnTo>
                  <a:pt x="2175" y="2562"/>
                </a:lnTo>
                <a:lnTo>
                  <a:pt x="2174" y="2563"/>
                </a:lnTo>
                <a:lnTo>
                  <a:pt x="2172" y="2563"/>
                </a:lnTo>
                <a:lnTo>
                  <a:pt x="2172" y="2562"/>
                </a:lnTo>
                <a:lnTo>
                  <a:pt x="2171" y="2561"/>
                </a:lnTo>
                <a:lnTo>
                  <a:pt x="2170" y="2560"/>
                </a:lnTo>
                <a:lnTo>
                  <a:pt x="2169" y="2561"/>
                </a:lnTo>
                <a:lnTo>
                  <a:pt x="2168" y="2562"/>
                </a:lnTo>
                <a:lnTo>
                  <a:pt x="2167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5" y="2565"/>
                </a:lnTo>
                <a:lnTo>
                  <a:pt x="2164" y="2565"/>
                </a:lnTo>
                <a:lnTo>
                  <a:pt x="2164" y="2568"/>
                </a:lnTo>
                <a:lnTo>
                  <a:pt x="2164" y="2569"/>
                </a:lnTo>
                <a:lnTo>
                  <a:pt x="2165" y="2570"/>
                </a:lnTo>
                <a:lnTo>
                  <a:pt x="2165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5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49" y="2592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50" y="2600"/>
                </a:lnTo>
                <a:lnTo>
                  <a:pt x="2149" y="2601"/>
                </a:lnTo>
                <a:lnTo>
                  <a:pt x="2148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9" y="2603"/>
                </a:lnTo>
                <a:lnTo>
                  <a:pt x="2149" y="2604"/>
                </a:lnTo>
                <a:lnTo>
                  <a:pt x="2149" y="2605"/>
                </a:lnTo>
                <a:lnTo>
                  <a:pt x="2148" y="2605"/>
                </a:lnTo>
                <a:lnTo>
                  <a:pt x="2146" y="2606"/>
                </a:lnTo>
                <a:lnTo>
                  <a:pt x="2146" y="2607"/>
                </a:lnTo>
                <a:lnTo>
                  <a:pt x="2145" y="2608"/>
                </a:lnTo>
                <a:lnTo>
                  <a:pt x="2146" y="2609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2" y="2609"/>
                </a:lnTo>
                <a:lnTo>
                  <a:pt x="2152" y="2610"/>
                </a:lnTo>
                <a:lnTo>
                  <a:pt x="2151" y="2611"/>
                </a:lnTo>
                <a:lnTo>
                  <a:pt x="2152" y="2612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3"/>
                </a:lnTo>
                <a:lnTo>
                  <a:pt x="2154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2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9"/>
                </a:lnTo>
                <a:lnTo>
                  <a:pt x="2150" y="2629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7" y="2627"/>
                </a:lnTo>
                <a:lnTo>
                  <a:pt x="2147" y="2626"/>
                </a:lnTo>
                <a:lnTo>
                  <a:pt x="2146" y="2626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3" y="2626"/>
                </a:lnTo>
                <a:lnTo>
                  <a:pt x="2142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6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0"/>
                </a:lnTo>
                <a:lnTo>
                  <a:pt x="2127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0"/>
                </a:lnTo>
                <a:lnTo>
                  <a:pt x="2125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3" y="2630"/>
                </a:lnTo>
                <a:lnTo>
                  <a:pt x="2113" y="2629"/>
                </a:lnTo>
                <a:lnTo>
                  <a:pt x="2112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1" y="2621"/>
                </a:lnTo>
                <a:lnTo>
                  <a:pt x="2090" y="2621"/>
                </a:lnTo>
                <a:lnTo>
                  <a:pt x="2089" y="2621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9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6"/>
                </a:lnTo>
                <a:lnTo>
                  <a:pt x="2072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0"/>
                </a:lnTo>
                <a:lnTo>
                  <a:pt x="2068" y="2600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600"/>
                </a:lnTo>
                <a:lnTo>
                  <a:pt x="2064" y="2600"/>
                </a:lnTo>
                <a:lnTo>
                  <a:pt x="2063" y="2601"/>
                </a:lnTo>
                <a:lnTo>
                  <a:pt x="2064" y="2602"/>
                </a:lnTo>
                <a:lnTo>
                  <a:pt x="2064" y="2603"/>
                </a:lnTo>
                <a:lnTo>
                  <a:pt x="2063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3" y="2597"/>
                </a:lnTo>
                <a:lnTo>
                  <a:pt x="2053" y="2595"/>
                </a:lnTo>
                <a:lnTo>
                  <a:pt x="2053" y="2594"/>
                </a:lnTo>
                <a:lnTo>
                  <a:pt x="2053" y="2593"/>
                </a:lnTo>
                <a:lnTo>
                  <a:pt x="2052" y="2592"/>
                </a:lnTo>
                <a:lnTo>
                  <a:pt x="2050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2" y="2594"/>
                </a:lnTo>
                <a:lnTo>
                  <a:pt x="2040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6"/>
                </a:lnTo>
                <a:lnTo>
                  <a:pt x="2033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1" y="2592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7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4" y="2593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6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0" y="2607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09"/>
                </a:lnTo>
                <a:lnTo>
                  <a:pt x="1970" y="2610"/>
                </a:lnTo>
                <a:lnTo>
                  <a:pt x="1970" y="2611"/>
                </a:lnTo>
                <a:lnTo>
                  <a:pt x="1969" y="2611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0" y="2629"/>
                </a:lnTo>
                <a:lnTo>
                  <a:pt x="1949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2"/>
                </a:lnTo>
                <a:lnTo>
                  <a:pt x="1944" y="2632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9" y="2634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1" y="2639"/>
                </a:lnTo>
                <a:lnTo>
                  <a:pt x="1920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4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5"/>
                </a:lnTo>
                <a:lnTo>
                  <a:pt x="1865" y="2666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0" y="2672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2" y="2680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8"/>
                </a:lnTo>
                <a:lnTo>
                  <a:pt x="1844" y="2689"/>
                </a:lnTo>
                <a:lnTo>
                  <a:pt x="1841" y="2692"/>
                </a:lnTo>
                <a:lnTo>
                  <a:pt x="1840" y="2693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5" y="2700"/>
                </a:lnTo>
                <a:lnTo>
                  <a:pt x="1834" y="2701"/>
                </a:lnTo>
                <a:lnTo>
                  <a:pt x="1834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3" y="2714"/>
                </a:lnTo>
                <a:lnTo>
                  <a:pt x="1832" y="2715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8" y="2720"/>
                </a:lnTo>
                <a:lnTo>
                  <a:pt x="1818" y="2721"/>
                </a:lnTo>
                <a:lnTo>
                  <a:pt x="1817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2" y="2727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40" y="2729"/>
                </a:lnTo>
                <a:lnTo>
                  <a:pt x="1739" y="2729"/>
                </a:lnTo>
                <a:lnTo>
                  <a:pt x="1738" y="2729"/>
                </a:lnTo>
                <a:lnTo>
                  <a:pt x="1738" y="2728"/>
                </a:lnTo>
                <a:lnTo>
                  <a:pt x="1737" y="2728"/>
                </a:lnTo>
                <a:lnTo>
                  <a:pt x="1736" y="2727"/>
                </a:lnTo>
                <a:lnTo>
                  <a:pt x="1735" y="2727"/>
                </a:lnTo>
                <a:lnTo>
                  <a:pt x="1734" y="2726"/>
                </a:lnTo>
                <a:lnTo>
                  <a:pt x="1733" y="2726"/>
                </a:lnTo>
                <a:lnTo>
                  <a:pt x="1732" y="2726"/>
                </a:lnTo>
                <a:lnTo>
                  <a:pt x="1732" y="2725"/>
                </a:lnTo>
                <a:lnTo>
                  <a:pt x="1731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3" y="2725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1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6" y="2732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4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7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5"/>
                </a:lnTo>
                <a:lnTo>
                  <a:pt x="1671" y="2704"/>
                </a:lnTo>
                <a:lnTo>
                  <a:pt x="1670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0"/>
                </a:lnTo>
                <a:lnTo>
                  <a:pt x="1672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3" y="2691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7" y="2671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7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1" y="2675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5"/>
                </a:lnTo>
                <a:lnTo>
                  <a:pt x="1648" y="2674"/>
                </a:lnTo>
                <a:lnTo>
                  <a:pt x="1649" y="2674"/>
                </a:lnTo>
                <a:lnTo>
                  <a:pt x="1649" y="2673"/>
                </a:lnTo>
                <a:lnTo>
                  <a:pt x="1648" y="2673"/>
                </a:lnTo>
                <a:lnTo>
                  <a:pt x="1646" y="2672"/>
                </a:lnTo>
                <a:lnTo>
                  <a:pt x="1645" y="2671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1" y="2631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1" y="2620"/>
                </a:lnTo>
                <a:lnTo>
                  <a:pt x="1622" y="2620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6"/>
                </a:lnTo>
                <a:lnTo>
                  <a:pt x="1616" y="2616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5" y="2613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3" y="2615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6" y="2618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4" y="2619"/>
                </a:lnTo>
                <a:lnTo>
                  <a:pt x="1593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6" y="2627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3" y="2631"/>
                </a:lnTo>
                <a:lnTo>
                  <a:pt x="1582" y="2631"/>
                </a:lnTo>
                <a:lnTo>
                  <a:pt x="1580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7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8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60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4" y="2610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9" y="2609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4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1" y="2610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6" y="2600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600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7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1" y="2591"/>
                </a:lnTo>
                <a:lnTo>
                  <a:pt x="1471" y="2592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8" y="2593"/>
                </a:lnTo>
                <a:lnTo>
                  <a:pt x="1467" y="2593"/>
                </a:lnTo>
                <a:lnTo>
                  <a:pt x="1466" y="2593"/>
                </a:lnTo>
                <a:lnTo>
                  <a:pt x="1467" y="2594"/>
                </a:lnTo>
                <a:lnTo>
                  <a:pt x="1467" y="2595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2" y="2599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7" y="2599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40" y="2612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8" y="2619"/>
                </a:lnTo>
                <a:lnTo>
                  <a:pt x="1437" y="2619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29" y="2629"/>
                </a:lnTo>
                <a:lnTo>
                  <a:pt x="1429" y="2630"/>
                </a:lnTo>
                <a:lnTo>
                  <a:pt x="1428" y="2630"/>
                </a:lnTo>
                <a:lnTo>
                  <a:pt x="1427" y="2630"/>
                </a:lnTo>
                <a:lnTo>
                  <a:pt x="1427" y="2631"/>
                </a:lnTo>
                <a:lnTo>
                  <a:pt x="1426" y="2631"/>
                </a:lnTo>
                <a:lnTo>
                  <a:pt x="1424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8" y="2639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4" y="2646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09" y="2662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6" y="2664"/>
                </a:lnTo>
                <a:lnTo>
                  <a:pt x="1406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7" y="2667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5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3" y="2690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4"/>
                </a:lnTo>
                <a:lnTo>
                  <a:pt x="1399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2" y="2680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8" y="2669"/>
                </a:lnTo>
                <a:lnTo>
                  <a:pt x="1378" y="2668"/>
                </a:lnTo>
                <a:lnTo>
                  <a:pt x="1377" y="2668"/>
                </a:lnTo>
                <a:lnTo>
                  <a:pt x="1377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7" y="2663"/>
                </a:lnTo>
                <a:lnTo>
                  <a:pt x="1377" y="2662"/>
                </a:lnTo>
                <a:lnTo>
                  <a:pt x="1376" y="2662"/>
                </a:lnTo>
                <a:lnTo>
                  <a:pt x="1377" y="2662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58"/>
                </a:lnTo>
                <a:lnTo>
                  <a:pt x="1379" y="2658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79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4" y="2643"/>
                </a:lnTo>
                <a:lnTo>
                  <a:pt x="1385" y="2642"/>
                </a:lnTo>
                <a:lnTo>
                  <a:pt x="1385" y="2641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5" y="2637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7" y="2631"/>
                </a:lnTo>
                <a:lnTo>
                  <a:pt x="1387" y="2630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8"/>
                </a:lnTo>
                <a:lnTo>
                  <a:pt x="1371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5" y="2605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3" y="2605"/>
                </a:lnTo>
                <a:lnTo>
                  <a:pt x="1363" y="2606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3"/>
                </a:lnTo>
                <a:lnTo>
                  <a:pt x="1355" y="2613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50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9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9"/>
                </a:lnTo>
                <a:lnTo>
                  <a:pt x="1336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20"/>
                </a:lnTo>
                <a:lnTo>
                  <a:pt x="1327" y="2620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2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7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8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8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1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90" y="2625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5" y="2631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3" y="2634"/>
                </a:lnTo>
                <a:lnTo>
                  <a:pt x="1283" y="2635"/>
                </a:lnTo>
                <a:lnTo>
                  <a:pt x="1283" y="2636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1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31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2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1" y="2618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4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7" y="2626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3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5"/>
                </a:lnTo>
                <a:lnTo>
                  <a:pt x="1146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6" y="2607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5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8" y="2624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5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6" y="2624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5" y="2616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6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4" y="2590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90"/>
                </a:lnTo>
                <a:lnTo>
                  <a:pt x="1091" y="2590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8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8" y="2585"/>
                </a:lnTo>
                <a:lnTo>
                  <a:pt x="1067" y="2585"/>
                </a:lnTo>
                <a:lnTo>
                  <a:pt x="1066" y="2585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7" y="2578"/>
                </a:lnTo>
                <a:lnTo>
                  <a:pt x="1048" y="2578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4" y="2561"/>
                </a:lnTo>
                <a:lnTo>
                  <a:pt x="1054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3" y="2559"/>
                </a:lnTo>
                <a:lnTo>
                  <a:pt x="1053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3" y="2557"/>
                </a:lnTo>
                <a:lnTo>
                  <a:pt x="1053" y="2556"/>
                </a:lnTo>
                <a:lnTo>
                  <a:pt x="1052" y="2556"/>
                </a:lnTo>
                <a:lnTo>
                  <a:pt x="1052" y="2555"/>
                </a:lnTo>
                <a:lnTo>
                  <a:pt x="1053" y="2555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6" y="2554"/>
                </a:lnTo>
                <a:lnTo>
                  <a:pt x="1036" y="2555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2" y="2556"/>
                </a:lnTo>
                <a:lnTo>
                  <a:pt x="1032" y="2555"/>
                </a:lnTo>
                <a:lnTo>
                  <a:pt x="1031" y="2555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6" y="2557"/>
                </a:lnTo>
                <a:lnTo>
                  <a:pt x="1025" y="2557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2" y="2557"/>
                </a:lnTo>
                <a:lnTo>
                  <a:pt x="1022" y="2556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8" y="2554"/>
                </a:lnTo>
                <a:lnTo>
                  <a:pt x="1017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2" y="2552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5" y="2544"/>
                </a:lnTo>
                <a:lnTo>
                  <a:pt x="1005" y="2543"/>
                </a:lnTo>
                <a:lnTo>
                  <a:pt x="1005" y="2542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8" y="2541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3" y="2540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8" y="2538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7" y="2536"/>
                </a:lnTo>
                <a:lnTo>
                  <a:pt x="987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5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7" y="2528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3" y="2526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1" y="2524"/>
                </a:lnTo>
                <a:lnTo>
                  <a:pt x="970" y="2524"/>
                </a:lnTo>
                <a:lnTo>
                  <a:pt x="970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7" y="2509"/>
                </a:lnTo>
                <a:lnTo>
                  <a:pt x="967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4" y="2505"/>
                </a:lnTo>
                <a:lnTo>
                  <a:pt x="964" y="2504"/>
                </a:lnTo>
                <a:lnTo>
                  <a:pt x="964" y="2503"/>
                </a:lnTo>
                <a:lnTo>
                  <a:pt x="965" y="2503"/>
                </a:lnTo>
                <a:lnTo>
                  <a:pt x="965" y="2502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2" y="2494"/>
                </a:lnTo>
                <a:lnTo>
                  <a:pt x="961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3" y="2493"/>
                </a:lnTo>
                <a:lnTo>
                  <a:pt x="964" y="2493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5" y="2490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2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8" y="2486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50" y="2484"/>
                </a:lnTo>
                <a:lnTo>
                  <a:pt x="949" y="2484"/>
                </a:lnTo>
                <a:lnTo>
                  <a:pt x="949" y="2485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8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9" y="2487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6" y="2496"/>
                </a:lnTo>
                <a:lnTo>
                  <a:pt x="915" y="2496"/>
                </a:lnTo>
                <a:lnTo>
                  <a:pt x="915" y="2497"/>
                </a:lnTo>
                <a:lnTo>
                  <a:pt x="914" y="2497"/>
                </a:lnTo>
                <a:lnTo>
                  <a:pt x="914" y="2498"/>
                </a:lnTo>
                <a:lnTo>
                  <a:pt x="913" y="2498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3" y="2490"/>
                </a:lnTo>
                <a:lnTo>
                  <a:pt x="904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9" y="2486"/>
                </a:lnTo>
                <a:lnTo>
                  <a:pt x="898" y="2486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6" y="2480"/>
                </a:lnTo>
                <a:lnTo>
                  <a:pt x="897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4" y="2475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5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2" y="2471"/>
                </a:lnTo>
                <a:lnTo>
                  <a:pt x="891" y="2471"/>
                </a:lnTo>
                <a:lnTo>
                  <a:pt x="891" y="2470"/>
                </a:lnTo>
                <a:lnTo>
                  <a:pt x="890" y="2470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4" y="2463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1" y="2461"/>
                </a:lnTo>
                <a:lnTo>
                  <a:pt x="880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1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7" y="2446"/>
                </a:lnTo>
                <a:lnTo>
                  <a:pt x="856" y="2446"/>
                </a:lnTo>
                <a:lnTo>
                  <a:pt x="855" y="2445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2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30" y="2436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0" y="2428"/>
                </a:lnTo>
                <a:lnTo>
                  <a:pt x="830" y="2427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6" y="2416"/>
                </a:lnTo>
                <a:lnTo>
                  <a:pt x="816" y="2415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1" y="2417"/>
                </a:lnTo>
                <a:lnTo>
                  <a:pt x="811" y="2416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8" y="2414"/>
                </a:lnTo>
                <a:lnTo>
                  <a:pt x="807" y="2414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9" y="2409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2" y="2404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7" y="2388"/>
                </a:lnTo>
                <a:lnTo>
                  <a:pt x="777" y="2389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6" y="2383"/>
                </a:lnTo>
                <a:lnTo>
                  <a:pt x="776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4" y="2377"/>
                </a:lnTo>
                <a:lnTo>
                  <a:pt x="763" y="2377"/>
                </a:lnTo>
                <a:lnTo>
                  <a:pt x="762" y="2377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2" y="2371"/>
                </a:lnTo>
                <a:lnTo>
                  <a:pt x="742" y="2370"/>
                </a:lnTo>
                <a:lnTo>
                  <a:pt x="742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7" y="2369"/>
                </a:lnTo>
                <a:lnTo>
                  <a:pt x="727" y="2370"/>
                </a:lnTo>
                <a:lnTo>
                  <a:pt x="726" y="2370"/>
                </a:lnTo>
                <a:lnTo>
                  <a:pt x="726" y="2373"/>
                </a:lnTo>
                <a:lnTo>
                  <a:pt x="726" y="2374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1" y="2373"/>
                </a:lnTo>
                <a:lnTo>
                  <a:pt x="720" y="2373"/>
                </a:lnTo>
                <a:lnTo>
                  <a:pt x="720" y="2372"/>
                </a:lnTo>
                <a:lnTo>
                  <a:pt x="719" y="2372"/>
                </a:lnTo>
                <a:lnTo>
                  <a:pt x="719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5" y="2368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5" y="2372"/>
                </a:lnTo>
                <a:lnTo>
                  <a:pt x="715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3" y="2377"/>
                </a:lnTo>
                <a:lnTo>
                  <a:pt x="712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2" y="2382"/>
                </a:lnTo>
                <a:lnTo>
                  <a:pt x="713" y="2382"/>
                </a:lnTo>
                <a:lnTo>
                  <a:pt x="712" y="2382"/>
                </a:lnTo>
                <a:lnTo>
                  <a:pt x="712" y="2383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1" y="2387"/>
                </a:lnTo>
                <a:lnTo>
                  <a:pt x="711" y="2388"/>
                </a:lnTo>
                <a:lnTo>
                  <a:pt x="712" y="2388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2" y="2395"/>
                </a:lnTo>
                <a:lnTo>
                  <a:pt x="702" y="2396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1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6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1" y="2411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4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4" y="2401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3" y="2398"/>
                </a:lnTo>
                <a:lnTo>
                  <a:pt x="684" y="2398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2" y="2395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9" y="2386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1" y="2385"/>
                </a:lnTo>
                <a:lnTo>
                  <a:pt x="670" y="2385"/>
                </a:lnTo>
                <a:lnTo>
                  <a:pt x="670" y="2384"/>
                </a:lnTo>
                <a:lnTo>
                  <a:pt x="670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5" y="2380"/>
                </a:lnTo>
                <a:lnTo>
                  <a:pt x="664" y="2380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60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4"/>
                </a:lnTo>
                <a:lnTo>
                  <a:pt x="655" y="2373"/>
                </a:lnTo>
                <a:lnTo>
                  <a:pt x="654" y="2373"/>
                </a:lnTo>
                <a:lnTo>
                  <a:pt x="654" y="2372"/>
                </a:lnTo>
                <a:lnTo>
                  <a:pt x="653" y="2372"/>
                </a:lnTo>
                <a:lnTo>
                  <a:pt x="653" y="2371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5"/>
                </a:lnTo>
                <a:lnTo>
                  <a:pt x="641" y="2365"/>
                </a:lnTo>
                <a:lnTo>
                  <a:pt x="641" y="2364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7" y="2364"/>
                </a:lnTo>
                <a:lnTo>
                  <a:pt x="637" y="2365"/>
                </a:lnTo>
                <a:lnTo>
                  <a:pt x="636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6" y="2366"/>
                </a:lnTo>
                <a:lnTo>
                  <a:pt x="635" y="2366"/>
                </a:lnTo>
                <a:lnTo>
                  <a:pt x="635" y="2365"/>
                </a:lnTo>
                <a:lnTo>
                  <a:pt x="635" y="2366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2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0" y="2362"/>
                </a:lnTo>
                <a:lnTo>
                  <a:pt x="630" y="2361"/>
                </a:lnTo>
                <a:lnTo>
                  <a:pt x="629" y="2361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5" y="2359"/>
                </a:lnTo>
                <a:lnTo>
                  <a:pt x="624" y="2359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10" y="2354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4" y="2352"/>
                </a:lnTo>
                <a:lnTo>
                  <a:pt x="603" y="2352"/>
                </a:lnTo>
                <a:lnTo>
                  <a:pt x="602" y="2352"/>
                </a:lnTo>
                <a:lnTo>
                  <a:pt x="602" y="2353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4" y="2324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3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8" y="2311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1" y="2304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6" y="2307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6" y="2311"/>
                </a:lnTo>
                <a:lnTo>
                  <a:pt x="526" y="2312"/>
                </a:lnTo>
                <a:lnTo>
                  <a:pt x="526" y="2313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8" y="2309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8"/>
                </a:lnTo>
                <a:lnTo>
                  <a:pt x="502" y="2308"/>
                </a:lnTo>
                <a:lnTo>
                  <a:pt x="503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90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2"/>
                </a:lnTo>
                <a:lnTo>
                  <a:pt x="486" y="2282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5" y="2269"/>
                </a:lnTo>
                <a:lnTo>
                  <a:pt x="475" y="2268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2" y="2256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1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1" y="2204"/>
                </a:lnTo>
                <a:lnTo>
                  <a:pt x="460" y="2204"/>
                </a:lnTo>
                <a:lnTo>
                  <a:pt x="459" y="2204"/>
                </a:lnTo>
                <a:lnTo>
                  <a:pt x="460" y="2204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61" y="2202"/>
                </a:lnTo>
                <a:lnTo>
                  <a:pt x="461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8" y="2201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9" y="2183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2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9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9" y="2162"/>
                </a:lnTo>
                <a:lnTo>
                  <a:pt x="448" y="2162"/>
                </a:lnTo>
                <a:lnTo>
                  <a:pt x="449" y="2162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6" y="2166"/>
                </a:lnTo>
                <a:lnTo>
                  <a:pt x="506" y="2165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8" y="2160"/>
                </a:lnTo>
                <a:lnTo>
                  <a:pt x="508" y="2159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3" y="2155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4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3" y="2142"/>
                </a:lnTo>
                <a:lnTo>
                  <a:pt x="523" y="2141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3" y="2048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5" y="2021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9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5" y="2014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9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4" y="1986"/>
                </a:lnTo>
                <a:lnTo>
                  <a:pt x="484" y="1985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1" y="1981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4" y="1974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8" y="1965"/>
                </a:lnTo>
                <a:lnTo>
                  <a:pt x="488" y="1966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5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7" y="1946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8" y="1929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3"/>
                </a:lnTo>
                <a:lnTo>
                  <a:pt x="407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8"/>
                </a:lnTo>
                <a:lnTo>
                  <a:pt x="407" y="1866"/>
                </a:lnTo>
                <a:lnTo>
                  <a:pt x="407" y="1863"/>
                </a:lnTo>
                <a:lnTo>
                  <a:pt x="409" y="1862"/>
                </a:lnTo>
                <a:lnTo>
                  <a:pt x="410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3" y="1851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2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2" y="1853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4" y="1852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2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9" y="1846"/>
                </a:lnTo>
                <a:lnTo>
                  <a:pt x="338" y="1846"/>
                </a:lnTo>
                <a:lnTo>
                  <a:pt x="337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9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9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9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6" y="1812"/>
                </a:lnTo>
                <a:lnTo>
                  <a:pt x="265" y="1812"/>
                </a:lnTo>
                <a:lnTo>
                  <a:pt x="265" y="1813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3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8" y="1815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40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3" y="1793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1" y="1784"/>
                </a:lnTo>
                <a:lnTo>
                  <a:pt x="223" y="1783"/>
                </a:lnTo>
                <a:lnTo>
                  <a:pt x="223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5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2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30" y="1771"/>
                </a:lnTo>
                <a:lnTo>
                  <a:pt x="229" y="1770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5" y="1762"/>
                </a:lnTo>
                <a:lnTo>
                  <a:pt x="225" y="1761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9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3" y="1745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8" y="1733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8" y="1725"/>
                </a:lnTo>
                <a:lnTo>
                  <a:pt x="207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8" y="1719"/>
                </a:lnTo>
                <a:lnTo>
                  <a:pt x="187" y="1719"/>
                </a:lnTo>
                <a:lnTo>
                  <a:pt x="184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4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6"/>
                </a:lnTo>
                <a:lnTo>
                  <a:pt x="174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2" y="1697"/>
                </a:lnTo>
                <a:lnTo>
                  <a:pt x="151" y="1697"/>
                </a:lnTo>
                <a:lnTo>
                  <a:pt x="151" y="1696"/>
                </a:lnTo>
                <a:lnTo>
                  <a:pt x="151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2" y="1690"/>
                </a:lnTo>
                <a:lnTo>
                  <a:pt x="101" y="1690"/>
                </a:lnTo>
                <a:lnTo>
                  <a:pt x="101" y="1691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8"/>
                </a:lnTo>
                <a:lnTo>
                  <a:pt x="90" y="1687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80"/>
                </a:lnTo>
                <a:lnTo>
                  <a:pt x="88" y="1679"/>
                </a:lnTo>
                <a:lnTo>
                  <a:pt x="89" y="1679"/>
                </a:lnTo>
                <a:lnTo>
                  <a:pt x="90" y="1679"/>
                </a:lnTo>
                <a:lnTo>
                  <a:pt x="90" y="1678"/>
                </a:lnTo>
                <a:lnTo>
                  <a:pt x="90" y="1677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0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4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0" y="1667"/>
                </a:lnTo>
                <a:lnTo>
                  <a:pt x="132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8" y="1649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9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5"/>
                </a:lnTo>
                <a:lnTo>
                  <a:pt x="106" y="1534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1"/>
                </a:lnTo>
                <a:lnTo>
                  <a:pt x="96" y="1531"/>
                </a:lnTo>
                <a:lnTo>
                  <a:pt x="95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90" y="1528"/>
                </a:lnTo>
                <a:lnTo>
                  <a:pt x="88" y="1528"/>
                </a:lnTo>
                <a:lnTo>
                  <a:pt x="86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5"/>
                </a:lnTo>
                <a:lnTo>
                  <a:pt x="57" y="1526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2" y="1533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4" y="1534"/>
                </a:lnTo>
                <a:lnTo>
                  <a:pt x="33" y="1534"/>
                </a:lnTo>
                <a:lnTo>
                  <a:pt x="32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9"/>
                </a:lnTo>
                <a:lnTo>
                  <a:pt x="21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7"/>
                </a:lnTo>
                <a:lnTo>
                  <a:pt x="26" y="1498"/>
                </a:lnTo>
                <a:lnTo>
                  <a:pt x="27" y="1498"/>
                </a:lnTo>
                <a:lnTo>
                  <a:pt x="28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4" y="1489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20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9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9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40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3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6"/>
                </a:lnTo>
                <a:lnTo>
                  <a:pt x="38" y="1395"/>
                </a:lnTo>
                <a:lnTo>
                  <a:pt x="39" y="1394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7" y="1380"/>
                </a:lnTo>
                <a:lnTo>
                  <a:pt x="48" y="1380"/>
                </a:lnTo>
                <a:lnTo>
                  <a:pt x="49" y="1379"/>
                </a:lnTo>
                <a:lnTo>
                  <a:pt x="50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8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4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5" y="1355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2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5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1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3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5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7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3" y="1325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9" y="1356"/>
                </a:lnTo>
                <a:lnTo>
                  <a:pt x="199" y="1357"/>
                </a:lnTo>
                <a:lnTo>
                  <a:pt x="199" y="1358"/>
                </a:lnTo>
                <a:lnTo>
                  <a:pt x="198" y="1358"/>
                </a:lnTo>
                <a:lnTo>
                  <a:pt x="198" y="1359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7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4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8" y="1348"/>
                </a:lnTo>
                <a:lnTo>
                  <a:pt x="239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6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5" y="1349"/>
                </a:lnTo>
                <a:lnTo>
                  <a:pt x="255" y="1350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4"/>
                </a:lnTo>
                <a:lnTo>
                  <a:pt x="256" y="1353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80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6" y="1318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2"/>
                </a:lnTo>
                <a:lnTo>
                  <a:pt x="284" y="1311"/>
                </a:lnTo>
                <a:lnTo>
                  <a:pt x="285" y="1310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4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0"/>
                </a:lnTo>
                <a:lnTo>
                  <a:pt x="326" y="1281"/>
                </a:lnTo>
                <a:lnTo>
                  <a:pt x="326" y="1282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7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2" y="1284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4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4"/>
                </a:lnTo>
                <a:lnTo>
                  <a:pt x="418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5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5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8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9" y="1200"/>
                </a:lnTo>
                <a:lnTo>
                  <a:pt x="540" y="1200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5"/>
                </a:lnTo>
                <a:lnTo>
                  <a:pt x="566" y="1194"/>
                </a:lnTo>
                <a:lnTo>
                  <a:pt x="567" y="1193"/>
                </a:lnTo>
                <a:lnTo>
                  <a:pt x="568" y="1192"/>
                </a:lnTo>
                <a:lnTo>
                  <a:pt x="568" y="1191"/>
                </a:lnTo>
                <a:lnTo>
                  <a:pt x="569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3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5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9" y="1169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1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10" y="1161"/>
                </a:lnTo>
                <a:lnTo>
                  <a:pt x="611" y="1161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5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9" y="1131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6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6" y="1099"/>
                </a:lnTo>
                <a:lnTo>
                  <a:pt x="615" y="1099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4"/>
                </a:lnTo>
                <a:lnTo>
                  <a:pt x="632" y="1094"/>
                </a:lnTo>
                <a:lnTo>
                  <a:pt x="632" y="1095"/>
                </a:lnTo>
                <a:lnTo>
                  <a:pt x="633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0" y="1092"/>
                </a:lnTo>
                <a:lnTo>
                  <a:pt x="640" y="1091"/>
                </a:lnTo>
                <a:lnTo>
                  <a:pt x="638" y="1089"/>
                </a:lnTo>
                <a:lnTo>
                  <a:pt x="637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8"/>
                </a:lnTo>
                <a:lnTo>
                  <a:pt x="629" y="1087"/>
                </a:lnTo>
                <a:lnTo>
                  <a:pt x="628" y="1087"/>
                </a:lnTo>
                <a:lnTo>
                  <a:pt x="627" y="1086"/>
                </a:lnTo>
                <a:lnTo>
                  <a:pt x="626" y="1086"/>
                </a:lnTo>
                <a:lnTo>
                  <a:pt x="626" y="1085"/>
                </a:lnTo>
                <a:lnTo>
                  <a:pt x="625" y="1085"/>
                </a:lnTo>
                <a:lnTo>
                  <a:pt x="624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5" y="1075"/>
                </a:lnTo>
                <a:lnTo>
                  <a:pt x="626" y="1075"/>
                </a:lnTo>
                <a:lnTo>
                  <a:pt x="628" y="1075"/>
                </a:lnTo>
                <a:lnTo>
                  <a:pt x="629" y="1075"/>
                </a:lnTo>
                <a:lnTo>
                  <a:pt x="632" y="1073"/>
                </a:lnTo>
                <a:lnTo>
                  <a:pt x="634" y="1072"/>
                </a:lnTo>
                <a:lnTo>
                  <a:pt x="636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2" y="1068"/>
                </a:lnTo>
                <a:lnTo>
                  <a:pt x="643" y="1067"/>
                </a:lnTo>
                <a:lnTo>
                  <a:pt x="644" y="1067"/>
                </a:lnTo>
                <a:lnTo>
                  <a:pt x="646" y="1067"/>
                </a:lnTo>
                <a:lnTo>
                  <a:pt x="647" y="1067"/>
                </a:lnTo>
                <a:lnTo>
                  <a:pt x="649" y="1067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7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0"/>
                </a:lnTo>
                <a:lnTo>
                  <a:pt x="657" y="1057"/>
                </a:lnTo>
                <a:lnTo>
                  <a:pt x="656" y="1057"/>
                </a:lnTo>
                <a:lnTo>
                  <a:pt x="656" y="1056"/>
                </a:lnTo>
                <a:lnTo>
                  <a:pt x="655" y="1055"/>
                </a:lnTo>
                <a:lnTo>
                  <a:pt x="655" y="1053"/>
                </a:lnTo>
                <a:lnTo>
                  <a:pt x="656" y="1052"/>
                </a:lnTo>
                <a:lnTo>
                  <a:pt x="656" y="1051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51" y="1050"/>
                </a:lnTo>
                <a:lnTo>
                  <a:pt x="649" y="1050"/>
                </a:lnTo>
                <a:lnTo>
                  <a:pt x="649" y="1049"/>
                </a:lnTo>
                <a:lnTo>
                  <a:pt x="648" y="1049"/>
                </a:lnTo>
                <a:lnTo>
                  <a:pt x="648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50" y="1045"/>
                </a:lnTo>
                <a:lnTo>
                  <a:pt x="651" y="1043"/>
                </a:lnTo>
                <a:lnTo>
                  <a:pt x="652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3" y="1037"/>
                </a:lnTo>
                <a:lnTo>
                  <a:pt x="654" y="1037"/>
                </a:lnTo>
                <a:lnTo>
                  <a:pt x="654" y="1036"/>
                </a:lnTo>
                <a:lnTo>
                  <a:pt x="654" y="1032"/>
                </a:lnTo>
                <a:lnTo>
                  <a:pt x="648" y="1023"/>
                </a:lnTo>
                <a:lnTo>
                  <a:pt x="641" y="1012"/>
                </a:lnTo>
                <a:lnTo>
                  <a:pt x="633" y="998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7"/>
                </a:lnTo>
                <a:lnTo>
                  <a:pt x="629" y="986"/>
                </a:lnTo>
                <a:lnTo>
                  <a:pt x="629" y="985"/>
                </a:lnTo>
                <a:lnTo>
                  <a:pt x="630" y="985"/>
                </a:lnTo>
                <a:lnTo>
                  <a:pt x="630" y="984"/>
                </a:lnTo>
                <a:lnTo>
                  <a:pt x="629" y="984"/>
                </a:lnTo>
                <a:lnTo>
                  <a:pt x="629" y="983"/>
                </a:lnTo>
                <a:lnTo>
                  <a:pt x="628" y="983"/>
                </a:lnTo>
                <a:lnTo>
                  <a:pt x="628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6"/>
                </a:lnTo>
                <a:lnTo>
                  <a:pt x="627" y="975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4" y="970"/>
                </a:lnTo>
                <a:lnTo>
                  <a:pt x="623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3" y="950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1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30"/>
                </a:lnTo>
                <a:lnTo>
                  <a:pt x="618" y="929"/>
                </a:lnTo>
                <a:lnTo>
                  <a:pt x="619" y="928"/>
                </a:lnTo>
                <a:lnTo>
                  <a:pt x="620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8"/>
                </a:lnTo>
                <a:lnTo>
                  <a:pt x="614" y="907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3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3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7" y="874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2" y="872"/>
                </a:lnTo>
                <a:lnTo>
                  <a:pt x="623" y="871"/>
                </a:lnTo>
                <a:lnTo>
                  <a:pt x="624" y="870"/>
                </a:lnTo>
                <a:lnTo>
                  <a:pt x="625" y="869"/>
                </a:lnTo>
                <a:lnTo>
                  <a:pt x="626" y="869"/>
                </a:lnTo>
                <a:lnTo>
                  <a:pt x="626" y="867"/>
                </a:lnTo>
                <a:lnTo>
                  <a:pt x="628" y="866"/>
                </a:lnTo>
                <a:lnTo>
                  <a:pt x="630" y="864"/>
                </a:lnTo>
                <a:lnTo>
                  <a:pt x="631" y="864"/>
                </a:lnTo>
                <a:lnTo>
                  <a:pt x="631" y="865"/>
                </a:lnTo>
                <a:lnTo>
                  <a:pt x="632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6" y="866"/>
                </a:lnTo>
                <a:lnTo>
                  <a:pt x="637" y="866"/>
                </a:lnTo>
                <a:lnTo>
                  <a:pt x="639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5"/>
                </a:lnTo>
                <a:lnTo>
                  <a:pt x="644" y="865"/>
                </a:lnTo>
                <a:lnTo>
                  <a:pt x="648" y="864"/>
                </a:lnTo>
                <a:lnTo>
                  <a:pt x="649" y="863"/>
                </a:lnTo>
                <a:lnTo>
                  <a:pt x="650" y="863"/>
                </a:lnTo>
                <a:lnTo>
                  <a:pt x="651" y="862"/>
                </a:lnTo>
                <a:lnTo>
                  <a:pt x="652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59"/>
                </a:lnTo>
                <a:lnTo>
                  <a:pt x="652" y="860"/>
                </a:lnTo>
                <a:lnTo>
                  <a:pt x="653" y="860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5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60"/>
                </a:lnTo>
                <a:lnTo>
                  <a:pt x="674" y="860"/>
                </a:lnTo>
                <a:lnTo>
                  <a:pt x="675" y="861"/>
                </a:lnTo>
                <a:lnTo>
                  <a:pt x="676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2" y="859"/>
                </a:lnTo>
                <a:lnTo>
                  <a:pt x="683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6"/>
                </a:lnTo>
                <a:lnTo>
                  <a:pt x="686" y="855"/>
                </a:lnTo>
                <a:lnTo>
                  <a:pt x="687" y="854"/>
                </a:lnTo>
                <a:lnTo>
                  <a:pt x="688" y="855"/>
                </a:lnTo>
                <a:lnTo>
                  <a:pt x="689" y="855"/>
                </a:lnTo>
                <a:lnTo>
                  <a:pt x="690" y="855"/>
                </a:lnTo>
                <a:lnTo>
                  <a:pt x="690" y="856"/>
                </a:lnTo>
                <a:lnTo>
                  <a:pt x="691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4"/>
                </a:lnTo>
                <a:lnTo>
                  <a:pt x="693" y="853"/>
                </a:lnTo>
                <a:lnTo>
                  <a:pt x="695" y="853"/>
                </a:lnTo>
                <a:lnTo>
                  <a:pt x="696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1" y="853"/>
                </a:lnTo>
                <a:lnTo>
                  <a:pt x="702" y="852"/>
                </a:lnTo>
                <a:lnTo>
                  <a:pt x="704" y="851"/>
                </a:lnTo>
                <a:lnTo>
                  <a:pt x="705" y="851"/>
                </a:lnTo>
                <a:lnTo>
                  <a:pt x="707" y="850"/>
                </a:lnTo>
                <a:lnTo>
                  <a:pt x="708" y="850"/>
                </a:lnTo>
                <a:lnTo>
                  <a:pt x="710" y="851"/>
                </a:lnTo>
                <a:lnTo>
                  <a:pt x="710" y="850"/>
                </a:lnTo>
                <a:lnTo>
                  <a:pt x="711" y="850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49"/>
                </a:lnTo>
                <a:lnTo>
                  <a:pt x="716" y="850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1" y="849"/>
                </a:lnTo>
                <a:lnTo>
                  <a:pt x="721" y="848"/>
                </a:lnTo>
                <a:lnTo>
                  <a:pt x="723" y="848"/>
                </a:lnTo>
                <a:lnTo>
                  <a:pt x="724" y="848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8" y="845"/>
                </a:lnTo>
                <a:lnTo>
                  <a:pt x="728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5" y="840"/>
                </a:lnTo>
                <a:lnTo>
                  <a:pt x="736" y="841"/>
                </a:lnTo>
                <a:lnTo>
                  <a:pt x="737" y="841"/>
                </a:lnTo>
                <a:lnTo>
                  <a:pt x="738" y="840"/>
                </a:lnTo>
                <a:lnTo>
                  <a:pt x="739" y="839"/>
                </a:lnTo>
                <a:lnTo>
                  <a:pt x="740" y="840"/>
                </a:lnTo>
                <a:lnTo>
                  <a:pt x="741" y="840"/>
                </a:lnTo>
                <a:lnTo>
                  <a:pt x="742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6" y="838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1"/>
                </a:lnTo>
                <a:lnTo>
                  <a:pt x="751" y="843"/>
                </a:lnTo>
                <a:lnTo>
                  <a:pt x="751" y="844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9" y="853"/>
                </a:lnTo>
                <a:lnTo>
                  <a:pt x="760" y="853"/>
                </a:lnTo>
                <a:lnTo>
                  <a:pt x="762" y="853"/>
                </a:lnTo>
                <a:lnTo>
                  <a:pt x="763" y="853"/>
                </a:lnTo>
                <a:lnTo>
                  <a:pt x="765" y="853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70" y="851"/>
                </a:lnTo>
                <a:lnTo>
                  <a:pt x="771" y="851"/>
                </a:lnTo>
                <a:lnTo>
                  <a:pt x="772" y="851"/>
                </a:lnTo>
                <a:lnTo>
                  <a:pt x="774" y="851"/>
                </a:lnTo>
                <a:lnTo>
                  <a:pt x="774" y="852"/>
                </a:lnTo>
                <a:lnTo>
                  <a:pt x="774" y="854"/>
                </a:lnTo>
                <a:lnTo>
                  <a:pt x="775" y="855"/>
                </a:lnTo>
                <a:lnTo>
                  <a:pt x="776" y="856"/>
                </a:lnTo>
                <a:lnTo>
                  <a:pt x="777" y="856"/>
                </a:lnTo>
                <a:lnTo>
                  <a:pt x="778" y="855"/>
                </a:lnTo>
                <a:lnTo>
                  <a:pt x="779" y="855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5" y="853"/>
                </a:lnTo>
                <a:lnTo>
                  <a:pt x="787" y="853"/>
                </a:lnTo>
                <a:lnTo>
                  <a:pt x="789" y="853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10" y="859"/>
                </a:lnTo>
                <a:lnTo>
                  <a:pt x="816" y="857"/>
                </a:lnTo>
                <a:lnTo>
                  <a:pt x="819" y="854"/>
                </a:lnTo>
                <a:lnTo>
                  <a:pt x="820" y="842"/>
                </a:lnTo>
                <a:lnTo>
                  <a:pt x="817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90" y="814"/>
                </a:lnTo>
                <a:lnTo>
                  <a:pt x="792" y="811"/>
                </a:lnTo>
                <a:lnTo>
                  <a:pt x="792" y="810"/>
                </a:lnTo>
                <a:lnTo>
                  <a:pt x="792" y="806"/>
                </a:lnTo>
                <a:lnTo>
                  <a:pt x="792" y="804"/>
                </a:lnTo>
                <a:lnTo>
                  <a:pt x="792" y="803"/>
                </a:lnTo>
                <a:lnTo>
                  <a:pt x="795" y="800"/>
                </a:lnTo>
                <a:lnTo>
                  <a:pt x="796" y="799"/>
                </a:lnTo>
                <a:lnTo>
                  <a:pt x="797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7" y="790"/>
                </a:lnTo>
                <a:lnTo>
                  <a:pt x="797" y="789"/>
                </a:lnTo>
                <a:lnTo>
                  <a:pt x="796" y="788"/>
                </a:lnTo>
                <a:lnTo>
                  <a:pt x="796" y="787"/>
                </a:lnTo>
                <a:lnTo>
                  <a:pt x="797" y="786"/>
                </a:lnTo>
                <a:lnTo>
                  <a:pt x="797" y="785"/>
                </a:lnTo>
                <a:lnTo>
                  <a:pt x="797" y="781"/>
                </a:lnTo>
                <a:lnTo>
                  <a:pt x="800" y="779"/>
                </a:lnTo>
                <a:lnTo>
                  <a:pt x="802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3" y="758"/>
                </a:lnTo>
                <a:lnTo>
                  <a:pt x="821" y="745"/>
                </a:lnTo>
                <a:lnTo>
                  <a:pt x="832" y="724"/>
                </a:lnTo>
                <a:lnTo>
                  <a:pt x="836" y="714"/>
                </a:lnTo>
                <a:lnTo>
                  <a:pt x="837" y="706"/>
                </a:lnTo>
                <a:lnTo>
                  <a:pt x="841" y="696"/>
                </a:lnTo>
                <a:lnTo>
                  <a:pt x="845" y="693"/>
                </a:lnTo>
                <a:lnTo>
                  <a:pt x="845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1" y="672"/>
                </a:lnTo>
                <a:lnTo>
                  <a:pt x="851" y="671"/>
                </a:lnTo>
                <a:lnTo>
                  <a:pt x="853" y="669"/>
                </a:lnTo>
                <a:lnTo>
                  <a:pt x="854" y="668"/>
                </a:lnTo>
                <a:lnTo>
                  <a:pt x="855" y="666"/>
                </a:lnTo>
                <a:lnTo>
                  <a:pt x="856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8" y="659"/>
                </a:lnTo>
                <a:lnTo>
                  <a:pt x="858" y="658"/>
                </a:lnTo>
                <a:lnTo>
                  <a:pt x="858" y="657"/>
                </a:lnTo>
                <a:lnTo>
                  <a:pt x="859" y="655"/>
                </a:lnTo>
                <a:lnTo>
                  <a:pt x="859" y="654"/>
                </a:lnTo>
                <a:lnTo>
                  <a:pt x="859" y="652"/>
                </a:lnTo>
                <a:lnTo>
                  <a:pt x="858" y="651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49"/>
                </a:lnTo>
                <a:lnTo>
                  <a:pt x="865" y="649"/>
                </a:lnTo>
                <a:lnTo>
                  <a:pt x="866" y="650"/>
                </a:lnTo>
                <a:lnTo>
                  <a:pt x="867" y="649"/>
                </a:lnTo>
                <a:lnTo>
                  <a:pt x="868" y="649"/>
                </a:lnTo>
                <a:lnTo>
                  <a:pt x="869" y="648"/>
                </a:lnTo>
                <a:lnTo>
                  <a:pt x="870" y="648"/>
                </a:lnTo>
                <a:lnTo>
                  <a:pt x="870" y="649"/>
                </a:lnTo>
                <a:lnTo>
                  <a:pt x="871" y="650"/>
                </a:lnTo>
                <a:lnTo>
                  <a:pt x="873" y="650"/>
                </a:lnTo>
                <a:lnTo>
                  <a:pt x="874" y="651"/>
                </a:lnTo>
                <a:lnTo>
                  <a:pt x="875" y="651"/>
                </a:lnTo>
                <a:lnTo>
                  <a:pt x="875" y="652"/>
                </a:lnTo>
                <a:lnTo>
                  <a:pt x="876" y="653"/>
                </a:lnTo>
                <a:lnTo>
                  <a:pt x="877" y="653"/>
                </a:lnTo>
                <a:lnTo>
                  <a:pt x="878" y="654"/>
                </a:lnTo>
                <a:lnTo>
                  <a:pt x="880" y="655"/>
                </a:lnTo>
                <a:lnTo>
                  <a:pt x="882" y="655"/>
                </a:lnTo>
                <a:lnTo>
                  <a:pt x="883" y="654"/>
                </a:lnTo>
                <a:lnTo>
                  <a:pt x="884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89" y="656"/>
                </a:lnTo>
                <a:lnTo>
                  <a:pt x="890" y="656"/>
                </a:lnTo>
                <a:lnTo>
                  <a:pt x="891" y="657"/>
                </a:lnTo>
                <a:lnTo>
                  <a:pt x="892" y="657"/>
                </a:lnTo>
                <a:lnTo>
                  <a:pt x="892" y="658"/>
                </a:lnTo>
                <a:lnTo>
                  <a:pt x="893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59"/>
                </a:lnTo>
                <a:lnTo>
                  <a:pt x="898" y="659"/>
                </a:lnTo>
                <a:lnTo>
                  <a:pt x="899" y="660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7" y="666"/>
                </a:lnTo>
                <a:lnTo>
                  <a:pt x="908" y="666"/>
                </a:lnTo>
                <a:lnTo>
                  <a:pt x="909" y="666"/>
                </a:lnTo>
                <a:lnTo>
                  <a:pt x="910" y="667"/>
                </a:lnTo>
                <a:lnTo>
                  <a:pt x="912" y="668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9" y="669"/>
                </a:lnTo>
                <a:lnTo>
                  <a:pt x="919" y="670"/>
                </a:lnTo>
                <a:lnTo>
                  <a:pt x="919" y="671"/>
                </a:lnTo>
                <a:lnTo>
                  <a:pt x="920" y="671"/>
                </a:lnTo>
                <a:lnTo>
                  <a:pt x="921" y="671"/>
                </a:lnTo>
                <a:lnTo>
                  <a:pt x="921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1"/>
                </a:lnTo>
                <a:lnTo>
                  <a:pt x="928" y="671"/>
                </a:lnTo>
                <a:lnTo>
                  <a:pt x="929" y="671"/>
                </a:lnTo>
                <a:lnTo>
                  <a:pt x="931" y="672"/>
                </a:lnTo>
                <a:lnTo>
                  <a:pt x="932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5"/>
                </a:lnTo>
                <a:lnTo>
                  <a:pt x="939" y="676"/>
                </a:lnTo>
                <a:lnTo>
                  <a:pt x="940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3"/>
                </a:lnTo>
                <a:lnTo>
                  <a:pt x="947" y="674"/>
                </a:lnTo>
                <a:lnTo>
                  <a:pt x="949" y="675"/>
                </a:lnTo>
                <a:lnTo>
                  <a:pt x="952" y="676"/>
                </a:lnTo>
                <a:lnTo>
                  <a:pt x="955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4" y="672"/>
                </a:lnTo>
                <a:lnTo>
                  <a:pt x="965" y="672"/>
                </a:lnTo>
                <a:lnTo>
                  <a:pt x="966" y="672"/>
                </a:lnTo>
                <a:lnTo>
                  <a:pt x="968" y="672"/>
                </a:lnTo>
                <a:lnTo>
                  <a:pt x="968" y="673"/>
                </a:lnTo>
                <a:lnTo>
                  <a:pt x="969" y="673"/>
                </a:lnTo>
                <a:lnTo>
                  <a:pt x="970" y="672"/>
                </a:lnTo>
                <a:lnTo>
                  <a:pt x="971" y="672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2"/>
                </a:lnTo>
                <a:lnTo>
                  <a:pt x="977" y="672"/>
                </a:lnTo>
                <a:lnTo>
                  <a:pt x="978" y="673"/>
                </a:lnTo>
                <a:lnTo>
                  <a:pt x="980" y="673"/>
                </a:lnTo>
                <a:lnTo>
                  <a:pt x="982" y="673"/>
                </a:lnTo>
                <a:lnTo>
                  <a:pt x="984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3"/>
                </a:lnTo>
                <a:lnTo>
                  <a:pt x="989" y="674"/>
                </a:lnTo>
                <a:lnTo>
                  <a:pt x="990" y="674"/>
                </a:lnTo>
                <a:lnTo>
                  <a:pt x="992" y="675"/>
                </a:lnTo>
                <a:lnTo>
                  <a:pt x="993" y="675"/>
                </a:lnTo>
                <a:lnTo>
                  <a:pt x="994" y="675"/>
                </a:lnTo>
                <a:lnTo>
                  <a:pt x="996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2"/>
                </a:lnTo>
                <a:lnTo>
                  <a:pt x="1006" y="673"/>
                </a:lnTo>
                <a:lnTo>
                  <a:pt x="1007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8" y="675"/>
                </a:lnTo>
                <a:lnTo>
                  <a:pt x="1020" y="676"/>
                </a:lnTo>
                <a:lnTo>
                  <a:pt x="1022" y="677"/>
                </a:lnTo>
                <a:lnTo>
                  <a:pt x="1023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8" y="683"/>
                </a:lnTo>
                <a:lnTo>
                  <a:pt x="1029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6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5" y="681"/>
                </a:lnTo>
                <a:lnTo>
                  <a:pt x="1036" y="681"/>
                </a:lnTo>
                <a:lnTo>
                  <a:pt x="1037" y="680"/>
                </a:lnTo>
                <a:lnTo>
                  <a:pt x="1039" y="680"/>
                </a:lnTo>
                <a:lnTo>
                  <a:pt x="1041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9"/>
                </a:lnTo>
                <a:lnTo>
                  <a:pt x="1044" y="678"/>
                </a:lnTo>
                <a:lnTo>
                  <a:pt x="1045" y="677"/>
                </a:lnTo>
                <a:lnTo>
                  <a:pt x="1046" y="675"/>
                </a:lnTo>
                <a:lnTo>
                  <a:pt x="1049" y="674"/>
                </a:lnTo>
                <a:lnTo>
                  <a:pt x="1050" y="673"/>
                </a:lnTo>
                <a:lnTo>
                  <a:pt x="1052" y="673"/>
                </a:lnTo>
                <a:lnTo>
                  <a:pt x="1053" y="672"/>
                </a:lnTo>
                <a:lnTo>
                  <a:pt x="1054" y="670"/>
                </a:lnTo>
                <a:lnTo>
                  <a:pt x="1055" y="668"/>
                </a:lnTo>
                <a:lnTo>
                  <a:pt x="1056" y="667"/>
                </a:lnTo>
                <a:lnTo>
                  <a:pt x="1058" y="667"/>
                </a:lnTo>
                <a:lnTo>
                  <a:pt x="1060" y="667"/>
                </a:lnTo>
                <a:lnTo>
                  <a:pt x="1061" y="667"/>
                </a:lnTo>
                <a:lnTo>
                  <a:pt x="1061" y="666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7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8"/>
                </a:lnTo>
                <a:lnTo>
                  <a:pt x="1072" y="667"/>
                </a:lnTo>
                <a:lnTo>
                  <a:pt x="1073" y="667"/>
                </a:lnTo>
                <a:lnTo>
                  <a:pt x="1075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80" y="667"/>
                </a:lnTo>
                <a:lnTo>
                  <a:pt x="1082" y="667"/>
                </a:lnTo>
                <a:lnTo>
                  <a:pt x="1083" y="667"/>
                </a:lnTo>
                <a:lnTo>
                  <a:pt x="1085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8" y="659"/>
                </a:lnTo>
                <a:lnTo>
                  <a:pt x="1089" y="658"/>
                </a:lnTo>
                <a:lnTo>
                  <a:pt x="1095" y="652"/>
                </a:lnTo>
                <a:lnTo>
                  <a:pt x="1096" y="651"/>
                </a:lnTo>
                <a:lnTo>
                  <a:pt x="1097" y="650"/>
                </a:lnTo>
                <a:lnTo>
                  <a:pt x="1098" y="649"/>
                </a:lnTo>
                <a:lnTo>
                  <a:pt x="1099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7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099" y="632"/>
                </a:lnTo>
                <a:lnTo>
                  <a:pt x="1099" y="630"/>
                </a:lnTo>
                <a:lnTo>
                  <a:pt x="1099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7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4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3" y="622"/>
                </a:lnTo>
                <a:lnTo>
                  <a:pt x="1092" y="621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1" y="608"/>
                </a:lnTo>
                <a:lnTo>
                  <a:pt x="1088" y="588"/>
                </a:lnTo>
                <a:lnTo>
                  <a:pt x="1087" y="576"/>
                </a:lnTo>
                <a:lnTo>
                  <a:pt x="1087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6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9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6" y="545"/>
                </a:lnTo>
                <a:lnTo>
                  <a:pt x="1097" y="545"/>
                </a:lnTo>
                <a:lnTo>
                  <a:pt x="1097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9" y="539"/>
                </a:lnTo>
                <a:lnTo>
                  <a:pt x="1099" y="538"/>
                </a:lnTo>
                <a:lnTo>
                  <a:pt x="1100" y="538"/>
                </a:lnTo>
                <a:lnTo>
                  <a:pt x="1099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3"/>
                </a:lnTo>
                <a:lnTo>
                  <a:pt x="1103" y="532"/>
                </a:lnTo>
                <a:lnTo>
                  <a:pt x="1104" y="530"/>
                </a:lnTo>
                <a:lnTo>
                  <a:pt x="1105" y="530"/>
                </a:lnTo>
                <a:lnTo>
                  <a:pt x="1105" y="529"/>
                </a:lnTo>
                <a:lnTo>
                  <a:pt x="1106" y="529"/>
                </a:lnTo>
                <a:lnTo>
                  <a:pt x="1107" y="528"/>
                </a:lnTo>
                <a:lnTo>
                  <a:pt x="1108" y="528"/>
                </a:lnTo>
                <a:lnTo>
                  <a:pt x="1108" y="527"/>
                </a:lnTo>
                <a:lnTo>
                  <a:pt x="1108" y="528"/>
                </a:lnTo>
                <a:lnTo>
                  <a:pt x="1109" y="528"/>
                </a:lnTo>
                <a:lnTo>
                  <a:pt x="1110" y="527"/>
                </a:lnTo>
                <a:lnTo>
                  <a:pt x="1111" y="527"/>
                </a:lnTo>
                <a:lnTo>
                  <a:pt x="1112" y="527"/>
                </a:lnTo>
                <a:lnTo>
                  <a:pt x="1112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32" y="525"/>
                </a:lnTo>
                <a:lnTo>
                  <a:pt x="1147" y="526"/>
                </a:lnTo>
                <a:lnTo>
                  <a:pt x="1148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19"/>
                </a:lnTo>
                <a:lnTo>
                  <a:pt x="1161" y="519"/>
                </a:lnTo>
                <a:lnTo>
                  <a:pt x="1161" y="520"/>
                </a:lnTo>
                <a:lnTo>
                  <a:pt x="1162" y="520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1" y="514"/>
                </a:lnTo>
                <a:lnTo>
                  <a:pt x="1181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2" y="510"/>
                </a:lnTo>
                <a:lnTo>
                  <a:pt x="1183" y="509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6"/>
                </a:lnTo>
                <a:lnTo>
                  <a:pt x="1186" y="506"/>
                </a:lnTo>
                <a:lnTo>
                  <a:pt x="1187" y="505"/>
                </a:lnTo>
                <a:lnTo>
                  <a:pt x="1189" y="505"/>
                </a:lnTo>
                <a:lnTo>
                  <a:pt x="1189" y="504"/>
                </a:lnTo>
                <a:lnTo>
                  <a:pt x="1190" y="503"/>
                </a:lnTo>
                <a:lnTo>
                  <a:pt x="1190" y="502"/>
                </a:lnTo>
                <a:lnTo>
                  <a:pt x="1191" y="501"/>
                </a:lnTo>
                <a:lnTo>
                  <a:pt x="1193" y="500"/>
                </a:lnTo>
                <a:lnTo>
                  <a:pt x="1195" y="499"/>
                </a:lnTo>
                <a:lnTo>
                  <a:pt x="1196" y="497"/>
                </a:lnTo>
                <a:lnTo>
                  <a:pt x="1196" y="496"/>
                </a:lnTo>
                <a:lnTo>
                  <a:pt x="1197" y="496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8"/>
                </a:lnTo>
                <a:lnTo>
                  <a:pt x="1197" y="487"/>
                </a:lnTo>
                <a:lnTo>
                  <a:pt x="1199" y="486"/>
                </a:lnTo>
                <a:lnTo>
                  <a:pt x="1200" y="485"/>
                </a:lnTo>
                <a:lnTo>
                  <a:pt x="1201" y="485"/>
                </a:lnTo>
                <a:lnTo>
                  <a:pt x="1200" y="485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3"/>
                </a:lnTo>
                <a:lnTo>
                  <a:pt x="1200" y="482"/>
                </a:lnTo>
                <a:lnTo>
                  <a:pt x="1199" y="482"/>
                </a:lnTo>
                <a:lnTo>
                  <a:pt x="1199" y="481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4" y="467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7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2" y="455"/>
                </a:lnTo>
                <a:lnTo>
                  <a:pt x="1213" y="454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3"/>
                </a:lnTo>
                <a:lnTo>
                  <a:pt x="1217" y="453"/>
                </a:lnTo>
                <a:lnTo>
                  <a:pt x="1218" y="454"/>
                </a:lnTo>
                <a:lnTo>
                  <a:pt x="1220" y="454"/>
                </a:lnTo>
                <a:lnTo>
                  <a:pt x="1221" y="454"/>
                </a:lnTo>
                <a:lnTo>
                  <a:pt x="1221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4" y="454"/>
                </a:lnTo>
                <a:lnTo>
                  <a:pt x="1225" y="454"/>
                </a:lnTo>
                <a:lnTo>
                  <a:pt x="1226" y="453"/>
                </a:lnTo>
                <a:lnTo>
                  <a:pt x="1226" y="452"/>
                </a:lnTo>
                <a:lnTo>
                  <a:pt x="1227" y="452"/>
                </a:lnTo>
                <a:lnTo>
                  <a:pt x="1229" y="452"/>
                </a:lnTo>
                <a:lnTo>
                  <a:pt x="1231" y="453"/>
                </a:lnTo>
                <a:lnTo>
                  <a:pt x="1235" y="454"/>
                </a:lnTo>
                <a:lnTo>
                  <a:pt x="1238" y="456"/>
                </a:lnTo>
                <a:lnTo>
                  <a:pt x="1242" y="456"/>
                </a:lnTo>
                <a:lnTo>
                  <a:pt x="1243" y="456"/>
                </a:lnTo>
                <a:lnTo>
                  <a:pt x="1245" y="457"/>
                </a:lnTo>
                <a:lnTo>
                  <a:pt x="1247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2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6" y="460"/>
                </a:lnTo>
                <a:lnTo>
                  <a:pt x="1257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3" y="458"/>
                </a:lnTo>
                <a:lnTo>
                  <a:pt x="1263" y="457"/>
                </a:lnTo>
                <a:lnTo>
                  <a:pt x="1262" y="456"/>
                </a:lnTo>
                <a:lnTo>
                  <a:pt x="1261" y="455"/>
                </a:lnTo>
                <a:lnTo>
                  <a:pt x="1261" y="454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70" y="453"/>
                </a:lnTo>
                <a:lnTo>
                  <a:pt x="1271" y="452"/>
                </a:lnTo>
                <a:lnTo>
                  <a:pt x="1272" y="452"/>
                </a:lnTo>
                <a:lnTo>
                  <a:pt x="1273" y="453"/>
                </a:lnTo>
                <a:lnTo>
                  <a:pt x="1274" y="453"/>
                </a:lnTo>
                <a:lnTo>
                  <a:pt x="1275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9" y="450"/>
                </a:lnTo>
                <a:lnTo>
                  <a:pt x="1280" y="450"/>
                </a:lnTo>
                <a:lnTo>
                  <a:pt x="1281" y="449"/>
                </a:lnTo>
                <a:lnTo>
                  <a:pt x="1283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89" y="449"/>
                </a:lnTo>
                <a:lnTo>
                  <a:pt x="1291" y="450"/>
                </a:lnTo>
                <a:lnTo>
                  <a:pt x="1290" y="452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3" y="454"/>
                </a:lnTo>
                <a:lnTo>
                  <a:pt x="1294" y="454"/>
                </a:lnTo>
                <a:lnTo>
                  <a:pt x="1294" y="455"/>
                </a:lnTo>
                <a:lnTo>
                  <a:pt x="1295" y="456"/>
                </a:lnTo>
                <a:lnTo>
                  <a:pt x="1295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3" y="460"/>
                </a:lnTo>
                <a:lnTo>
                  <a:pt x="1294" y="461"/>
                </a:lnTo>
                <a:lnTo>
                  <a:pt x="1293" y="461"/>
                </a:lnTo>
                <a:lnTo>
                  <a:pt x="1293" y="462"/>
                </a:lnTo>
                <a:lnTo>
                  <a:pt x="1292" y="462"/>
                </a:lnTo>
                <a:lnTo>
                  <a:pt x="1292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9"/>
                </a:lnTo>
                <a:lnTo>
                  <a:pt x="1298" y="469"/>
                </a:lnTo>
                <a:lnTo>
                  <a:pt x="1298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3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90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5"/>
                </a:lnTo>
                <a:lnTo>
                  <a:pt x="1285" y="476"/>
                </a:lnTo>
                <a:lnTo>
                  <a:pt x="1285" y="477"/>
                </a:lnTo>
                <a:lnTo>
                  <a:pt x="1285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5" y="481"/>
                </a:lnTo>
                <a:lnTo>
                  <a:pt x="1287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88" y="484"/>
                </a:lnTo>
                <a:lnTo>
                  <a:pt x="1290" y="484"/>
                </a:lnTo>
                <a:lnTo>
                  <a:pt x="1291" y="485"/>
                </a:lnTo>
                <a:lnTo>
                  <a:pt x="1291" y="486"/>
                </a:lnTo>
                <a:lnTo>
                  <a:pt x="1289" y="486"/>
                </a:lnTo>
                <a:lnTo>
                  <a:pt x="1289" y="487"/>
                </a:lnTo>
                <a:lnTo>
                  <a:pt x="1290" y="488"/>
                </a:lnTo>
                <a:lnTo>
                  <a:pt x="1291" y="488"/>
                </a:lnTo>
                <a:lnTo>
                  <a:pt x="1291" y="489"/>
                </a:lnTo>
                <a:lnTo>
                  <a:pt x="1292" y="489"/>
                </a:lnTo>
                <a:lnTo>
                  <a:pt x="1293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7" y="490"/>
                </a:lnTo>
                <a:lnTo>
                  <a:pt x="1299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1"/>
                </a:lnTo>
                <a:lnTo>
                  <a:pt x="1305" y="492"/>
                </a:lnTo>
                <a:lnTo>
                  <a:pt x="1307" y="493"/>
                </a:lnTo>
                <a:lnTo>
                  <a:pt x="1309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2" y="496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5" y="498"/>
                </a:lnTo>
                <a:lnTo>
                  <a:pt x="1315" y="499"/>
                </a:lnTo>
                <a:lnTo>
                  <a:pt x="1314" y="500"/>
                </a:lnTo>
                <a:lnTo>
                  <a:pt x="1313" y="501"/>
                </a:lnTo>
                <a:lnTo>
                  <a:pt x="1312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10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7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4" y="509"/>
                </a:lnTo>
                <a:lnTo>
                  <a:pt x="1303" y="509"/>
                </a:lnTo>
                <a:lnTo>
                  <a:pt x="1303" y="510"/>
                </a:lnTo>
                <a:lnTo>
                  <a:pt x="1304" y="511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9" y="513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5"/>
                </a:lnTo>
                <a:lnTo>
                  <a:pt x="1313" y="514"/>
                </a:lnTo>
                <a:lnTo>
                  <a:pt x="1314" y="514"/>
                </a:lnTo>
                <a:lnTo>
                  <a:pt x="1316" y="514"/>
                </a:lnTo>
                <a:lnTo>
                  <a:pt x="1317" y="515"/>
                </a:lnTo>
                <a:lnTo>
                  <a:pt x="1318" y="516"/>
                </a:lnTo>
                <a:lnTo>
                  <a:pt x="1318" y="517"/>
                </a:lnTo>
                <a:lnTo>
                  <a:pt x="1319" y="517"/>
                </a:lnTo>
                <a:lnTo>
                  <a:pt x="1319" y="516"/>
                </a:lnTo>
                <a:lnTo>
                  <a:pt x="1320" y="516"/>
                </a:lnTo>
                <a:lnTo>
                  <a:pt x="1320" y="517"/>
                </a:lnTo>
                <a:lnTo>
                  <a:pt x="1323" y="519"/>
                </a:lnTo>
                <a:lnTo>
                  <a:pt x="1324" y="519"/>
                </a:lnTo>
                <a:lnTo>
                  <a:pt x="1325" y="520"/>
                </a:lnTo>
                <a:lnTo>
                  <a:pt x="1326" y="519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1" y="520"/>
                </a:lnTo>
                <a:lnTo>
                  <a:pt x="1334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39" y="526"/>
                </a:lnTo>
                <a:lnTo>
                  <a:pt x="1340" y="526"/>
                </a:lnTo>
                <a:lnTo>
                  <a:pt x="1341" y="527"/>
                </a:lnTo>
                <a:lnTo>
                  <a:pt x="1345" y="529"/>
                </a:lnTo>
                <a:lnTo>
                  <a:pt x="1346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50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4" y="532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9" y="535"/>
                </a:lnTo>
                <a:lnTo>
                  <a:pt x="1361" y="535"/>
                </a:lnTo>
                <a:lnTo>
                  <a:pt x="1361" y="536"/>
                </a:lnTo>
                <a:lnTo>
                  <a:pt x="1362" y="536"/>
                </a:lnTo>
                <a:lnTo>
                  <a:pt x="1361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9" y="541"/>
                </a:lnTo>
                <a:lnTo>
                  <a:pt x="1358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1" y="548"/>
                </a:lnTo>
                <a:lnTo>
                  <a:pt x="1362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4" y="550"/>
                </a:lnTo>
                <a:lnTo>
                  <a:pt x="1364" y="551"/>
                </a:lnTo>
                <a:lnTo>
                  <a:pt x="1365" y="552"/>
                </a:lnTo>
                <a:lnTo>
                  <a:pt x="1366" y="553"/>
                </a:lnTo>
                <a:lnTo>
                  <a:pt x="1368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5"/>
                </a:lnTo>
                <a:lnTo>
                  <a:pt x="1376" y="556"/>
                </a:lnTo>
                <a:lnTo>
                  <a:pt x="1377" y="556"/>
                </a:lnTo>
                <a:lnTo>
                  <a:pt x="1378" y="557"/>
                </a:lnTo>
                <a:lnTo>
                  <a:pt x="1379" y="557"/>
                </a:lnTo>
                <a:lnTo>
                  <a:pt x="1380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6" y="559"/>
                </a:lnTo>
                <a:lnTo>
                  <a:pt x="1388" y="559"/>
                </a:lnTo>
                <a:lnTo>
                  <a:pt x="1389" y="559"/>
                </a:lnTo>
                <a:lnTo>
                  <a:pt x="1391" y="559"/>
                </a:lnTo>
                <a:lnTo>
                  <a:pt x="1392" y="560"/>
                </a:lnTo>
                <a:lnTo>
                  <a:pt x="1392" y="561"/>
                </a:lnTo>
                <a:lnTo>
                  <a:pt x="1393" y="561"/>
                </a:lnTo>
                <a:lnTo>
                  <a:pt x="1396" y="563"/>
                </a:lnTo>
                <a:lnTo>
                  <a:pt x="1398" y="564"/>
                </a:lnTo>
                <a:lnTo>
                  <a:pt x="1400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3" y="571"/>
                </a:lnTo>
                <a:lnTo>
                  <a:pt x="1403" y="572"/>
                </a:lnTo>
                <a:lnTo>
                  <a:pt x="1404" y="572"/>
                </a:lnTo>
                <a:lnTo>
                  <a:pt x="1406" y="572"/>
                </a:lnTo>
                <a:lnTo>
                  <a:pt x="1408" y="572"/>
                </a:lnTo>
                <a:lnTo>
                  <a:pt x="1410" y="571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7" y="572"/>
                </a:lnTo>
                <a:lnTo>
                  <a:pt x="1419" y="572"/>
                </a:lnTo>
                <a:lnTo>
                  <a:pt x="1420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7" y="568"/>
                </a:lnTo>
                <a:lnTo>
                  <a:pt x="1428" y="568"/>
                </a:lnTo>
                <a:lnTo>
                  <a:pt x="1430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1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8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1" y="569"/>
                </a:lnTo>
                <a:lnTo>
                  <a:pt x="1450" y="570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5" y="578"/>
                </a:lnTo>
                <a:lnTo>
                  <a:pt x="1455" y="579"/>
                </a:lnTo>
                <a:lnTo>
                  <a:pt x="1456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5" y="587"/>
                </a:lnTo>
                <a:lnTo>
                  <a:pt x="1466" y="588"/>
                </a:lnTo>
                <a:lnTo>
                  <a:pt x="1467" y="588"/>
                </a:lnTo>
                <a:lnTo>
                  <a:pt x="1469" y="587"/>
                </a:lnTo>
                <a:lnTo>
                  <a:pt x="1470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5" y="588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6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3" y="582"/>
                </a:lnTo>
                <a:lnTo>
                  <a:pt x="1494" y="583"/>
                </a:lnTo>
                <a:lnTo>
                  <a:pt x="1495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0"/>
                </a:lnTo>
                <a:lnTo>
                  <a:pt x="1494" y="592"/>
                </a:lnTo>
                <a:lnTo>
                  <a:pt x="1494" y="593"/>
                </a:lnTo>
                <a:lnTo>
                  <a:pt x="1495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9" y="598"/>
                </a:lnTo>
                <a:lnTo>
                  <a:pt x="1500" y="599"/>
                </a:lnTo>
                <a:lnTo>
                  <a:pt x="1503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8" y="601"/>
                </a:lnTo>
                <a:lnTo>
                  <a:pt x="1509" y="600"/>
                </a:lnTo>
                <a:lnTo>
                  <a:pt x="1510" y="601"/>
                </a:lnTo>
                <a:lnTo>
                  <a:pt x="1511" y="601"/>
                </a:lnTo>
                <a:lnTo>
                  <a:pt x="1514" y="602"/>
                </a:lnTo>
                <a:lnTo>
                  <a:pt x="1516" y="603"/>
                </a:lnTo>
                <a:lnTo>
                  <a:pt x="1519" y="604"/>
                </a:lnTo>
                <a:lnTo>
                  <a:pt x="1520" y="605"/>
                </a:lnTo>
                <a:lnTo>
                  <a:pt x="1521" y="606"/>
                </a:lnTo>
                <a:lnTo>
                  <a:pt x="1522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9" y="609"/>
                </a:lnTo>
                <a:lnTo>
                  <a:pt x="1521" y="611"/>
                </a:lnTo>
                <a:lnTo>
                  <a:pt x="1522" y="613"/>
                </a:lnTo>
                <a:lnTo>
                  <a:pt x="1523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4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28" y="628"/>
                </a:lnTo>
                <a:lnTo>
                  <a:pt x="1529" y="629"/>
                </a:lnTo>
                <a:lnTo>
                  <a:pt x="1529" y="631"/>
                </a:lnTo>
                <a:lnTo>
                  <a:pt x="1530" y="631"/>
                </a:lnTo>
                <a:lnTo>
                  <a:pt x="1532" y="632"/>
                </a:lnTo>
                <a:lnTo>
                  <a:pt x="1533" y="632"/>
                </a:lnTo>
                <a:lnTo>
                  <a:pt x="1534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3" y="638"/>
                </a:lnTo>
                <a:lnTo>
                  <a:pt x="1532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5" y="645"/>
                </a:lnTo>
                <a:lnTo>
                  <a:pt x="1536" y="648"/>
                </a:lnTo>
                <a:lnTo>
                  <a:pt x="1537" y="649"/>
                </a:lnTo>
                <a:lnTo>
                  <a:pt x="1538" y="649"/>
                </a:lnTo>
                <a:lnTo>
                  <a:pt x="1538" y="650"/>
                </a:lnTo>
                <a:lnTo>
                  <a:pt x="1538" y="651"/>
                </a:lnTo>
                <a:lnTo>
                  <a:pt x="1540" y="653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6"/>
                </a:lnTo>
                <a:lnTo>
                  <a:pt x="1543" y="657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7" y="663"/>
                </a:lnTo>
                <a:lnTo>
                  <a:pt x="1549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5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9" y="673"/>
                </a:lnTo>
                <a:lnTo>
                  <a:pt x="1562" y="673"/>
                </a:lnTo>
                <a:lnTo>
                  <a:pt x="1563" y="674"/>
                </a:lnTo>
                <a:lnTo>
                  <a:pt x="1564" y="674"/>
                </a:lnTo>
                <a:lnTo>
                  <a:pt x="1565" y="675"/>
                </a:lnTo>
                <a:lnTo>
                  <a:pt x="1567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70" y="679"/>
                </a:lnTo>
                <a:lnTo>
                  <a:pt x="1570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1" y="684"/>
                </a:lnTo>
                <a:lnTo>
                  <a:pt x="1572" y="684"/>
                </a:lnTo>
                <a:lnTo>
                  <a:pt x="1573" y="685"/>
                </a:lnTo>
                <a:lnTo>
                  <a:pt x="1573" y="688"/>
                </a:lnTo>
                <a:lnTo>
                  <a:pt x="1572" y="689"/>
                </a:lnTo>
                <a:lnTo>
                  <a:pt x="1572" y="690"/>
                </a:lnTo>
                <a:lnTo>
                  <a:pt x="1572" y="691"/>
                </a:lnTo>
                <a:lnTo>
                  <a:pt x="1575" y="693"/>
                </a:lnTo>
                <a:lnTo>
                  <a:pt x="1576" y="694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9" y="712"/>
                </a:lnTo>
                <a:lnTo>
                  <a:pt x="1579" y="715"/>
                </a:lnTo>
                <a:lnTo>
                  <a:pt x="1579" y="716"/>
                </a:lnTo>
                <a:lnTo>
                  <a:pt x="1583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2" y="720"/>
                </a:lnTo>
                <a:lnTo>
                  <a:pt x="1582" y="721"/>
                </a:lnTo>
                <a:lnTo>
                  <a:pt x="1582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79" y="727"/>
                </a:lnTo>
                <a:lnTo>
                  <a:pt x="1579" y="728"/>
                </a:lnTo>
                <a:lnTo>
                  <a:pt x="1579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6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1" y="741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68" y="743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3" y="751"/>
                </a:lnTo>
                <a:lnTo>
                  <a:pt x="1572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8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9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9" y="782"/>
                </a:lnTo>
                <a:lnTo>
                  <a:pt x="1567" y="783"/>
                </a:lnTo>
                <a:lnTo>
                  <a:pt x="1563" y="786"/>
                </a:lnTo>
                <a:lnTo>
                  <a:pt x="1557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7"/>
                </a:lnTo>
                <a:lnTo>
                  <a:pt x="1549" y="829"/>
                </a:lnTo>
                <a:lnTo>
                  <a:pt x="1550" y="830"/>
                </a:lnTo>
                <a:lnTo>
                  <a:pt x="1552" y="830"/>
                </a:lnTo>
                <a:lnTo>
                  <a:pt x="1554" y="832"/>
                </a:lnTo>
                <a:lnTo>
                  <a:pt x="1556" y="833"/>
                </a:lnTo>
                <a:lnTo>
                  <a:pt x="1557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60" y="844"/>
                </a:lnTo>
                <a:lnTo>
                  <a:pt x="1560" y="846"/>
                </a:lnTo>
                <a:lnTo>
                  <a:pt x="1560" y="847"/>
                </a:lnTo>
                <a:lnTo>
                  <a:pt x="1562" y="847"/>
                </a:lnTo>
                <a:lnTo>
                  <a:pt x="1566" y="849"/>
                </a:lnTo>
                <a:lnTo>
                  <a:pt x="1568" y="852"/>
                </a:lnTo>
                <a:lnTo>
                  <a:pt x="1565" y="856"/>
                </a:lnTo>
                <a:lnTo>
                  <a:pt x="1567" y="857"/>
                </a:lnTo>
                <a:lnTo>
                  <a:pt x="1566" y="858"/>
                </a:lnTo>
                <a:lnTo>
                  <a:pt x="1574" y="857"/>
                </a:lnTo>
                <a:lnTo>
                  <a:pt x="1577" y="855"/>
                </a:lnTo>
                <a:lnTo>
                  <a:pt x="1579" y="855"/>
                </a:lnTo>
                <a:lnTo>
                  <a:pt x="1582" y="856"/>
                </a:lnTo>
                <a:lnTo>
                  <a:pt x="1584" y="855"/>
                </a:lnTo>
                <a:lnTo>
                  <a:pt x="1586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90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9"/>
                </a:lnTo>
                <a:lnTo>
                  <a:pt x="1594" y="861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2"/>
                </a:lnTo>
                <a:lnTo>
                  <a:pt x="1598" y="863"/>
                </a:lnTo>
                <a:lnTo>
                  <a:pt x="1599" y="863"/>
                </a:lnTo>
                <a:lnTo>
                  <a:pt x="1600" y="864"/>
                </a:lnTo>
                <a:lnTo>
                  <a:pt x="1602" y="864"/>
                </a:lnTo>
                <a:lnTo>
                  <a:pt x="1604" y="864"/>
                </a:lnTo>
                <a:lnTo>
                  <a:pt x="1607" y="864"/>
                </a:lnTo>
                <a:lnTo>
                  <a:pt x="1609" y="865"/>
                </a:lnTo>
                <a:lnTo>
                  <a:pt x="1611" y="866"/>
                </a:lnTo>
                <a:lnTo>
                  <a:pt x="1612" y="866"/>
                </a:lnTo>
                <a:lnTo>
                  <a:pt x="1612" y="864"/>
                </a:lnTo>
                <a:lnTo>
                  <a:pt x="1616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21" y="865"/>
                </a:lnTo>
                <a:lnTo>
                  <a:pt x="1622" y="866"/>
                </a:lnTo>
                <a:lnTo>
                  <a:pt x="1622" y="867"/>
                </a:lnTo>
                <a:lnTo>
                  <a:pt x="1625" y="868"/>
                </a:lnTo>
                <a:lnTo>
                  <a:pt x="1628" y="870"/>
                </a:lnTo>
                <a:lnTo>
                  <a:pt x="1629" y="869"/>
                </a:lnTo>
                <a:lnTo>
                  <a:pt x="1630" y="869"/>
                </a:lnTo>
                <a:lnTo>
                  <a:pt x="1633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1" y="870"/>
                </a:lnTo>
                <a:lnTo>
                  <a:pt x="1650" y="869"/>
                </a:lnTo>
                <a:lnTo>
                  <a:pt x="1657" y="869"/>
                </a:lnTo>
                <a:lnTo>
                  <a:pt x="1662" y="869"/>
                </a:lnTo>
                <a:lnTo>
                  <a:pt x="1666" y="869"/>
                </a:lnTo>
                <a:lnTo>
                  <a:pt x="1667" y="869"/>
                </a:lnTo>
                <a:lnTo>
                  <a:pt x="1672" y="869"/>
                </a:lnTo>
                <a:lnTo>
                  <a:pt x="1676" y="869"/>
                </a:lnTo>
                <a:lnTo>
                  <a:pt x="1680" y="871"/>
                </a:lnTo>
                <a:lnTo>
                  <a:pt x="1689" y="876"/>
                </a:lnTo>
                <a:lnTo>
                  <a:pt x="1690" y="875"/>
                </a:lnTo>
                <a:lnTo>
                  <a:pt x="1691" y="875"/>
                </a:lnTo>
                <a:lnTo>
                  <a:pt x="1696" y="874"/>
                </a:lnTo>
                <a:lnTo>
                  <a:pt x="1698" y="876"/>
                </a:lnTo>
                <a:lnTo>
                  <a:pt x="1705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9" y="875"/>
                </a:lnTo>
                <a:lnTo>
                  <a:pt x="1721" y="875"/>
                </a:lnTo>
                <a:lnTo>
                  <a:pt x="1723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3" y="873"/>
                </a:lnTo>
                <a:lnTo>
                  <a:pt x="1735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4"/>
                </a:lnTo>
                <a:lnTo>
                  <a:pt x="1751" y="875"/>
                </a:lnTo>
                <a:lnTo>
                  <a:pt x="1752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3" y="876"/>
                </a:lnTo>
                <a:lnTo>
                  <a:pt x="1765" y="876"/>
                </a:lnTo>
                <a:lnTo>
                  <a:pt x="1766" y="877"/>
                </a:lnTo>
                <a:lnTo>
                  <a:pt x="1770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79" y="878"/>
                </a:lnTo>
                <a:lnTo>
                  <a:pt x="1780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6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5" y="881"/>
                </a:lnTo>
                <a:lnTo>
                  <a:pt x="1796" y="882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1" y="881"/>
                </a:lnTo>
                <a:lnTo>
                  <a:pt x="1802" y="882"/>
                </a:lnTo>
                <a:lnTo>
                  <a:pt x="1803" y="882"/>
                </a:lnTo>
                <a:lnTo>
                  <a:pt x="1803" y="881"/>
                </a:lnTo>
                <a:lnTo>
                  <a:pt x="1803" y="880"/>
                </a:lnTo>
                <a:lnTo>
                  <a:pt x="1805" y="881"/>
                </a:lnTo>
                <a:lnTo>
                  <a:pt x="1807" y="882"/>
                </a:lnTo>
                <a:lnTo>
                  <a:pt x="1809" y="883"/>
                </a:lnTo>
                <a:lnTo>
                  <a:pt x="1811" y="884"/>
                </a:lnTo>
                <a:lnTo>
                  <a:pt x="1813" y="885"/>
                </a:lnTo>
                <a:lnTo>
                  <a:pt x="1815" y="886"/>
                </a:lnTo>
                <a:lnTo>
                  <a:pt x="1816" y="886"/>
                </a:lnTo>
                <a:lnTo>
                  <a:pt x="1818" y="887"/>
                </a:lnTo>
                <a:lnTo>
                  <a:pt x="1819" y="888"/>
                </a:lnTo>
                <a:lnTo>
                  <a:pt x="1820" y="888"/>
                </a:lnTo>
                <a:lnTo>
                  <a:pt x="1822" y="888"/>
                </a:lnTo>
                <a:lnTo>
                  <a:pt x="1822" y="889"/>
                </a:lnTo>
                <a:lnTo>
                  <a:pt x="1822" y="890"/>
                </a:lnTo>
                <a:lnTo>
                  <a:pt x="1823" y="891"/>
                </a:lnTo>
                <a:lnTo>
                  <a:pt x="1824" y="892"/>
                </a:lnTo>
                <a:lnTo>
                  <a:pt x="1826" y="893"/>
                </a:lnTo>
                <a:lnTo>
                  <a:pt x="1830" y="894"/>
                </a:lnTo>
                <a:lnTo>
                  <a:pt x="1832" y="895"/>
                </a:lnTo>
                <a:lnTo>
                  <a:pt x="1839" y="898"/>
                </a:lnTo>
                <a:lnTo>
                  <a:pt x="1843" y="900"/>
                </a:lnTo>
                <a:lnTo>
                  <a:pt x="1846" y="901"/>
                </a:lnTo>
                <a:lnTo>
                  <a:pt x="1850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7" y="911"/>
                </a:lnTo>
                <a:lnTo>
                  <a:pt x="1868" y="912"/>
                </a:lnTo>
                <a:lnTo>
                  <a:pt x="1868" y="913"/>
                </a:lnTo>
                <a:lnTo>
                  <a:pt x="1871" y="916"/>
                </a:lnTo>
                <a:lnTo>
                  <a:pt x="1873" y="918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9" y="926"/>
                </a:lnTo>
                <a:lnTo>
                  <a:pt x="1880" y="927"/>
                </a:lnTo>
                <a:lnTo>
                  <a:pt x="1882" y="926"/>
                </a:lnTo>
                <a:lnTo>
                  <a:pt x="1884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6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10" y="940"/>
                </a:lnTo>
                <a:lnTo>
                  <a:pt x="1912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7" y="945"/>
                </a:lnTo>
                <a:lnTo>
                  <a:pt x="1919" y="945"/>
                </a:lnTo>
                <a:lnTo>
                  <a:pt x="1920" y="946"/>
                </a:lnTo>
                <a:lnTo>
                  <a:pt x="1921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5" y="947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8"/>
                </a:lnTo>
                <a:lnTo>
                  <a:pt x="1931" y="949"/>
                </a:lnTo>
                <a:lnTo>
                  <a:pt x="1932" y="949"/>
                </a:lnTo>
                <a:lnTo>
                  <a:pt x="1933" y="950"/>
                </a:lnTo>
                <a:lnTo>
                  <a:pt x="1933" y="951"/>
                </a:lnTo>
                <a:lnTo>
                  <a:pt x="1934" y="951"/>
                </a:lnTo>
                <a:lnTo>
                  <a:pt x="1936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9" y="952"/>
                </a:lnTo>
                <a:lnTo>
                  <a:pt x="1955" y="952"/>
                </a:lnTo>
                <a:lnTo>
                  <a:pt x="1966" y="950"/>
                </a:lnTo>
                <a:lnTo>
                  <a:pt x="1975" y="949"/>
                </a:lnTo>
                <a:lnTo>
                  <a:pt x="1976" y="951"/>
                </a:lnTo>
                <a:lnTo>
                  <a:pt x="1976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9" y="971"/>
                </a:lnTo>
                <a:lnTo>
                  <a:pt x="1967" y="977"/>
                </a:lnTo>
                <a:lnTo>
                  <a:pt x="1971" y="977"/>
                </a:lnTo>
                <a:lnTo>
                  <a:pt x="1976" y="979"/>
                </a:lnTo>
                <a:lnTo>
                  <a:pt x="1980" y="979"/>
                </a:lnTo>
                <a:lnTo>
                  <a:pt x="1985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2" y="991"/>
                </a:lnTo>
                <a:lnTo>
                  <a:pt x="1994" y="995"/>
                </a:lnTo>
                <a:lnTo>
                  <a:pt x="1996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2" y="1015"/>
                </a:lnTo>
                <a:lnTo>
                  <a:pt x="2003" y="1019"/>
                </a:lnTo>
                <a:lnTo>
                  <a:pt x="2004" y="1021"/>
                </a:lnTo>
                <a:lnTo>
                  <a:pt x="2011" y="1033"/>
                </a:lnTo>
                <a:lnTo>
                  <a:pt x="2015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2" y="1060"/>
                </a:lnTo>
                <a:lnTo>
                  <a:pt x="2028" y="1064"/>
                </a:lnTo>
                <a:lnTo>
                  <a:pt x="2028" y="1065"/>
                </a:lnTo>
                <a:lnTo>
                  <a:pt x="2038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7" y="1110"/>
                </a:lnTo>
                <a:lnTo>
                  <a:pt x="2069" y="1109"/>
                </a:lnTo>
                <a:lnTo>
                  <a:pt x="2071" y="1109"/>
                </a:lnTo>
                <a:lnTo>
                  <a:pt x="2073" y="1109"/>
                </a:lnTo>
                <a:lnTo>
                  <a:pt x="2076" y="1109"/>
                </a:lnTo>
                <a:lnTo>
                  <a:pt x="2077" y="1108"/>
                </a:lnTo>
                <a:lnTo>
                  <a:pt x="2079" y="1108"/>
                </a:lnTo>
                <a:lnTo>
                  <a:pt x="2081" y="1108"/>
                </a:lnTo>
                <a:lnTo>
                  <a:pt x="2083" y="1108"/>
                </a:lnTo>
                <a:lnTo>
                  <a:pt x="2086" y="1108"/>
                </a:lnTo>
                <a:lnTo>
                  <a:pt x="2095" y="1107"/>
                </a:lnTo>
                <a:lnTo>
                  <a:pt x="2101" y="1107"/>
                </a:lnTo>
                <a:lnTo>
                  <a:pt x="2116" y="1107"/>
                </a:lnTo>
                <a:lnTo>
                  <a:pt x="2118" y="1106"/>
                </a:lnTo>
                <a:lnTo>
                  <a:pt x="2120" y="1106"/>
                </a:lnTo>
                <a:lnTo>
                  <a:pt x="2122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30" y="1104"/>
                </a:lnTo>
                <a:lnTo>
                  <a:pt x="2131" y="1103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8" y="1113"/>
                </a:lnTo>
                <a:lnTo>
                  <a:pt x="2225" y="1117"/>
                </a:lnTo>
                <a:lnTo>
                  <a:pt x="2257" y="1119"/>
                </a:lnTo>
                <a:lnTo>
                  <a:pt x="2267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4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3" y="1118"/>
                </a:lnTo>
                <a:lnTo>
                  <a:pt x="2417" y="1114"/>
                </a:lnTo>
                <a:lnTo>
                  <a:pt x="2465" y="1115"/>
                </a:lnTo>
                <a:lnTo>
                  <a:pt x="2517" y="1127"/>
                </a:lnTo>
                <a:lnTo>
                  <a:pt x="2529" y="1130"/>
                </a:lnTo>
                <a:lnTo>
                  <a:pt x="2551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9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2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6" y="1202"/>
                </a:lnTo>
                <a:lnTo>
                  <a:pt x="2736" y="1204"/>
                </a:lnTo>
                <a:lnTo>
                  <a:pt x="2755" y="1204"/>
                </a:lnTo>
                <a:lnTo>
                  <a:pt x="2776" y="1200"/>
                </a:lnTo>
                <a:lnTo>
                  <a:pt x="2796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9" y="1210"/>
                </a:lnTo>
                <a:lnTo>
                  <a:pt x="2864" y="1210"/>
                </a:lnTo>
                <a:lnTo>
                  <a:pt x="2871" y="1207"/>
                </a:lnTo>
                <a:lnTo>
                  <a:pt x="2873" y="1205"/>
                </a:lnTo>
                <a:lnTo>
                  <a:pt x="2882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6" y="1179"/>
                </a:lnTo>
                <a:lnTo>
                  <a:pt x="2962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5" y="1142"/>
                </a:lnTo>
                <a:lnTo>
                  <a:pt x="3060" y="1137"/>
                </a:lnTo>
                <a:lnTo>
                  <a:pt x="3064" y="1137"/>
                </a:lnTo>
                <a:lnTo>
                  <a:pt x="3070" y="1142"/>
                </a:lnTo>
                <a:lnTo>
                  <a:pt x="3085" y="1141"/>
                </a:lnTo>
                <a:lnTo>
                  <a:pt x="3103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1" y="1140"/>
                </a:lnTo>
                <a:lnTo>
                  <a:pt x="3117" y="1139"/>
                </a:lnTo>
                <a:lnTo>
                  <a:pt x="3131" y="1137"/>
                </a:lnTo>
                <a:lnTo>
                  <a:pt x="3135" y="1139"/>
                </a:lnTo>
                <a:lnTo>
                  <a:pt x="3152" y="1139"/>
                </a:lnTo>
                <a:lnTo>
                  <a:pt x="3156" y="1139"/>
                </a:lnTo>
                <a:lnTo>
                  <a:pt x="3172" y="1142"/>
                </a:lnTo>
                <a:lnTo>
                  <a:pt x="3180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5" y="1139"/>
                </a:lnTo>
                <a:lnTo>
                  <a:pt x="3197" y="1138"/>
                </a:lnTo>
                <a:lnTo>
                  <a:pt x="3198" y="1138"/>
                </a:lnTo>
                <a:lnTo>
                  <a:pt x="3200" y="1138"/>
                </a:lnTo>
                <a:lnTo>
                  <a:pt x="3201" y="1137"/>
                </a:lnTo>
                <a:lnTo>
                  <a:pt x="3221" y="1139"/>
                </a:lnTo>
                <a:lnTo>
                  <a:pt x="3225" y="1140"/>
                </a:lnTo>
                <a:lnTo>
                  <a:pt x="3227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5" y="1138"/>
                </a:lnTo>
                <a:lnTo>
                  <a:pt x="3236" y="1138"/>
                </a:lnTo>
                <a:lnTo>
                  <a:pt x="3239" y="1138"/>
                </a:lnTo>
                <a:lnTo>
                  <a:pt x="3242" y="1137"/>
                </a:lnTo>
                <a:lnTo>
                  <a:pt x="3244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4" y="1126"/>
                </a:lnTo>
                <a:lnTo>
                  <a:pt x="3280" y="1119"/>
                </a:lnTo>
                <a:lnTo>
                  <a:pt x="3287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5" y="1114"/>
                </a:lnTo>
                <a:lnTo>
                  <a:pt x="3314" y="1111"/>
                </a:lnTo>
                <a:lnTo>
                  <a:pt x="3317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1" y="1098"/>
                </a:lnTo>
                <a:lnTo>
                  <a:pt x="3342" y="1091"/>
                </a:lnTo>
                <a:lnTo>
                  <a:pt x="3345" y="1088"/>
                </a:lnTo>
                <a:lnTo>
                  <a:pt x="3351" y="1080"/>
                </a:lnTo>
                <a:lnTo>
                  <a:pt x="3351" y="1078"/>
                </a:lnTo>
                <a:lnTo>
                  <a:pt x="3355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5" y="1045"/>
                </a:lnTo>
                <a:lnTo>
                  <a:pt x="3387" y="1045"/>
                </a:lnTo>
                <a:lnTo>
                  <a:pt x="3392" y="1043"/>
                </a:lnTo>
                <a:lnTo>
                  <a:pt x="3395" y="1041"/>
                </a:lnTo>
                <a:lnTo>
                  <a:pt x="3403" y="1039"/>
                </a:lnTo>
                <a:lnTo>
                  <a:pt x="3407" y="1038"/>
                </a:lnTo>
                <a:lnTo>
                  <a:pt x="3410" y="1038"/>
                </a:lnTo>
                <a:lnTo>
                  <a:pt x="3411" y="1037"/>
                </a:lnTo>
                <a:lnTo>
                  <a:pt x="3415" y="1034"/>
                </a:lnTo>
                <a:lnTo>
                  <a:pt x="3420" y="1031"/>
                </a:lnTo>
                <a:lnTo>
                  <a:pt x="3425" y="1032"/>
                </a:lnTo>
                <a:lnTo>
                  <a:pt x="3430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6" y="1005"/>
                </a:lnTo>
                <a:lnTo>
                  <a:pt x="3466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50" y="979"/>
                </a:lnTo>
                <a:lnTo>
                  <a:pt x="3449" y="979"/>
                </a:lnTo>
                <a:lnTo>
                  <a:pt x="3446" y="978"/>
                </a:lnTo>
                <a:lnTo>
                  <a:pt x="3444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7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1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7" y="955"/>
                </a:lnTo>
                <a:lnTo>
                  <a:pt x="3427" y="952"/>
                </a:lnTo>
                <a:lnTo>
                  <a:pt x="3426" y="951"/>
                </a:lnTo>
                <a:lnTo>
                  <a:pt x="3423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2" y="930"/>
                </a:lnTo>
                <a:lnTo>
                  <a:pt x="3425" y="928"/>
                </a:lnTo>
                <a:lnTo>
                  <a:pt x="3427" y="923"/>
                </a:lnTo>
                <a:lnTo>
                  <a:pt x="3429" y="922"/>
                </a:lnTo>
                <a:lnTo>
                  <a:pt x="3430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5" y="900"/>
                </a:lnTo>
                <a:lnTo>
                  <a:pt x="3439" y="894"/>
                </a:lnTo>
                <a:lnTo>
                  <a:pt x="3442" y="891"/>
                </a:lnTo>
                <a:lnTo>
                  <a:pt x="3446" y="883"/>
                </a:lnTo>
                <a:lnTo>
                  <a:pt x="3448" y="880"/>
                </a:lnTo>
                <a:lnTo>
                  <a:pt x="3459" y="872"/>
                </a:lnTo>
                <a:lnTo>
                  <a:pt x="3465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5" y="871"/>
                </a:lnTo>
                <a:lnTo>
                  <a:pt x="3508" y="870"/>
                </a:lnTo>
                <a:lnTo>
                  <a:pt x="3518" y="877"/>
                </a:lnTo>
                <a:lnTo>
                  <a:pt x="3523" y="884"/>
                </a:lnTo>
                <a:lnTo>
                  <a:pt x="3533" y="890"/>
                </a:lnTo>
                <a:lnTo>
                  <a:pt x="3546" y="893"/>
                </a:lnTo>
                <a:lnTo>
                  <a:pt x="3553" y="893"/>
                </a:lnTo>
                <a:lnTo>
                  <a:pt x="3560" y="895"/>
                </a:lnTo>
                <a:lnTo>
                  <a:pt x="3561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8" y="902"/>
                </a:lnTo>
                <a:lnTo>
                  <a:pt x="3616" y="903"/>
                </a:lnTo>
                <a:lnTo>
                  <a:pt x="3623" y="899"/>
                </a:lnTo>
                <a:lnTo>
                  <a:pt x="3631" y="893"/>
                </a:lnTo>
                <a:lnTo>
                  <a:pt x="3637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9" y="890"/>
                </a:lnTo>
                <a:lnTo>
                  <a:pt x="3639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5" y="886"/>
                </a:lnTo>
                <a:lnTo>
                  <a:pt x="3646" y="885"/>
                </a:lnTo>
                <a:lnTo>
                  <a:pt x="3650" y="885"/>
                </a:lnTo>
                <a:lnTo>
                  <a:pt x="3655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4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2" y="870"/>
                </a:lnTo>
                <a:lnTo>
                  <a:pt x="3679" y="866"/>
                </a:lnTo>
                <a:lnTo>
                  <a:pt x="3680" y="865"/>
                </a:lnTo>
                <a:lnTo>
                  <a:pt x="3686" y="859"/>
                </a:lnTo>
                <a:lnTo>
                  <a:pt x="3691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8" y="844"/>
                </a:lnTo>
                <a:lnTo>
                  <a:pt x="3699" y="838"/>
                </a:lnTo>
                <a:lnTo>
                  <a:pt x="3716" y="832"/>
                </a:lnTo>
                <a:lnTo>
                  <a:pt x="3717" y="833"/>
                </a:lnTo>
                <a:lnTo>
                  <a:pt x="3733" y="838"/>
                </a:lnTo>
                <a:lnTo>
                  <a:pt x="3737" y="839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5" y="837"/>
                </a:lnTo>
                <a:lnTo>
                  <a:pt x="3772" y="837"/>
                </a:lnTo>
                <a:lnTo>
                  <a:pt x="3774" y="837"/>
                </a:lnTo>
                <a:lnTo>
                  <a:pt x="3789" y="833"/>
                </a:lnTo>
                <a:lnTo>
                  <a:pt x="3802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4" y="812"/>
                </a:lnTo>
                <a:lnTo>
                  <a:pt x="3830" y="810"/>
                </a:lnTo>
                <a:lnTo>
                  <a:pt x="3832" y="810"/>
                </a:lnTo>
                <a:lnTo>
                  <a:pt x="3832" y="807"/>
                </a:lnTo>
                <a:lnTo>
                  <a:pt x="3834" y="807"/>
                </a:lnTo>
                <a:lnTo>
                  <a:pt x="3838" y="807"/>
                </a:lnTo>
                <a:lnTo>
                  <a:pt x="3840" y="808"/>
                </a:lnTo>
                <a:lnTo>
                  <a:pt x="3842" y="807"/>
                </a:lnTo>
                <a:lnTo>
                  <a:pt x="3845" y="807"/>
                </a:lnTo>
                <a:lnTo>
                  <a:pt x="3848" y="804"/>
                </a:lnTo>
                <a:lnTo>
                  <a:pt x="3849" y="803"/>
                </a:lnTo>
                <a:lnTo>
                  <a:pt x="3849" y="801"/>
                </a:lnTo>
                <a:lnTo>
                  <a:pt x="3851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1" y="788"/>
                </a:lnTo>
                <a:lnTo>
                  <a:pt x="3854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9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4" y="744"/>
                </a:lnTo>
                <a:lnTo>
                  <a:pt x="3890" y="742"/>
                </a:lnTo>
                <a:lnTo>
                  <a:pt x="3897" y="741"/>
                </a:lnTo>
                <a:lnTo>
                  <a:pt x="3899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05" y="736"/>
                </a:lnTo>
                <a:lnTo>
                  <a:pt x="3911" y="737"/>
                </a:lnTo>
                <a:lnTo>
                  <a:pt x="3920" y="738"/>
                </a:lnTo>
                <a:lnTo>
                  <a:pt x="3922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2" y="738"/>
                </a:lnTo>
                <a:lnTo>
                  <a:pt x="3954" y="735"/>
                </a:lnTo>
                <a:lnTo>
                  <a:pt x="3953" y="732"/>
                </a:lnTo>
                <a:lnTo>
                  <a:pt x="3955" y="727"/>
                </a:lnTo>
                <a:lnTo>
                  <a:pt x="3959" y="721"/>
                </a:lnTo>
                <a:lnTo>
                  <a:pt x="3957" y="716"/>
                </a:lnTo>
                <a:lnTo>
                  <a:pt x="3960" y="715"/>
                </a:lnTo>
                <a:lnTo>
                  <a:pt x="3964" y="714"/>
                </a:lnTo>
                <a:lnTo>
                  <a:pt x="3966" y="714"/>
                </a:lnTo>
                <a:lnTo>
                  <a:pt x="3969" y="714"/>
                </a:lnTo>
                <a:lnTo>
                  <a:pt x="3971" y="714"/>
                </a:lnTo>
                <a:lnTo>
                  <a:pt x="3973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8" y="719"/>
                </a:lnTo>
                <a:lnTo>
                  <a:pt x="3980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7" y="722"/>
                </a:lnTo>
                <a:lnTo>
                  <a:pt x="3988" y="721"/>
                </a:lnTo>
                <a:lnTo>
                  <a:pt x="3989" y="720"/>
                </a:lnTo>
                <a:lnTo>
                  <a:pt x="3992" y="721"/>
                </a:lnTo>
                <a:lnTo>
                  <a:pt x="3994" y="721"/>
                </a:lnTo>
                <a:lnTo>
                  <a:pt x="3996" y="720"/>
                </a:lnTo>
                <a:lnTo>
                  <a:pt x="3997" y="720"/>
                </a:lnTo>
                <a:lnTo>
                  <a:pt x="3998" y="719"/>
                </a:lnTo>
                <a:lnTo>
                  <a:pt x="3997" y="717"/>
                </a:lnTo>
                <a:lnTo>
                  <a:pt x="3998" y="716"/>
                </a:lnTo>
                <a:lnTo>
                  <a:pt x="3999" y="716"/>
                </a:lnTo>
                <a:lnTo>
                  <a:pt x="4000" y="715"/>
                </a:lnTo>
                <a:lnTo>
                  <a:pt x="4001" y="714"/>
                </a:lnTo>
                <a:lnTo>
                  <a:pt x="4002" y="713"/>
                </a:lnTo>
                <a:lnTo>
                  <a:pt x="4003" y="712"/>
                </a:lnTo>
                <a:lnTo>
                  <a:pt x="4005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0"/>
                </a:lnTo>
                <a:lnTo>
                  <a:pt x="4010" y="710"/>
                </a:lnTo>
                <a:lnTo>
                  <a:pt x="4013" y="711"/>
                </a:lnTo>
                <a:lnTo>
                  <a:pt x="4015" y="710"/>
                </a:lnTo>
                <a:lnTo>
                  <a:pt x="4021" y="706"/>
                </a:lnTo>
                <a:lnTo>
                  <a:pt x="4023" y="705"/>
                </a:lnTo>
                <a:lnTo>
                  <a:pt x="4026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8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3" y="704"/>
                </a:lnTo>
                <a:lnTo>
                  <a:pt x="4067" y="701"/>
                </a:lnTo>
                <a:lnTo>
                  <a:pt x="4068" y="701"/>
                </a:lnTo>
                <a:lnTo>
                  <a:pt x="4069" y="702"/>
                </a:lnTo>
                <a:lnTo>
                  <a:pt x="4070" y="704"/>
                </a:lnTo>
                <a:lnTo>
                  <a:pt x="4075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6" y="696"/>
                </a:lnTo>
                <a:lnTo>
                  <a:pt x="4088" y="696"/>
                </a:lnTo>
                <a:lnTo>
                  <a:pt x="4091" y="696"/>
                </a:lnTo>
                <a:lnTo>
                  <a:pt x="4092" y="696"/>
                </a:lnTo>
                <a:lnTo>
                  <a:pt x="4092" y="697"/>
                </a:lnTo>
                <a:lnTo>
                  <a:pt x="4093" y="699"/>
                </a:lnTo>
                <a:lnTo>
                  <a:pt x="4092" y="700"/>
                </a:lnTo>
                <a:lnTo>
                  <a:pt x="4093" y="701"/>
                </a:lnTo>
                <a:lnTo>
                  <a:pt x="4095" y="701"/>
                </a:lnTo>
                <a:lnTo>
                  <a:pt x="4097" y="700"/>
                </a:lnTo>
                <a:lnTo>
                  <a:pt x="4100" y="699"/>
                </a:lnTo>
                <a:lnTo>
                  <a:pt x="4102" y="701"/>
                </a:lnTo>
                <a:lnTo>
                  <a:pt x="4105" y="705"/>
                </a:lnTo>
                <a:lnTo>
                  <a:pt x="4109" y="709"/>
                </a:lnTo>
                <a:lnTo>
                  <a:pt x="4110" y="709"/>
                </a:lnTo>
                <a:lnTo>
                  <a:pt x="4111" y="709"/>
                </a:lnTo>
                <a:lnTo>
                  <a:pt x="4113" y="708"/>
                </a:lnTo>
                <a:lnTo>
                  <a:pt x="4114" y="708"/>
                </a:lnTo>
                <a:lnTo>
                  <a:pt x="4118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8" y="713"/>
                </a:lnTo>
                <a:lnTo>
                  <a:pt x="4129" y="713"/>
                </a:lnTo>
                <a:lnTo>
                  <a:pt x="4131" y="712"/>
                </a:lnTo>
                <a:lnTo>
                  <a:pt x="4132" y="712"/>
                </a:lnTo>
                <a:lnTo>
                  <a:pt x="4132" y="713"/>
                </a:lnTo>
                <a:lnTo>
                  <a:pt x="4133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5" y="710"/>
                </a:lnTo>
                <a:lnTo>
                  <a:pt x="4146" y="710"/>
                </a:lnTo>
                <a:lnTo>
                  <a:pt x="4150" y="710"/>
                </a:lnTo>
                <a:lnTo>
                  <a:pt x="4152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1"/>
                </a:lnTo>
                <a:lnTo>
                  <a:pt x="4159" y="712"/>
                </a:lnTo>
                <a:lnTo>
                  <a:pt x="4160" y="712"/>
                </a:lnTo>
                <a:lnTo>
                  <a:pt x="4161" y="713"/>
                </a:lnTo>
                <a:lnTo>
                  <a:pt x="4161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7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1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2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2" y="707"/>
                </a:lnTo>
                <a:lnTo>
                  <a:pt x="4182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3" y="700"/>
                </a:lnTo>
                <a:lnTo>
                  <a:pt x="4182" y="698"/>
                </a:lnTo>
                <a:lnTo>
                  <a:pt x="4181" y="697"/>
                </a:lnTo>
                <a:lnTo>
                  <a:pt x="4184" y="694"/>
                </a:lnTo>
                <a:lnTo>
                  <a:pt x="4184" y="693"/>
                </a:lnTo>
                <a:lnTo>
                  <a:pt x="4183" y="691"/>
                </a:lnTo>
                <a:lnTo>
                  <a:pt x="4183" y="689"/>
                </a:lnTo>
                <a:lnTo>
                  <a:pt x="4184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7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7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3"/>
                </a:lnTo>
                <a:lnTo>
                  <a:pt x="4171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2" y="667"/>
                </a:lnTo>
                <a:lnTo>
                  <a:pt x="4169" y="660"/>
                </a:lnTo>
                <a:lnTo>
                  <a:pt x="4168" y="659"/>
                </a:lnTo>
                <a:lnTo>
                  <a:pt x="4165" y="655"/>
                </a:lnTo>
                <a:lnTo>
                  <a:pt x="4165" y="654"/>
                </a:lnTo>
                <a:lnTo>
                  <a:pt x="4163" y="653"/>
                </a:lnTo>
                <a:lnTo>
                  <a:pt x="4162" y="652"/>
                </a:lnTo>
                <a:lnTo>
                  <a:pt x="4159" y="649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0" y="647"/>
                </a:lnTo>
                <a:lnTo>
                  <a:pt x="4150" y="646"/>
                </a:lnTo>
                <a:lnTo>
                  <a:pt x="4150" y="645"/>
                </a:lnTo>
                <a:lnTo>
                  <a:pt x="4151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48" y="642"/>
                </a:lnTo>
                <a:lnTo>
                  <a:pt x="4148" y="641"/>
                </a:lnTo>
                <a:lnTo>
                  <a:pt x="4147" y="642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5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2"/>
                </a:lnTo>
                <a:lnTo>
                  <a:pt x="4134" y="632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9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30" y="623"/>
                </a:lnTo>
                <a:lnTo>
                  <a:pt x="4118" y="620"/>
                </a:lnTo>
                <a:lnTo>
                  <a:pt x="4118" y="619"/>
                </a:lnTo>
                <a:lnTo>
                  <a:pt x="4113" y="617"/>
                </a:lnTo>
                <a:lnTo>
                  <a:pt x="4113" y="615"/>
                </a:lnTo>
                <a:lnTo>
                  <a:pt x="4112" y="610"/>
                </a:lnTo>
                <a:lnTo>
                  <a:pt x="4112" y="609"/>
                </a:lnTo>
                <a:lnTo>
                  <a:pt x="4111" y="605"/>
                </a:lnTo>
                <a:lnTo>
                  <a:pt x="4106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1" y="571"/>
                </a:lnTo>
                <a:lnTo>
                  <a:pt x="4050" y="570"/>
                </a:lnTo>
                <a:lnTo>
                  <a:pt x="4050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6" y="565"/>
                </a:lnTo>
                <a:lnTo>
                  <a:pt x="4025" y="565"/>
                </a:lnTo>
                <a:lnTo>
                  <a:pt x="4025" y="566"/>
                </a:lnTo>
                <a:lnTo>
                  <a:pt x="4024" y="566"/>
                </a:lnTo>
                <a:lnTo>
                  <a:pt x="4023" y="567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8" y="568"/>
                </a:lnTo>
                <a:lnTo>
                  <a:pt x="4017" y="568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3" y="569"/>
                </a:lnTo>
                <a:lnTo>
                  <a:pt x="3992" y="569"/>
                </a:lnTo>
                <a:lnTo>
                  <a:pt x="3991" y="570"/>
                </a:lnTo>
                <a:lnTo>
                  <a:pt x="3967" y="593"/>
                </a:lnTo>
                <a:lnTo>
                  <a:pt x="3967" y="594"/>
                </a:lnTo>
                <a:lnTo>
                  <a:pt x="3966" y="595"/>
                </a:lnTo>
                <a:lnTo>
                  <a:pt x="3964" y="595"/>
                </a:lnTo>
                <a:lnTo>
                  <a:pt x="3963" y="596"/>
                </a:lnTo>
                <a:lnTo>
                  <a:pt x="3954" y="607"/>
                </a:lnTo>
                <a:lnTo>
                  <a:pt x="3928" y="589"/>
                </a:lnTo>
                <a:lnTo>
                  <a:pt x="3920" y="586"/>
                </a:lnTo>
                <a:lnTo>
                  <a:pt x="3908" y="581"/>
                </a:lnTo>
                <a:lnTo>
                  <a:pt x="3901" y="581"/>
                </a:lnTo>
                <a:lnTo>
                  <a:pt x="3890" y="582"/>
                </a:lnTo>
                <a:lnTo>
                  <a:pt x="3870" y="587"/>
                </a:lnTo>
                <a:lnTo>
                  <a:pt x="3853" y="583"/>
                </a:lnTo>
                <a:lnTo>
                  <a:pt x="3840" y="589"/>
                </a:lnTo>
                <a:lnTo>
                  <a:pt x="3826" y="602"/>
                </a:lnTo>
                <a:lnTo>
                  <a:pt x="3824" y="603"/>
                </a:lnTo>
                <a:lnTo>
                  <a:pt x="3791" y="578"/>
                </a:lnTo>
                <a:lnTo>
                  <a:pt x="3791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9" y="558"/>
                </a:lnTo>
                <a:lnTo>
                  <a:pt x="3789" y="557"/>
                </a:lnTo>
                <a:lnTo>
                  <a:pt x="3788" y="556"/>
                </a:lnTo>
                <a:lnTo>
                  <a:pt x="3787" y="556"/>
                </a:lnTo>
                <a:lnTo>
                  <a:pt x="3788" y="555"/>
                </a:lnTo>
                <a:lnTo>
                  <a:pt x="3813" y="544"/>
                </a:lnTo>
                <a:lnTo>
                  <a:pt x="3811" y="517"/>
                </a:lnTo>
                <a:lnTo>
                  <a:pt x="3836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9" y="389"/>
                </a:lnTo>
                <a:lnTo>
                  <a:pt x="3925" y="397"/>
                </a:lnTo>
                <a:lnTo>
                  <a:pt x="3931" y="399"/>
                </a:lnTo>
                <a:lnTo>
                  <a:pt x="3945" y="403"/>
                </a:lnTo>
                <a:lnTo>
                  <a:pt x="3963" y="404"/>
                </a:lnTo>
                <a:lnTo>
                  <a:pt x="3977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5" y="413"/>
                </a:lnTo>
                <a:lnTo>
                  <a:pt x="3995" y="412"/>
                </a:lnTo>
                <a:lnTo>
                  <a:pt x="3996" y="412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6"/>
                </a:lnTo>
                <a:lnTo>
                  <a:pt x="4015" y="406"/>
                </a:lnTo>
                <a:lnTo>
                  <a:pt x="4015" y="405"/>
                </a:lnTo>
                <a:lnTo>
                  <a:pt x="4017" y="405"/>
                </a:lnTo>
                <a:lnTo>
                  <a:pt x="4017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3"/>
                </a:lnTo>
                <a:lnTo>
                  <a:pt x="4019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2" y="400"/>
                </a:lnTo>
                <a:lnTo>
                  <a:pt x="4023" y="401"/>
                </a:lnTo>
                <a:lnTo>
                  <a:pt x="4025" y="401"/>
                </a:lnTo>
                <a:lnTo>
                  <a:pt x="4025" y="400"/>
                </a:lnTo>
                <a:lnTo>
                  <a:pt x="4025" y="399"/>
                </a:lnTo>
                <a:lnTo>
                  <a:pt x="4026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7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7" y="399"/>
                </a:lnTo>
                <a:lnTo>
                  <a:pt x="4027" y="398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7" y="389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90"/>
                </a:lnTo>
                <a:lnTo>
                  <a:pt x="4040" y="390"/>
                </a:lnTo>
                <a:lnTo>
                  <a:pt x="4040" y="389"/>
                </a:lnTo>
                <a:lnTo>
                  <a:pt x="4041" y="389"/>
                </a:lnTo>
                <a:lnTo>
                  <a:pt x="4041" y="388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6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49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2" y="383"/>
                </a:lnTo>
                <a:lnTo>
                  <a:pt x="4052" y="384"/>
                </a:lnTo>
                <a:lnTo>
                  <a:pt x="4052" y="383"/>
                </a:lnTo>
                <a:lnTo>
                  <a:pt x="4053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6"/>
                </a:lnTo>
                <a:lnTo>
                  <a:pt x="4060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1" y="371"/>
                </a:lnTo>
                <a:lnTo>
                  <a:pt x="4081" y="370"/>
                </a:lnTo>
                <a:lnTo>
                  <a:pt x="4080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2" y="369"/>
                </a:lnTo>
                <a:lnTo>
                  <a:pt x="4083" y="369"/>
                </a:lnTo>
                <a:lnTo>
                  <a:pt x="4084" y="370"/>
                </a:lnTo>
                <a:lnTo>
                  <a:pt x="4085" y="370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7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102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8"/>
                </a:lnTo>
                <a:lnTo>
                  <a:pt x="4105" y="368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1" y="365"/>
                </a:lnTo>
                <a:lnTo>
                  <a:pt x="4111" y="364"/>
                </a:lnTo>
                <a:lnTo>
                  <a:pt x="4111" y="363"/>
                </a:lnTo>
                <a:lnTo>
                  <a:pt x="4113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8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7" y="352"/>
                </a:lnTo>
                <a:lnTo>
                  <a:pt x="4128" y="351"/>
                </a:lnTo>
                <a:lnTo>
                  <a:pt x="4128" y="350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2" y="346"/>
                </a:lnTo>
                <a:lnTo>
                  <a:pt x="4131" y="345"/>
                </a:lnTo>
                <a:lnTo>
                  <a:pt x="4130" y="344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8" y="330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30"/>
                </a:lnTo>
                <a:lnTo>
                  <a:pt x="4127" y="331"/>
                </a:lnTo>
                <a:lnTo>
                  <a:pt x="4127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5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4" y="330"/>
                </a:lnTo>
                <a:lnTo>
                  <a:pt x="4123" y="330"/>
                </a:lnTo>
                <a:lnTo>
                  <a:pt x="4123" y="331"/>
                </a:lnTo>
                <a:lnTo>
                  <a:pt x="4122" y="331"/>
                </a:lnTo>
                <a:lnTo>
                  <a:pt x="4121" y="330"/>
                </a:lnTo>
                <a:lnTo>
                  <a:pt x="4121" y="329"/>
                </a:lnTo>
                <a:lnTo>
                  <a:pt x="4121" y="328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30"/>
                </a:lnTo>
                <a:lnTo>
                  <a:pt x="4116" y="330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1" y="326"/>
                </a:lnTo>
                <a:lnTo>
                  <a:pt x="4112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4"/>
                </a:lnTo>
                <a:lnTo>
                  <a:pt x="4119" y="324"/>
                </a:lnTo>
                <a:lnTo>
                  <a:pt x="4119" y="323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0"/>
                </a:lnTo>
                <a:lnTo>
                  <a:pt x="4122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1" y="315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4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5" y="310"/>
                </a:lnTo>
                <a:lnTo>
                  <a:pt x="4125" y="309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8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5"/>
                </a:lnTo>
                <a:lnTo>
                  <a:pt x="4125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2"/>
                </a:lnTo>
                <a:lnTo>
                  <a:pt x="4130" y="302"/>
                </a:lnTo>
                <a:lnTo>
                  <a:pt x="4130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3" y="300"/>
                </a:lnTo>
                <a:lnTo>
                  <a:pt x="4133" y="299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8"/>
                </a:lnTo>
                <a:lnTo>
                  <a:pt x="4135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5"/>
                </a:lnTo>
                <a:lnTo>
                  <a:pt x="4140" y="294"/>
                </a:lnTo>
                <a:lnTo>
                  <a:pt x="4140" y="293"/>
                </a:lnTo>
                <a:lnTo>
                  <a:pt x="4141" y="293"/>
                </a:lnTo>
                <a:lnTo>
                  <a:pt x="4142" y="293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7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1"/>
                </a:lnTo>
                <a:lnTo>
                  <a:pt x="4144" y="279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4" y="277"/>
                </a:lnTo>
                <a:lnTo>
                  <a:pt x="4144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6" y="275"/>
                </a:lnTo>
                <a:lnTo>
                  <a:pt x="4146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0" y="271"/>
                </a:lnTo>
                <a:lnTo>
                  <a:pt x="4151" y="271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4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1"/>
                </a:lnTo>
                <a:lnTo>
                  <a:pt x="4162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4" y="259"/>
                </a:lnTo>
                <a:lnTo>
                  <a:pt x="4165" y="259"/>
                </a:lnTo>
                <a:lnTo>
                  <a:pt x="4165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7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70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69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4" y="242"/>
                </a:lnTo>
                <a:lnTo>
                  <a:pt x="4174" y="241"/>
                </a:lnTo>
                <a:lnTo>
                  <a:pt x="4174" y="240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4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7"/>
                </a:lnTo>
                <a:lnTo>
                  <a:pt x="4185" y="227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3" y="223"/>
                </a:lnTo>
                <a:lnTo>
                  <a:pt x="4184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90" y="218"/>
                </a:lnTo>
                <a:lnTo>
                  <a:pt x="4190" y="217"/>
                </a:lnTo>
                <a:lnTo>
                  <a:pt x="4190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8" y="212"/>
                </a:lnTo>
                <a:lnTo>
                  <a:pt x="4189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1" y="210"/>
                </a:lnTo>
                <a:lnTo>
                  <a:pt x="4192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4" y="208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4"/>
                </a:lnTo>
                <a:lnTo>
                  <a:pt x="4193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7"/>
                </a:lnTo>
                <a:lnTo>
                  <a:pt x="4199" y="197"/>
                </a:lnTo>
                <a:lnTo>
                  <a:pt x="4199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1" y="195"/>
                </a:lnTo>
                <a:lnTo>
                  <a:pt x="4203" y="195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5" y="181"/>
                </a:lnTo>
                <a:lnTo>
                  <a:pt x="4226" y="181"/>
                </a:lnTo>
                <a:lnTo>
                  <a:pt x="4226" y="180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6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3" y="159"/>
                </a:lnTo>
                <a:lnTo>
                  <a:pt x="4252" y="159"/>
                </a:lnTo>
                <a:lnTo>
                  <a:pt x="4252" y="158"/>
                </a:lnTo>
                <a:lnTo>
                  <a:pt x="4251" y="158"/>
                </a:lnTo>
                <a:lnTo>
                  <a:pt x="4251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9" y="150"/>
                </a:lnTo>
                <a:lnTo>
                  <a:pt x="4259" y="149"/>
                </a:lnTo>
                <a:lnTo>
                  <a:pt x="4259" y="148"/>
                </a:lnTo>
                <a:lnTo>
                  <a:pt x="4258" y="148"/>
                </a:lnTo>
                <a:lnTo>
                  <a:pt x="4258" y="147"/>
                </a:lnTo>
                <a:lnTo>
                  <a:pt x="4259" y="146"/>
                </a:lnTo>
                <a:lnTo>
                  <a:pt x="4260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4"/>
                </a:lnTo>
                <a:lnTo>
                  <a:pt x="4259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6" y="134"/>
                </a:lnTo>
                <a:lnTo>
                  <a:pt x="4256" y="135"/>
                </a:lnTo>
                <a:lnTo>
                  <a:pt x="4254" y="135"/>
                </a:lnTo>
                <a:lnTo>
                  <a:pt x="4254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9" y="130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8" y="124"/>
                </a:lnTo>
                <a:lnTo>
                  <a:pt x="4249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20"/>
                </a:lnTo>
                <a:lnTo>
                  <a:pt x="4250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2" y="117"/>
                </a:lnTo>
                <a:lnTo>
                  <a:pt x="4252" y="116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3" y="112"/>
                </a:lnTo>
                <a:lnTo>
                  <a:pt x="4253" y="111"/>
                </a:lnTo>
                <a:lnTo>
                  <a:pt x="4253" y="110"/>
                </a:lnTo>
                <a:lnTo>
                  <a:pt x="4252" y="110"/>
                </a:lnTo>
                <a:lnTo>
                  <a:pt x="4252" y="109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7"/>
                </a:lnTo>
                <a:lnTo>
                  <a:pt x="4256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1" y="104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1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39" y="100"/>
                </a:lnTo>
                <a:lnTo>
                  <a:pt x="4239" y="99"/>
                </a:lnTo>
                <a:lnTo>
                  <a:pt x="4238" y="99"/>
                </a:lnTo>
                <a:lnTo>
                  <a:pt x="4236" y="98"/>
                </a:lnTo>
                <a:lnTo>
                  <a:pt x="4234" y="97"/>
                </a:lnTo>
                <a:lnTo>
                  <a:pt x="4233" y="97"/>
                </a:lnTo>
                <a:lnTo>
                  <a:pt x="4232" y="96"/>
                </a:lnTo>
                <a:lnTo>
                  <a:pt x="4232" y="95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8"/>
                </a:lnTo>
                <a:lnTo>
                  <a:pt x="4226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4" y="99"/>
                </a:lnTo>
                <a:lnTo>
                  <a:pt x="4213" y="99"/>
                </a:lnTo>
                <a:lnTo>
                  <a:pt x="4212" y="99"/>
                </a:lnTo>
                <a:lnTo>
                  <a:pt x="4212" y="100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3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2"/>
                </a:lnTo>
                <a:lnTo>
                  <a:pt x="4199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4" y="98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90"/>
                </a:lnTo>
                <a:lnTo>
                  <a:pt x="4196" y="89"/>
                </a:lnTo>
                <a:lnTo>
                  <a:pt x="4196" y="88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1"/>
                </a:lnTo>
                <a:lnTo>
                  <a:pt x="4195" y="82"/>
                </a:lnTo>
                <a:lnTo>
                  <a:pt x="4196" y="82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199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8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9"/>
                </a:lnTo>
                <a:lnTo>
                  <a:pt x="4207" y="79"/>
                </a:lnTo>
                <a:lnTo>
                  <a:pt x="4207" y="78"/>
                </a:lnTo>
                <a:lnTo>
                  <a:pt x="4207" y="77"/>
                </a:lnTo>
                <a:lnTo>
                  <a:pt x="4208" y="77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1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4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9"/>
                </a:lnTo>
                <a:lnTo>
                  <a:pt x="4230" y="58"/>
                </a:lnTo>
                <a:lnTo>
                  <a:pt x="4231" y="58"/>
                </a:lnTo>
                <a:lnTo>
                  <a:pt x="4232" y="57"/>
                </a:lnTo>
                <a:lnTo>
                  <a:pt x="4233" y="57"/>
                </a:lnTo>
                <a:lnTo>
                  <a:pt x="4234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40" y="51"/>
                </a:lnTo>
                <a:lnTo>
                  <a:pt x="4241" y="51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8"/>
                </a:lnTo>
                <a:lnTo>
                  <a:pt x="4248" y="48"/>
                </a:lnTo>
                <a:lnTo>
                  <a:pt x="4248" y="47"/>
                </a:lnTo>
                <a:lnTo>
                  <a:pt x="4248" y="46"/>
                </a:lnTo>
                <a:lnTo>
                  <a:pt x="4249" y="46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5" y="40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6"/>
                </a:lnTo>
                <a:lnTo>
                  <a:pt x="4263" y="35"/>
                </a:lnTo>
                <a:lnTo>
                  <a:pt x="4263" y="34"/>
                </a:lnTo>
                <a:lnTo>
                  <a:pt x="4264" y="34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4" y="32"/>
                </a:lnTo>
                <a:lnTo>
                  <a:pt x="4263" y="32"/>
                </a:lnTo>
                <a:lnTo>
                  <a:pt x="4264" y="32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6" y="21"/>
                </a:lnTo>
                <a:lnTo>
                  <a:pt x="4337" y="21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7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3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7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6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5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704916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704016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702864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702144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701460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 flipV="1">
            <a:off x="7044840" y="412776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 flipV="1">
            <a:off x="7001640" y="423360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>
            <a:off x="685872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>
            <a:off x="6856920" y="426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>
            <a:off x="685872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6859800" y="4269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 flipH="1">
            <a:off x="685872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>
            <a:off x="685656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685980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>
            <a:off x="685692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685656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685800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694656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7"/>
                </a:lnTo>
                <a:lnTo>
                  <a:pt x="18" y="64"/>
                </a:lnTo>
                <a:lnTo>
                  <a:pt x="20" y="59"/>
                </a:lnTo>
                <a:lnTo>
                  <a:pt x="22" y="55"/>
                </a:lnTo>
                <a:lnTo>
                  <a:pt x="24" y="51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679320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6791040" y="4435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679320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679104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6788520" y="4435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6788520" y="4436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677988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0" y="2"/>
                </a:lnTo>
                <a:lnTo>
                  <a:pt x="13" y="2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678024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6775200" y="444024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677520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6797520" y="44395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679680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4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6770160" y="44427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2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677088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679608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679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676728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6767640" y="4446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676584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679464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676620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679356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679248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679212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676548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676584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679032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679068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6765120" y="4454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676548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6787440" y="445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678780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676008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678168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678168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6759000" y="4456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677736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677700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6761160" y="446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6760800" y="446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676404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676368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6774120" y="446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676800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677412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676800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688968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661644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3" y="34"/>
                </a:lnTo>
                <a:lnTo>
                  <a:pt x="27" y="38"/>
                </a:lnTo>
                <a:lnTo>
                  <a:pt x="28" y="42"/>
                </a:lnTo>
                <a:lnTo>
                  <a:pt x="31" y="46"/>
                </a:lnTo>
                <a:lnTo>
                  <a:pt x="33" y="49"/>
                </a:lnTo>
                <a:lnTo>
                  <a:pt x="34" y="53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689328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6892560" y="447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688968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4" y="5"/>
                </a:lnTo>
                <a:lnTo>
                  <a:pt x="5" y="6"/>
                </a:lnTo>
                <a:lnTo>
                  <a:pt x="6" y="7"/>
                </a:lnTo>
                <a:lnTo>
                  <a:pt x="10" y="8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689148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688896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6932880" y="444240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2" y="71"/>
                </a:lnTo>
                <a:lnTo>
                  <a:pt x="0" y="64"/>
                </a:lnTo>
                <a:lnTo>
                  <a:pt x="0" y="58"/>
                </a:lnTo>
                <a:lnTo>
                  <a:pt x="2" y="52"/>
                </a:lnTo>
                <a:lnTo>
                  <a:pt x="2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2" y="15"/>
                </a:lnTo>
                <a:lnTo>
                  <a:pt x="2" y="9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678096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6780240" y="461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>
            <a:off x="6779880" y="4610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677952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677952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6778080" y="461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6641280" y="458172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>
            <a:off x="6794280" y="46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6861960" y="4622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686160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680184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678060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 flipV="1"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>
            <a:off x="6801840" y="4624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6802560" y="4624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 flipH="1"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 flipH="1"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677916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677808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>
            <a:off x="677484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677268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691632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4" y="53"/>
                </a:lnTo>
                <a:lnTo>
                  <a:pt x="26" y="47"/>
                </a:lnTo>
                <a:lnTo>
                  <a:pt x="27" y="43"/>
                </a:lnTo>
                <a:lnTo>
                  <a:pt x="29" y="38"/>
                </a:lnTo>
                <a:lnTo>
                  <a:pt x="31" y="34"/>
                </a:lnTo>
                <a:lnTo>
                  <a:pt x="32" y="29"/>
                </a:lnTo>
                <a:lnTo>
                  <a:pt x="33" y="24"/>
                </a:lnTo>
                <a:lnTo>
                  <a:pt x="34" y="21"/>
                </a:lnTo>
                <a:lnTo>
                  <a:pt x="36" y="18"/>
                </a:lnTo>
                <a:lnTo>
                  <a:pt x="38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677268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 flipH="1">
            <a:off x="677232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>
            <a:off x="677196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677304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>
            <a:off x="679896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677232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6771240" y="4630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 flipV="1">
            <a:off x="679932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>
            <a:off x="6798600" y="463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679752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 flipV="1">
            <a:off x="6797520" y="4632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>
            <a:off x="685908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>
            <a:off x="6828480" y="463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>
            <a:off x="682812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682776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>
            <a:off x="685944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 flipV="1">
            <a:off x="6787440" y="4635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>
            <a:off x="689184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6787440" y="4635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>
            <a:off x="689112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 flipH="1">
            <a:off x="678708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>
            <a:off x="678708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67798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 flipH="1">
            <a:off x="678564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>
            <a:off x="68274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678024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>
            <a:off x="678564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682704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677916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 flipH="1">
            <a:off x="678348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>
            <a:off x="678348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678240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>
            <a:off x="678240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>
            <a:off x="687240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6838920" y="46393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687096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6840000" y="46393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4"/>
                </a:lnTo>
                <a:lnTo>
                  <a:pt x="5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682668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682452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6824160" y="46450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682488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>
            <a:off x="6825960" y="4646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6787440" y="4648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 flipH="1">
            <a:off x="678204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>
            <a:off x="678204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678420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>
            <a:off x="6780600" y="4650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678420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678024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>
            <a:off x="679212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679140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 flipV="1">
            <a:off x="679212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>
            <a:off x="684864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 flipH="1">
            <a:off x="679176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>
            <a:off x="679140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679140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>
            <a:off x="684900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3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675612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681336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 flipV="1">
            <a:off x="677628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>
            <a:off x="677592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681084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>
            <a:off x="678060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678060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681120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678024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681156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>
            <a:off x="681156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681120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677700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681084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683748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6877800" y="46587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687672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676980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676980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6763680" y="4660200"/>
            <a:ext cx="1800" cy="5400"/>
          </a:xfrm>
          <a:custGeom>
            <a:avLst/>
            <a:gdLst/>
            <a:ahLst/>
            <a:rect l="0" t="0" r="r" b="b"/>
            <a:pathLst>
              <a:path fill="none" w="5" h="15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2" y="14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67892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6788160" y="4664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678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678960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6787440" y="466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678672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678924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681768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681876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678528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681768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681876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681948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678420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681732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678672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 flipV="1">
            <a:off x="681768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>
            <a:off x="677952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678312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>
            <a:off x="6787800" y="466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678636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1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677952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681948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678096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681984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681876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6818040" y="466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678564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677880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681768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681732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677808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681876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681768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677736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6784560" y="4669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677700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678420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67834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68486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6847200" y="467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678132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6851160" y="467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685080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6779880" y="4673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685188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677664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685332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682884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685296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682956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6777360" y="4674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6828840" y="46742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673704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673560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673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67370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673416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673488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673416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 flipH="1">
            <a:off x="673416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>
            <a:off x="683892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673236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 flipH="1">
            <a:off x="673236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>
            <a:off x="673272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673236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>
            <a:off x="673164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6863400" y="4684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681516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681480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9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683172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683172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683100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 flipV="1">
            <a:off x="683136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>
            <a:off x="683208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6831720" y="4689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>
            <a:off x="683136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684864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>
            <a:off x="6848280" y="469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685656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685620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675936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675720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671580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673128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684252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673200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684288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684252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6711840" y="4704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6730560" y="4703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684252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671220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67118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67892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67100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6768360" y="4705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67658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672156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676764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6710400" y="470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676800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>
            <a:off x="6788520" y="47052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676836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672444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>
            <a:off x="672228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672264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6721560" y="470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676872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 flipV="1">
            <a:off x="676908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>
            <a:off x="676908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677520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>
            <a:off x="670104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669240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670140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670176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6701040" y="471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 flipH="1" flipV="1">
            <a:off x="680724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>
            <a:off x="680796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680616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11" y="3"/>
                </a:lnTo>
                <a:lnTo>
                  <a:pt x="13" y="4"/>
                </a:lnTo>
                <a:lnTo>
                  <a:pt x="13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>
            <a:off x="664344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674856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664344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674820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679140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679104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674748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674712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6653880" y="473112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678744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678600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6788160" y="47322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674640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674604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678492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6786000" y="47329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674496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10" y="13"/>
                </a:lnTo>
                <a:lnTo>
                  <a:pt x="11" y="11"/>
                </a:lnTo>
                <a:lnTo>
                  <a:pt x="12" y="8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4" y="12"/>
                </a:lnTo>
                <a:lnTo>
                  <a:pt x="4" y="13"/>
                </a:lnTo>
                <a:lnTo>
                  <a:pt x="3" y="15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678492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674460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679428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1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674532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6772320" y="473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665352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5" y="1"/>
                </a:lnTo>
                <a:lnTo>
                  <a:pt x="15" y="2"/>
                </a:lnTo>
                <a:lnTo>
                  <a:pt x="14" y="3"/>
                </a:lnTo>
                <a:lnTo>
                  <a:pt x="13" y="6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9"/>
                </a:lnTo>
                <a:lnTo>
                  <a:pt x="0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674388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6743520" y="4733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6"/>
                </a:lnTo>
                <a:lnTo>
                  <a:pt x="0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676548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6766560" y="473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6658200" y="4735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4" y="11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6658920" y="473508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3"/>
                </a:lnTo>
                <a:lnTo>
                  <a:pt x="4" y="5"/>
                </a:lnTo>
                <a:lnTo>
                  <a:pt x="4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676548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663660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669240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6692400" y="474120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663696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5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6733440" y="4743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6733080" y="474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665316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665352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6693840" y="47476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669384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676116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6761160" y="47509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1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676116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>
            <a:off x="676080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676620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6627960" y="47538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663300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7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668880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6689520" y="47527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662904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663336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6625440" y="4755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1" y="3"/>
                </a:lnTo>
                <a:lnTo>
                  <a:pt x="3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6626160" y="47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0"/>
                </a:move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676368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676332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676188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6761880" y="4760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681912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0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675576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675540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6744600" y="4799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674388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658080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5" y="86"/>
                </a:lnTo>
                <a:lnTo>
                  <a:pt x="6" y="90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672048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672120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672012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672048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671868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2" name=""/>
          <p:cNvSpPr/>
          <p:nvPr/>
        </p:nvSpPr>
        <p:spPr>
          <a:xfrm>
            <a:off x="671724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3" name=""/>
          <p:cNvSpPr/>
          <p:nvPr/>
        </p:nvSpPr>
        <p:spPr>
          <a:xfrm>
            <a:off x="6714720" y="4825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4" name=""/>
          <p:cNvSpPr/>
          <p:nvPr/>
        </p:nvSpPr>
        <p:spPr>
          <a:xfrm>
            <a:off x="672156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5" name=""/>
          <p:cNvSpPr/>
          <p:nvPr/>
        </p:nvSpPr>
        <p:spPr>
          <a:xfrm>
            <a:off x="6718680" y="482940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7" y="1"/>
                </a:lnTo>
                <a:lnTo>
                  <a:pt x="9" y="2"/>
                </a:lnTo>
                <a:lnTo>
                  <a:pt x="9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6" name=""/>
          <p:cNvSpPr/>
          <p:nvPr/>
        </p:nvSpPr>
        <p:spPr>
          <a:xfrm>
            <a:off x="671868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7" name=""/>
          <p:cNvSpPr/>
          <p:nvPr/>
        </p:nvSpPr>
        <p:spPr>
          <a:xfrm>
            <a:off x="672480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8" name=""/>
          <p:cNvSpPr/>
          <p:nvPr/>
        </p:nvSpPr>
        <p:spPr>
          <a:xfrm>
            <a:off x="671292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9" name=""/>
          <p:cNvSpPr/>
          <p:nvPr/>
        </p:nvSpPr>
        <p:spPr>
          <a:xfrm>
            <a:off x="671292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0" name=""/>
          <p:cNvSpPr/>
          <p:nvPr/>
        </p:nvSpPr>
        <p:spPr>
          <a:xfrm>
            <a:off x="670536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1" name=""/>
          <p:cNvSpPr/>
          <p:nvPr/>
        </p:nvSpPr>
        <p:spPr>
          <a:xfrm>
            <a:off x="669744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5"/>
                </a:lnTo>
                <a:lnTo>
                  <a:pt x="45" y="24"/>
                </a:lnTo>
                <a:lnTo>
                  <a:pt x="51" y="20"/>
                </a:lnTo>
                <a:lnTo>
                  <a:pt x="57" y="19"/>
                </a:lnTo>
                <a:lnTo>
                  <a:pt x="63" y="16"/>
                </a:lnTo>
                <a:lnTo>
                  <a:pt x="69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2" name=""/>
          <p:cNvSpPr txBox="1"/>
          <p:nvPr/>
        </p:nvSpPr>
        <p:spPr>
          <a:xfrm>
            <a:off x="553644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3" name=""/>
          <p:cNvSpPr txBox="1"/>
          <p:nvPr/>
        </p:nvSpPr>
        <p:spPr>
          <a:xfrm>
            <a:off x="553644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2%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4" name=""/>
          <p:cNvSpPr txBox="1"/>
          <p:nvPr/>
        </p:nvSpPr>
        <p:spPr>
          <a:xfrm>
            <a:off x="163656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2030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5" name=""/>
          <p:cNvSpPr txBox="1"/>
          <p:nvPr/>
        </p:nvSpPr>
        <p:spPr>
          <a:xfrm>
            <a:off x="397728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2050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6" name=""/>
          <p:cNvSpPr txBox="1"/>
          <p:nvPr/>
        </p:nvSpPr>
        <p:spPr>
          <a:xfrm>
            <a:off x="631764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2080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7" name=""/>
          <p:cNvSpPr txBox="1"/>
          <p:nvPr/>
        </p:nvSpPr>
        <p:spPr>
          <a:xfrm>
            <a:off x="126360" y="180504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SSP2-4.5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8" name=""/>
          <p:cNvSpPr txBox="1"/>
          <p:nvPr/>
        </p:nvSpPr>
        <p:spPr>
          <a:xfrm>
            <a:off x="126360" y="394812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SSP5-8.5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9" name=""/>
          <p:cNvSpPr txBox="1"/>
          <p:nvPr/>
        </p:nvSpPr>
        <p:spPr>
          <a:xfrm>
            <a:off x="7658640" y="2237760"/>
            <a:ext cx="769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Hazard relative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0820" name=""/>
          <p:cNvPicPr/>
          <p:nvPr/>
        </p:nvPicPr>
        <p:blipFill>
          <a:blip r:embed="rId1"/>
          <a:srcRect l="33339" r="33332" t="662" b="330"/>
          <a:stretch/>
        </p:blipFill>
        <p:spPr>
          <a:xfrm>
            <a:off x="7658595" y="2519617"/>
            <a:ext cx="113856" cy="109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21" name=""/>
          <p:cNvSpPr/>
          <p:nvPr/>
        </p:nvSpPr>
        <p:spPr>
          <a:xfrm>
            <a:off x="7728480" y="34221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2" name=""/>
          <p:cNvSpPr/>
          <p:nvPr/>
        </p:nvSpPr>
        <p:spPr>
          <a:xfrm>
            <a:off x="7728480" y="31327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3" name=""/>
          <p:cNvSpPr/>
          <p:nvPr/>
        </p:nvSpPr>
        <p:spPr>
          <a:xfrm>
            <a:off x="7728480" y="28436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4" name=""/>
          <p:cNvSpPr/>
          <p:nvPr/>
        </p:nvSpPr>
        <p:spPr>
          <a:xfrm>
            <a:off x="7728480" y="25542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5" name=""/>
          <p:cNvSpPr/>
          <p:nvPr/>
        </p:nvSpPr>
        <p:spPr>
          <a:xfrm flipH="1">
            <a:off x="7658280" y="34221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6" name=""/>
          <p:cNvSpPr/>
          <p:nvPr/>
        </p:nvSpPr>
        <p:spPr>
          <a:xfrm flipH="1">
            <a:off x="7658280" y="31327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7" name=""/>
          <p:cNvSpPr/>
          <p:nvPr/>
        </p:nvSpPr>
        <p:spPr>
          <a:xfrm flipH="1">
            <a:off x="7658280" y="28436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8" name=""/>
          <p:cNvSpPr/>
          <p:nvPr/>
        </p:nvSpPr>
        <p:spPr>
          <a:xfrm flipH="1">
            <a:off x="7658280" y="25542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9" name=""/>
          <p:cNvSpPr txBox="1"/>
          <p:nvPr/>
        </p:nvSpPr>
        <p:spPr>
          <a:xfrm>
            <a:off x="7658640" y="2361240"/>
            <a:ext cx="381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to 2024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0" name=""/>
          <p:cNvSpPr txBox="1"/>
          <p:nvPr/>
        </p:nvSpPr>
        <p:spPr>
          <a:xfrm>
            <a:off x="7829280" y="338400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1" name=""/>
          <p:cNvSpPr txBox="1"/>
          <p:nvPr/>
        </p:nvSpPr>
        <p:spPr>
          <a:xfrm>
            <a:off x="7829280" y="3094920"/>
            <a:ext cx="1735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1.4x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2" name=""/>
          <p:cNvSpPr txBox="1"/>
          <p:nvPr/>
        </p:nvSpPr>
        <p:spPr>
          <a:xfrm>
            <a:off x="7829280" y="280548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3" name=""/>
          <p:cNvSpPr txBox="1"/>
          <p:nvPr/>
        </p:nvSpPr>
        <p:spPr>
          <a:xfrm>
            <a:off x="7829280" y="2516400"/>
            <a:ext cx="1735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2.8x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4" name=""/>
          <p:cNvSpPr txBox="1"/>
          <p:nvPr/>
        </p:nvSpPr>
        <p:spPr>
          <a:xfrm>
            <a:off x="621720" y="577800"/>
            <a:ext cx="697716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5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Discrete-time cloglog model; CMIP6 4-GCM delta applied to both province and species-range climate; only rows inside the ﬁtted covariate support</a:t>
            </a:r>
            <a:endParaRPr lang="en-US" sz="8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5" name=""/>
          <p:cNvSpPr txBox="1"/>
          <p:nvPr/>
        </p:nvSpPr>
        <p:spPr>
          <a:xfrm>
            <a:off x="621720" y="368280"/>
            <a:ext cx="3732480" cy="140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1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Mechanistic projection of new-record generation hazard</a:t>
            </a:r>
            <a:endParaRPr lang="en-US" sz="11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6" name=""/>
          <p:cNvSpPr txBox="1"/>
          <p:nvPr/>
        </p:nvSpPr>
        <p:spPr>
          <a:xfrm>
            <a:off x="621720" y="5092200"/>
            <a:ext cx="63464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Latent generation hazard relative to the 2024 baseline (log2 colour scale); province-by-year shocks set to expectation and reporting completeness set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7" name=""/>
          <p:cNvSpPr txBox="1"/>
          <p:nvPr/>
        </p:nvSpPr>
        <p:spPr>
          <a:xfrm>
            <a:off x="621720" y="5195160"/>
            <a:ext cx="61704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to 1. Base map GS(2019)1822. Pale grey: inside the analysis scope but no cell falls within the ﬁtted covariate range for that scenario and horizon.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8" name=""/>
          <p:cNvSpPr txBox="1"/>
          <p:nvPr/>
        </p:nvSpPr>
        <p:spPr>
          <a:xfrm>
            <a:off x="621720" y="5298120"/>
            <a:ext cx="62449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Mid grey: outside the analysis scope (Taiwan, Hong Kong, Macao and the jointly administered area, none of which have provincial effort coverage).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9" name=""/>
          <p:cNvSpPr txBox="1"/>
          <p:nvPr/>
        </p:nvSpPr>
        <p:spPr>
          <a:xfrm>
            <a:off x="621720" y="5401080"/>
            <a:ext cx="61596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Only species-province rows whose warming and effort fall inside the 1st-99th percentile of the ﬁtted data are aggregated. The percentage in each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0" name=""/>
          <p:cNvSpPr txBox="1"/>
          <p:nvPr/>
        </p:nvSpPr>
        <p:spPr>
          <a:xfrm>
            <a:off x="621720" y="5504040"/>
            <a:ext cx="62503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panel is the share of rows that qualify: by 2050 under SSP5-8.5 only 2% do, so the later horizons rest on very few comparable cases and should be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1" name=""/>
          <p:cNvSpPr txBox="1"/>
          <p:nvPr/>
        </p:nvSpPr>
        <p:spPr>
          <a:xfrm>
            <a:off x="621720" y="5606640"/>
            <a:ext cx="8546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read as illustrations.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FigM1_future_mechanistic_v2</dc:title>
</cp:coreProperties>
</file>